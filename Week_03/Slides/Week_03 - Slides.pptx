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28.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9.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0.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1.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2.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3.xml" ContentType="application/vnd.openxmlformats-officedocument.presentationml.notesSlide+xml"/>
  <Override PartName="/ppt/charts/chart24.xml" ContentType="application/vnd.openxmlformats-officedocument.drawingml.chart+xml"/>
  <Override PartName="/ppt/notesSlides/notesSlide34.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5.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6.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7.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38.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9.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0.xml" ContentType="application/vnd.openxmlformats-officedocument.presentationml.notesSlide+xml"/>
  <Override PartName="/ppt/charts/chart37.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307" r:id="rId59"/>
    <p:sldId id="282" r:id="rId28"/>
    <p:sldId id="284" r:id="rId29"/>
    <p:sldId id="285" r:id="rId30"/>
    <p:sldId id="286" r:id="rId31"/>
    <p:sldId id="287" r:id="rId32"/>
    <p:sldId id="288" r:id="rId33"/>
    <p:sldId id="289" r:id="rId34"/>
    <p:sldId id="297" r:id="rId35"/>
    <p:sldId id="298" r:id="rId36"/>
    <p:sldId id="299" r:id="rId37"/>
    <p:sldId id="300" r:id="rId38"/>
    <p:sldId id="301" r:id="rId39"/>
    <p:sldId id="302" r:id="rId40"/>
    <p:sldId id="296" r:id="rId41"/>
    <p:sldId id="290" r:id="rId42"/>
    <p:sldId id="303" r:id="rId43"/>
    <p:sldId id="291" r:id="rId44"/>
    <p:sldId id="292" r:id="rId45"/>
    <p:sldId id="293" r:id="rId46"/>
    <p:sldId id="294" r:id="rId47"/>
    <p:sldId id="304" r:id="rId48"/>
    <p:sldId id="305" r:id="rId49"/>
    <p:sldId id="306" r:id="rId50"/>
    <p:sldId id="295"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9"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undo custSel modSld">
      <pc:chgData name="Roberto Colomboni" userId="dd40f206-3c8d-4cae-a481-e04c30f4a734" providerId="ADAL" clId="{60E66902-36BF-4793-9F68-7CEF37DD1CC7}" dt="2026-09-29T13:01:33.396" v="26" actId="6549"/>
      <pc:docMkLst>
        <pc:docMk/>
      </pc:docMkLst>
      <pc:sldChg chg="modSp mod">
        <pc:chgData name="Roberto Colomboni" userId="dd40f206-3c8d-4cae-a481-e04c30f4a734" providerId="ADAL" clId="{60E66902-36BF-4793-9F68-7CEF37DD1CC7}" dt="2026-09-29T13:01:33.396" v="26" actId="6549"/>
        <pc:sldMkLst>
          <pc:docMk/>
          <pc:sldMk cId="1359862737" sldId="258"/>
        </pc:sldMkLst>
        <pc:spChg chg="mod">
          <ac:chgData name="Roberto Colomboni" userId="dd40f206-3c8d-4cae-a481-e04c30f4a734" providerId="ADAL" clId="{60E66902-36BF-4793-9F68-7CEF37DD1CC7}" dt="2026-09-29T13:00:42.591" v="4" actId="1076"/>
          <ac:spMkLst>
            <pc:docMk/>
            <pc:sldMk cId="1359862737" sldId="258"/>
            <ac:spMk id="3" creationId="{0CAD2AFF-A09F-45DF-BB78-D9D0B6DED294}"/>
          </ac:spMkLst>
        </pc:spChg>
        <pc:spChg chg="mod">
          <ac:chgData name="Roberto Colomboni" userId="dd40f206-3c8d-4cae-a481-e04c30f4a734" providerId="ADAL" clId="{60E66902-36BF-4793-9F68-7CEF37DD1CC7}" dt="2026-09-29T13:01:33.396" v="26" actId="6549"/>
          <ac:spMkLst>
            <pc:docMk/>
            <pc:sldMk cId="1359862737" sldId="258"/>
            <ac:spMk id="20" creationId="{F3F1D677-CFCE-4BBC-A585-53F9560F53D3}"/>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-5.925</c:v>
                </c:pt>
                <c:pt idx="2">
                  <c:v>-5.85</c:v>
                </c:pt>
                <c:pt idx="3">
                  <c:v>-5.775</c:v>
                </c:pt>
                <c:pt idx="4">
                  <c:v>-5.7</c:v>
                </c:pt>
                <c:pt idx="5">
                  <c:v>-5.625</c:v>
                </c:pt>
                <c:pt idx="6">
                  <c:v>-5.55</c:v>
                </c:pt>
                <c:pt idx="7">
                  <c:v>-5.475</c:v>
                </c:pt>
                <c:pt idx="8">
                  <c:v>-5.4</c:v>
                </c:pt>
                <c:pt idx="9">
                  <c:v>-5.325</c:v>
                </c:pt>
                <c:pt idx="10">
                  <c:v>-5.25</c:v>
                </c:pt>
                <c:pt idx="11">
                  <c:v>-5.175</c:v>
                </c:pt>
                <c:pt idx="12">
                  <c:v>-5.1</c:v>
                </c:pt>
                <c:pt idx="13">
                  <c:v>-5.025</c:v>
                </c:pt>
                <c:pt idx="14">
                  <c:v>-4.95</c:v>
                </c:pt>
                <c:pt idx="15">
                  <c:v>-4.875</c:v>
                </c:pt>
                <c:pt idx="16">
                  <c:v>-4.8</c:v>
                </c:pt>
                <c:pt idx="17">
                  <c:v>-4.725</c:v>
                </c:pt>
                <c:pt idx="18">
                  <c:v>-4.65</c:v>
                </c:pt>
                <c:pt idx="19">
                  <c:v>-4.575</c:v>
                </c:pt>
                <c:pt idx="20">
                  <c:v>-4.5</c:v>
                </c:pt>
                <c:pt idx="21">
                  <c:v>-4.425</c:v>
                </c:pt>
                <c:pt idx="22">
                  <c:v>-4.35</c:v>
                </c:pt>
                <c:pt idx="23">
                  <c:v>-4.275</c:v>
                </c:pt>
                <c:pt idx="24">
                  <c:v>-4.2</c:v>
                </c:pt>
                <c:pt idx="25">
                  <c:v>-4.125</c:v>
                </c:pt>
                <c:pt idx="26">
                  <c:v>-4.05</c:v>
                </c:pt>
                <c:pt idx="27">
                  <c:v>-3.975</c:v>
                </c:pt>
                <c:pt idx="28">
                  <c:v>-3.9</c:v>
                </c:pt>
                <c:pt idx="29">
                  <c:v>-3.825</c:v>
                </c:pt>
                <c:pt idx="30">
                  <c:v>-3.75</c:v>
                </c:pt>
                <c:pt idx="31">
                  <c:v>-3.675</c:v>
                </c:pt>
                <c:pt idx="32">
                  <c:v>-3.6</c:v>
                </c:pt>
                <c:pt idx="33">
                  <c:v>-3.525</c:v>
                </c:pt>
                <c:pt idx="34">
                  <c:v>-3.45</c:v>
                </c:pt>
                <c:pt idx="35">
                  <c:v>-3.375</c:v>
                </c:pt>
                <c:pt idx="36">
                  <c:v>-3.3</c:v>
                </c:pt>
                <c:pt idx="37">
                  <c:v>-3.225</c:v>
                </c:pt>
                <c:pt idx="38">
                  <c:v>-3.15</c:v>
                </c:pt>
                <c:pt idx="39">
                  <c:v>-3.075</c:v>
                </c:pt>
                <c:pt idx="40">
                  <c:v>-3</c:v>
                </c:pt>
                <c:pt idx="41">
                  <c:v>-2.925</c:v>
                </c:pt>
                <c:pt idx="42">
                  <c:v>-2.85</c:v>
                </c:pt>
                <c:pt idx="43">
                  <c:v>-2.775</c:v>
                </c:pt>
                <c:pt idx="44">
                  <c:v>-2.7</c:v>
                </c:pt>
                <c:pt idx="45">
                  <c:v>-2.625</c:v>
                </c:pt>
                <c:pt idx="46">
                  <c:v>-2.55</c:v>
                </c:pt>
                <c:pt idx="47">
                  <c:v>-2.475</c:v>
                </c:pt>
                <c:pt idx="48">
                  <c:v>-2.4</c:v>
                </c:pt>
                <c:pt idx="49">
                  <c:v>-2.325</c:v>
                </c:pt>
                <c:pt idx="50">
                  <c:v>-2.25</c:v>
                </c:pt>
                <c:pt idx="51">
                  <c:v>-2.175</c:v>
                </c:pt>
                <c:pt idx="52">
                  <c:v>-2.1</c:v>
                </c:pt>
                <c:pt idx="53">
                  <c:v>-2.025</c:v>
                </c:pt>
                <c:pt idx="54">
                  <c:v>-1.95</c:v>
                </c:pt>
                <c:pt idx="55">
                  <c:v>-1.875</c:v>
                </c:pt>
                <c:pt idx="56">
                  <c:v>-1.8</c:v>
                </c:pt>
                <c:pt idx="57">
                  <c:v>-1.725</c:v>
                </c:pt>
                <c:pt idx="58">
                  <c:v>-1.65</c:v>
                </c:pt>
                <c:pt idx="59">
                  <c:v>-1.575</c:v>
                </c:pt>
                <c:pt idx="60">
                  <c:v>-1.5</c:v>
                </c:pt>
                <c:pt idx="61">
                  <c:v>-1.425</c:v>
                </c:pt>
                <c:pt idx="62">
                  <c:v>-1.35</c:v>
                </c:pt>
                <c:pt idx="63">
                  <c:v>-1.275</c:v>
                </c:pt>
                <c:pt idx="64">
                  <c:v>-1.2</c:v>
                </c:pt>
                <c:pt idx="65">
                  <c:v>-1.125</c:v>
                </c:pt>
                <c:pt idx="66">
                  <c:v>-1.05</c:v>
                </c:pt>
                <c:pt idx="67">
                  <c:v>-0.975</c:v>
                </c:pt>
                <c:pt idx="68">
                  <c:v>-0.9</c:v>
                </c:pt>
                <c:pt idx="69">
                  <c:v>-0.825</c:v>
                </c:pt>
                <c:pt idx="70">
                  <c:v>-0.75</c:v>
                </c:pt>
                <c:pt idx="71">
                  <c:v>-0.675</c:v>
                </c:pt>
                <c:pt idx="72">
                  <c:v>-0.6</c:v>
                </c:pt>
                <c:pt idx="73">
                  <c:v>-0.525</c:v>
                </c:pt>
                <c:pt idx="74">
                  <c:v>-0.45</c:v>
                </c:pt>
                <c:pt idx="75">
                  <c:v>-0.375</c:v>
                </c:pt>
                <c:pt idx="76">
                  <c:v>-0.3</c:v>
                </c:pt>
                <c:pt idx="77">
                  <c:v>-0.225</c:v>
                </c:pt>
                <c:pt idx="78">
                  <c:v>-0.15</c:v>
                </c:pt>
                <c:pt idx="79">
                  <c:v>-0.075</c:v>
                </c:pt>
                <c:pt idx="80">
                  <c:v>0</c:v>
                </c:pt>
                <c:pt idx="81">
                  <c:v>0.075</c:v>
                </c:pt>
                <c:pt idx="82">
                  <c:v>0.15</c:v>
                </c:pt>
                <c:pt idx="83">
                  <c:v>0.225</c:v>
                </c:pt>
                <c:pt idx="84">
                  <c:v>0.3</c:v>
                </c:pt>
                <c:pt idx="85">
                  <c:v>0.375</c:v>
                </c:pt>
                <c:pt idx="86">
                  <c:v>0.45</c:v>
                </c:pt>
                <c:pt idx="87">
                  <c:v>0.525</c:v>
                </c:pt>
                <c:pt idx="88">
                  <c:v>0.6</c:v>
                </c:pt>
                <c:pt idx="89">
                  <c:v>0.675</c:v>
                </c:pt>
                <c:pt idx="90">
                  <c:v>0.75</c:v>
                </c:pt>
                <c:pt idx="91">
                  <c:v>0.825</c:v>
                </c:pt>
                <c:pt idx="92">
                  <c:v>0.9</c:v>
                </c:pt>
                <c:pt idx="93">
                  <c:v>0.975</c:v>
                </c:pt>
                <c:pt idx="94">
                  <c:v>1.05</c:v>
                </c:pt>
                <c:pt idx="95">
                  <c:v>1.125</c:v>
                </c:pt>
                <c:pt idx="96">
                  <c:v>1.2</c:v>
                </c:pt>
                <c:pt idx="97">
                  <c:v>1.275</c:v>
                </c:pt>
                <c:pt idx="98">
                  <c:v>1.35</c:v>
                </c:pt>
                <c:pt idx="99">
                  <c:v>1.425</c:v>
                </c:pt>
                <c:pt idx="100">
                  <c:v>1.5</c:v>
                </c:pt>
                <c:pt idx="101">
                  <c:v>1.575</c:v>
                </c:pt>
                <c:pt idx="102">
                  <c:v>1.65</c:v>
                </c:pt>
                <c:pt idx="103">
                  <c:v>1.725</c:v>
                </c:pt>
                <c:pt idx="104">
                  <c:v>1.8</c:v>
                </c:pt>
                <c:pt idx="105">
                  <c:v>1.875</c:v>
                </c:pt>
                <c:pt idx="106">
                  <c:v>1.95</c:v>
                </c:pt>
                <c:pt idx="107">
                  <c:v>2.025</c:v>
                </c:pt>
                <c:pt idx="108">
                  <c:v>2.1</c:v>
                </c:pt>
                <c:pt idx="109">
                  <c:v>2.175</c:v>
                </c:pt>
                <c:pt idx="110">
                  <c:v>2.25</c:v>
                </c:pt>
                <c:pt idx="111">
                  <c:v>2.325</c:v>
                </c:pt>
                <c:pt idx="112">
                  <c:v>2.4</c:v>
                </c:pt>
                <c:pt idx="113">
                  <c:v>2.475</c:v>
                </c:pt>
                <c:pt idx="114">
                  <c:v>2.55</c:v>
                </c:pt>
                <c:pt idx="115">
                  <c:v>2.625</c:v>
                </c:pt>
                <c:pt idx="116">
                  <c:v>2.7</c:v>
                </c:pt>
                <c:pt idx="117">
                  <c:v>2.775</c:v>
                </c:pt>
                <c:pt idx="118">
                  <c:v>2.85</c:v>
                </c:pt>
                <c:pt idx="119">
                  <c:v>2.925</c:v>
                </c:pt>
                <c:pt idx="120">
                  <c:v>3</c:v>
                </c:pt>
                <c:pt idx="121">
                  <c:v>3.075</c:v>
                </c:pt>
                <c:pt idx="122">
                  <c:v>3.15</c:v>
                </c:pt>
                <c:pt idx="123">
                  <c:v>3.225</c:v>
                </c:pt>
                <c:pt idx="124">
                  <c:v>3.3</c:v>
                </c:pt>
                <c:pt idx="125">
                  <c:v>3.375</c:v>
                </c:pt>
                <c:pt idx="126">
                  <c:v>3.45</c:v>
                </c:pt>
                <c:pt idx="127">
                  <c:v>3.525</c:v>
                </c:pt>
                <c:pt idx="128">
                  <c:v>3.6</c:v>
                </c:pt>
                <c:pt idx="129">
                  <c:v>3.675</c:v>
                </c:pt>
                <c:pt idx="130">
                  <c:v>3.75</c:v>
                </c:pt>
                <c:pt idx="131">
                  <c:v>3.825</c:v>
                </c:pt>
                <c:pt idx="132">
                  <c:v>3.9</c:v>
                </c:pt>
                <c:pt idx="133">
                  <c:v>3.975</c:v>
                </c:pt>
                <c:pt idx="134">
                  <c:v>4.05</c:v>
                </c:pt>
                <c:pt idx="135">
                  <c:v>4.125</c:v>
                </c:pt>
                <c:pt idx="136">
                  <c:v>4.2</c:v>
                </c:pt>
                <c:pt idx="137">
                  <c:v>4.275</c:v>
                </c:pt>
                <c:pt idx="138">
                  <c:v>4.35</c:v>
                </c:pt>
                <c:pt idx="139">
                  <c:v>4.425</c:v>
                </c:pt>
                <c:pt idx="140">
                  <c:v>4.5</c:v>
                </c:pt>
                <c:pt idx="141">
                  <c:v>4.575</c:v>
                </c:pt>
                <c:pt idx="142">
                  <c:v>4.65</c:v>
                </c:pt>
                <c:pt idx="143">
                  <c:v>4.725</c:v>
                </c:pt>
                <c:pt idx="144">
                  <c:v>4.8</c:v>
                </c:pt>
                <c:pt idx="145">
                  <c:v>4.875</c:v>
                </c:pt>
                <c:pt idx="146">
                  <c:v>4.95</c:v>
                </c:pt>
                <c:pt idx="147">
                  <c:v>5.025</c:v>
                </c:pt>
                <c:pt idx="148">
                  <c:v>5.1</c:v>
                </c:pt>
                <c:pt idx="149">
                  <c:v>5.175</c:v>
                </c:pt>
                <c:pt idx="150">
                  <c:v>5.25</c:v>
                </c:pt>
                <c:pt idx="151">
                  <c:v>5.325</c:v>
                </c:pt>
                <c:pt idx="152">
                  <c:v>5.4</c:v>
                </c:pt>
                <c:pt idx="153">
                  <c:v>5.475</c:v>
                </c:pt>
                <c:pt idx="154">
                  <c:v>5.55</c:v>
                </c:pt>
                <c:pt idx="155">
                  <c:v>5.625</c:v>
                </c:pt>
                <c:pt idx="156">
                  <c:v>5.7</c:v>
                </c:pt>
                <c:pt idx="157">
                  <c:v>5.775</c:v>
                </c:pt>
                <c:pt idx="158">
                  <c:v>5.85</c:v>
                </c:pt>
                <c:pt idx="159">
                  <c:v>5.925</c:v>
                </c:pt>
                <c:pt idx="160">
                  <c:v>6</c:v>
                </c:pt>
              </c:numCache>
            </c:numRef>
          </c:xVal>
          <c:yVal>
            <c:numRef>
              <c:f>'Chart Data'!$B$2:$B$162</c:f>
              <c:numCache>
                <c:formatCode>0.00</c:formatCode>
                <c:ptCount val="161"/>
                <c:pt idx="0">
                  <c:v>0.00247262315663</c:v>
                </c:pt>
                <c:pt idx="1">
                  <c:v>0.00266468815092</c:v>
                </c:pt>
                <c:pt idx="2">
                  <c:v>0.0028716291557</c:v>
                </c:pt>
                <c:pt idx="3">
                  <c:v>0.00309459143516</c:v>
                </c:pt>
                <c:pt idx="4">
                  <c:v>0.00333480730741</c:v>
                </c:pt>
                <c:pt idx="5">
                  <c:v>0.00359360258142</c:v>
                </c:pt>
                <c:pt idx="6">
                  <c:v>0.00387240344067</c:v>
                </c:pt>
                <c:pt idx="7">
                  <c:v>0.00417274379978</c:v>
                </c:pt>
                <c:pt idx="8">
                  <c:v>0.00449627316094</c:v>
                </c:pt>
                <c:pt idx="9">
                  <c:v>0.00484476499764</c:v>
                </c:pt>
                <c:pt idx="10">
                  <c:v>0.00522012569356</c:v>
                </c:pt>
                <c:pt idx="11">
                  <c:v>0.00562440406455</c:v>
                </c:pt>
                <c:pt idx="12">
                  <c:v>0.00605980149158</c:v>
                </c:pt>
                <c:pt idx="13">
                  <c:v>0.00652868269192</c:v>
                </c:pt>
                <c:pt idx="14">
                  <c:v>0.007033587155</c:v>
                </c:pt>
                <c:pt idx="15">
                  <c:v>0.00757724126786</c:v>
                </c:pt>
                <c:pt idx="16">
                  <c:v>0.00816257115316</c:v>
                </c:pt>
                <c:pt idx="17">
                  <c:v>0.00879271623967</c:v>
                </c:pt>
                <c:pt idx="18">
                  <c:v>0.00947104358195</c:v>
                </c:pt>
                <c:pt idx="19">
                  <c:v>0.0102011629408</c:v>
                </c:pt>
                <c:pt idx="20">
                  <c:v>0.0109869426306</c:v>
                </c:pt>
                <c:pt idx="21">
                  <c:v>0.0118325261327</c:v>
                </c:pt>
                <c:pt idx="22">
                  <c:v>0.0127423494641</c:v>
                </c:pt>
                <c:pt idx="23">
                  <c:v>0.0137211592825</c:v>
                </c:pt>
                <c:pt idx="24">
                  <c:v>0.0147740316933</c:v>
                </c:pt>
                <c:pt idx="25">
                  <c:v>0.0159063917118</c:v>
                </c:pt>
                <c:pt idx="26">
                  <c:v>0.0171240333157</c:v>
                </c:pt>
                <c:pt idx="27">
                  <c:v>0.0184331400011</c:v>
                </c:pt>
                <c:pt idx="28">
                  <c:v>0.0198403057341</c:v>
                </c:pt>
                <c:pt idx="29">
                  <c:v>0.021352556161</c:v>
                </c:pt>
                <c:pt idx="30">
                  <c:v>0.02297736991</c:v>
                </c:pt>
                <c:pt idx="31">
                  <c:v>0.0247226997804</c:v>
                </c:pt>
                <c:pt idx="32">
                  <c:v>0.0265969935769</c:v>
                </c:pt>
                <c:pt idx="33">
                  <c:v>0.0286092143005</c:v>
                </c:pt>
                <c:pt idx="34">
                  <c:v>0.0307688593571</c:v>
                </c:pt>
                <c:pt idx="35">
                  <c:v>0.0330859783887</c:v>
                </c:pt>
                <c:pt idx="36">
                  <c:v>0.0355711892726</c:v>
                </c:pt>
                <c:pt idx="37">
                  <c:v>0.038235691766</c:v>
                </c:pt>
                <c:pt idx="38">
                  <c:v>0.0410912782005</c:v>
                </c:pt>
                <c:pt idx="39">
                  <c:v>0.0441503405584</c:v>
                </c:pt>
                <c:pt idx="40">
                  <c:v>0.0474258731776</c:v>
                </c:pt>
                <c:pt idx="41">
                  <c:v>0.0509314702529</c:v>
                </c:pt>
                <c:pt idx="42">
                  <c:v>0.0546813172159</c:v>
                </c:pt>
                <c:pt idx="43">
                  <c:v>0.0586901749921</c:v>
                </c:pt>
                <c:pt idx="44">
                  <c:v>0.062973356057</c:v>
                </c:pt>
                <c:pt idx="45">
                  <c:v>0.0675466911396</c:v>
                </c:pt>
                <c:pt idx="46">
                  <c:v>0.0724264853615</c:v>
                </c:pt>
                <c:pt idx="47">
                  <c:v>0.0776294625565</c:v>
                </c:pt>
                <c:pt idx="48">
                  <c:v>0.0831726964939</c:v>
                </c:pt>
                <c:pt idx="49">
                  <c:v>0.0890735277356</c:v>
                </c:pt>
                <c:pt idx="50">
                  <c:v>0.0953494648991</c:v>
                </c:pt>
                <c:pt idx="51">
                  <c:v>0.102018069189</c:v>
                </c:pt>
                <c:pt idx="52">
                  <c:v>0.109096821196</c:v>
                </c:pt>
                <c:pt idx="53">
                  <c:v>0.116602969161</c:v>
                </c:pt>
                <c:pt idx="54">
                  <c:v>0.124553358187</c:v>
                </c:pt>
                <c:pt idx="55">
                  <c:v>0.132964240198</c:v>
                </c:pt>
                <c:pt idx="56">
                  <c:v>0.1418510649</c:v>
                </c:pt>
                <c:pt idx="57">
                  <c:v>0.151228252509</c:v>
                </c:pt>
                <c:pt idx="58">
                  <c:v>0.161108949577</c:v>
                </c:pt>
                <c:pt idx="59">
                  <c:v>0.171504769975</c:v>
                </c:pt>
                <c:pt idx="60">
                  <c:v>0.182425523806</c:v>
                </c:pt>
                <c:pt idx="61">
                  <c:v>0.193878937824</c:v>
                </c:pt>
                <c:pt idx="62">
                  <c:v>0.205870371801</c:v>
                </c:pt>
                <c:pt idx="63">
                  <c:v>0.218402536098</c:v>
                </c:pt>
                <c:pt idx="64">
                  <c:v>0.231475216501</c:v>
                </c:pt>
                <c:pt idx="65">
                  <c:v>0.245085013132</c:v>
                </c:pt>
                <c:pt idx="66">
                  <c:v>0.259225100818</c:v>
                </c:pt>
                <c:pt idx="67">
                  <c:v>0.273885018739</c:v>
                </c:pt>
                <c:pt idx="68">
                  <c:v>0.289050497375</c:v>
                </c:pt>
                <c:pt idx="69">
                  <c:v>0.304703330652</c:v>
                </c:pt>
                <c:pt idx="70">
                  <c:v>0.320821300825</c:v>
                </c:pt>
                <c:pt idx="71">
                  <c:v>0.33737816283</c:v>
                </c:pt>
                <c:pt idx="72">
                  <c:v>0.354343693774</c:v>
                </c:pt>
                <c:pt idx="73">
                  <c:v>0.371683811705</c:v>
                </c:pt>
                <c:pt idx="74">
                  <c:v>0.389360766051</c:v>
                </c:pt>
                <c:pt idx="75">
                  <c:v>0.407333400046</c:v>
                </c:pt>
                <c:pt idx="76">
                  <c:v>0.425557483188</c:v>
                </c:pt>
                <c:pt idx="77">
                  <c:v>0.443986109455</c:v>
                </c:pt>
                <c:pt idx="78">
                  <c:v>0.462570154656</c:v>
                </c:pt>
                <c:pt idx="79">
                  <c:v>0.481258784121</c:v>
                </c:pt>
                <c:pt idx="80">
                  <c:v>0.5</c:v>
                </c:pt>
                <c:pt idx="81">
                  <c:v>0.518741215879</c:v>
                </c:pt>
                <c:pt idx="82">
                  <c:v>0.537429845344</c:v>
                </c:pt>
                <c:pt idx="83">
                  <c:v>0.556013890545</c:v>
                </c:pt>
                <c:pt idx="84">
                  <c:v>0.574442516812</c:v>
                </c:pt>
                <c:pt idx="85">
                  <c:v>0.592666599954</c:v>
                </c:pt>
                <c:pt idx="86">
                  <c:v>0.610639233949</c:v>
                </c:pt>
                <c:pt idx="87">
                  <c:v>0.628316188295</c:v>
                </c:pt>
                <c:pt idx="88">
                  <c:v>0.645656306226</c:v>
                </c:pt>
                <c:pt idx="89">
                  <c:v>0.66262183717</c:v>
                </c:pt>
                <c:pt idx="90">
                  <c:v>0.679178699175</c:v>
                </c:pt>
                <c:pt idx="91">
                  <c:v>0.695296669348</c:v>
                </c:pt>
                <c:pt idx="92">
                  <c:v>0.710949502625</c:v>
                </c:pt>
                <c:pt idx="93">
                  <c:v>0.726114981261</c:v>
                </c:pt>
                <c:pt idx="94">
                  <c:v>0.740774899182</c:v>
                </c:pt>
                <c:pt idx="95">
                  <c:v>0.754914986868</c:v>
                </c:pt>
                <c:pt idx="96">
                  <c:v>0.768524783499</c:v>
                </c:pt>
                <c:pt idx="97">
                  <c:v>0.781597463902</c:v>
                </c:pt>
                <c:pt idx="98">
                  <c:v>0.794129628199</c:v>
                </c:pt>
                <c:pt idx="99">
                  <c:v>0.806121062176</c:v>
                </c:pt>
                <c:pt idx="100">
                  <c:v>0.817574476194</c:v>
                </c:pt>
                <c:pt idx="101">
                  <c:v>0.828495230025</c:v>
                </c:pt>
                <c:pt idx="102">
                  <c:v>0.838891050423</c:v>
                </c:pt>
                <c:pt idx="103">
                  <c:v>0.848771747491</c:v>
                </c:pt>
                <c:pt idx="104">
                  <c:v>0.8581489351</c:v>
                </c:pt>
                <c:pt idx="105">
                  <c:v>0.867035759802</c:v>
                </c:pt>
                <c:pt idx="106">
                  <c:v>0.875446641813</c:v>
                </c:pt>
                <c:pt idx="107">
                  <c:v>0.883397030839</c:v>
                </c:pt>
                <c:pt idx="108">
                  <c:v>0.890903178804</c:v>
                </c:pt>
                <c:pt idx="109">
                  <c:v>0.897981930811</c:v>
                </c:pt>
                <c:pt idx="110">
                  <c:v>0.904650535101</c:v>
                </c:pt>
                <c:pt idx="111">
                  <c:v>0.910926472264</c:v>
                </c:pt>
                <c:pt idx="112">
                  <c:v>0.916827303506</c:v>
                </c:pt>
                <c:pt idx="113">
                  <c:v>0.922370537444</c:v>
                </c:pt>
                <c:pt idx="114">
                  <c:v>0.927573514638</c:v>
                </c:pt>
                <c:pt idx="115">
                  <c:v>0.93245330886</c:v>
                </c:pt>
                <c:pt idx="116">
                  <c:v>0.937026643943</c:v>
                </c:pt>
                <c:pt idx="117">
                  <c:v>0.941309825008</c:v>
                </c:pt>
                <c:pt idx="118">
                  <c:v>0.945318682784</c:v>
                </c:pt>
                <c:pt idx="119">
                  <c:v>0.949068529747</c:v>
                </c:pt>
                <c:pt idx="120">
                  <c:v>0.952574126822</c:v>
                </c:pt>
                <c:pt idx="121">
                  <c:v>0.955849659442</c:v>
                </c:pt>
                <c:pt idx="122">
                  <c:v>0.9589087218</c:v>
                </c:pt>
                <c:pt idx="123">
                  <c:v>0.961764308234</c:v>
                </c:pt>
                <c:pt idx="124">
                  <c:v>0.964428810727</c:v>
                </c:pt>
                <c:pt idx="125">
                  <c:v>0.966914021611</c:v>
                </c:pt>
                <c:pt idx="126">
                  <c:v>0.969231140643</c:v>
                </c:pt>
                <c:pt idx="127">
                  <c:v>0.971390785699</c:v>
                </c:pt>
                <c:pt idx="128">
                  <c:v>0.973403006423</c:v>
                </c:pt>
                <c:pt idx="129">
                  <c:v>0.97527730022</c:v>
                </c:pt>
                <c:pt idx="130">
                  <c:v>0.97702263009</c:v>
                </c:pt>
                <c:pt idx="131">
                  <c:v>0.978647443839</c:v>
                </c:pt>
                <c:pt idx="132">
                  <c:v>0.980159694266</c:v>
                </c:pt>
                <c:pt idx="133">
                  <c:v>0.981566859999</c:v>
                </c:pt>
                <c:pt idx="134">
                  <c:v>0.982875966684</c:v>
                </c:pt>
                <c:pt idx="135">
                  <c:v>0.984093608288</c:v>
                </c:pt>
                <c:pt idx="136">
                  <c:v>0.985225968307</c:v>
                </c:pt>
                <c:pt idx="137">
                  <c:v>0.986278840717</c:v>
                </c:pt>
                <c:pt idx="138">
                  <c:v>0.987257650536</c:v>
                </c:pt>
                <c:pt idx="139">
                  <c:v>0.988167473867</c:v>
                </c:pt>
                <c:pt idx="140">
                  <c:v>0.989013057369</c:v>
                </c:pt>
                <c:pt idx="141">
                  <c:v>0.989798837059</c:v>
                </c:pt>
                <c:pt idx="142">
                  <c:v>0.990528956418</c:v>
                </c:pt>
                <c:pt idx="143">
                  <c:v>0.99120728376</c:v>
                </c:pt>
                <c:pt idx="144">
                  <c:v>0.991837428847</c:v>
                </c:pt>
                <c:pt idx="145">
                  <c:v>0.992422758732</c:v>
                </c:pt>
                <c:pt idx="146">
                  <c:v>0.992966412845</c:v>
                </c:pt>
                <c:pt idx="147">
                  <c:v>0.993471317308</c:v>
                </c:pt>
                <c:pt idx="148">
                  <c:v>0.993940198508</c:v>
                </c:pt>
                <c:pt idx="149">
                  <c:v>0.994375595935</c:v>
                </c:pt>
                <c:pt idx="150">
                  <c:v>0.994779874306</c:v>
                </c:pt>
                <c:pt idx="151">
                  <c:v>0.995155235002</c:v>
                </c:pt>
                <c:pt idx="152">
                  <c:v>0.995503726839</c:v>
                </c:pt>
                <c:pt idx="153">
                  <c:v>0.9958272562</c:v>
                </c:pt>
                <c:pt idx="154">
                  <c:v>0.996127596559</c:v>
                </c:pt>
                <c:pt idx="155">
                  <c:v>0.996406397419</c:v>
                </c:pt>
                <c:pt idx="156">
                  <c:v>0.996665192693</c:v>
                </c:pt>
                <c:pt idx="157">
                  <c:v>0.996905408565</c:v>
                </c:pt>
                <c:pt idx="158">
                  <c:v>0.997128370844</c:v>
                </c:pt>
                <c:pt idx="159">
                  <c:v>0.997335311849</c:v>
                </c:pt>
                <c:pt idx="160">
                  <c:v>0.997527376843</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c:v>
                </c:pt>
                <c:pt idx="1">
                  <c:v>-6.772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c:v>
                </c:pt>
                <c:pt idx="1">
                  <c:v>-6.619</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-6.619</c:v>
                </c:pt>
                <c:pt idx="1">
                  <c:v>-6.561</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-6.561</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-6.031</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-6.031</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-5.981</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-5.981</c:v>
                </c:pt>
                <c:pt idx="1">
                  <c:v>-5.936</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-5.936</c:v>
                </c:pt>
                <c:pt idx="1">
                  <c:v>-5.913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c:v>
                </c:pt>
                <c:pt idx="1">
                  <c:v>-5.826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-5.826</c:v>
                </c:pt>
                <c:pt idx="1">
                  <c:v>-5.807</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c:v>
                </c:pt>
                <c:pt idx="1">
                  <c:v>-5.719</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c:v>
                </c:pt>
                <c:pt idx="1">
                  <c:v>-5.698</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c:v>
                </c:pt>
                <c:pt idx="1">
                  <c:v>-5.676</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c:v>
                </c:pt>
                <c:pt idx="1">
                  <c:v>-5.542</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-5.542</c:v>
                </c:pt>
                <c:pt idx="1">
                  <c:v>-5.495</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c:v>
                </c:pt>
                <c:pt idx="1">
                  <c:v>-5.473</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-5.473</c:v>
                </c:pt>
                <c:pt idx="1">
                  <c:v>-5.454</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-5.454</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-5.385</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-5.385</c:v>
                </c:pt>
                <c:pt idx="1">
                  <c:v>-5.377</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-5.377</c:v>
                </c:pt>
                <c:pt idx="1">
                  <c:v>-5.296</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c:v>
                </c:pt>
                <c:pt idx="1">
                  <c:v>-5.289</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-5.289</c:v>
                </c:pt>
                <c:pt idx="1">
                  <c:v>-5.228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-5.228</c:v>
                </c:pt>
                <c:pt idx="1">
                  <c:v>-5.213</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c:v>
                </c:pt>
                <c:pt idx="1">
                  <c:v>-5.208</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-5.135</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-5.135</c:v>
                </c:pt>
                <c:pt idx="1">
                  <c:v>-5.121</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c:v>
                </c:pt>
                <c:pt idx="1">
                  <c:v>-5.051</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c:v>
                </c:pt>
                <c:pt idx="1">
                  <c:v>-5.034</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-5.034</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c:v>
                </c:pt>
                <c:pt idx="1">
                  <c:v>-4.958</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c:v>
                </c:pt>
                <c:pt idx="1">
                  <c:v>-4.946</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-4.946</c:v>
                </c:pt>
                <c:pt idx="1">
                  <c:v>-4.895</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-4.895</c:v>
                </c:pt>
                <c:pt idx="1">
                  <c:v>-4.884</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c:v>
                </c:pt>
                <c:pt idx="1">
                  <c:v>-4.809</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-4.701</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-4.701</c:v>
                </c:pt>
                <c:pt idx="1">
                  <c:v>-4.675</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-4.675</c:v>
                </c:pt>
                <c:pt idx="1">
                  <c:v>-4.671</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c:v>
                </c:pt>
                <c:pt idx="1">
                  <c:v>-4.651</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-4.651</c:v>
                </c:pt>
                <c:pt idx="1">
                  <c:v>-4.635</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-4.635</c:v>
                </c:pt>
                <c:pt idx="1">
                  <c:v>-4.629</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-4.629</c:v>
                </c:pt>
                <c:pt idx="1">
                  <c:v>-4.589</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c:v>
                </c:pt>
                <c:pt idx="1">
                  <c:v>-4.561</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-4.561</c:v>
                </c:pt>
                <c:pt idx="1">
                  <c:v>-4.557</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c:v>
                </c:pt>
                <c:pt idx="1">
                  <c:v>-4.541</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-4.473</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-4.473</c:v>
                </c:pt>
                <c:pt idx="1">
                  <c:v>-4.467</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-4.467</c:v>
                </c:pt>
                <c:pt idx="1">
                  <c:v>-4.455</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c:v>
                </c:pt>
                <c:pt idx="1">
                  <c:v>-4.386</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c:v>
                </c:pt>
                <c:pt idx="1">
                  <c:v>-4.384</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c:v>
                </c:pt>
                <c:pt idx="1">
                  <c:v>-4.347</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c:v>
                </c:pt>
                <c:pt idx="1">
                  <c:v>-4.307</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c:v>
                </c:pt>
                <c:pt idx="1">
                  <c:v>-4.296</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c:v>
                </c:pt>
                <c:pt idx="1">
                  <c:v>-4.291</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c:v>
                </c:pt>
                <c:pt idx="1">
                  <c:v>-4.271</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-4.271</c:v>
                </c:pt>
                <c:pt idx="1">
                  <c:v>-4.227</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c:v>
                </c:pt>
                <c:pt idx="1">
                  <c:v>-4.208</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c:v>
                </c:pt>
                <c:pt idx="1">
                  <c:v>-4.162</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-4.162</c:v>
                </c:pt>
                <c:pt idx="1">
                  <c:v>-4.156</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-4.156</c:v>
                </c:pt>
                <c:pt idx="1">
                  <c:v>-4.139</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c:v>
                </c:pt>
                <c:pt idx="1">
                  <c:v>-4.121</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-4.047</c:v>
                </c:pt>
                <c:pt idx="1">
                  <c:v>-3.962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c:v>
                </c:pt>
                <c:pt idx="1">
                  <c:v>-3.936</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-3.936</c:v>
                </c:pt>
                <c:pt idx="1">
                  <c:v>-3.932</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-3.932</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c:v>
                </c:pt>
                <c:pt idx="1">
                  <c:v>-3.812</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-3.812</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c:v>
                </c:pt>
                <c:pt idx="1">
                  <c:v>-3.587</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-3.481</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-3.481</c:v>
                </c:pt>
                <c:pt idx="1">
                  <c:v>-3.366</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c:v>
                </c:pt>
                <c:pt idx="1">
                  <c:v>-3.304</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-3.304</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c:v>
                </c:pt>
                <c:pt idx="1">
                  <c:v>-6.772</c:v>
                </c:pt>
                <c:pt idx="2">
                  <c:v>-6.619</c:v>
                </c:pt>
                <c:pt idx="3">
                  <c:v>-6.561</c:v>
                </c:pt>
                <c:pt idx="4">
                  <c:v>-6.4</c:v>
                </c:pt>
                <c:pt idx="5">
                  <c:v>-6.3</c:v>
                </c:pt>
                <c:pt idx="6">
                  <c:v>-6.208</c:v>
                </c:pt>
                <c:pt idx="7">
                  <c:v>-6.1</c:v>
                </c:pt>
                <c:pt idx="8">
                  <c:v>-6.087</c:v>
                </c:pt>
                <c:pt idx="9">
                  <c:v>-6.07</c:v>
                </c:pt>
                <c:pt idx="10">
                  <c:v>-6.031</c:v>
                </c:pt>
                <c:pt idx="11">
                  <c:v>-6.02</c:v>
                </c:pt>
                <c:pt idx="12">
                  <c:v>-5.981</c:v>
                </c:pt>
                <c:pt idx="13">
                  <c:v>-5.936</c:v>
                </c:pt>
                <c:pt idx="14">
                  <c:v>-5.913</c:v>
                </c:pt>
                <c:pt idx="15">
                  <c:v>-5.826</c:v>
                </c:pt>
                <c:pt idx="16">
                  <c:v>-5.807</c:v>
                </c:pt>
                <c:pt idx="17">
                  <c:v>-5.758</c:v>
                </c:pt>
                <c:pt idx="18">
                  <c:v>-5.738</c:v>
                </c:pt>
                <c:pt idx="19">
                  <c:v>-5.719</c:v>
                </c:pt>
                <c:pt idx="20">
                  <c:v>-5.698</c:v>
                </c:pt>
                <c:pt idx="21">
                  <c:v>-5.676</c:v>
                </c:pt>
                <c:pt idx="22">
                  <c:v>-5.63</c:v>
                </c:pt>
                <c:pt idx="23">
                  <c:v>-5.562</c:v>
                </c:pt>
                <c:pt idx="24">
                  <c:v>-5.542</c:v>
                </c:pt>
                <c:pt idx="25">
                  <c:v>-5.495</c:v>
                </c:pt>
                <c:pt idx="26">
                  <c:v>-5.473</c:v>
                </c:pt>
                <c:pt idx="27">
                  <c:v>-5.454</c:v>
                </c:pt>
                <c:pt idx="28">
                  <c:v>-5.41</c:v>
                </c:pt>
                <c:pt idx="29">
                  <c:v>-5.385</c:v>
                </c:pt>
                <c:pt idx="30">
                  <c:v>-5.377</c:v>
                </c:pt>
                <c:pt idx="31">
                  <c:v>-5.296</c:v>
                </c:pt>
                <c:pt idx="32">
                  <c:v>-5.289</c:v>
                </c:pt>
                <c:pt idx="33">
                  <c:v>-5.228</c:v>
                </c:pt>
                <c:pt idx="34">
                  <c:v>-5.213</c:v>
                </c:pt>
                <c:pt idx="35">
                  <c:v>-5.208</c:v>
                </c:pt>
                <c:pt idx="36">
                  <c:v>-5.19</c:v>
                </c:pt>
                <c:pt idx="37">
                  <c:v>-5.14</c:v>
                </c:pt>
                <c:pt idx="38">
                  <c:v>-5.135</c:v>
                </c:pt>
                <c:pt idx="39">
                  <c:v>-5.121</c:v>
                </c:pt>
                <c:pt idx="40">
                  <c:v>-5.051</c:v>
                </c:pt>
                <c:pt idx="41">
                  <c:v>-5.034</c:v>
                </c:pt>
                <c:pt idx="42">
                  <c:v>-5.016</c:v>
                </c:pt>
                <c:pt idx="43">
                  <c:v>-4.963</c:v>
                </c:pt>
                <c:pt idx="44">
                  <c:v>-4.958</c:v>
                </c:pt>
                <c:pt idx="45">
                  <c:v>-4.946</c:v>
                </c:pt>
                <c:pt idx="46">
                  <c:v>-4.895</c:v>
                </c:pt>
                <c:pt idx="47">
                  <c:v>-4.884</c:v>
                </c:pt>
                <c:pt idx="48">
                  <c:v>-4.875</c:v>
                </c:pt>
                <c:pt idx="49">
                  <c:v>-4.873</c:v>
                </c:pt>
                <c:pt idx="50">
                  <c:v>-4.809</c:v>
                </c:pt>
                <c:pt idx="51">
                  <c:v>-4.806</c:v>
                </c:pt>
                <c:pt idx="52">
                  <c:v>-4.788</c:v>
                </c:pt>
                <c:pt idx="53">
                  <c:v>-4.718</c:v>
                </c:pt>
                <c:pt idx="54">
                  <c:v>-4.701</c:v>
                </c:pt>
                <c:pt idx="55">
                  <c:v>-4.675</c:v>
                </c:pt>
                <c:pt idx="56">
                  <c:v>-4.671</c:v>
                </c:pt>
                <c:pt idx="57">
                  <c:v>-4.651</c:v>
                </c:pt>
                <c:pt idx="58">
                  <c:v>-4.635</c:v>
                </c:pt>
                <c:pt idx="59">
                  <c:v>-4.629</c:v>
                </c:pt>
                <c:pt idx="60">
                  <c:v>-4.589</c:v>
                </c:pt>
                <c:pt idx="61">
                  <c:v>-4.561</c:v>
                </c:pt>
                <c:pt idx="62">
                  <c:v>-4.557</c:v>
                </c:pt>
                <c:pt idx="63">
                  <c:v>-4.541</c:v>
                </c:pt>
                <c:pt idx="64">
                  <c:v>-4.5</c:v>
                </c:pt>
                <c:pt idx="65">
                  <c:v>-4.473</c:v>
                </c:pt>
                <c:pt idx="66">
                  <c:v>-4.467</c:v>
                </c:pt>
                <c:pt idx="67">
                  <c:v>-4.455</c:v>
                </c:pt>
                <c:pt idx="68">
                  <c:v>-4.386</c:v>
                </c:pt>
                <c:pt idx="69">
                  <c:v>-4.384</c:v>
                </c:pt>
                <c:pt idx="70">
                  <c:v>-4.347</c:v>
                </c:pt>
                <c:pt idx="71">
                  <c:v>-4.307</c:v>
                </c:pt>
                <c:pt idx="72">
                  <c:v>-4.296</c:v>
                </c:pt>
                <c:pt idx="73">
                  <c:v>-4.291</c:v>
                </c:pt>
                <c:pt idx="74">
                  <c:v>-4.271</c:v>
                </c:pt>
                <c:pt idx="75">
                  <c:v>-4.227</c:v>
                </c:pt>
                <c:pt idx="76">
                  <c:v>-4.208</c:v>
                </c:pt>
                <c:pt idx="77">
                  <c:v>-4.162</c:v>
                </c:pt>
                <c:pt idx="78">
                  <c:v>-4.156</c:v>
                </c:pt>
                <c:pt idx="79">
                  <c:v>-4.139</c:v>
                </c:pt>
                <c:pt idx="80">
                  <c:v>-4.121</c:v>
                </c:pt>
                <c:pt idx="81">
                  <c:v>-4.05</c:v>
                </c:pt>
                <c:pt idx="82">
                  <c:v>-4.047</c:v>
                </c:pt>
                <c:pt idx="83">
                  <c:v>-3.962</c:v>
                </c:pt>
                <c:pt idx="84">
                  <c:v>-3.936</c:v>
                </c:pt>
                <c:pt idx="85">
                  <c:v>-3.932</c:v>
                </c:pt>
                <c:pt idx="86">
                  <c:v>-3.9</c:v>
                </c:pt>
                <c:pt idx="87">
                  <c:v>-3.875</c:v>
                </c:pt>
                <c:pt idx="88">
                  <c:v>-3.822</c:v>
                </c:pt>
                <c:pt idx="89">
                  <c:v>-3.812</c:v>
                </c:pt>
                <c:pt idx="90">
                  <c:v>-3.706</c:v>
                </c:pt>
                <c:pt idx="91">
                  <c:v>-3.596</c:v>
                </c:pt>
                <c:pt idx="92">
                  <c:v>-3.587</c:v>
                </c:pt>
                <c:pt idx="93">
                  <c:v>-3.57</c:v>
                </c:pt>
                <c:pt idx="94">
                  <c:v>-3.481</c:v>
                </c:pt>
                <c:pt idx="95">
                  <c:v>-3.366</c:v>
                </c:pt>
                <c:pt idx="96">
                  <c:v>-3.304</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c:v>
                </c:pt>
                <c:pt idx="1">
                  <c:v>-6.772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c:v>
                </c:pt>
                <c:pt idx="1">
                  <c:v>-6.619</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-6.619</c:v>
                </c:pt>
                <c:pt idx="1">
                  <c:v>-6.561</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-6.561</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-6.031</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-6.031</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-5.981</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-5.981</c:v>
                </c:pt>
                <c:pt idx="1">
                  <c:v>-5.936</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-5.936</c:v>
                </c:pt>
                <c:pt idx="1">
                  <c:v>-5.913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c:v>
                </c:pt>
                <c:pt idx="1">
                  <c:v>-5.826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-5.826</c:v>
                </c:pt>
                <c:pt idx="1">
                  <c:v>-5.807</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c:v>
                </c:pt>
                <c:pt idx="1">
                  <c:v>-5.719</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c:v>
                </c:pt>
                <c:pt idx="1">
                  <c:v>-5.698</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c:v>
                </c:pt>
                <c:pt idx="1">
                  <c:v>-5.676</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c:v>
                </c:pt>
                <c:pt idx="1">
                  <c:v>-5.542</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-5.542</c:v>
                </c:pt>
                <c:pt idx="1">
                  <c:v>-5.495</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c:v>
                </c:pt>
                <c:pt idx="1">
                  <c:v>-5.473</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-5.473</c:v>
                </c:pt>
                <c:pt idx="1">
                  <c:v>-5.454</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-5.454</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-5.385</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-5.385</c:v>
                </c:pt>
                <c:pt idx="1">
                  <c:v>-5.377</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-5.377</c:v>
                </c:pt>
                <c:pt idx="1">
                  <c:v>-5.296</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c:v>
                </c:pt>
                <c:pt idx="1">
                  <c:v>-5.289</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-5.289</c:v>
                </c:pt>
                <c:pt idx="1">
                  <c:v>-5.228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-5.228</c:v>
                </c:pt>
                <c:pt idx="1">
                  <c:v>-5.213</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c:v>
                </c:pt>
                <c:pt idx="1">
                  <c:v>-5.208</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-5.135</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-5.135</c:v>
                </c:pt>
                <c:pt idx="1">
                  <c:v>-5.121</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c:v>
                </c:pt>
                <c:pt idx="1">
                  <c:v>-5.051</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c:v>
                </c:pt>
                <c:pt idx="1">
                  <c:v>-5.034</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-5.034</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c:v>
                </c:pt>
                <c:pt idx="1">
                  <c:v>-4.958</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c:v>
                </c:pt>
                <c:pt idx="1">
                  <c:v>-4.946</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-4.946</c:v>
                </c:pt>
                <c:pt idx="1">
                  <c:v>-4.895</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-4.895</c:v>
                </c:pt>
                <c:pt idx="1">
                  <c:v>-4.884</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c:v>
                </c:pt>
                <c:pt idx="1">
                  <c:v>-4.809</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-4.701</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-4.701</c:v>
                </c:pt>
                <c:pt idx="1">
                  <c:v>-4.675</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-4.675</c:v>
                </c:pt>
                <c:pt idx="1">
                  <c:v>-4.671</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c:v>
                </c:pt>
                <c:pt idx="1">
                  <c:v>-4.651</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-4.651</c:v>
                </c:pt>
                <c:pt idx="1">
                  <c:v>-4.635</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-4.635</c:v>
                </c:pt>
                <c:pt idx="1">
                  <c:v>-4.629</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-4.629</c:v>
                </c:pt>
                <c:pt idx="1">
                  <c:v>-4.589</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c:v>
                </c:pt>
                <c:pt idx="1">
                  <c:v>-4.561</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-4.561</c:v>
                </c:pt>
                <c:pt idx="1">
                  <c:v>-4.557</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c:v>
                </c:pt>
                <c:pt idx="1">
                  <c:v>-4.541</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-4.473</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-4.473</c:v>
                </c:pt>
                <c:pt idx="1">
                  <c:v>-4.467</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-4.467</c:v>
                </c:pt>
                <c:pt idx="1">
                  <c:v>-4.455</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c:v>
                </c:pt>
                <c:pt idx="1">
                  <c:v>-4.386</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c:v>
                </c:pt>
                <c:pt idx="1">
                  <c:v>-4.384</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c:v>
                </c:pt>
                <c:pt idx="1">
                  <c:v>-4.347</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c:v>
                </c:pt>
                <c:pt idx="1">
                  <c:v>-4.307</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c:v>
                </c:pt>
                <c:pt idx="1">
                  <c:v>-4.296</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c:v>
                </c:pt>
                <c:pt idx="1">
                  <c:v>-4.291</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c:v>
                </c:pt>
                <c:pt idx="1">
                  <c:v>-4.271</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-4.271</c:v>
                </c:pt>
                <c:pt idx="1">
                  <c:v>-4.227</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c:v>
                </c:pt>
                <c:pt idx="1">
                  <c:v>-4.208</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c:v>
                </c:pt>
                <c:pt idx="1">
                  <c:v>-4.162</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-4.162</c:v>
                </c:pt>
                <c:pt idx="1">
                  <c:v>-4.156</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-4.156</c:v>
                </c:pt>
                <c:pt idx="1">
                  <c:v>-4.139</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c:v>
                </c:pt>
                <c:pt idx="1">
                  <c:v>-4.121</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-4.047</c:v>
                </c:pt>
                <c:pt idx="1">
                  <c:v>-3.962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c:v>
                </c:pt>
                <c:pt idx="1">
                  <c:v>-3.936</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-3.936</c:v>
                </c:pt>
                <c:pt idx="1">
                  <c:v>-3.932</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-3.932</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c:v>
                </c:pt>
                <c:pt idx="1">
                  <c:v>-3.812</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-3.812</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c:v>
                </c:pt>
                <c:pt idx="1">
                  <c:v>-3.587</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-3.481</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-3.481</c:v>
                </c:pt>
                <c:pt idx="1">
                  <c:v>-3.366</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c:v>
                </c:pt>
                <c:pt idx="1">
                  <c:v>-3.304</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-3.304</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c:v>
                </c:pt>
                <c:pt idx="1">
                  <c:v>-6.772</c:v>
                </c:pt>
                <c:pt idx="2">
                  <c:v>-6.619</c:v>
                </c:pt>
                <c:pt idx="3">
                  <c:v>-6.561</c:v>
                </c:pt>
                <c:pt idx="4">
                  <c:v>-6.4</c:v>
                </c:pt>
                <c:pt idx="5">
                  <c:v>-6.3</c:v>
                </c:pt>
                <c:pt idx="6">
                  <c:v>-6.208</c:v>
                </c:pt>
                <c:pt idx="7">
                  <c:v>-6.1</c:v>
                </c:pt>
                <c:pt idx="8">
                  <c:v>-6.087</c:v>
                </c:pt>
                <c:pt idx="9">
                  <c:v>-6.07</c:v>
                </c:pt>
                <c:pt idx="10">
                  <c:v>-6.031</c:v>
                </c:pt>
                <c:pt idx="11">
                  <c:v>-6.02</c:v>
                </c:pt>
                <c:pt idx="12">
                  <c:v>-5.981</c:v>
                </c:pt>
                <c:pt idx="13">
                  <c:v>-5.936</c:v>
                </c:pt>
                <c:pt idx="14">
                  <c:v>-5.913</c:v>
                </c:pt>
                <c:pt idx="15">
                  <c:v>-5.826</c:v>
                </c:pt>
                <c:pt idx="16">
                  <c:v>-5.807</c:v>
                </c:pt>
                <c:pt idx="17">
                  <c:v>-5.758</c:v>
                </c:pt>
                <c:pt idx="18">
                  <c:v>-5.738</c:v>
                </c:pt>
                <c:pt idx="19">
                  <c:v>-5.719</c:v>
                </c:pt>
                <c:pt idx="20">
                  <c:v>-5.698</c:v>
                </c:pt>
                <c:pt idx="21">
                  <c:v>-5.676</c:v>
                </c:pt>
                <c:pt idx="22">
                  <c:v>-5.63</c:v>
                </c:pt>
                <c:pt idx="23">
                  <c:v>-5.562</c:v>
                </c:pt>
                <c:pt idx="24">
                  <c:v>-5.542</c:v>
                </c:pt>
                <c:pt idx="25">
                  <c:v>-5.495</c:v>
                </c:pt>
                <c:pt idx="26">
                  <c:v>-5.473</c:v>
                </c:pt>
                <c:pt idx="27">
                  <c:v>-5.454</c:v>
                </c:pt>
                <c:pt idx="28">
                  <c:v>-5.41</c:v>
                </c:pt>
                <c:pt idx="29">
                  <c:v>-5.385</c:v>
                </c:pt>
                <c:pt idx="30">
                  <c:v>-5.377</c:v>
                </c:pt>
                <c:pt idx="31">
                  <c:v>-5.296</c:v>
                </c:pt>
                <c:pt idx="32">
                  <c:v>-5.289</c:v>
                </c:pt>
                <c:pt idx="33">
                  <c:v>-5.228</c:v>
                </c:pt>
                <c:pt idx="34">
                  <c:v>-5.213</c:v>
                </c:pt>
                <c:pt idx="35">
                  <c:v>-5.208</c:v>
                </c:pt>
                <c:pt idx="36">
                  <c:v>-5.19</c:v>
                </c:pt>
                <c:pt idx="37">
                  <c:v>-5.14</c:v>
                </c:pt>
                <c:pt idx="38">
                  <c:v>-5.135</c:v>
                </c:pt>
                <c:pt idx="39">
                  <c:v>-5.121</c:v>
                </c:pt>
                <c:pt idx="40">
                  <c:v>-5.051</c:v>
                </c:pt>
                <c:pt idx="41">
                  <c:v>-5.034</c:v>
                </c:pt>
                <c:pt idx="42">
                  <c:v>-5.016</c:v>
                </c:pt>
                <c:pt idx="43">
                  <c:v>-4.963</c:v>
                </c:pt>
                <c:pt idx="44">
                  <c:v>-4.958</c:v>
                </c:pt>
                <c:pt idx="45">
                  <c:v>-4.946</c:v>
                </c:pt>
                <c:pt idx="46">
                  <c:v>-4.895</c:v>
                </c:pt>
                <c:pt idx="47">
                  <c:v>-4.884</c:v>
                </c:pt>
                <c:pt idx="48">
                  <c:v>-4.875</c:v>
                </c:pt>
                <c:pt idx="49">
                  <c:v>-4.873</c:v>
                </c:pt>
                <c:pt idx="50">
                  <c:v>-4.809</c:v>
                </c:pt>
                <c:pt idx="51">
                  <c:v>-4.806</c:v>
                </c:pt>
                <c:pt idx="52">
                  <c:v>-4.788</c:v>
                </c:pt>
                <c:pt idx="53">
                  <c:v>-4.718</c:v>
                </c:pt>
                <c:pt idx="54">
                  <c:v>-4.701</c:v>
                </c:pt>
                <c:pt idx="55">
                  <c:v>-4.675</c:v>
                </c:pt>
                <c:pt idx="56">
                  <c:v>-4.671</c:v>
                </c:pt>
                <c:pt idx="57">
                  <c:v>-4.651</c:v>
                </c:pt>
                <c:pt idx="58">
                  <c:v>-4.635</c:v>
                </c:pt>
                <c:pt idx="59">
                  <c:v>-4.629</c:v>
                </c:pt>
                <c:pt idx="60">
                  <c:v>-4.589</c:v>
                </c:pt>
                <c:pt idx="61">
                  <c:v>-4.561</c:v>
                </c:pt>
                <c:pt idx="62">
                  <c:v>-4.557</c:v>
                </c:pt>
                <c:pt idx="63">
                  <c:v>-4.541</c:v>
                </c:pt>
                <c:pt idx="64">
                  <c:v>-4.5</c:v>
                </c:pt>
                <c:pt idx="65">
                  <c:v>-4.473</c:v>
                </c:pt>
                <c:pt idx="66">
                  <c:v>-4.467</c:v>
                </c:pt>
                <c:pt idx="67">
                  <c:v>-4.455</c:v>
                </c:pt>
                <c:pt idx="68">
                  <c:v>-4.386</c:v>
                </c:pt>
                <c:pt idx="69">
                  <c:v>-4.384</c:v>
                </c:pt>
                <c:pt idx="70">
                  <c:v>-4.347</c:v>
                </c:pt>
                <c:pt idx="71">
                  <c:v>-4.307</c:v>
                </c:pt>
                <c:pt idx="72">
                  <c:v>-4.296</c:v>
                </c:pt>
                <c:pt idx="73">
                  <c:v>-4.291</c:v>
                </c:pt>
                <c:pt idx="74">
                  <c:v>-4.271</c:v>
                </c:pt>
                <c:pt idx="75">
                  <c:v>-4.227</c:v>
                </c:pt>
                <c:pt idx="76">
                  <c:v>-4.208</c:v>
                </c:pt>
                <c:pt idx="77">
                  <c:v>-4.162</c:v>
                </c:pt>
                <c:pt idx="78">
                  <c:v>-4.156</c:v>
                </c:pt>
                <c:pt idx="79">
                  <c:v>-4.139</c:v>
                </c:pt>
                <c:pt idx="80">
                  <c:v>-4.121</c:v>
                </c:pt>
                <c:pt idx="81">
                  <c:v>-4.05</c:v>
                </c:pt>
                <c:pt idx="82">
                  <c:v>-4.047</c:v>
                </c:pt>
                <c:pt idx="83">
                  <c:v>-3.962</c:v>
                </c:pt>
                <c:pt idx="84">
                  <c:v>-3.936</c:v>
                </c:pt>
                <c:pt idx="85">
                  <c:v>-3.932</c:v>
                </c:pt>
                <c:pt idx="86">
                  <c:v>-3.9</c:v>
                </c:pt>
                <c:pt idx="87">
                  <c:v>-3.875</c:v>
                </c:pt>
                <c:pt idx="88">
                  <c:v>-3.822</c:v>
                </c:pt>
                <c:pt idx="89">
                  <c:v>-3.812</c:v>
                </c:pt>
                <c:pt idx="90">
                  <c:v>-3.706</c:v>
                </c:pt>
                <c:pt idx="91">
                  <c:v>-3.596</c:v>
                </c:pt>
                <c:pt idx="92">
                  <c:v>-3.587</c:v>
                </c:pt>
                <c:pt idx="93">
                  <c:v>-3.57</c:v>
                </c:pt>
                <c:pt idx="94">
                  <c:v>-3.481</c:v>
                </c:pt>
                <c:pt idx="95">
                  <c:v>-3.366</c:v>
                </c:pt>
                <c:pt idx="96">
                  <c:v>-3.304</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-2.55</c:v>
                </c:pt>
                <c:pt idx="30">
                  <c:v>-2.5</c:v>
                </c:pt>
                <c:pt idx="31">
                  <c:v>-2.45</c:v>
                </c:pt>
                <c:pt idx="32">
                  <c:v>-2.4</c:v>
                </c:pt>
                <c:pt idx="33">
                  <c:v>-2.35</c:v>
                </c:pt>
                <c:pt idx="34">
                  <c:v>-2.3</c:v>
                </c:pt>
                <c:pt idx="35">
                  <c:v>-2.25</c:v>
                </c:pt>
                <c:pt idx="36">
                  <c:v>-2.2</c:v>
                </c:pt>
                <c:pt idx="37">
                  <c:v>-2.15</c:v>
                </c:pt>
                <c:pt idx="38">
                  <c:v>-2.1</c:v>
                </c:pt>
                <c:pt idx="39">
                  <c:v>-2.05</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-1.15</c:v>
                </c:pt>
                <c:pt idx="58">
                  <c:v>-1.1</c:v>
                </c:pt>
                <c:pt idx="59">
                  <c:v>-1.05</c:v>
                </c:pt>
                <c:pt idx="60">
                  <c:v>-1</c:v>
                </c:pt>
                <c:pt idx="61">
                  <c:v>-0.95</c:v>
                </c:pt>
                <c:pt idx="62">
                  <c:v>-0.9</c:v>
                </c:pt>
                <c:pt idx="63">
                  <c:v>-0.85</c:v>
                </c:pt>
                <c:pt idx="64">
                  <c:v>-0.8</c:v>
                </c:pt>
                <c:pt idx="65">
                  <c:v>-0.75</c:v>
                </c:pt>
                <c:pt idx="66">
                  <c:v>-0.7</c:v>
                </c:pt>
                <c:pt idx="67">
                  <c:v>-0.65</c:v>
                </c:pt>
                <c:pt idx="68">
                  <c:v>-0.6</c:v>
                </c:pt>
                <c:pt idx="69">
                  <c:v>-0.55</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c:v>
                </c:pt>
                <c:pt idx="92">
                  <c:v>0.6</c:v>
                </c:pt>
                <c:pt idx="93">
                  <c:v>0.65</c:v>
                </c:pt>
                <c:pt idx="94">
                  <c:v>0.7</c:v>
                </c:pt>
                <c:pt idx="95">
                  <c:v>0.75</c:v>
                </c:pt>
                <c:pt idx="96">
                  <c:v>0.8</c:v>
                </c:pt>
                <c:pt idx="97">
                  <c:v>0.85</c:v>
                </c:pt>
                <c:pt idx="98">
                  <c:v>0.9</c:v>
                </c:pt>
                <c:pt idx="99">
                  <c:v>0.95</c:v>
                </c:pt>
                <c:pt idx="100">
                  <c:v>1</c:v>
                </c:pt>
                <c:pt idx="101">
                  <c:v>1.05</c:v>
                </c:pt>
                <c:pt idx="102">
                  <c:v>1.1</c:v>
                </c:pt>
                <c:pt idx="103">
                  <c:v>1.15</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2.05</c:v>
                </c:pt>
                <c:pt idx="122">
                  <c:v>2.1</c:v>
                </c:pt>
                <c:pt idx="123">
                  <c:v>2.15</c:v>
                </c:pt>
                <c:pt idx="124">
                  <c:v>2.2</c:v>
                </c:pt>
                <c:pt idx="125">
                  <c:v>2.25</c:v>
                </c:pt>
                <c:pt idx="126">
                  <c:v>2.3</c:v>
                </c:pt>
                <c:pt idx="127">
                  <c:v>2.35</c:v>
                </c:pt>
                <c:pt idx="128">
                  <c:v>2.4</c:v>
                </c:pt>
                <c:pt idx="129">
                  <c:v>2.45</c:v>
                </c:pt>
                <c:pt idx="130">
                  <c:v>2.5</c:v>
                </c:pt>
                <c:pt idx="131">
                  <c:v>2.55</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0.0261848109995</c:v>
                </c:pt>
                <c:pt idx="1">
                  <c:v>0.0275146119281</c:v>
                </c:pt>
                <c:pt idx="2">
                  <c:v>0.0289112728471</c:v>
                </c:pt>
                <c:pt idx="3">
                  <c:v>0.0303780857028</c:v>
                </c:pt>
                <c:pt idx="4">
                  <c:v>0.031918497363</c:v>
                </c:pt>
                <c:pt idx="5">
                  <c:v>0.0335361161733</c:v>
                </c:pt>
                <c:pt idx="6">
                  <c:v>0.0352347187131</c:v>
                </c:pt>
                <c:pt idx="7">
                  <c:v>0.0370182567518</c:v>
                </c:pt>
                <c:pt idx="8">
                  <c:v>0.0388908643997</c:v>
                </c:pt>
                <c:pt idx="9">
                  <c:v>0.0408568654503</c:v>
                </c:pt>
                <c:pt idx="10">
                  <c:v>0.0429207809063</c:v>
                </c:pt>
                <c:pt idx="11">
                  <c:v>0.0450873366837</c:v>
                </c:pt>
                <c:pt idx="12">
                  <c:v>0.0473614714819</c:v>
                </c:pt>
                <c:pt idx="13">
                  <c:v>0.0497483448106</c:v>
                </c:pt>
                <c:pt idx="14">
                  <c:v>0.0522533451574</c:v>
                </c:pt>
                <c:pt idx="15">
                  <c:v>0.0548820982826</c:v>
                </c:pt>
                <c:pt idx="16">
                  <c:v>0.0576404756204</c:v>
                </c:pt>
                <c:pt idx="17">
                  <c:v>0.0605346027665</c:v>
                </c:pt>
                <c:pt idx="18">
                  <c:v>0.0635708680269</c:v>
                </c:pt>
                <c:pt idx="19">
                  <c:v>0.0667559310005</c:v>
                </c:pt>
                <c:pt idx="20">
                  <c:v>0.0700967311654</c:v>
                </c:pt>
                <c:pt idx="21">
                  <c:v>0.0736004964318</c:v>
                </c:pt>
                <c:pt idx="22">
                  <c:v>0.0772747516259</c:v>
                </c:pt>
                <c:pt idx="23">
                  <c:v>0.0811273268587</c:v>
                </c:pt>
                <c:pt idx="24">
                  <c:v>0.0851663657353</c:v>
                </c:pt>
                <c:pt idx="25">
                  <c:v>0.0894003333508</c:v>
                </c:pt>
                <c:pt idx="26">
                  <c:v>0.0938380240168</c:v>
                </c:pt>
                <c:pt idx="27">
                  <c:v>0.0984885686577</c:v>
                </c:pt>
                <c:pt idx="28">
                  <c:v>0.103361441808</c:v>
                </c:pt>
                <c:pt idx="29">
                  <c:v>0.108466468139</c:v>
                </c:pt>
                <c:pt idx="30">
                  <c:v>0.113813828441</c:v>
                </c:pt>
                <c:pt idx="31">
                  <c:v>0.119414064971</c:v>
                </c:pt>
                <c:pt idx="32">
                  <c:v>0.125278086082</c:v>
                </c:pt>
                <c:pt idx="33">
                  <c:v>0.131417170046</c:v>
                </c:pt>
                <c:pt idx="34">
                  <c:v>0.137842967955</c:v>
                </c:pt>
                <c:pt idx="35">
                  <c:v>0.144567505614</c:v>
                </c:pt>
                <c:pt idx="36">
                  <c:v>0.15160318431</c:v>
                </c:pt>
                <c:pt idx="37">
                  <c:v>0.158962780346</c:v>
                </c:pt>
                <c:pt idx="38">
                  <c:v>0.166659443217</c:v>
                </c:pt>
                <c:pt idx="39">
                  <c:v>0.174706692322</c:v>
                </c:pt>
                <c:pt idx="40">
                  <c:v>0.183118412082</c:v>
                </c:pt>
                <c:pt idx="41">
                  <c:v>0.191908845341</c:v>
                </c:pt>
                <c:pt idx="42">
                  <c:v>0.20109258494</c:v>
                </c:pt>
                <c:pt idx="43">
                  <c:v>0.210684563323</c:v>
                </c:pt>
                <c:pt idx="44">
                  <c:v>0.220700040073</c:v>
                </c:pt>
                <c:pt idx="45">
                  <c:v>0.231154587268</c:v>
                </c:pt>
                <c:pt idx="46">
                  <c:v>0.242064072526</c:v>
                </c:pt>
                <c:pt idx="47">
                  <c:v>0.253444639669</c:v>
                </c:pt>
                <c:pt idx="48">
                  <c:v>0.265312686895</c:v>
                </c:pt>
                <c:pt idx="49">
                  <c:v>0.27768484239</c:v>
                </c:pt>
                <c:pt idx="50">
                  <c:v>0.290577937315</c:v>
                </c:pt>
                <c:pt idx="51">
                  <c:v>0.30400897613</c:v>
                </c:pt>
                <c:pt idx="52">
                  <c:v>0.317995104215</c:v>
                </c:pt>
                <c:pt idx="53">
                  <c:v>0.332553572789</c:v>
                </c:pt>
                <c:pt idx="54">
                  <c:v>0.347701701157</c:v>
                </c:pt>
                <c:pt idx="55">
                  <c:v>0.363456836313</c:v>
                </c:pt>
                <c:pt idx="56">
                  <c:v>0.379836309982</c:v>
                </c:pt>
                <c:pt idx="57">
                  <c:v>0.396857393208</c:v>
                </c:pt>
                <c:pt idx="58">
                  <c:v>0.414537248616</c:v>
                </c:pt>
                <c:pt idx="59">
                  <c:v>0.432892880521</c:v>
                </c:pt>
                <c:pt idx="60">
                  <c:v>0.451941083083</c:v>
                </c:pt>
                <c:pt idx="61">
                  <c:v>0.471698386751</c:v>
                </c:pt>
                <c:pt idx="62">
                  <c:v>0.492181003256</c:v>
                </c:pt>
                <c:pt idx="63">
                  <c:v>0.513404769467</c:v>
                </c:pt>
                <c:pt idx="64">
                  <c:v>0.535385090433</c:v>
                </c:pt>
                <c:pt idx="65">
                  <c:v>0.558136881986</c:v>
                </c:pt>
                <c:pt idx="66">
                  <c:v>0.581674513283</c:v>
                </c:pt>
                <c:pt idx="67">
                  <c:v>0.606011749717</c:v>
                </c:pt>
                <c:pt idx="68">
                  <c:v>0.631161696615</c:v>
                </c:pt>
                <c:pt idx="69">
                  <c:v>0.657136744169</c:v>
                </c:pt>
                <c:pt idx="70">
                  <c:v>0.683948514076</c:v>
                </c:pt>
                <c:pt idx="71">
                  <c:v>0.711607808314</c:v>
                </c:pt>
                <c:pt idx="72">
                  <c:v>0.740124560538</c:v>
                </c:pt>
                <c:pt idx="73">
                  <c:v>0.769507790521</c:v>
                </c:pt>
                <c:pt idx="74">
                  <c:v>0.799765562086</c:v>
                </c:pt>
                <c:pt idx="75">
                  <c:v>0.830904944912</c:v>
                </c:pt>
                <c:pt idx="76">
                  <c:v>0.86293198062</c:v>
                </c:pt>
                <c:pt idx="77">
                  <c:v>0.895851653451</c:v>
                </c:pt>
                <c:pt idx="78">
                  <c:v>0.929667865854</c:v>
                </c:pt>
                <c:pt idx="79">
                  <c:v>0.964383419223</c:v>
                </c:pt>
                <c:pt idx="80">
                  <c:v>1</c:v>
                </c:pt>
                <c:pt idx="81">
                  <c:v>1.03651817127</c:v>
                </c:pt>
                <c:pt idx="82">
                  <c:v>1.07393736994</c:v>
                </c:pt>
                <c:pt idx="83">
                  <c:v>1.11225590958</c:v>
                </c:pt>
                <c:pt idx="84">
                  <c:v>1.1514709888</c:v>
                </c:pt>
                <c:pt idx="85">
                  <c:v>1.19157870513</c:v>
                </c:pt>
                <c:pt idx="86">
                  <c:v>1.23257407435</c:v>
                </c:pt>
                <c:pt idx="87">
                  <c:v>1.27445105483</c:v>
                </c:pt>
                <c:pt idx="88">
                  <c:v>1.31720257689</c:v>
                </c:pt>
                <c:pt idx="89">
                  <c:v>1.36082057671</c:v>
                </c:pt>
                <c:pt idx="90">
                  <c:v>1.40529603452</c:v>
                </c:pt>
                <c:pt idx="91">
                  <c:v>1.45061901666</c:v>
                </c:pt>
                <c:pt idx="92">
                  <c:v>1.49677872115</c:v>
                </c:pt>
                <c:pt idx="93">
                  <c:v>1.5437635263</c:v>
                </c:pt>
                <c:pt idx="94">
                  <c:v>1.5915610419</c:v>
                </c:pt>
                <c:pt idx="95">
                  <c:v>1.64015816265</c:v>
                </c:pt>
                <c:pt idx="96">
                  <c:v>1.68954112314</c:v>
                </c:pt>
                <c:pt idx="97">
                  <c:v>1.73969555422</c:v>
                </c:pt>
                <c:pt idx="98">
                  <c:v>1.79060654006</c:v>
                </c:pt>
                <c:pt idx="99">
                  <c:v>1.8422586756</c:v>
                </c:pt>
                <c:pt idx="100">
                  <c:v>1.89463612397</c:v>
                </c:pt>
                <c:pt idx="101">
                  <c:v>1.94772267345</c:v>
                </c:pt>
                <c:pt idx="102">
                  <c:v>2.00150179359</c:v>
                </c:pt>
                <c:pt idx="103">
                  <c:v>2.05595669023</c:v>
                </c:pt>
                <c:pt idx="104">
                  <c:v>2.11107035905</c:v>
                </c:pt>
                <c:pt idx="105">
                  <c:v>2.16682563742</c:v>
                </c:pt>
                <c:pt idx="106">
                  <c:v>2.22320525431</c:v>
                </c:pt>
                <c:pt idx="107">
                  <c:v>2.28019187799</c:v>
                </c:pt>
                <c:pt idx="108">
                  <c:v>2.33776816146</c:v>
                </c:pt>
                <c:pt idx="109">
                  <c:v>2.39591678542</c:v>
                </c:pt>
                <c:pt idx="110">
                  <c:v>2.45462049865</c:v>
                </c:pt>
                <c:pt idx="111">
                  <c:v>2.51386215577</c:v>
                </c:pt>
                <c:pt idx="112">
                  <c:v>2.57362475232</c:v>
                </c:pt>
                <c:pt idx="113">
                  <c:v>2.63389145714</c:v>
                </c:pt>
                <c:pt idx="114">
                  <c:v>2.69464564204</c:v>
                </c:pt>
                <c:pt idx="115">
                  <c:v>2.75587090882</c:v>
                </c:pt>
                <c:pt idx="116">
                  <c:v>2.81755111367</c:v>
                </c:pt>
                <c:pt idx="117">
                  <c:v>2.87967038897</c:v>
                </c:pt>
                <c:pt idx="118">
                  <c:v>2.94221316263</c:v>
                </c:pt>
                <c:pt idx="119">
                  <c:v>3.00516417507</c:v>
                </c:pt>
                <c:pt idx="120">
                  <c:v>3.06850849386</c:v>
                </c:pt>
                <c:pt idx="121">
                  <c:v>3.13223152614</c:v>
                </c:pt>
                <c:pt idx="122">
                  <c:v>3.19631902908</c:v>
                </c:pt>
                <c:pt idx="123">
                  <c:v>3.26075711826</c:v>
                </c:pt>
                <c:pt idx="124">
                  <c:v>3.32553227427</c:v>
                </c:pt>
                <c:pt idx="125">
                  <c:v>3.39063134761</c:v>
                </c:pt>
                <c:pt idx="126">
                  <c:v>3.456041562</c:v>
                </c:pt>
                <c:pt idx="127">
                  <c:v>3.52175051614</c:v>
                </c:pt>
                <c:pt idx="128">
                  <c:v>3.58774618422</c:v>
                </c:pt>
                <c:pt idx="129">
                  <c:v>3.65401691515</c:v>
                </c:pt>
                <c:pt idx="130">
                  <c:v>3.72055143066</c:v>
                </c:pt>
                <c:pt idx="131">
                  <c:v>3.78733882241</c:v>
                </c:pt>
                <c:pt idx="132">
                  <c:v>3.85436854812</c:v>
                </c:pt>
                <c:pt idx="133">
                  <c:v>3.92163042701</c:v>
                </c:pt>
                <c:pt idx="134">
                  <c:v>3.98911463442</c:v>
                </c:pt>
                <c:pt idx="135">
                  <c:v>4.0568116958</c:v>
                </c:pt>
                <c:pt idx="136">
                  <c:v>4.12471248022</c:v>
                </c:pt>
                <c:pt idx="137">
                  <c:v>4.19280819339</c:v>
                </c:pt>
                <c:pt idx="138">
                  <c:v>4.2610903702</c:v>
                </c:pt>
                <c:pt idx="139">
                  <c:v>4.32955086705</c:v>
                </c:pt>
                <c:pt idx="140">
                  <c:v>4.39818185383</c:v>
                </c:pt>
                <c:pt idx="141">
                  <c:v>4.46697580571</c:v>
                </c:pt>
                <c:pt idx="142">
                  <c:v>4.53592549478</c:v>
                </c:pt>
                <c:pt idx="143">
                  <c:v>4.60502398157</c:v>
                </c:pt>
                <c:pt idx="144">
                  <c:v>4.67426460647</c:v>
                </c:pt>
                <c:pt idx="145">
                  <c:v>4.74364098117</c:v>
                </c:pt>
                <c:pt idx="146">
                  <c:v>4.81314698009</c:v>
                </c:pt>
                <c:pt idx="147">
                  <c:v>4.88277673179</c:v>
                </c:pt>
                <c:pt idx="148">
                  <c:v>4.9525246105</c:v>
                </c:pt>
                <c:pt idx="149">
                  <c:v>5.02238522775</c:v>
                </c:pt>
                <c:pt idx="150">
                  <c:v>5.09235342402</c:v>
                </c:pt>
                <c:pt idx="151">
                  <c:v>5.16242426061</c:v>
                </c:pt>
                <c:pt idx="152">
                  <c:v>5.2325930116</c:v>
                </c:pt>
                <c:pt idx="153">
                  <c:v>5.302855156</c:v>
                </c:pt>
                <c:pt idx="154">
                  <c:v>5.37320637</c:v>
                </c:pt>
                <c:pt idx="155">
                  <c:v>5.44364251951</c:v>
                </c:pt>
                <c:pt idx="156">
                  <c:v>5.51415965274</c:v>
                </c:pt>
                <c:pt idx="157">
                  <c:v>5.58475399313</c:v>
                </c:pt>
                <c:pt idx="158">
                  <c:v>5.65542193231</c:v>
                </c:pt>
                <c:pt idx="159">
                  <c:v>5.72616002344</c:v>
                </c:pt>
                <c:pt idx="160">
                  <c:v>5.79696497456</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-2.55</c:v>
                </c:pt>
                <c:pt idx="30">
                  <c:v>-2.5</c:v>
                </c:pt>
                <c:pt idx="31">
                  <c:v>-2.45</c:v>
                </c:pt>
                <c:pt idx="32">
                  <c:v>-2.4</c:v>
                </c:pt>
                <c:pt idx="33">
                  <c:v>-2.35</c:v>
                </c:pt>
                <c:pt idx="34">
                  <c:v>-2.3</c:v>
                </c:pt>
                <c:pt idx="35">
                  <c:v>-2.25</c:v>
                </c:pt>
                <c:pt idx="36">
                  <c:v>-2.2</c:v>
                </c:pt>
                <c:pt idx="37">
                  <c:v>-2.15</c:v>
                </c:pt>
                <c:pt idx="38">
                  <c:v>-2.1</c:v>
                </c:pt>
                <c:pt idx="39">
                  <c:v>-2.05</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-1.15</c:v>
                </c:pt>
                <c:pt idx="58">
                  <c:v>-1.1</c:v>
                </c:pt>
                <c:pt idx="59">
                  <c:v>-1.05</c:v>
                </c:pt>
                <c:pt idx="60">
                  <c:v>-1</c:v>
                </c:pt>
                <c:pt idx="61">
                  <c:v>-0.95</c:v>
                </c:pt>
                <c:pt idx="62">
                  <c:v>-0.9</c:v>
                </c:pt>
                <c:pt idx="63">
                  <c:v>-0.85</c:v>
                </c:pt>
                <c:pt idx="64">
                  <c:v>-0.8</c:v>
                </c:pt>
                <c:pt idx="65">
                  <c:v>-0.75</c:v>
                </c:pt>
                <c:pt idx="66">
                  <c:v>-0.7</c:v>
                </c:pt>
                <c:pt idx="67">
                  <c:v>-0.65</c:v>
                </c:pt>
                <c:pt idx="68">
                  <c:v>-0.6</c:v>
                </c:pt>
                <c:pt idx="69">
                  <c:v>-0.55</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c:v>
                </c:pt>
                <c:pt idx="92">
                  <c:v>0.6</c:v>
                </c:pt>
                <c:pt idx="93">
                  <c:v>0.65</c:v>
                </c:pt>
                <c:pt idx="94">
                  <c:v>0.7</c:v>
                </c:pt>
                <c:pt idx="95">
                  <c:v>0.75</c:v>
                </c:pt>
                <c:pt idx="96">
                  <c:v>0.8</c:v>
                </c:pt>
                <c:pt idx="97">
                  <c:v>0.85</c:v>
                </c:pt>
                <c:pt idx="98">
                  <c:v>0.9</c:v>
                </c:pt>
                <c:pt idx="99">
                  <c:v>0.95</c:v>
                </c:pt>
                <c:pt idx="100">
                  <c:v>1</c:v>
                </c:pt>
                <c:pt idx="101">
                  <c:v>1.05</c:v>
                </c:pt>
                <c:pt idx="102">
                  <c:v>1.1</c:v>
                </c:pt>
                <c:pt idx="103">
                  <c:v>1.15</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2.05</c:v>
                </c:pt>
                <c:pt idx="122">
                  <c:v>2.1</c:v>
                </c:pt>
                <c:pt idx="123">
                  <c:v>2.15</c:v>
                </c:pt>
                <c:pt idx="124">
                  <c:v>2.2</c:v>
                </c:pt>
                <c:pt idx="125">
                  <c:v>2.25</c:v>
                </c:pt>
                <c:pt idx="126">
                  <c:v>2.3</c:v>
                </c:pt>
                <c:pt idx="127">
                  <c:v>2.35</c:v>
                </c:pt>
                <c:pt idx="128">
                  <c:v>2.4</c:v>
                </c:pt>
                <c:pt idx="129">
                  <c:v>2.45</c:v>
                </c:pt>
                <c:pt idx="130">
                  <c:v>2.5</c:v>
                </c:pt>
                <c:pt idx="131">
                  <c:v>2.55</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5.79696497456</c:v>
                </c:pt>
                <c:pt idx="1">
                  <c:v>5.72616002344</c:v>
                </c:pt>
                <c:pt idx="2">
                  <c:v>5.65542193231</c:v>
                </c:pt>
                <c:pt idx="3">
                  <c:v>5.58475399313</c:v>
                </c:pt>
                <c:pt idx="4">
                  <c:v>5.51415965274</c:v>
                </c:pt>
                <c:pt idx="5">
                  <c:v>5.44364251951</c:v>
                </c:pt>
                <c:pt idx="6">
                  <c:v>5.37320637</c:v>
                </c:pt>
                <c:pt idx="7">
                  <c:v>5.302855156</c:v>
                </c:pt>
                <c:pt idx="8">
                  <c:v>5.2325930116</c:v>
                </c:pt>
                <c:pt idx="9">
                  <c:v>5.16242426061</c:v>
                </c:pt>
                <c:pt idx="10">
                  <c:v>5.09235342402</c:v>
                </c:pt>
                <c:pt idx="11">
                  <c:v>5.02238522775</c:v>
                </c:pt>
                <c:pt idx="12">
                  <c:v>4.9525246105</c:v>
                </c:pt>
                <c:pt idx="13">
                  <c:v>4.88277673179</c:v>
                </c:pt>
                <c:pt idx="14">
                  <c:v>4.81314698009</c:v>
                </c:pt>
                <c:pt idx="15">
                  <c:v>4.74364098117</c:v>
                </c:pt>
                <c:pt idx="16">
                  <c:v>4.67426460647</c:v>
                </c:pt>
                <c:pt idx="17">
                  <c:v>4.60502398157</c:v>
                </c:pt>
                <c:pt idx="18">
                  <c:v>4.53592549478</c:v>
                </c:pt>
                <c:pt idx="19">
                  <c:v>4.46697580571</c:v>
                </c:pt>
                <c:pt idx="20">
                  <c:v>4.39818185383</c:v>
                </c:pt>
                <c:pt idx="21">
                  <c:v>4.32955086705</c:v>
                </c:pt>
                <c:pt idx="22">
                  <c:v>4.2610903702</c:v>
                </c:pt>
                <c:pt idx="23">
                  <c:v>4.19280819339</c:v>
                </c:pt>
                <c:pt idx="24">
                  <c:v>4.12471248022</c:v>
                </c:pt>
                <c:pt idx="25">
                  <c:v>4.0568116958</c:v>
                </c:pt>
                <c:pt idx="26">
                  <c:v>3.98911463442</c:v>
                </c:pt>
                <c:pt idx="27">
                  <c:v>3.92163042701</c:v>
                </c:pt>
                <c:pt idx="28">
                  <c:v>3.85436854812</c:v>
                </c:pt>
                <c:pt idx="29">
                  <c:v>3.78733882241</c:v>
                </c:pt>
                <c:pt idx="30">
                  <c:v>3.72055143066</c:v>
                </c:pt>
                <c:pt idx="31">
                  <c:v>3.65401691515</c:v>
                </c:pt>
                <c:pt idx="32">
                  <c:v>3.58774618422</c:v>
                </c:pt>
                <c:pt idx="33">
                  <c:v>3.52175051614</c:v>
                </c:pt>
                <c:pt idx="34">
                  <c:v>3.456041562</c:v>
                </c:pt>
                <c:pt idx="35">
                  <c:v>3.39063134761</c:v>
                </c:pt>
                <c:pt idx="36">
                  <c:v>3.32553227427</c:v>
                </c:pt>
                <c:pt idx="37">
                  <c:v>3.26075711826</c:v>
                </c:pt>
                <c:pt idx="38">
                  <c:v>3.19631902908</c:v>
                </c:pt>
                <c:pt idx="39">
                  <c:v>3.13223152614</c:v>
                </c:pt>
                <c:pt idx="40">
                  <c:v>3.06850849386</c:v>
                </c:pt>
                <c:pt idx="41">
                  <c:v>3.00516417507</c:v>
                </c:pt>
                <c:pt idx="42">
                  <c:v>2.94221316263</c:v>
                </c:pt>
                <c:pt idx="43">
                  <c:v>2.87967038897</c:v>
                </c:pt>
                <c:pt idx="44">
                  <c:v>2.81755111367</c:v>
                </c:pt>
                <c:pt idx="45">
                  <c:v>2.75587090882</c:v>
                </c:pt>
                <c:pt idx="46">
                  <c:v>2.69464564204</c:v>
                </c:pt>
                <c:pt idx="47">
                  <c:v>2.63389145714</c:v>
                </c:pt>
                <c:pt idx="48">
                  <c:v>2.57362475232</c:v>
                </c:pt>
                <c:pt idx="49">
                  <c:v>2.51386215577</c:v>
                </c:pt>
                <c:pt idx="50">
                  <c:v>2.45462049865</c:v>
                </c:pt>
                <c:pt idx="51">
                  <c:v>2.39591678542</c:v>
                </c:pt>
                <c:pt idx="52">
                  <c:v>2.33776816146</c:v>
                </c:pt>
                <c:pt idx="53">
                  <c:v>2.28019187799</c:v>
                </c:pt>
                <c:pt idx="54">
                  <c:v>2.22320525431</c:v>
                </c:pt>
                <c:pt idx="55">
                  <c:v>2.16682563742</c:v>
                </c:pt>
                <c:pt idx="56">
                  <c:v>2.11107035905</c:v>
                </c:pt>
                <c:pt idx="57">
                  <c:v>2.05595669023</c:v>
                </c:pt>
                <c:pt idx="58">
                  <c:v>2.00150179359</c:v>
                </c:pt>
                <c:pt idx="59">
                  <c:v>1.94772267345</c:v>
                </c:pt>
                <c:pt idx="60">
                  <c:v>1.89463612397</c:v>
                </c:pt>
                <c:pt idx="61">
                  <c:v>1.8422586756</c:v>
                </c:pt>
                <c:pt idx="62">
                  <c:v>1.79060654006</c:v>
                </c:pt>
                <c:pt idx="63">
                  <c:v>1.73969555422</c:v>
                </c:pt>
                <c:pt idx="64">
                  <c:v>1.68954112314</c:v>
                </c:pt>
                <c:pt idx="65">
                  <c:v>1.64015816265</c:v>
                </c:pt>
                <c:pt idx="66">
                  <c:v>1.5915610419</c:v>
                </c:pt>
                <c:pt idx="67">
                  <c:v>1.5437635263</c:v>
                </c:pt>
                <c:pt idx="68">
                  <c:v>1.49677872115</c:v>
                </c:pt>
                <c:pt idx="69">
                  <c:v>1.45061901666</c:v>
                </c:pt>
                <c:pt idx="70">
                  <c:v>1.40529603452</c:v>
                </c:pt>
                <c:pt idx="71">
                  <c:v>1.36082057671</c:v>
                </c:pt>
                <c:pt idx="72">
                  <c:v>1.31720257689</c:v>
                </c:pt>
                <c:pt idx="73">
                  <c:v>1.27445105483</c:v>
                </c:pt>
                <c:pt idx="74">
                  <c:v>1.23257407435</c:v>
                </c:pt>
                <c:pt idx="75">
                  <c:v>1.19157870513</c:v>
                </c:pt>
                <c:pt idx="76">
                  <c:v>1.1514709888</c:v>
                </c:pt>
                <c:pt idx="77">
                  <c:v>1.11225590958</c:v>
                </c:pt>
                <c:pt idx="78">
                  <c:v>1.07393736994</c:v>
                </c:pt>
                <c:pt idx="79">
                  <c:v>1.03651817127</c:v>
                </c:pt>
                <c:pt idx="80">
                  <c:v>1</c:v>
                </c:pt>
                <c:pt idx="81">
                  <c:v>0.964383419223</c:v>
                </c:pt>
                <c:pt idx="82">
                  <c:v>0.929667865854</c:v>
                </c:pt>
                <c:pt idx="83">
                  <c:v>0.895851653451</c:v>
                </c:pt>
                <c:pt idx="84">
                  <c:v>0.86293198062</c:v>
                </c:pt>
                <c:pt idx="85">
                  <c:v>0.830904944912</c:v>
                </c:pt>
                <c:pt idx="86">
                  <c:v>0.799765562086</c:v>
                </c:pt>
                <c:pt idx="87">
                  <c:v>0.769507790521</c:v>
                </c:pt>
                <c:pt idx="88">
                  <c:v>0.740124560538</c:v>
                </c:pt>
                <c:pt idx="89">
                  <c:v>0.711607808314</c:v>
                </c:pt>
                <c:pt idx="90">
                  <c:v>0.683948514076</c:v>
                </c:pt>
                <c:pt idx="91">
                  <c:v>0.657136744169</c:v>
                </c:pt>
                <c:pt idx="92">
                  <c:v>0.631161696615</c:v>
                </c:pt>
                <c:pt idx="93">
                  <c:v>0.606011749717</c:v>
                </c:pt>
                <c:pt idx="94">
                  <c:v>0.581674513283</c:v>
                </c:pt>
                <c:pt idx="95">
                  <c:v>0.558136881986</c:v>
                </c:pt>
                <c:pt idx="96">
                  <c:v>0.535385090433</c:v>
                </c:pt>
                <c:pt idx="97">
                  <c:v>0.513404769467</c:v>
                </c:pt>
                <c:pt idx="98">
                  <c:v>0.492181003256</c:v>
                </c:pt>
                <c:pt idx="99">
                  <c:v>0.471698386751</c:v>
                </c:pt>
                <c:pt idx="100">
                  <c:v>0.451941083083</c:v>
                </c:pt>
                <c:pt idx="101">
                  <c:v>0.432892880521</c:v>
                </c:pt>
                <c:pt idx="102">
                  <c:v>0.414537248616</c:v>
                </c:pt>
                <c:pt idx="103">
                  <c:v>0.396857393208</c:v>
                </c:pt>
                <c:pt idx="104">
                  <c:v>0.379836309982</c:v>
                </c:pt>
                <c:pt idx="105">
                  <c:v>0.363456836313</c:v>
                </c:pt>
                <c:pt idx="106">
                  <c:v>0.347701701157</c:v>
                </c:pt>
                <c:pt idx="107">
                  <c:v>0.332553572789</c:v>
                </c:pt>
                <c:pt idx="108">
                  <c:v>0.317995104215</c:v>
                </c:pt>
                <c:pt idx="109">
                  <c:v>0.30400897613</c:v>
                </c:pt>
                <c:pt idx="110">
                  <c:v>0.290577937315</c:v>
                </c:pt>
                <c:pt idx="111">
                  <c:v>0.27768484239</c:v>
                </c:pt>
                <c:pt idx="112">
                  <c:v>0.265312686895</c:v>
                </c:pt>
                <c:pt idx="113">
                  <c:v>0.253444639669</c:v>
                </c:pt>
                <c:pt idx="114">
                  <c:v>0.242064072526</c:v>
                </c:pt>
                <c:pt idx="115">
                  <c:v>0.231154587268</c:v>
                </c:pt>
                <c:pt idx="116">
                  <c:v>0.220700040073</c:v>
                </c:pt>
                <c:pt idx="117">
                  <c:v>0.210684563323</c:v>
                </c:pt>
                <c:pt idx="118">
                  <c:v>0.20109258494</c:v>
                </c:pt>
                <c:pt idx="119">
                  <c:v>0.191908845341</c:v>
                </c:pt>
                <c:pt idx="120">
                  <c:v>0.183118412082</c:v>
                </c:pt>
                <c:pt idx="121">
                  <c:v>0.174706692322</c:v>
                </c:pt>
                <c:pt idx="122">
                  <c:v>0.166659443217</c:v>
                </c:pt>
                <c:pt idx="123">
                  <c:v>0.158962780346</c:v>
                </c:pt>
                <c:pt idx="124">
                  <c:v>0.15160318431</c:v>
                </c:pt>
                <c:pt idx="125">
                  <c:v>0.144567505614</c:v>
                </c:pt>
                <c:pt idx="126">
                  <c:v>0.137842967955</c:v>
                </c:pt>
                <c:pt idx="127">
                  <c:v>0.131417170046</c:v>
                </c:pt>
                <c:pt idx="128">
                  <c:v>0.125278086082</c:v>
                </c:pt>
                <c:pt idx="129">
                  <c:v>0.119414064971</c:v>
                </c:pt>
                <c:pt idx="130">
                  <c:v>0.113813828441</c:v>
                </c:pt>
                <c:pt idx="131">
                  <c:v>0.108466468139</c:v>
                </c:pt>
                <c:pt idx="132">
                  <c:v>0.103361441808</c:v>
                </c:pt>
                <c:pt idx="133">
                  <c:v>0.0984885686577</c:v>
                </c:pt>
                <c:pt idx="134">
                  <c:v>0.0938380240168</c:v>
                </c:pt>
                <c:pt idx="135">
                  <c:v>0.0894003333508</c:v>
                </c:pt>
                <c:pt idx="136">
                  <c:v>0.0851663657353</c:v>
                </c:pt>
                <c:pt idx="137">
                  <c:v>0.0811273268587</c:v>
                </c:pt>
                <c:pt idx="138">
                  <c:v>0.0772747516259</c:v>
                </c:pt>
                <c:pt idx="139">
                  <c:v>0.0736004964318</c:v>
                </c:pt>
                <c:pt idx="140">
                  <c:v>0.0700967311654</c:v>
                </c:pt>
                <c:pt idx="141">
                  <c:v>0.0667559310005</c:v>
                </c:pt>
                <c:pt idx="142">
                  <c:v>0.0635708680269</c:v>
                </c:pt>
                <c:pt idx="143">
                  <c:v>0.0605346027665</c:v>
                </c:pt>
                <c:pt idx="144">
                  <c:v>0.0576404756204</c:v>
                </c:pt>
                <c:pt idx="145">
                  <c:v>0.0548820982826</c:v>
                </c:pt>
                <c:pt idx="146">
                  <c:v>0.0522533451574</c:v>
                </c:pt>
                <c:pt idx="147">
                  <c:v>0.0497483448106</c:v>
                </c:pt>
                <c:pt idx="148">
                  <c:v>0.0473614714819</c:v>
                </c:pt>
                <c:pt idx="149">
                  <c:v>0.0450873366837</c:v>
                </c:pt>
                <c:pt idx="150">
                  <c:v>0.0429207809063</c:v>
                </c:pt>
                <c:pt idx="151">
                  <c:v>0.0408568654503</c:v>
                </c:pt>
                <c:pt idx="152">
                  <c:v>0.0388908643997</c:v>
                </c:pt>
                <c:pt idx="153">
                  <c:v>0.0370182567518</c:v>
                </c:pt>
                <c:pt idx="154">
                  <c:v>0.0352347187131</c:v>
                </c:pt>
                <c:pt idx="155">
                  <c:v>0.0335361161733</c:v>
                </c:pt>
                <c:pt idx="156">
                  <c:v>0.031918497363</c:v>
                </c:pt>
                <c:pt idx="157">
                  <c:v>0.0303780857028</c:v>
                </c:pt>
                <c:pt idx="158">
                  <c:v>0.0289112728471</c:v>
                </c:pt>
                <c:pt idx="159">
                  <c:v>0.0275146119281</c:v>
                </c:pt>
                <c:pt idx="160">
                  <c:v>0.0261848109995</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73.646865607</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73.646865607</c:v>
                </c:pt>
                <c:pt idx="1">
                  <c:v>61.650461714</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5.01745210857</c:v>
                </c:pt>
                <c:pt idx="1">
                  <c:v>4.78986821413</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73.646865607</c:v>
                </c:pt>
                <c:pt idx="1">
                  <c:v>61.650461714</c:v>
                </c:pt>
                <c:pt idx="2">
                  <c:v>60.1142907329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4.91625981978</c:v>
                </c:pt>
                <c:pt idx="1">
                  <c:v>4.71922184605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73.646865607</c:v>
                </c:pt>
                <c:pt idx="1">
                  <c:v>61.650461714</c:v>
                </c:pt>
                <c:pt idx="2">
                  <c:v>60.1142907329</c:v>
                </c:pt>
                <c:pt idx="3">
                  <c:v>59.8643757015</c:v>
                </c:pt>
                <c:pt idx="4">
                  <c:v>59.7178244693</c:v>
                </c:pt>
                <c:pt idx="5">
                  <c:v>59.583260603</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73.646865607</c:v>
                </c:pt>
                <c:pt idx="1">
                  <c:v>61.650461714</c:v>
                </c:pt>
                <c:pt idx="2">
                  <c:v>60.1142907329</c:v>
                </c:pt>
                <c:pt idx="3">
                  <c:v>59.8643757015</c:v>
                </c:pt>
                <c:pt idx="4">
                  <c:v>59.7178244693</c:v>
                </c:pt>
                <c:pt idx="5">
                  <c:v>59.583260603</c:v>
                </c:pt>
                <c:pt idx="6">
                  <c:v>59.450770375</c:v>
                </c:pt>
                <c:pt idx="7">
                  <c:v>59.3193688964</c:v>
                </c:pt>
                <c:pt idx="8">
                  <c:v>59.1889487171</c:v>
                </c:pt>
                <c:pt idx="9">
                  <c:v>59.0594907229</c:v>
                </c:pt>
                <c:pt idx="10">
                  <c:v>58.9309845965</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c:v>
                </c:pt>
                <c:pt idx="1">
                  <c:v>4.85754170387</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73.646865607</c:v>
                </c:pt>
                <c:pt idx="1">
                  <c:v>61.650461714</c:v>
                </c:pt>
                <c:pt idx="2">
                  <c:v>60.1142907329</c:v>
                </c:pt>
                <c:pt idx="3">
                  <c:v>59.8643757015</c:v>
                </c:pt>
                <c:pt idx="4">
                  <c:v>59.7178244693</c:v>
                </c:pt>
                <c:pt idx="5">
                  <c:v>59.583260603</c:v>
                </c:pt>
                <c:pt idx="6">
                  <c:v>59.450770375</c:v>
                </c:pt>
                <c:pt idx="7">
                  <c:v>59.3193688964</c:v>
                </c:pt>
                <c:pt idx="8">
                  <c:v>59.1889487171</c:v>
                </c:pt>
                <c:pt idx="9">
                  <c:v>59.0594907229</c:v>
                </c:pt>
                <c:pt idx="10">
                  <c:v>58.9309845965</c:v>
                </c:pt>
                <c:pt idx="11">
                  <c:v>58.8034209777</c:v>
                </c:pt>
                <c:pt idx="12">
                  <c:v>58.6767906948</c:v>
                </c:pt>
                <c:pt idx="13">
                  <c:v>58.5510846885</c:v>
                </c:pt>
                <c:pt idx="14">
                  <c:v>58.4262940042</c:v>
                </c:pt>
                <c:pt idx="15">
                  <c:v>58.3024097894</c:v>
                </c:pt>
                <c:pt idx="16">
                  <c:v>58.179423293</c:v>
                </c:pt>
                <c:pt idx="17">
                  <c:v>58.0573258635</c:v>
                </c:pt>
                <c:pt idx="18">
                  <c:v>57.9361089481</c:v>
                </c:pt>
                <c:pt idx="19">
                  <c:v>57.8157640916</c:v>
                </c:pt>
                <c:pt idx="20">
                  <c:v>57.6962829346</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73.646865607</c:v>
                </c:pt>
                <c:pt idx="1">
                  <c:v>61.650461714</c:v>
                </c:pt>
                <c:pt idx="2">
                  <c:v>60.1142907329</c:v>
                </c:pt>
                <c:pt idx="3">
                  <c:v>59.8643757015</c:v>
                </c:pt>
                <c:pt idx="4">
                  <c:v>59.7178244693</c:v>
                </c:pt>
                <c:pt idx="5">
                  <c:v>59.583260603</c:v>
                </c:pt>
                <c:pt idx="6">
                  <c:v>59.450770375</c:v>
                </c:pt>
                <c:pt idx="7">
                  <c:v>59.3193688964</c:v>
                </c:pt>
                <c:pt idx="8">
                  <c:v>59.1889487171</c:v>
                </c:pt>
                <c:pt idx="9">
                  <c:v>59.0594907229</c:v>
                </c:pt>
                <c:pt idx="10">
                  <c:v>58.9309845965</c:v>
                </c:pt>
                <c:pt idx="11">
                  <c:v>58.8034209777</c:v>
                </c:pt>
                <c:pt idx="12">
                  <c:v>58.6767906948</c:v>
                </c:pt>
                <c:pt idx="13">
                  <c:v>58.5510846885</c:v>
                </c:pt>
                <c:pt idx="14">
                  <c:v>58.4262940042</c:v>
                </c:pt>
                <c:pt idx="15">
                  <c:v>58.3024097894</c:v>
                </c:pt>
                <c:pt idx="16">
                  <c:v>58.179423293</c:v>
                </c:pt>
                <c:pt idx="17">
                  <c:v>58.0573258635</c:v>
                </c:pt>
                <c:pt idx="18">
                  <c:v>57.9361089481</c:v>
                </c:pt>
                <c:pt idx="19">
                  <c:v>57.8157640916</c:v>
                </c:pt>
                <c:pt idx="20">
                  <c:v>57.6962829346</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73.646865607</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c:v>
                </c:pt>
                <c:pt idx="1">
                  <c:v>3.18012345925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73.646865607</c:v>
                </c:pt>
                <c:pt idx="1">
                  <c:v>93.1347464512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c:v>
                </c:pt>
                <c:pt idx="1">
                  <c:v>6.92232731153</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73.646865607</c:v>
                </c:pt>
                <c:pt idx="1">
                  <c:v>93.1347464512</c:v>
                </c:pt>
                <c:pt idx="2">
                  <c:v>109.54162625</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3.15077630361</c:v>
                </c:pt>
                <c:pt idx="1">
                  <c:v>2.40674179314</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73.646865607</c:v>
                </c:pt>
                <c:pt idx="1">
                  <c:v>93.1347464512</c:v>
                </c:pt>
                <c:pt idx="2">
                  <c:v>109.54162625</c:v>
                </c:pt>
                <c:pt idx="3">
                  <c:v>146.237571751</c:v>
                </c:pt>
                <c:pt idx="4">
                  <c:v>118.156418379</c:v>
                </c:pt>
                <c:pt idx="5">
                  <c:v>151.978244454</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c:v>
                </c:pt>
                <c:pt idx="1">
                  <c:v>6.96045151497</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73.646865607</c:v>
                </c:pt>
                <c:pt idx="1">
                  <c:v>93.1347464512</c:v>
                </c:pt>
                <c:pt idx="2">
                  <c:v>109.54162625</c:v>
                </c:pt>
                <c:pt idx="3">
                  <c:v>146.237571751</c:v>
                </c:pt>
                <c:pt idx="4">
                  <c:v>118.156418379</c:v>
                </c:pt>
                <c:pt idx="5">
                  <c:v>151.978244454</c:v>
                </c:pt>
                <c:pt idx="6">
                  <c:v>114.774964588</c:v>
                </c:pt>
                <c:pt idx="7">
                  <c:v>148.014199304</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7.021</c:v>
                </c:pt>
                <c:pt idx="1">
                  <c:v>6.373</c:v>
                </c:pt>
                <c:pt idx="2">
                  <c:v>6.914</c:v>
                </c:pt>
                <c:pt idx="3">
                  <c:v>5.426</c:v>
                </c:pt>
                <c:pt idx="4">
                  <c:v>6.485</c:v>
                </c:pt>
                <c:pt idx="5">
                  <c:v>5.741</c:v>
                </c:pt>
                <c:pt idx="6">
                  <c:v>6.26</c:v>
                </c:pt>
                <c:pt idx="7">
                  <c:v>4.894</c:v>
                </c:pt>
                <c:pt idx="8">
                  <c:v>6.598</c:v>
                </c:pt>
                <c:pt idx="9">
                  <c:v>5.2</c:v>
                </c:pt>
                <c:pt idx="10">
                  <c:v>4.998</c:v>
                </c:pt>
                <c:pt idx="11">
                  <c:v>5.922</c:v>
                </c:pt>
                <c:pt idx="12">
                  <c:v>6.003</c:v>
                </c:pt>
                <c:pt idx="13">
                  <c:v>6.095</c:v>
                </c:pt>
                <c:pt idx="14">
                  <c:v>5.584</c:v>
                </c:pt>
                <c:pt idx="15">
                  <c:v>6.705</c:v>
                </c:pt>
                <c:pt idx="16">
                  <c:v>5.58</c:v>
                </c:pt>
                <c:pt idx="17">
                  <c:v>5.833</c:v>
                </c:pt>
                <c:pt idx="18">
                  <c:v>6.177</c:v>
                </c:pt>
                <c:pt idx="19">
                  <c:v>5.603</c:v>
                </c:pt>
                <c:pt idx="20">
                  <c:v>5.869</c:v>
                </c:pt>
                <c:pt idx="21">
                  <c:v>6.116</c:v>
                </c:pt>
                <c:pt idx="22">
                  <c:v>6.29</c:v>
                </c:pt>
                <c:pt idx="23">
                  <c:v>6.065</c:v>
                </c:pt>
                <c:pt idx="24">
                  <c:v>6.455</c:v>
                </c:pt>
                <c:pt idx="25">
                  <c:v>6.588</c:v>
                </c:pt>
                <c:pt idx="26">
                  <c:v>6.799</c:v>
                </c:pt>
                <c:pt idx="27">
                  <c:v>6.663</c:v>
                </c:pt>
                <c:pt idx="28">
                  <c:v>6.034</c:v>
                </c:pt>
                <c:pt idx="29">
                  <c:v>5.694</c:v>
                </c:pt>
                <c:pt idx="30">
                  <c:v>5.405</c:v>
                </c:pt>
                <c:pt idx="31">
                  <c:v>5.494</c:v>
                </c:pt>
                <c:pt idx="32">
                  <c:v>5.804</c:v>
                </c:pt>
                <c:pt idx="33">
                  <c:v>5.934</c:v>
                </c:pt>
                <c:pt idx="34">
                  <c:v>5.358</c:v>
                </c:pt>
                <c:pt idx="35">
                  <c:v>5.952</c:v>
                </c:pt>
                <c:pt idx="36">
                  <c:v>6.715</c:v>
                </c:pt>
                <c:pt idx="37">
                  <c:v>6.342</c:v>
                </c:pt>
                <c:pt idx="38">
                  <c:v>5.625</c:v>
                </c:pt>
                <c:pt idx="39">
                  <c:v>5.515</c:v>
                </c:pt>
                <c:pt idx="40">
                  <c:v>5.47</c:v>
                </c:pt>
                <c:pt idx="41">
                  <c:v>6.147</c:v>
                </c:pt>
                <c:pt idx="42">
                  <c:v>5.823</c:v>
                </c:pt>
                <c:pt idx="43">
                  <c:v>5.008</c:v>
                </c:pt>
                <c:pt idx="44">
                  <c:v>5.536</c:v>
                </c:pt>
                <c:pt idx="45">
                  <c:v>5.735</c:v>
                </c:pt>
                <c:pt idx="46">
                  <c:v>5.646</c:v>
                </c:pt>
                <c:pt idx="47">
                  <c:v>6.229</c:v>
                </c:pt>
                <c:pt idx="48">
                  <c:v>5.1</c:v>
                </c:pt>
                <c:pt idx="49">
                  <c:v>5.713</c:v>
                </c:pt>
              </c:numCache>
            </c:numRef>
          </c:xVal>
          <c:yVal>
            <c:numRef>
              <c:f>'Chart Data'!$B$2:$B$51</c:f>
              <c:numCache>
                <c:formatCode>General</c:formatCode>
                <c:ptCount val="50"/>
                <c:pt idx="0">
                  <c:v>4.675</c:v>
                </c:pt>
                <c:pt idx="1">
                  <c:v>4.473</c:v>
                </c:pt>
                <c:pt idx="2">
                  <c:v>4.809</c:v>
                </c:pt>
                <c:pt idx="3">
                  <c:v>4.156</c:v>
                </c:pt>
                <c:pt idx="4">
                  <c:v>4.561</c:v>
                </c:pt>
                <c:pt idx="5">
                  <c:v>4.589</c:v>
                </c:pt>
                <c:pt idx="6">
                  <c:v>4.384</c:v>
                </c:pt>
                <c:pt idx="7">
                  <c:v>3.304</c:v>
                </c:pt>
                <c:pt idx="8">
                  <c:v>4.651</c:v>
                </c:pt>
                <c:pt idx="9">
                  <c:v>3.9</c:v>
                </c:pt>
                <c:pt idx="10">
                  <c:v>3.57</c:v>
                </c:pt>
                <c:pt idx="11">
                  <c:v>4.121</c:v>
                </c:pt>
                <c:pt idx="12">
                  <c:v>3.875</c:v>
                </c:pt>
                <c:pt idx="13">
                  <c:v>4.875</c:v>
                </c:pt>
                <c:pt idx="14">
                  <c:v>3.366</c:v>
                </c:pt>
                <c:pt idx="15">
                  <c:v>4.291</c:v>
                </c:pt>
                <c:pt idx="16">
                  <c:v>4.671</c:v>
                </c:pt>
                <c:pt idx="17">
                  <c:v>4.347</c:v>
                </c:pt>
                <c:pt idx="18">
                  <c:v>4.629</c:v>
                </c:pt>
                <c:pt idx="19">
                  <c:v>3.706</c:v>
                </c:pt>
                <c:pt idx="20">
                  <c:v>4.701</c:v>
                </c:pt>
                <c:pt idx="21">
                  <c:v>3.962</c:v>
                </c:pt>
                <c:pt idx="22">
                  <c:v>4.718</c:v>
                </c:pt>
                <c:pt idx="23">
                  <c:v>4.541</c:v>
                </c:pt>
                <c:pt idx="24">
                  <c:v>4.227</c:v>
                </c:pt>
                <c:pt idx="25">
                  <c:v>4.307</c:v>
                </c:pt>
                <c:pt idx="26">
                  <c:v>4.873</c:v>
                </c:pt>
                <c:pt idx="27">
                  <c:v>4.946</c:v>
                </c:pt>
                <c:pt idx="28">
                  <c:v>4.208</c:v>
                </c:pt>
                <c:pt idx="29">
                  <c:v>3.481</c:v>
                </c:pt>
                <c:pt idx="30">
                  <c:v>3.812</c:v>
                </c:pt>
                <c:pt idx="31">
                  <c:v>3.587</c:v>
                </c:pt>
                <c:pt idx="32">
                  <c:v>3.596</c:v>
                </c:pt>
                <c:pt idx="33">
                  <c:v>5.377</c:v>
                </c:pt>
                <c:pt idx="34">
                  <c:v>4.467</c:v>
                </c:pt>
                <c:pt idx="35">
                  <c:v>4.455</c:v>
                </c:pt>
                <c:pt idx="36">
                  <c:v>4.635</c:v>
                </c:pt>
                <c:pt idx="37">
                  <c:v>4.139</c:v>
                </c:pt>
                <c:pt idx="38">
                  <c:v>4.047</c:v>
                </c:pt>
                <c:pt idx="39">
                  <c:v>3.932</c:v>
                </c:pt>
                <c:pt idx="40">
                  <c:v>4.557</c:v>
                </c:pt>
                <c:pt idx="41">
                  <c:v>4.296</c:v>
                </c:pt>
                <c:pt idx="42">
                  <c:v>3.936</c:v>
                </c:pt>
                <c:pt idx="43">
                  <c:v>3.226</c:v>
                </c:pt>
                <c:pt idx="44">
                  <c:v>4.271</c:v>
                </c:pt>
                <c:pt idx="45">
                  <c:v>4.162</c:v>
                </c:pt>
                <c:pt idx="46">
                  <c:v>4.386</c:v>
                </c:pt>
                <c:pt idx="47">
                  <c:v>4.05</c:v>
                </c:pt>
                <c:pt idx="48">
                  <c:v>3</c:v>
                </c:pt>
                <c:pt idx="49">
                  <c:v>3.822</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6.326</c:v>
                </c:pt>
                <c:pt idx="1">
                  <c:v>5.786</c:v>
                </c:pt>
                <c:pt idx="2">
                  <c:v>7.095</c:v>
                </c:pt>
                <c:pt idx="3">
                  <c:v>6.214</c:v>
                </c:pt>
                <c:pt idx="4">
                  <c:v>6.569</c:v>
                </c:pt>
                <c:pt idx="5">
                  <c:v>7.568</c:v>
                </c:pt>
                <c:pt idx="6">
                  <c:v>4.9</c:v>
                </c:pt>
                <c:pt idx="7">
                  <c:v>7.3</c:v>
                </c:pt>
                <c:pt idx="8">
                  <c:v>6.728</c:v>
                </c:pt>
                <c:pt idx="9">
                  <c:v>7.166</c:v>
                </c:pt>
                <c:pt idx="10">
                  <c:v>6.516</c:v>
                </c:pt>
                <c:pt idx="11">
                  <c:v>6.433</c:v>
                </c:pt>
                <c:pt idx="12">
                  <c:v>6.821</c:v>
                </c:pt>
                <c:pt idx="13">
                  <c:v>5.672</c:v>
                </c:pt>
                <c:pt idx="14">
                  <c:v>5.822</c:v>
                </c:pt>
                <c:pt idx="15">
                  <c:v>6.351</c:v>
                </c:pt>
                <c:pt idx="16">
                  <c:v>6.577</c:v>
                </c:pt>
                <c:pt idx="17">
                  <c:v>7.683</c:v>
                </c:pt>
                <c:pt idx="18">
                  <c:v>7.675</c:v>
                </c:pt>
                <c:pt idx="19">
                  <c:v>6.013</c:v>
                </c:pt>
                <c:pt idx="20">
                  <c:v>6.909</c:v>
                </c:pt>
                <c:pt idx="21">
                  <c:v>5.565</c:v>
                </c:pt>
                <c:pt idx="22">
                  <c:v>7.775</c:v>
                </c:pt>
                <c:pt idx="23">
                  <c:v>6.403</c:v>
                </c:pt>
                <c:pt idx="24">
                  <c:v>6.766</c:v>
                </c:pt>
                <c:pt idx="25">
                  <c:v>7.253</c:v>
                </c:pt>
                <c:pt idx="26">
                  <c:v>6.208</c:v>
                </c:pt>
                <c:pt idx="27">
                  <c:v>6.126</c:v>
                </c:pt>
                <c:pt idx="28">
                  <c:v>6.381</c:v>
                </c:pt>
                <c:pt idx="29">
                  <c:v>7.186</c:v>
                </c:pt>
                <c:pt idx="30">
                  <c:v>7.4</c:v>
                </c:pt>
                <c:pt idx="31">
                  <c:v>7.9</c:v>
                </c:pt>
                <c:pt idx="32">
                  <c:v>6.494</c:v>
                </c:pt>
                <c:pt idx="33">
                  <c:v>6.238</c:v>
                </c:pt>
                <c:pt idx="34">
                  <c:v>6.048</c:v>
                </c:pt>
                <c:pt idx="35">
                  <c:v>7.7</c:v>
                </c:pt>
                <c:pt idx="36">
                  <c:v>6.268</c:v>
                </c:pt>
                <c:pt idx="37">
                  <c:v>6.464</c:v>
                </c:pt>
                <c:pt idx="38">
                  <c:v>5.982</c:v>
                </c:pt>
                <c:pt idx="39">
                  <c:v>6.946</c:v>
                </c:pt>
                <c:pt idx="40">
                  <c:v>6.691</c:v>
                </c:pt>
                <c:pt idx="41">
                  <c:v>6.875</c:v>
                </c:pt>
                <c:pt idx="42">
                  <c:v>5.708</c:v>
                </c:pt>
                <c:pt idx="43">
                  <c:v>6.842</c:v>
                </c:pt>
                <c:pt idx="44">
                  <c:v>6.652</c:v>
                </c:pt>
                <c:pt idx="45">
                  <c:v>6.746</c:v>
                </c:pt>
                <c:pt idx="46">
                  <c:v>6.321</c:v>
                </c:pt>
                <c:pt idx="47">
                  <c:v>6.546</c:v>
                </c:pt>
                <c:pt idx="48">
                  <c:v>6.156</c:v>
                </c:pt>
                <c:pt idx="49">
                  <c:v>5.9</c:v>
                </c:pt>
              </c:numCache>
            </c:numRef>
          </c:xVal>
          <c:yVal>
            <c:numRef>
              <c:f>'Chart Data'!$D$2:$D$51</c:f>
              <c:numCache>
                <c:formatCode>General</c:formatCode>
                <c:ptCount val="50"/>
                <c:pt idx="0">
                  <c:v>6.031</c:v>
                </c:pt>
                <c:pt idx="1">
                  <c:v>4.958</c:v>
                </c:pt>
                <c:pt idx="2">
                  <c:v>5.913</c:v>
                </c:pt>
                <c:pt idx="3">
                  <c:v>5.936</c:v>
                </c:pt>
                <c:pt idx="4">
                  <c:v>6.07</c:v>
                </c:pt>
                <c:pt idx="5">
                  <c:v>6.619</c:v>
                </c:pt>
                <c:pt idx="6">
                  <c:v>4.5</c:v>
                </c:pt>
                <c:pt idx="7">
                  <c:v>6.3</c:v>
                </c:pt>
                <c:pt idx="8">
                  <c:v>6.087</c:v>
                </c:pt>
                <c:pt idx="9">
                  <c:v>6.208</c:v>
                </c:pt>
                <c:pt idx="10">
                  <c:v>4.895</c:v>
                </c:pt>
                <c:pt idx="11">
                  <c:v>5.14</c:v>
                </c:pt>
                <c:pt idx="12">
                  <c:v>5.454</c:v>
                </c:pt>
                <c:pt idx="13">
                  <c:v>4.884</c:v>
                </c:pt>
                <c:pt idx="14">
                  <c:v>5.289</c:v>
                </c:pt>
                <c:pt idx="15">
                  <c:v>5.385</c:v>
                </c:pt>
                <c:pt idx="16">
                  <c:v>5.562</c:v>
                </c:pt>
                <c:pt idx="17">
                  <c:v>6.561</c:v>
                </c:pt>
                <c:pt idx="18">
                  <c:v>6.948</c:v>
                </c:pt>
                <c:pt idx="19">
                  <c:v>5.121</c:v>
                </c:pt>
                <c:pt idx="20">
                  <c:v>5.738</c:v>
                </c:pt>
                <c:pt idx="21">
                  <c:v>5.016</c:v>
                </c:pt>
                <c:pt idx="22">
                  <c:v>6.772</c:v>
                </c:pt>
                <c:pt idx="23">
                  <c:v>4.806</c:v>
                </c:pt>
                <c:pt idx="24">
                  <c:v>5.758</c:v>
                </c:pt>
                <c:pt idx="25">
                  <c:v>5.981</c:v>
                </c:pt>
                <c:pt idx="26">
                  <c:v>4.963</c:v>
                </c:pt>
                <c:pt idx="27">
                  <c:v>5.208</c:v>
                </c:pt>
                <c:pt idx="28">
                  <c:v>5.719</c:v>
                </c:pt>
                <c:pt idx="29">
                  <c:v>5.698</c:v>
                </c:pt>
                <c:pt idx="30">
                  <c:v>6.1</c:v>
                </c:pt>
                <c:pt idx="31">
                  <c:v>6.4</c:v>
                </c:pt>
                <c:pt idx="32">
                  <c:v>5.807</c:v>
                </c:pt>
                <c:pt idx="33">
                  <c:v>5.296</c:v>
                </c:pt>
                <c:pt idx="34">
                  <c:v>5.676</c:v>
                </c:pt>
                <c:pt idx="35">
                  <c:v>6.1</c:v>
                </c:pt>
                <c:pt idx="36">
                  <c:v>5.63</c:v>
                </c:pt>
                <c:pt idx="37">
                  <c:v>5.473</c:v>
                </c:pt>
                <c:pt idx="38">
                  <c:v>4.788</c:v>
                </c:pt>
                <c:pt idx="39">
                  <c:v>5.41</c:v>
                </c:pt>
                <c:pt idx="40">
                  <c:v>5.495</c:v>
                </c:pt>
                <c:pt idx="41">
                  <c:v>5.135</c:v>
                </c:pt>
                <c:pt idx="42">
                  <c:v>5.213</c:v>
                </c:pt>
                <c:pt idx="43">
                  <c:v>6.02</c:v>
                </c:pt>
                <c:pt idx="44">
                  <c:v>5.826</c:v>
                </c:pt>
                <c:pt idx="45">
                  <c:v>5.19</c:v>
                </c:pt>
                <c:pt idx="46">
                  <c:v>5.051</c:v>
                </c:pt>
                <c:pt idx="47">
                  <c:v>5.228</c:v>
                </c:pt>
                <c:pt idx="48">
                  <c:v>5.542</c:v>
                </c:pt>
                <c:pt idx="49">
                  <c:v>5.034</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c:v>
                </c:pt>
                <c:pt idx="1">
                  <c:v>6.78853719641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73.646865607</c:v>
                </c:pt>
                <c:pt idx="1">
                  <c:v>93.1347464512</c:v>
                </c:pt>
                <c:pt idx="2">
                  <c:v>109.54162625</c:v>
                </c:pt>
                <c:pt idx="3">
                  <c:v>146.237571751</c:v>
                </c:pt>
                <c:pt idx="4">
                  <c:v>118.156418379</c:v>
                </c:pt>
                <c:pt idx="5">
                  <c:v>151.978244454</c:v>
                </c:pt>
                <c:pt idx="6">
                  <c:v>114.774964588</c:v>
                </c:pt>
                <c:pt idx="7">
                  <c:v>148.014199304</c:v>
                </c:pt>
                <c:pt idx="8">
                  <c:v>113.57799269</c:v>
                </c:pt>
                <c:pt idx="9">
                  <c:v>145.668826701</c:v>
                </c:pt>
                <c:pt idx="10">
                  <c:v>111.999193678</c:v>
                </c:pt>
                <c:pt idx="11">
                  <c:v>143.020382767</c:v>
                </c:pt>
                <c:pt idx="12">
                  <c:v>110.476002648</c:v>
                </c:pt>
                <c:pt idx="13">
                  <c:v>140.409537837</c:v>
                </c:pt>
                <c:pt idx="14">
                  <c:v>108.937404115</c:v>
                </c:pt>
                <c:pt idx="15">
                  <c:v>137.782174129</c:v>
                </c:pt>
                <c:pt idx="16">
                  <c:v>107.393081138</c:v>
                </c:pt>
                <c:pt idx="17">
                  <c:v>135.147768226</c:v>
                </c:pt>
                <c:pt idx="18">
                  <c:v>105.840960808</c:v>
                </c:pt>
                <c:pt idx="19">
                  <c:v>132.506324242</c:v>
                </c:pt>
                <c:pt idx="20">
                  <c:v>104.280633101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51.0481172525</c:v>
                </c:pt>
                <c:pt idx="1">
                  <c:v>42.7328437173</c:v>
                </c:pt>
                <c:pt idx="2">
                  <c:v>41.6680511329</c:v>
                </c:pt>
                <c:pt idx="3">
                  <c:v>41.4948232335</c:v>
                </c:pt>
                <c:pt idx="4">
                  <c:v>41.39324166</c:v>
                </c:pt>
                <c:pt idx="5">
                  <c:v>41.2999690955</c:v>
                </c:pt>
                <c:pt idx="6">
                  <c:v>41.2081338676</c:v>
                </c:pt>
                <c:pt idx="7">
                  <c:v>41.1170533031</c:v>
                </c:pt>
                <c:pt idx="8">
                  <c:v>41.0266529236</c:v>
                </c:pt>
                <c:pt idx="9">
                  <c:v>40.9369194799</c:v>
                </c:pt>
                <c:pt idx="10">
                  <c:v>40.8478458207</c:v>
                </c:pt>
                <c:pt idx="11">
                  <c:v>40.759425458</c:v>
                </c:pt>
                <c:pt idx="12">
                  <c:v>40.6716520344</c:v>
                </c:pt>
                <c:pt idx="13">
                  <c:v>40.5845192706</c:v>
                </c:pt>
                <c:pt idx="14">
                  <c:v>40.4980209596</c:v>
                </c:pt>
                <c:pt idx="15">
                  <c:v>40.4121509654</c:v>
                </c:pt>
                <c:pt idx="16">
                  <c:v>40.3269032222</c:v>
                </c:pt>
                <c:pt idx="17">
                  <c:v>40.2422717331</c:v>
                </c:pt>
                <c:pt idx="18">
                  <c:v>40.15825057</c:v>
                </c:pt>
                <c:pt idx="19">
                  <c:v>40.074833872</c:v>
                </c:pt>
                <c:pt idx="20">
                  <c:v>39.9920158449</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51.0481172525</c:v>
                </c:pt>
                <c:pt idx="1">
                  <c:v>64.5560869148</c:v>
                </c:pt>
                <c:pt idx="2">
                  <c:v>75.9284693892</c:v>
                </c:pt>
                <c:pt idx="3">
                  <c:v>101.364160551</c:v>
                </c:pt>
                <c:pt idx="4">
                  <c:v>81.8997882642</c:v>
                </c:pt>
                <c:pt idx="5">
                  <c:v>105.34329165</c:v>
                </c:pt>
                <c:pt idx="6">
                  <c:v>79.555943103</c:v>
                </c:pt>
                <c:pt idx="7">
                  <c:v>102.59562493</c:v>
                </c:pt>
                <c:pt idx="8">
                  <c:v>78.7262654069</c:v>
                </c:pt>
                <c:pt idx="9">
                  <c:v>100.969936524</c:v>
                </c:pt>
                <c:pt idx="10">
                  <c:v>77.6319253227</c:v>
                </c:pt>
                <c:pt idx="11">
                  <c:v>99.1341750773</c:v>
                </c:pt>
                <c:pt idx="12">
                  <c:v>76.5761297549</c:v>
                </c:pt>
                <c:pt idx="13">
                  <c:v>97.3244752754</c:v>
                </c:pt>
                <c:pt idx="14">
                  <c:v>75.5096545201</c:v>
                </c:pt>
                <c:pt idx="15">
                  <c:v>95.5033255289</c:v>
                </c:pt>
                <c:pt idx="16">
                  <c:v>74.4392114022</c:v>
                </c:pt>
                <c:pt idx="17">
                  <c:v>93.6772945049</c:v>
                </c:pt>
                <c:pt idx="18">
                  <c:v>73.3633635721</c:v>
                </c:pt>
                <c:pt idx="19">
                  <c:v>91.8463850548</c:v>
                </c:pt>
                <c:pt idx="20">
                  <c:v>72.2818268212</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fixed input x and parameter matrix Theta, the score row is(0,log2,log3). Natural logarithms give exponentials1,2,3. Their sum is6, so the class probabilities are(1/6,1/3,1/2). The plug-in classifier predicts class3. This uses the generic rule already defined; it does not introduce a second decision rule. The next slide keeps these probabilities but supposes that the observed class is2.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github.com/semtm0051/2026_27/tree/main/Week_03/Examples"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png"/><Relationship Id="rId4" Type="http://schemas.openxmlformats.org/officeDocument/2006/relationships/chart" Target="../charts/chart7.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chart" Target="../charts/char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5.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png"/><Relationship Id="rId7"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3.xml"/></Relationships>
</file>

<file path=ppt/slides/_rels/slide2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chart" Target="../charts/chart14.xml"/><Relationship Id="rId7"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chart" Target="../charts/chart15.xml"/></Relationships>
</file>

<file path=ppt/slides/_rels/slide29.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chart" Target="../charts/chart16.xml"/><Relationship Id="rId7"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chart" Target="../charts/chart17.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chart" Target="../charts/chart18.xml"/><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chart" Target="../charts/chart19.xml"/></Relationships>
</file>

<file path=ppt/slides/_rels/slide3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chart" Target="../charts/chart20.xml"/><Relationship Id="rId7" Type="http://schemas.openxmlformats.org/officeDocument/2006/relationships/image" Target="../media/image9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chart" Target="../charts/chart21.xml"/></Relationships>
</file>

<file path=ppt/slides/_rels/slide32.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chart" Target="../charts/chart22.xml"/><Relationship Id="rId7"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chart" Target="../charts/chart23.xml"/></Relationships>
</file>

<file path=ppt/slides/_rels/slide33.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26.xml"/></Relationships>
</file>

<file path=ppt/slides/_rels/slide3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chart" Target="../charts/chart27.xml"/><Relationship Id="rId7" Type="http://schemas.openxmlformats.org/officeDocument/2006/relationships/image" Target="../media/image10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chart" Target="../charts/chart28.xml"/></Relationships>
</file>

<file path=ppt/slides/_rels/slide3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chart" Target="../charts/chart29.xml"/><Relationship Id="rId7" Type="http://schemas.openxmlformats.org/officeDocument/2006/relationships/image" Target="../media/image10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chart" Target="../charts/chart30.xml"/></Relationships>
</file>

<file path=ppt/slides/_rels/slide3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chart" Target="../charts/chart31.xml"/><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chart" Target="../charts/chart32.xml"/></Relationships>
</file>

<file path=ppt/slides/_rels/slide3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chart" Target="../charts/chart33.xml"/><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chart" Target="../charts/chart34.xml"/></Relationships>
</file>

<file path=ppt/slides/_rels/slide39.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chart" Target="../charts/chart35.xml"/><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chart" Target="../charts/chart36.xml"/></Relationships>
</file>

<file path=ppt/slides/_rels/slide40.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4.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4" Type="http://schemas.openxmlformats.org/officeDocument/2006/relationships/image" Target="../media/image129.png"/></Relationships>
</file>

<file path=ppt/slides/_rels/slide44.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3.png"/><Relationship Id="rId7" Type="http://schemas.openxmlformats.org/officeDocument/2006/relationships/image" Target="../media/image137.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36.png"/><Relationship Id="rId5" Type="http://schemas.openxmlformats.org/officeDocument/2006/relationships/image" Target="../media/image13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s>
</file>

<file path=ppt/slides/_rels/slide45.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4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4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4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59.png"/><Relationship Id="rId4" Type="http://schemas.openxmlformats.org/officeDocument/2006/relationships/image" Target="../media/image158.png"/></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60.png"/></Relationships>
</file>

<file path=ppt/slides/_rels/slide51.xml.rels><?xml version='1.0' encoding='UTF-8'?>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p:sp>
        <p:nvSpPr>
          <p:cNvPr id="2" name="lead">
            <a:extLst>
              <a:ext uri="{FF2B5EF4-FFF2-40B4-BE49-F238E27FC236}">
                <a16:creationId xmlns:a16="http://schemas.microsoft.com/office/drawing/2014/main" id="{77FDC530-267E-4369-A76A-6C9A4691B0D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synthetic teaching dataset adapted from Iris:</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100 observations, two input features and two classes.</a:t>
            </a:r>
          </a:p>
        </p:txBody>
      </p:sp>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4"/>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5" tooltip="Open the accompanying data file"/>
              </a:rPr>
              <a:t>Dataset and instructions in the folder: Week 3 </a:t>
            </a:r>
            <a:r>
              <a:rPr lang="en-GB" sz="1725" b="0" u="sng">
                <a:solidFill>
                  <a:srgbClr val="326CB2"/>
                </a:solidFill>
                <a:latin typeface="DejaVu Sans"/>
                <a:ea typeface="DejaVu Sans"/>
                <a:cs typeface="DejaVu Sans"/>
                <a:hlinkClick r:id="rId5" tooltip="Open the accompanying data file"/>
              </a:rPr>
              <a:t>- Examples</a:t>
            </a:r>
            <a:endParaRPr sz="1725" b="0" u="sng" dirty="0">
              <a:solidFill>
                <a:srgbClr val="326CB2"/>
              </a:solidFill>
              <a:latin typeface="DejaVu Sans"/>
              <a:ea typeface="DejaVu Sans"/>
              <a:cs typeface="DejaVu Sans"/>
              <a:hlinkClick r:id="rId5"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r>
                        <a:rPr lang="en-GB" sz="2500">
                          <a:solidFill>
                            <a:srgbClr val="087F83"/>
                          </a:solidFill>
                          <a:latin typeface="Cambria Math"/>
                          <a:ea typeface="Cambria Math"/>
                          <a:cs typeface="Cambria Math"/>
                        </a:rPr>
                        <m:t>(</m:t>
                      </m:r>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Number of mistakes</a:t>
            </a: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label.</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decision.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probability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𝑝</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label with the larger probability.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The score is also called a logit.</a:t>
            </a:r>
          </a:p>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However</a:t>
            </a:r>
            <a:r>
              <a:rPr lang="it-IT" sz="2100" dirty="0">
                <a:solidFill>
                  <a:srgbClr val="526276"/>
                </a:solidFill>
                <a:latin typeface="DejaVu Sans"/>
                <a:ea typeface="DejaVu Sans"/>
                <a:cs typeface="DejaVu Sans"/>
              </a:rPr>
              <a:t>,</a:t>
            </a:r>
            <a:r>
              <a:rPr lang="it-IT" sz="2100" b="0" dirty="0">
                <a:solidFill>
                  <a:srgbClr val="526276"/>
                </a:solidFill>
                <a:latin typeface="DejaVu Sans"/>
                <a:ea typeface="DejaVu Sans"/>
                <a:cs typeface="DejaVu Sans"/>
              </a:rPr>
              <a:t> t</a:t>
            </a:r>
            <a:r>
              <a:rPr sz="2100" b="0" dirty="0">
                <a:solidFill>
                  <a:srgbClr val="526276"/>
                </a:solidFill>
                <a:latin typeface="DejaVu Sans"/>
                <a:ea typeface="DejaVu Sans"/>
                <a:cs typeface="DejaVu Sans"/>
              </a:rPr>
              <a:t>he score can be </a:t>
            </a:r>
            <a:r>
              <a:rPr sz="2100" b="0" dirty="0">
                <a:solidFill>
                  <a:srgbClr val="FF0000"/>
                </a:solidFill>
                <a:latin typeface="DejaVu Sans"/>
                <a:ea typeface="DejaVu Sans"/>
                <a:cs typeface="DejaVu Sans"/>
              </a:rPr>
              <a:t>any real number</a:t>
            </a:r>
            <a:r>
              <a:rPr lang="it-IT"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It cannot serve directly as a probability.</a:t>
            </a:r>
          </a:p>
        </p:txBody>
      </p:sp>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real score into a number between zero and one.</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0&lt;</m:t>
                      </m:r>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(0)=</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latin typeface="DejaVu Sans"/>
                <a:ea typeface="DejaVu Sans"/>
                <a:cs typeface="DejaVu Sans"/>
              </a:rPr>
              <a:t>sigmoid</a:t>
            </a:r>
            <a:r>
              <a:rPr sz="2100" b="0" dirty="0">
                <a:solidFill>
                  <a:srgbClr val="526276"/>
                </a:solidFill>
                <a:latin typeface="DejaVu Sans"/>
                <a:ea typeface="DejaVu Sans"/>
                <a:cs typeface="DejaVu Sans"/>
              </a:rPr>
              <a:t> is increasing and maps score zero to probability one half.</a:t>
            </a: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850517"/>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850517"/>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607278"/>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607278"/>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26572"/>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Separating</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hyperplane</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26572"/>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70594"/>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boundary 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 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70594"/>
                <a:ext cx="10744200" cy="2088642"/>
              </a:xfrm>
              <a:prstGeom prst="rect">
                <a:avLst/>
              </a:prstGeom>
              <a:blipFill>
                <a:blip r:embed="rId6"/>
                <a:stretch>
                  <a:fillRect l="-284" r="-2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 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smallest mistake count.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rgbClr val="FF0000"/>
                </a:solidFill>
                <a:latin typeface="DejaVu Sans"/>
                <a:ea typeface="DejaVu Sans"/>
                <a:cs typeface="DejaVu Sans"/>
              </a:rPr>
              <a:t>The count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196054"/>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 all predicted labels.</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309813"/>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309813"/>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340896"/>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340896"/>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336255"/>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336255"/>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483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observed class is 0. Both predictions below choose class 1.</a:t>
            </a:r>
          </a:p>
        </p:txBody>
      </p:sp>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penalise assigning low probability to the observed class.</a:t>
            </a:r>
          </a:p>
        </p:txBody>
      </p:sp>
    </p:spTree>
    <p:extLst>
      <p:ext uri="{BB962C8B-B14F-4D97-AF65-F5344CB8AC3E}">
        <p14:creationId xmlns:p14="http://schemas.microsoft.com/office/powerpoint/2010/main" val="29027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 smooth loss for fitting probabilities</a:t>
            </a:r>
          </a:p>
        </p:txBody>
      </p:sp>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0 &lt; p &lt; 1 and y ∈ {0, 1}, take the 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723900" y="1895475"/>
                <a:ext cx="10744200"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723900" y="1895475"/>
                <a:ext cx="10744200" cy="12668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combined" descr="\ell_{\log}(p,y)=-y\log p-(1-y)\log(1-p)">
                <a:extLst>
                  <a:ext uri="{FF2B5EF4-FFF2-40B4-BE49-F238E27FC236}">
                    <a16:creationId xmlns:a16="http://schemas.microsoft.com/office/drawing/2014/main" id="{00FD5B6C-3212-4CBE-A296-DFD0FAA92551}"/>
                  </a:ext>
                </a:extLst>
              </p:cNvPr>
              <p:cNvSpPr>
                <a:spLocks noGrp="1"/>
              </p:cNvSpPr>
              <p:nvPr/>
            </p:nvSpPr>
            <p:spPr>
              <a:xfrm>
                <a:off x="723900" y="3333750"/>
                <a:ext cx="10744200" cy="6953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m:rPr>
                              <m:sty m:val="p"/>
                            </m:rPr>
                            <a:rPr lang="en-GB" sz="2800">
                              <a:solidFill>
                                <a:srgbClr val="326CB2"/>
                              </a:solidFill>
                              <a:latin typeface="Cambria Math"/>
                              <a:ea typeface="Cambria Math"/>
                              <a:cs typeface="Cambria Math"/>
                            </a:rPr>
                            <m:t>ℓ</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e>
                      </m:d>
                      <m:r>
                        <a:rPr lang="en-GB" sz="2800">
                          <a:solidFill>
                            <a:srgbClr val="326CB2"/>
                          </a:solidFill>
                          <a:latin typeface="Cambria Math"/>
                          <a:ea typeface="Cambria Math"/>
                          <a:cs typeface="Cambria Math"/>
                        </a:rPr>
                        <m:t>−</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𝑦</m:t>
                          </m:r>
                        </m:e>
                      </m:d>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𝑝</m:t>
                          </m:r>
                        </m:e>
                      </m:d>
                    </m:oMath>
                  </m:oMathPara>
                </a14:m>
                <a:endParaRPr lang="en-GB" sz="2800" dirty="0"/>
              </a:p>
            </p:txBody>
          </p:sp>
        </mc:Choice>
        <mc:Fallback xmlns="">
          <p:sp>
            <p:nvSpPr>
              <p:cNvPr id="11" name="step_1_combined" descr="\ell_{\log}(p,y)=-y\log p-(1-y)\log(1-p)">
                <a:extLst>
                  <a:ext uri="{FF2B5EF4-FFF2-40B4-BE49-F238E27FC236}">
                    <a16:creationId xmlns:a16="http://schemas.microsoft.com/office/drawing/2014/main" id="{00FD5B6C-3212-4CBE-A296-DFD0FAA92551}"/>
                  </a:ext>
                </a:extLst>
              </p:cNvPr>
              <p:cNvSpPr>
                <a:spLocks noGrp="1" noRot="1" noChangeAspect="1" noMove="1" noResize="1" noEditPoints="1" noAdjustHandles="1" noChangeArrowheads="1" noChangeShapeType="1" noTextEdit="1"/>
              </p:cNvSpPr>
              <p:nvPr/>
            </p:nvSpPr>
            <p:spPr>
              <a:xfrm>
                <a:off x="723900" y="3333750"/>
                <a:ext cx="10744200" cy="6953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binary cross-entropy. We use natural logarithms.</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probability predictions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en-GB" sz="3100">
                          <a:solidFill>
                            <a:srgbClr val="087F83"/>
                          </a:solidFill>
                          <a:latin typeface="Cambria Math"/>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smooth objective,</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Comparing the two losses</a:t>
            </a:r>
          </a:p>
        </p:txBody>
      </p:sp>
      <p:sp>
        <p:nvSpPr>
          <p:cNvPr id="2" name="lead">
            <a:extLst>
              <a:ext uri="{FF2B5EF4-FFF2-40B4-BE49-F238E27FC236}">
                <a16:creationId xmlns:a16="http://schemas.microsoft.com/office/drawing/2014/main" id="{DA97DD64-BC74-4CC7-A2A4-30D860CD441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A mistake gives the observed class probability at most 1/2,</a:t>
            </a:r>
            <a:endParaRPr lang="it-IT" sz="2050" b="0" dirty="0">
              <a:solidFill>
                <a:srgbClr val="526276"/>
              </a:solidFill>
              <a:latin typeface="DejaVu Sans"/>
              <a:ea typeface="DejaVu Sans"/>
              <a:cs typeface="DejaVu Sans"/>
            </a:endParaRPr>
          </a:p>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so its logistic loss is at least </a:t>
            </a:r>
            <a:r>
              <a:rPr lang="it-IT" sz="2050" b="0" dirty="0">
                <a:solidFill>
                  <a:srgbClr val="526276"/>
                </a:solidFill>
                <a:latin typeface="DejaVu Sans"/>
                <a:ea typeface="DejaVu Sans"/>
                <a:cs typeface="DejaVu Sans"/>
              </a:rPr>
              <a:t>log 2</a:t>
            </a:r>
            <a:r>
              <a:rPr sz="205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y = 0</a:t>
            </a:r>
          </a:p>
        </p:txBody>
      </p:sp>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Observed label y = 1</a:t>
            </a:r>
          </a:p>
        </p:txBody>
      </p:sp>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r>
                            <a:rPr lang="en-GB" sz="2800">
                              <a:solidFill>
                                <a:srgbClr val="087F83"/>
                              </a:solidFill>
                              <a:latin typeface="Cambria Math"/>
                              <a:ea typeface="Cambria Math"/>
                              <a:cs typeface="Cambria Math"/>
                            </a:rPr>
                            <m:t>2</m:t>
                          </m:r>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5"/>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r>
                                      <a:rPr lang="en-GB" sz="2600">
                                        <a:solidFill>
                                          <a:srgbClr val="087F83"/>
                                        </a:solidFill>
                                        <a:latin typeface="Cambria Math"/>
                                        <a:ea typeface="Cambria Math"/>
                                        <a:cs typeface="Cambria Math"/>
                                      </a:rPr>
                                      <m:t>2</m:t>
                                    </m:r>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2677287" y="5502590"/>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contro</a:t>
            </a:r>
            <a:r>
              <a:rPr lang="en-GB" sz="2100" dirty="0">
                <a:solidFill>
                  <a:srgbClr val="526276"/>
                </a:solidFill>
                <a:latin typeface="DejaVu Sans"/>
                <a:ea typeface="DejaVu Sans"/>
                <a:cs typeface="DejaVu Sans"/>
              </a:rPr>
              <a:t>l over the empirical logistic loss gives a control on the number of mistakes</a:t>
            </a:r>
            <a:endParaRPr lang="en-GB"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Fix one input and its observed label. We vary the model parameters.</a:t>
            </a:r>
          </a:p>
        </p:txBody>
      </p:sp>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Affine score</a:t>
            </a:r>
          </a:p>
        </p:txBody>
      </p:sp>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e>
                      </m:nary>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3"/>
                <a:stretch>
                  <a:fillRect b="-2857"/>
                </a:stretch>
              </a:blipFill>
              <a:ln w="0">
                <a:noFill/>
              </a:ln>
            </p:spPr>
            <p:txBody>
              <a:bodyPr/>
              <a:lstStyle/>
              <a:p>
                <a:r>
                  <a:rPr lang="it-IT">
                    <a:noFill/>
                  </a:rPr>
                  <a:t> </a:t>
                </a:r>
              </a:p>
            </p:txBody>
          </p:sp>
        </mc:Fallback>
      </mc:AlternateContent>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290887"/>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Sigmoid</a:t>
            </a:r>
          </a:p>
        </p:txBody>
      </p:sp>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62375"/>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62375"/>
                <a:ext cx="10744200" cy="876300"/>
              </a:xfrm>
              <a:prstGeom prst="rect">
                <a:avLst/>
              </a:prstGeom>
              <a:blipFill>
                <a:blip r:embed="rId4"/>
                <a:stretch>
                  <a:fillRect/>
                </a:stretch>
              </a:blipFill>
              <a:ln w="0">
                <a:noFill/>
              </a:ln>
            </p:spPr>
            <p:txBody>
              <a:bodyPr/>
              <a:lstStyle/>
              <a:p>
                <a:r>
                  <a:rPr lang="it-IT">
                    <a:noFill/>
                  </a:rPr>
                  <a:t> </a:t>
                </a:r>
              </a:p>
            </p:txBody>
          </p:sp>
        </mc:Fallback>
      </mc:AlternateContent>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Logistic loss, with the observed label fixed</a:t>
            </a:r>
          </a:p>
        </p:txBody>
      </p:sp>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r>
                        <m:rPr>
                          <m:sty m:val="p"/>
                        </m:rPr>
                        <a:rPr lang="en-GB" sz="2550">
                          <a:solidFill>
                            <a:srgbClr val="087F83"/>
                          </a:solidFill>
                          <a:latin typeface="Cambria Math"/>
                          <a:ea typeface="Cambria Math"/>
                          <a:cs typeface="Cambria Math"/>
                        </a:rPr>
                        <m:t>log</m:t>
                      </m:r>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m:rPr>
                          <m:sty m:val="p"/>
                        </m:rPr>
                        <a:rPr lang="en-GB" sz="2550">
                          <a:solidFill>
                            <a:srgbClr val="087F83"/>
                          </a:solidFill>
                          <a:latin typeface="Cambria Math"/>
                          <a:ea typeface="Cambria Math"/>
                          <a:cs typeface="Cambria Math"/>
                        </a:rPr>
                        <m:t>log</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r>
                            <a:rPr lang="en-GB" sz="2550">
                              <a:solidFill>
                                <a:srgbClr val="087F83"/>
                              </a:solidFill>
                              <a:latin typeface="Cambria Math"/>
                              <a:ea typeface="Cambria Math"/>
                              <a:cs typeface="Cambria Math"/>
                            </a:rPr>
                            <m:t>𝑝</m:t>
                          </m:r>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loss for one observation is the composition of these three functions.</a:t>
            </a:r>
          </a:p>
        </p:txBody>
      </p:sp>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r>
                  <a:rPr lang="en-GB" sz="2025" b="1" dirty="0">
                    <a:solidFill>
                      <a:srgbClr val="182D45"/>
                    </a:solidFill>
                    <a:latin typeface="DejaVu Sans"/>
                    <a:ea typeface="DejaVu Sans"/>
                    <a:cs typeface="DejaVu Sans"/>
                  </a:rPr>
                  <a:t> of this quantity</a:t>
                </a: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4"/>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429000"/>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429000"/>
                <a:ext cx="10744200" cy="1047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723900" y="4443413"/>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723900" y="4443413"/>
                <a:ext cx="10744200" cy="1028700"/>
              </a:xfrm>
              <a:prstGeom prst="rect">
                <a:avLst/>
              </a:prstGeom>
              <a:blipFill>
                <a:blip r:embed="rId6"/>
                <a:stretch>
                  <a:fillRect t="-2959" b="-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719263"/>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en-GB" sz="2700">
                          <a:solidFill>
                            <a:srgbClr val="087F83"/>
                          </a:solidFill>
                          <a:latin typeface="Cambria Math"/>
                          <a:ea typeface="Cambria Math"/>
                          <a:cs typeface="Cambria Math"/>
                        </a:rPr>
                        <m:t>log</m:t>
                      </m:r>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719263"/>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590550" y="2917985"/>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590550" y="2917985"/>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5075658"/>
                <a:ext cx="6094476" cy="1278683"/>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den>
                          </m:f>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5075658"/>
                <a:ext cx="6094476" cy="1278683"/>
              </a:xfrm>
              <a:prstGeom prst="rect">
                <a:avLst/>
              </a:prstGeom>
              <a:blipFill>
                <a:blip r:embed="rId6"/>
                <a:stretch>
                  <a:fillRect l="-27500" r="-26600"/>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sigmoid as a composition and apply the chain rule 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e>
                      </m:nary>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𝜃</m:t>
                              </m:r>
                            </m:e>
                            <m:sub>
                              <m:r>
                                <a:rPr lang="en-GB" sz="2900">
                                  <a:solidFill>
                                    <a:srgbClr val="087F83"/>
                                  </a:solidFill>
                                  <a:latin typeface="Cambria Math"/>
                                  <a:ea typeface="Cambria Math"/>
                                  <a:cs typeface="Cambria Math"/>
                                </a:rPr>
                                <m:t>𝑗</m:t>
                              </m:r>
                            </m:sub>
                          </m:sSub>
                        </m:den>
                      </m:f>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begChr m:val="("/>
                          <m:endChr m:val=")"/>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i="1">
                              <a:solidFill>
                                <a:srgbClr val="326CB2"/>
                              </a:solidFill>
                              <a:latin typeface="Cambria Math" panose="02040503050406030204" pitchFamily="18" charset="0"/>
                              <a:ea typeface="Cambria Math"/>
                              <a:cs typeface="Cambria Math"/>
                            </a:rPr>
                          </m:ctrlPr>
                        </m:dPr>
                        <m:e>
                          <m:r>
                            <a:rPr lang="en-GB" sz="2800">
                              <a:solidFill>
                                <a:srgbClr val="326CB2"/>
                              </a:solidFill>
                              <a:latin typeface="Cambria Math"/>
                              <a:ea typeface="Cambria Math"/>
                              <a:cs typeface="Cambria Math"/>
                            </a:rPr>
                            <m:t>𝐩</m:t>
                          </m:r>
                          <m:d>
                            <m:dPr>
                              <m:begChr m:val="("/>
                              <m:endChr m:val=")"/>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begChr m:val="("/>
                          <m:endChr m:val=")"/>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0.001,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0.001</a:t>
            </a:r>
          </a:p>
        </p:txBody>
      </p:sp>
    </p:spTree>
    <p:extLst>
      <p:ext uri="{BB962C8B-B14F-4D97-AF65-F5344CB8AC3E}">
        <p14:creationId xmlns:p14="http://schemas.microsoft.com/office/powerpoint/2010/main" val="1694552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The bound still holds 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0.002,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0.002</a:t>
            </a:r>
          </a:p>
        </p:txBody>
      </p:sp>
    </p:spTree>
    <p:extLst>
      <p:ext uri="{BB962C8B-B14F-4D97-AF65-F5344CB8AC3E}">
        <p14:creationId xmlns:p14="http://schemas.microsoft.com/office/powerpoint/2010/main" val="169455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predict one probability per class and choose the most probable label.</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Each component gives the predicted probability of </a:t>
            </a:r>
            <a:r>
              <a:rPr lang="it-IT" sz="2025" b="0" dirty="0">
                <a:solidFill>
                  <a:srgbClr val="182D45"/>
                </a:solidFill>
                <a:latin typeface="DejaVu Sans"/>
                <a:ea typeface="DejaVu Sans"/>
                <a:cs typeface="DejaVu Sans"/>
              </a:rPr>
              <a:t>the </a:t>
            </a:r>
            <a:r>
              <a:rPr lang="it-IT" sz="2025" b="0" dirty="0" err="1">
                <a:solidFill>
                  <a:srgbClr val="182D45"/>
                </a:solidFill>
                <a:latin typeface="DejaVu Sans"/>
                <a:ea typeface="DejaVu Sans"/>
                <a:cs typeface="DejaVu Sans"/>
              </a:rPr>
              <a:t>corresponding</a:t>
            </a:r>
            <a:r>
              <a:rPr sz="2025" b="0" dirty="0">
                <a:solidFill>
                  <a:srgbClr val="182D45"/>
                </a:solidFill>
                <a:latin typeface="DejaVu Sans"/>
                <a:ea typeface="DejaVu Sans"/>
                <a:cs typeface="DejaVu Sans"/>
              </a:rPr>
              <a:t> class.</a:t>
            </a:r>
            <a:endParaRPr lang="it-IT" sz="2025" b="0"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e>
                      </m:nary>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809750"/>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809750"/>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213359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min</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xmlns="">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213359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4323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min</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smallest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3043236"/>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p:cNvSpPr>
              <p:nvPr/>
            </p:nvSpPr>
            <p:spPr>
              <a:xfrm>
                <a:off x="781050" y="3900485"/>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2,0.12,0.18</m:t>
                          </m:r>
                          <m:r>
                            <a:rPr lang="en-GB" sz="2400">
                              <a:solidFill>
                                <a:srgbClr val="087F83"/>
                              </a:solidFill>
                              <a:latin typeface="Cambria Math"/>
                              <a:ea typeface="Cambria Math"/>
                              <a:cs typeface="Cambria Math"/>
                            </a:rPr>
                            <m:t>,0.2</m:t>
                          </m:r>
                          <m:r>
                            <a:rPr lang="it-IT" sz="2400" b="0" i="0" smtClean="0">
                              <a:solidFill>
                                <a:srgbClr val="087F83"/>
                              </a:solidFill>
                              <a:latin typeface="Cambria Math" panose="02040503050406030204" pitchFamily="18" charset="0"/>
                              <a:ea typeface="Cambria Math"/>
                              <a:cs typeface="Cambria Math"/>
                            </a:rPr>
                            <m:t>5</m:t>
                          </m:r>
                        </m:e>
                      </m:d>
                      <m:r>
                        <a:rPr lang="en-GB" sz="2400">
                          <a:solidFill>
                            <a:srgbClr val="087F83"/>
                          </a:solidFill>
                          <a:latin typeface="Cambria Math"/>
                          <a:ea typeface="Cambria Math"/>
                          <a:cs typeface="Cambria Math"/>
                        </a:rPr>
                        <m:t> </m:t>
                      </m:r>
                    </m:oMath>
                  </m:oMathPara>
                </a14:m>
                <a:endParaRPr lang="it-IT" sz="2400" dirty="0">
                  <a:solidFill>
                    <a:srgbClr val="087F83"/>
                  </a:solidFill>
                  <a:latin typeface="Cambria Math"/>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min</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=1</m:t>
                      </m:r>
                    </m:oMath>
                  </m:oMathPara>
                </a14:m>
                <a:endParaRPr lang="en-GB" sz="2400" dirty="0"/>
              </a:p>
            </p:txBody>
          </p:sp>
        </mc:Choice>
        <mc:Fallback xmlns="">
          <p:sp>
            <p:nvSpPr>
              <p:cNvPr id="103" name="example" descr="\mathbf p(\mathbf x)=(0.25,0.2,0.12,0.18,0.25)\quad\Longrightarrow\quad\operatorname*{arg\,max}_{k\in\{1,\ldots,5\}}p_k(\mathbf x)=\{1,5\}\quad\Longrightarrow\quad h_{\mathbf p}(\mathbf x)=\min\{1,5\}=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900485"/>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30542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590416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3272505"/>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𝑘</m:t>
                    </m:r>
                  </m:oMath>
                </a14:m>
                <a:r>
                  <a:rPr lang="en-GB" sz="2100" dirty="0">
                    <a:solidFill>
                      <a:srgbClr val="526276"/>
                    </a:solidFill>
                    <a:latin typeface="DejaVu Sans"/>
                    <a:ea typeface="DejaVu Sans"/>
                    <a:cs typeface="DejaVu Sans"/>
                  </a:rPr>
                  <a:t>-</a:t>
                </a:r>
                <a:r>
                  <a:rPr lang="en-GB" sz="2100" dirty="0" err="1">
                    <a:solidFill>
                      <a:srgbClr val="526276"/>
                    </a:solidFill>
                    <a:latin typeface="DejaVu Sans"/>
                    <a:ea typeface="DejaVu Sans"/>
                    <a:cs typeface="DejaVu Sans"/>
                  </a:rPr>
                  <a:t>th</a:t>
                </a:r>
                <a:r>
                  <a:rPr lang="en-GB" sz="2100" dirty="0">
                    <a:solidFill>
                      <a:srgbClr val="526276"/>
                    </a:solidFill>
                    <a:latin typeface="DejaVu Sans"/>
                    <a:ea typeface="DejaVu Sans"/>
                    <a:cs typeface="DejaVu Sans"/>
                  </a:rPr>
                  <a:t> score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3272505"/>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699832"/>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699832"/>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685800" y="2179463"/>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685800" y="2179463"/>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2179273"/>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2179273"/>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87491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87491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p:sp>
        <p:nvSpPr>
          <p:cNvPr id="6" name="lead">
            <a:extLst>
              <a:ext uri="{FF2B5EF4-FFF2-40B4-BE49-F238E27FC236}">
                <a16:creationId xmlns:a16="http://schemas.microsoft.com/office/drawing/2014/main" id="{C3F2DA66-A3B9-207C-E380-263345CCF61D}"/>
              </a:ext>
            </a:extLst>
          </p:cNvPr>
          <p:cNvSpPr>
            <a:spLocks noGrp="1"/>
          </p:cNvSpPr>
          <p:nvPr/>
        </p:nvSpPr>
        <p:spPr>
          <a:xfrm>
            <a:off x="876300" y="112357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logits.</a:t>
            </a:r>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175260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175260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42887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42887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289560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m:t>
                      </m:r>
                      <m:r>
                        <m:rPr>
                          <m:sty m:val="p"/>
                        </m:rPr>
                        <a:rPr lang="en-GB" sz="2600" smtClean="0">
                          <a:solidFill>
                            <a:srgbClr val="087F83"/>
                          </a:solidFill>
                          <a:latin typeface="Cambria Math"/>
                          <a:ea typeface="Cambria Math"/>
                          <a:cs typeface="Cambria Math"/>
                        </a:rPr>
                        <m:t>softmax</m:t>
                      </m:r>
                      <m:r>
                        <a:rPr lang="en-GB" sz="2600" smtClean="0">
                          <a:solidFill>
                            <a:srgbClr val="087F83"/>
                          </a:solidFill>
                          <a:latin typeface="Cambria Math"/>
                          <a:ea typeface="Cambria Math"/>
                          <a:cs typeface="Cambria Math"/>
                        </a:rPr>
                        <m:t>(</m:t>
                      </m:r>
                      <m:r>
                        <a:rPr lang="en-GB" sz="2600" smtClean="0">
                          <a:solidFill>
                            <a:srgbClr val="087F83"/>
                          </a:solidFill>
                          <a:latin typeface="Cambria Math"/>
                          <a:ea typeface="Cambria Math"/>
                          <a:cs typeface="Cambria Math"/>
                        </a:rPr>
                        <m:t>𝐬</m:t>
                      </m:r>
                      <m:r>
                        <a:rPr lang="en-GB" sz="2600" smtClean="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2895600"/>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662559" y="4078415"/>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662559" y="4078415"/>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664464" y="4680205"/>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r>
                            <a:rPr lang="en-GB" sz="2600">
                              <a:solidFill>
                                <a:srgbClr val="087F83"/>
                              </a:solidFill>
                              <a:latin typeface="Cambria Math"/>
                              <a:ea typeface="Cambria Math"/>
                              <a:cs typeface="Cambria Math"/>
                            </a:rPr>
                            <m:t>[</m:t>
                          </m:r>
                        </m:e>
                      </m:nary>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664464" y="4680205"/>
                <a:ext cx="10744200" cy="990600"/>
              </a:xfrm>
              <a:prstGeom prst="rect">
                <a:avLst/>
              </a:prstGeom>
              <a:blipFill>
                <a:blip r:embed="rId7"/>
                <a:stretch>
                  <a:fillRect t="-2469" b="-6173"/>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702564" y="5887976"/>
            <a:ext cx="10744200" cy="5143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Warning: s</a:t>
            </a:r>
            <a:r>
              <a:rPr sz="1800" b="0" dirty="0" err="1">
                <a:solidFill>
                  <a:srgbClr val="526276"/>
                </a:solidFill>
                <a:latin typeface="DejaVu Sans"/>
                <a:ea typeface="DejaVu Sans"/>
                <a:cs typeface="DejaVu Sans"/>
              </a:rPr>
              <a:t>eparate</a:t>
            </a:r>
            <a:r>
              <a:rPr sz="1800" b="0" dirty="0">
                <a:solidFill>
                  <a:srgbClr val="526276"/>
                </a:solidFill>
                <a:latin typeface="DejaVu Sans"/>
                <a:ea typeface="DejaVu Sans"/>
                <a:cs typeface="DejaVu Sans"/>
              </a:rPr>
              <a:t> </a:t>
            </a:r>
            <a:r>
              <a:rPr sz="1800" b="0" dirty="0" err="1">
                <a:solidFill>
                  <a:srgbClr val="526276"/>
                </a:solidFill>
                <a:latin typeface="DejaVu Sans"/>
                <a:ea typeface="DejaVu Sans"/>
                <a:cs typeface="DejaVu Sans"/>
              </a:rPr>
              <a:t>sigmoids</a:t>
            </a:r>
            <a:r>
              <a:rPr sz="1800" b="0" dirty="0">
                <a:solidFill>
                  <a:srgbClr val="526276"/>
                </a:solidFill>
                <a:latin typeface="DejaVu Sans"/>
                <a:ea typeface="DejaVu Sans"/>
                <a:cs typeface="DejaVu Sans"/>
              </a:rPr>
              <a:t> do not ensure a sum of one</a:t>
            </a:r>
            <a:r>
              <a:rPr lang="it-IT" sz="1800" b="0" dirty="0">
                <a:solidFill>
                  <a:srgbClr val="526276"/>
                </a:solidFill>
                <a:latin typeface="DejaVu Sans"/>
                <a:ea typeface="DejaVu Sans"/>
                <a:cs typeface="DejaVu Sans"/>
              </a:rPr>
              <a:t>!!!</a:t>
            </a:r>
            <a:endParaRPr sz="1800" b="0" dirty="0">
              <a:solidFill>
                <a:srgbClr val="526276"/>
              </a:solidFill>
              <a:latin typeface="DejaVu Sans"/>
              <a:ea typeface="DejaVu Sans"/>
              <a:cs typeface="DejaVu Sans"/>
            </a:endParaRPr>
          </a:p>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min</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example with three classes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one input and suppose its three affine scores are as follows.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p:cNvSpPr>
              <p:nvPr/>
            </p:nvSpPr>
            <p:spPr>
              <a:xfrm>
                <a:off x="723900" y="18383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𝐟</m:t>
                          </m:r>
                        </m:e>
                        <m:sub>
                          <m:r>
                            <a:rPr lang="en-GB" sz="2900">
                              <a:solidFill>
                                <a:srgbClr val="087F83"/>
                              </a:solidFill>
                              <a:latin typeface="Cambria Math"/>
                              <a:ea typeface="Cambria Math"/>
                              <a:cs typeface="Cambria Math"/>
                            </a:rPr>
                            <m:t>𝚯</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)=(0,</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oMath>
                  </m:oMathPara>
                </a14:m>
                <a:endParaRPr lang="en-GB" sz="2900" dirty="0"/>
              </a:p>
            </p:txBody>
          </p:sp>
        </mc:Choice>
        <mc:Fallback xmlns="">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noRot="1" noChangeAspect="1" noMove="1" noResize="1" noEditPoints="1" noAdjustHandles="1" noChangeArrowheads="1" noChangeShapeType="1" noTextEdit="1"/>
              </p:cNvSpPr>
              <p:nvPr/>
            </p:nvSpPr>
            <p:spPr>
              <a:xfrm>
                <a:off x="723900" y="1838325"/>
                <a:ext cx="10744200" cy="6858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xample_exp" descr="\bigl(e^0,e^{\log2},e^{\log3}\bigr)=(1,2,3)">
                <a:extLst>
                  <a:ext uri="{FF2B5EF4-FFF2-40B4-BE49-F238E27FC236}">
                    <a16:creationId xmlns:a16="http://schemas.microsoft.com/office/drawing/2014/main" id="{FC70B934-94EB-4865-BF42-9FD46ADCF0F2}"/>
                  </a:ext>
                </a:extLst>
              </p:cNvPr>
              <p:cNvSpPr>
                <a:spLocks noGrp="1"/>
              </p:cNvSpPr>
              <p:nvPr/>
            </p:nvSpPr>
            <p:spPr>
              <a:xfrm>
                <a:off x="723900" y="2819400"/>
                <a:ext cx="107442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a:rPr lang="en-GB" sz="2900">
                              <a:solidFill>
                                <a:srgbClr val="087F83"/>
                              </a:solidFill>
                              <a:latin typeface="Cambria Math"/>
                              <a:ea typeface="Cambria Math"/>
                              <a:cs typeface="Cambria Math"/>
                            </a:rPr>
                            <m:t>0</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sup>
                      </m:sSup>
                      <m:r>
                        <a:rPr lang="en-GB" sz="2900">
                          <a:solidFill>
                            <a:srgbClr val="087F83"/>
                          </a:solidFill>
                          <a:latin typeface="Cambria Math"/>
                          <a:ea typeface="Cambria Math"/>
                          <a:cs typeface="Cambria Math"/>
                        </a:rPr>
                        <m:t>)=(1,2,3)</m:t>
                      </m:r>
                    </m:oMath>
                  </m:oMathPara>
                </a14:m>
                <a:endParaRPr lang="en-GB" sz="2900" dirty="0"/>
              </a:p>
            </p:txBody>
          </p:sp>
        </mc:Choice>
        <mc:Fallback xmlns="">
          <p:sp>
            <p:nvSpPr>
              <p:cNvPr id="101" name="example_exp" descr="\bigl(e^0,e^{\log2},e^{\log3}\bigr)=(1,2,3)">
                <a:extLst>
                  <a:ext uri="{FF2B5EF4-FFF2-40B4-BE49-F238E27FC236}">
                    <a16:creationId xmlns:a16="http://schemas.microsoft.com/office/drawing/2014/main" id="{FC70B934-94EB-4865-BF42-9FD46ADCF0F2}"/>
                  </a:ext>
                </a:extLst>
              </p:cNvPr>
              <p:cNvSpPr>
                <a:spLocks noGrp="1" noRot="1" noChangeAspect="1" noMove="1" noResize="1" noEditPoints="1" noAdjustHandles="1" noChangeArrowheads="1" noChangeShapeType="1" noTextEdit="1"/>
              </p:cNvSpPr>
              <p:nvPr/>
            </p:nvSpPr>
            <p:spPr>
              <a:xfrm>
                <a:off x="723900" y="2819400"/>
                <a:ext cx="10744200" cy="7524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p:cNvSpPr>
              <p:nvPr/>
            </p:nvSpPr>
            <p:spPr>
              <a:xfrm>
                <a:off x="723900" y="3690937"/>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it-IT" sz="3000" i="1">
                              <a:solidFill>
                                <a:srgbClr val="087F83"/>
                              </a:solidFill>
                              <a:latin typeface="Cambria Math" panose="02040503050406030204" pitchFamily="18" charset="0"/>
                              <a:ea typeface="Cambria Math"/>
                              <a:cs typeface="Cambria Math"/>
                            </a:rPr>
                          </m:ctrlPr>
                        </m:dPr>
                        <m:e>
                          <m:f>
                            <m:fPr>
                              <m:ctrlPr>
                                <a:rPr lang="it-IT" sz="3000" i="1">
                                  <a:solidFill>
                                    <a:srgbClr val="087F83"/>
                                  </a:solidFill>
                                  <a:latin typeface="Cambria Math" panose="02040503050406030204" pitchFamily="18" charset="0"/>
                                  <a:ea typeface="Cambria Math"/>
                                  <a:cs typeface="Cambria Math"/>
                                </a:rPr>
                              </m:ctrlPr>
                            </m:fPr>
                            <m:num>
                              <m:r>
                                <a:rPr lang="it-IT" sz="3000" i="1">
                                  <a:solidFill>
                                    <a:srgbClr val="087F83"/>
                                  </a:solidFill>
                                  <a:latin typeface="Cambria Math" panose="02040503050406030204" pitchFamily="18" charset="0"/>
                                  <a:ea typeface="Cambria Math"/>
                                  <a:cs typeface="Cambria Math"/>
                                </a:rPr>
                                <m:t>1</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2</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3</m:t>
                              </m:r>
                            </m:num>
                            <m:den>
                              <m:r>
                                <a:rPr lang="it-IT" sz="3000" b="0" i="1" smtClean="0">
                                  <a:solidFill>
                                    <a:srgbClr val="087F83"/>
                                  </a:solidFill>
                                  <a:latin typeface="Cambria Math" panose="02040503050406030204" pitchFamily="18" charset="0"/>
                                  <a:ea typeface="Cambria Math"/>
                                  <a:cs typeface="Cambria Math"/>
                                </a:rPr>
                                <m:t>1+2+3</m:t>
                              </m:r>
                            </m:den>
                          </m:f>
                        </m:e>
                      </m:d>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6</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3</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2</m:t>
                              </m:r>
                            </m:den>
                          </m:f>
                        </m:e>
                      </m:d>
                    </m:oMath>
                  </m:oMathPara>
                </a14:m>
                <a:endParaRPr lang="en-GB" sz="3000" dirty="0"/>
              </a:p>
            </p:txBody>
          </p:sp>
        </mc:Choice>
        <mc:Fallback xmlns="">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noRot="1" noChangeAspect="1" noMove="1" noResize="1" noEditPoints="1" noAdjustHandles="1" noChangeArrowheads="1" noChangeShapeType="1" noTextEdit="1"/>
              </p:cNvSpPr>
              <p:nvPr/>
            </p:nvSpPr>
            <p:spPr>
              <a:xfrm>
                <a:off x="723900" y="3690937"/>
                <a:ext cx="1074420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p:cNvSpPr>
              <p:nvPr/>
            </p:nvSpPr>
            <p:spPr>
              <a:xfrm>
                <a:off x="723900" y="5048250"/>
                <a:ext cx="107442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ℎ</m:t>
                          </m:r>
                        </m:e>
                        <m: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min</m:t>
                          </m:r>
                        </m:fName>
                        <m:e>
                          <m:d>
                            <m:dPr>
                              <m:ctrlPr>
                                <a:rPr lang="it-IT" sz="3200" i="1">
                                  <a:solidFill>
                                    <a:srgbClr val="087F83"/>
                                  </a:solidFill>
                                  <a:latin typeface="Cambria Math" panose="02040503050406030204" pitchFamily="18" charset="0"/>
                                  <a:ea typeface="Cambria Math"/>
                                  <a:cs typeface="Cambria Math"/>
                                </a:rPr>
                              </m:ctrlPr>
                            </m:dPr>
                            <m:e>
                              <m:func>
                                <m:funcPr>
                                  <m:ctrlPr>
                                    <a:rPr lang="it-IT" sz="3200" i="1">
                                      <a:solidFill>
                                        <a:srgbClr val="087F83"/>
                                      </a:solidFill>
                                      <a:latin typeface="Cambria Math" panose="02040503050406030204" pitchFamily="18" charset="0"/>
                                      <a:ea typeface="Cambria Math"/>
                                      <a:cs typeface="Cambria Math"/>
                                    </a:rPr>
                                  </m:ctrlPr>
                                </m:funcPr>
                                <m:fName>
                                  <m:sSub>
                                    <m:sSubPr>
                                      <m:ctrlPr>
                                        <a:rPr lang="it-IT" sz="3200">
                                          <a:solidFill>
                                            <a:srgbClr val="087F83"/>
                                          </a:solidFill>
                                          <a:latin typeface="Cambria Math" panose="02040503050406030204" pitchFamily="18" charset="0"/>
                                          <a:ea typeface="Cambria Math"/>
                                          <a:cs typeface="Cambria Math"/>
                                        </a:rPr>
                                      </m:ctrlPr>
                                    </m:sSubPr>
                                    <m:e>
                                      <m:r>
                                        <m:rPr>
                                          <m:sty m:val="p"/>
                                        </m:rPr>
                                        <a:rPr lang="it-IT" sz="3200">
                                          <a:solidFill>
                                            <a:srgbClr val="087F83"/>
                                          </a:solidFill>
                                          <a:latin typeface="Cambria Math" panose="02040503050406030204" pitchFamily="18" charset="0"/>
                                          <a:ea typeface="Cambria Math"/>
                                          <a:cs typeface="Cambria Math"/>
                                        </a:rPr>
                                        <m:t>argmax</m:t>
                                      </m:r>
                                    </m:e>
                                    <m:sub>
                                      <m:r>
                                        <a:rPr lang="it-IT" sz="3200" i="1">
                                          <a:solidFill>
                                            <a:srgbClr val="087F83"/>
                                          </a:solidFill>
                                          <a:latin typeface="Cambria Math" panose="02040503050406030204" pitchFamily="18" charset="0"/>
                                          <a:ea typeface="Cambria Math"/>
                                          <a:cs typeface="Cambria Math"/>
                                        </a:rPr>
                                        <m:t>𝑘</m:t>
                                      </m:r>
                                      <m:r>
                                        <a:rPr lang="it-IT" sz="3200" i="1">
                                          <a:solidFill>
                                            <a:srgbClr val="087F83"/>
                                          </a:solidFill>
                                          <a:latin typeface="Cambria Math" panose="02040503050406030204" pitchFamily="18" charset="0"/>
                                          <a:ea typeface="Cambria Math"/>
                                          <a:cs typeface="Cambria Math"/>
                                        </a:rPr>
                                        <m:t>∈</m:t>
                                      </m:r>
                                      <m:d>
                                        <m:dPr>
                                          <m:begChr m:val="{"/>
                                          <m:endChr m:val="}"/>
                                          <m:ctrlPr>
                                            <a:rPr lang="it-IT" sz="3200" b="0" i="1" smtClean="0">
                                              <a:solidFill>
                                                <a:srgbClr val="087F83"/>
                                              </a:solidFill>
                                              <a:latin typeface="Cambria Math" panose="02040503050406030204" pitchFamily="18" charset="0"/>
                                              <a:ea typeface="Cambria Math"/>
                                            </a:rPr>
                                          </m:ctrlPr>
                                        </m:dPr>
                                        <m:e>
                                          <m:r>
                                            <a:rPr lang="it-IT" sz="3200" b="0" i="1" smtClean="0">
                                              <a:solidFill>
                                                <a:srgbClr val="087F83"/>
                                              </a:solidFill>
                                              <a:latin typeface="Cambria Math" panose="02040503050406030204" pitchFamily="18" charset="0"/>
                                              <a:ea typeface="Cambria Math"/>
                                            </a:rPr>
                                            <m:t>1,2,3</m:t>
                                          </m:r>
                                        </m:e>
                                      </m:d>
                                    </m:sub>
                                  </m:sSub>
                                </m:fName>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𝚯</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𝑘</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e>
                              </m:func>
                            </m:e>
                          </m:d>
                        </m:e>
                      </m:func>
                      <m:r>
                        <a:rPr lang="it-IT" sz="3200" b="0" i="1" smtClean="0">
                          <a:solidFill>
                            <a:srgbClr val="087F83"/>
                          </a:solidFill>
                          <a:latin typeface="Cambria Math" panose="02040503050406030204" pitchFamily="18" charset="0"/>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min</m:t>
                          </m:r>
                        </m:fName>
                        <m:e>
                          <m:d>
                            <m:dPr>
                              <m:ctrlPr>
                                <a:rPr lang="it-IT" sz="3200" i="1">
                                  <a:solidFill>
                                    <a:srgbClr val="087F83"/>
                                  </a:solidFill>
                                  <a:latin typeface="Cambria Math" panose="02040503050406030204" pitchFamily="18" charset="0"/>
                                  <a:ea typeface="Cambria Math"/>
                                </a:rPr>
                              </m:ctrlPr>
                            </m:dPr>
                            <m:e>
                              <m:d>
                                <m:dPr>
                                  <m:begChr m:val="{"/>
                                  <m:endChr m:val="}"/>
                                  <m:ctrlPr>
                                    <a:rPr lang="it-IT" sz="3200" i="1">
                                      <a:solidFill>
                                        <a:srgbClr val="087F83"/>
                                      </a:solidFill>
                                      <a:latin typeface="Cambria Math" panose="02040503050406030204" pitchFamily="18" charset="0"/>
                                      <a:ea typeface="Cambria Math"/>
                                    </a:rPr>
                                  </m:ctrlPr>
                                </m:dPr>
                                <m:e>
                                  <m:r>
                                    <a:rPr lang="it-IT" sz="3200" i="1">
                                      <a:solidFill>
                                        <a:srgbClr val="087F83"/>
                                      </a:solidFill>
                                      <a:latin typeface="Cambria Math" panose="02040503050406030204" pitchFamily="18" charset="0"/>
                                      <a:ea typeface="Cambria Math"/>
                                    </a:rPr>
                                    <m:t>3</m:t>
                                  </m:r>
                                </m:e>
                              </m:d>
                            </m:e>
                          </m:d>
                        </m:e>
                      </m:func>
                      <m:r>
                        <a:rPr lang="it-IT" sz="3200" b="0" i="1" smtClean="0">
                          <a:solidFill>
                            <a:srgbClr val="087F83"/>
                          </a:solidFill>
                          <a:latin typeface="Cambria Math" panose="02040503050406030204" pitchFamily="18" charset="0"/>
                          <a:ea typeface="Cambria Math"/>
                          <a:cs typeface="Cambria Math"/>
                        </a:rPr>
                        <m:t>=3</m:t>
                      </m:r>
                    </m:oMath>
                  </m:oMathPara>
                </a14:m>
                <a:endParaRPr lang="en-GB" sz="3000" dirty="0"/>
              </a:p>
            </p:txBody>
          </p:sp>
        </mc:Choice>
        <mc:Fallback xmlns="">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noRot="1" noChangeAspect="1" noMove="1" noResize="1" noEditPoints="1" noAdjustHandles="1" noChangeArrowheads="1" noChangeShapeType="1" noTextEdit="1"/>
              </p:cNvSpPr>
              <p:nvPr/>
            </p:nvSpPr>
            <p:spPr>
              <a:xfrm>
                <a:off x="723900" y="5048250"/>
                <a:ext cx="10744200" cy="581025"/>
              </a:xfrm>
              <a:prstGeom prst="rect">
                <a:avLst/>
              </a:prstGeom>
              <a:blipFill>
                <a:blip r:embed="rId6"/>
                <a:stretch>
                  <a:fillRect/>
                </a:stretch>
              </a:blipFill>
              <a:ln w="0">
                <a:noFill/>
              </a:ln>
            </p:spPr>
            <p:txBody>
              <a:bodyPr/>
              <a:lstStyle/>
              <a:p>
                <a:r>
                  <a:rPr lang="it-IT">
                    <a:noFill/>
                  </a:rPr>
                  <a:t> </a:t>
                </a:r>
              </a:p>
            </p:txBody>
          </p:sp>
        </mc:Fallback>
      </mc:AlternateContent>
      <p:sp>
        <p:nvSpPr>
          <p:cNvPr id="104" name="example_comment">
            <a:extLst>
              <a:ext uri="{FF2B5EF4-FFF2-40B4-BE49-F238E27FC236}">
                <a16:creationId xmlns:a16="http://schemas.microsoft.com/office/drawing/2014/main" id="{D9AD53ED-DC37-40C6-833D-34ED8742C0A5}"/>
              </a:ext>
            </a:extLst>
          </p:cNvPr>
          <p:cNvSpPr>
            <a:spLocks noGrp="1"/>
          </p:cNvSpPr>
          <p:nvPr/>
        </p:nvSpPr>
        <p:spPr>
          <a:xfrm>
            <a:off x="723900" y="6067425"/>
            <a:ext cx="10744200" cy="3905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Class 3 has the largest predicted probability.</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4812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481262"/>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705225"/>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xmlns="">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705225"/>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657725"/>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xmlns="">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657725"/>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3900" y="2960751"/>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3900" y="2960751"/>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182D45"/>
                </a:solidFill>
                <a:latin typeface="DejaVu Sans"/>
                <a:ea typeface="DejaVu Sans"/>
                <a:cs typeface="DejaVu Sans"/>
              </a:rPr>
              <a:t>gradient</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Stationary points and minimisers</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914400" y="1809750"/>
            <a:ext cx="10382250" cy="381000"/>
          </a:xfrm>
          <a:prstGeom prst="rect">
            <a:avLst/>
          </a:prstGeom>
          <a:noFill/>
          <a:ln w="0">
            <a:noFill/>
          </a:ln>
        </p:spPr>
        <p:txBody>
          <a:bodyPr wrap="square" lIns="0" tIns="0" rIns="0" bIns="0" anchor="ctr">
            <a:noAutofit/>
          </a:bodyPr>
          <a:lstStyle/>
          <a:p>
            <a:pPr algn="l">
              <a:lnSpc>
                <a:spcPct val="112000"/>
              </a:lnSpc>
              <a:buNone/>
              <a:defRPr sz="2300" b="1">
                <a:solidFill>
                  <a:srgbClr val="008B8B"/>
                </a:solidFill>
                <a:latin typeface="DejaVu Sans"/>
                <a:ea typeface="DejaVu Sans"/>
                <a:cs typeface="DejaVu Sans"/>
              </a:defRPr>
            </a:pPr>
            <a:r>
              <a:rPr sz="2300" b="1">
                <a:solidFill>
                  <a:srgbClr val="008B8B"/>
                </a:solidFill>
                <a:latin typeface="DejaVu Sans"/>
                <a:ea typeface="DejaVu Sans"/>
                <a:cs typeface="DejaVu Sans"/>
              </a:rPr>
              <a:t>For the affine logistic model</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914400" y="2390775"/>
            <a:ext cx="10382250" cy="952500"/>
          </a:xfrm>
          <a:prstGeom prst="rect">
            <a:avLst/>
          </a:prstGeom>
          <a:noFill/>
          <a:ln w="0">
            <a:noFill/>
          </a:ln>
        </p:spPr>
        <p:txBody>
          <a:bodyPr wrap="square" lIns="0" tIns="0" rIns="0" bIns="0" anchor="ctr">
            <a:noAutofit/>
          </a:bodyPr>
          <a:lstStyle/>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The empirical logistic loss is convex in the parameters.</a:t>
            </a:r>
          </a:p>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Therefore, any stationary point is a global minimiser.</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914400" y="3657600"/>
            <a:ext cx="10382250" cy="1285875"/>
          </a:xfrm>
          <a:prstGeom prst="rect">
            <a:avLst/>
          </a:prstGeom>
          <a:noFill/>
          <a:ln w="0">
            <a:noFill/>
          </a:ln>
        </p:spPr>
        <p:txBody>
          <a:bodyPr wrap="square" lIns="0" tIns="0" rIns="0" bIns="0" anchor="ctr">
            <a:noAutofit/>
          </a:bodyPr>
          <a:lstStyle/>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A finite minimiser need not exist. For strictly separable classes,</a:t>
            </a:r>
          </a:p>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the loss can approach zero while the parameter values</a:t>
            </a:r>
          </a:p>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grow without bound.</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914400" y="5229225"/>
            <a:ext cx="10382250" cy="914400"/>
          </a:xfrm>
          <a:prstGeom prst="rect">
            <a:avLst/>
          </a:prstGeom>
          <a:noFill/>
          <a:ln w="0">
            <a:noFill/>
          </a:ln>
        </p:spPr>
        <p:txBody>
          <a:bodyPr wrap="square" lIns="0" tIns="0" rIns="0" bIns="0" anchor="ctr">
            <a:noAutofit/>
          </a:bodyPr>
          <a:lstStyle/>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Gradient descent still needs an appropriate learning rate.</a:t>
            </a:r>
          </a:p>
          <a:p>
            <a:pPr algn="l">
              <a:lnSpc>
                <a:spcPct val="112000"/>
              </a:lnSpc>
              <a:buNone/>
              <a:defRPr sz="2400" b="0">
                <a:solidFill>
                  <a:srgbClr val="182D45"/>
                </a:solidFill>
                <a:latin typeface="DejaVu Sans"/>
                <a:ea typeface="DejaVu Sans"/>
                <a:cs typeface="DejaVu Sans"/>
              </a:defRPr>
            </a:pPr>
            <a:r>
              <a:rPr sz="2400" b="0">
                <a:solidFill>
                  <a:srgbClr val="182D45"/>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63150285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848</TotalTime>
  <Words>9972</Words>
  <Application>Microsoft Office PowerPoint</Application>
  <DocSecurity>0</DocSecurity>
  <PresentationFormat>Widescreen</PresentationFormat>
  <Paragraphs>747</Paragraphs>
  <Slides>51</Slides>
  <Notes>50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50</vt:i4>
      </vt:variant>
    </vt:vector>
  </HeadingPairs>
  <TitlesOfParts>
    <vt:vector size="56"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2026-09-28T00:00:05Z</dcterms:created>
  <dcterms:modified xsi:type="dcterms:W3CDTF">2026-09-29T13:01:39Z</dcterms:modified>
</cp:coreProperties>
</file>