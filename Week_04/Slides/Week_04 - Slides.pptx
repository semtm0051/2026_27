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5C28"/>
    <a:srgbClr val="457AB9"/>
    <a:srgbClr val="087F83"/>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81.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0.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4.png"/><Relationship Id="rId4" Type="http://schemas.openxmlformats.org/officeDocument/2006/relationships/image" Target="../media/image119.png"/><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94.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endParaRPr lang="en-GB" sz="1875" dirty="0"/>
          </a:p>
          <a:p>
            <a:pPr algn="ctr">
              <a:lnSpc>
                <a:spcPts val="2300"/>
              </a:lnSpc>
            </a:pPr>
            <a:r>
              <a:rPr lang="en-GB" sz="1875" b="0" dirty="0">
                <a:solidFill>
                  <a:srgbClr val="182D45"/>
                </a:solidFill>
                <a:latin typeface="DejaVu Sans"/>
              </a:rPr>
              <a:t>computing </a:t>
            </a:r>
            <a:r>
              <a:rPr lang="en-GB" sz="1875" b="0" dirty="0">
                <a:solidFill>
                  <a:srgbClr val="FF0000"/>
                </a:solidFill>
                <a:latin typeface="DejaVu Sans"/>
              </a:rPr>
              <a:t>new features</a:t>
            </a:r>
            <a:r>
              <a:rPr lang="en-GB" sz="1875" b="0" dirty="0">
                <a:solidFill>
                  <a:srgbClr val="182D45"/>
                </a:solidFill>
                <a:latin typeface="DejaVu Sans"/>
              </a:rPr>
              <a:t> from the </a:t>
            </a:r>
            <a:r>
              <a:rPr lang="en-GB" sz="1875" b="0" dirty="0">
                <a:solidFill>
                  <a:srgbClr val="FF0000"/>
                </a:solidFill>
                <a:latin typeface="DejaVu Sans"/>
              </a:rPr>
              <a:t>previous features</a:t>
            </a:r>
            <a:r>
              <a:rPr lang="en-GB" sz="1875" b="0"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7"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mc:Choice>
        <mc:Fallback xmlns="">
          <p:sp>
            <p:nvSpPr>
              <p:cNvPr id="2" name="lead">
                <a:extLst>
                  <a:ext uri="{FF2B5EF4-FFF2-40B4-BE49-F238E27FC236}">
                    <a16:creationId xmlns:a16="http://schemas.microsoft.com/office/drawing/2014/main" id="{F5186BFC-575D-4444-A6D5-4C74F4BBA5D5}"/>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i="1">
                              <a:solidFill>
                                <a:srgbClr val="FF0000"/>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mc:Choice xmlns:a14="http://schemas.microsoft.com/office/drawing/2010/main"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lang="en-GB">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sz="2100" b="1" dirty="0" lang="en-GB">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sz="2100" b="1" dirty="0" lang="en-GB">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mc:Choice xmlns:a14="http://schemas.microsoft.com/office/drawing/2010/main"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mc:Choice xmlns:a14="http://schemas.microsoft.com/office/drawing/2010/main"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430</TotalTime>
  <Words>7951</Words>
  <Application>Microsoft Office PowerPoint</Application>
  <DocSecurity>0</DocSecurity>
  <PresentationFormat>Widescreen</PresentationFormat>
  <Paragraphs>875</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34</cp:revision>
  <dcterms:created xsi:type="dcterms:W3CDTF">2026-10-03T10:26:10Z</dcterms:created>
  <dcterms:modified xsi:type="dcterms:W3CDTF">2026-10-15T21:53:35Z</dcterms:modified>
</cp:coreProperties>
</file>