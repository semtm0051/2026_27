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-1.15</c:v>
                </c:pt>
                <c:pt idx="18">
                  <c:v>-1.1</c:v>
                </c:pt>
                <c:pt idx="19">
                  <c:v>-1.05</c:v>
                </c:pt>
                <c:pt idx="20">
                  <c:v>-1</c:v>
                </c:pt>
                <c:pt idx="21">
                  <c:v>-0.95</c:v>
                </c:pt>
                <c:pt idx="22">
                  <c:v>-0.9</c:v>
                </c:pt>
                <c:pt idx="23">
                  <c:v>-0.85</c:v>
                </c:pt>
                <c:pt idx="24">
                  <c:v>-0.8</c:v>
                </c:pt>
                <c:pt idx="25">
                  <c:v>-0.75</c:v>
                </c:pt>
                <c:pt idx="26">
                  <c:v>-0.7</c:v>
                </c:pt>
                <c:pt idx="27">
                  <c:v>-0.65</c:v>
                </c:pt>
                <c:pt idx="28">
                  <c:v>-0.6</c:v>
                </c:pt>
                <c:pt idx="29">
                  <c:v>-0.55</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c:v>
                </c:pt>
                <c:pt idx="52">
                  <c:v>0.6</c:v>
                </c:pt>
                <c:pt idx="53">
                  <c:v>0.65</c:v>
                </c:pt>
                <c:pt idx="54">
                  <c:v>0.7</c:v>
                </c:pt>
                <c:pt idx="55">
                  <c:v>0.75</c:v>
                </c:pt>
                <c:pt idx="56">
                  <c:v>0.8</c:v>
                </c:pt>
                <c:pt idx="57">
                  <c:v>0.85</c:v>
                </c:pt>
                <c:pt idx="58">
                  <c:v>0.9</c:v>
                </c:pt>
                <c:pt idx="59">
                  <c:v>0.95</c:v>
                </c:pt>
                <c:pt idx="60">
                  <c:v>1</c:v>
                </c:pt>
                <c:pt idx="61">
                  <c:v>1.05</c:v>
                </c:pt>
                <c:pt idx="62">
                  <c:v>1.1</c:v>
                </c:pt>
                <c:pt idx="63">
                  <c:v>1.15</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2.05</c:v>
                </c:pt>
                <c:pt idx="82">
                  <c:v>2.1</c:v>
                </c:pt>
                <c:pt idx="83">
                  <c:v>2.15</c:v>
                </c:pt>
                <c:pt idx="84">
                  <c:v>2.2</c:v>
                </c:pt>
                <c:pt idx="85">
                  <c:v>2.25</c:v>
                </c:pt>
                <c:pt idx="86">
                  <c:v>2.3</c:v>
                </c:pt>
                <c:pt idx="87">
                  <c:v>2.35</c:v>
                </c:pt>
                <c:pt idx="88">
                  <c:v>2.4</c:v>
                </c:pt>
                <c:pt idx="89">
                  <c:v>2.45</c:v>
                </c:pt>
                <c:pt idx="90">
                  <c:v>2.5</c:v>
                </c:pt>
                <c:pt idx="91">
                  <c:v>2.55</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c:v>
                </c:pt>
                <c:pt idx="52">
                  <c:v>0.6</c:v>
                </c:pt>
                <c:pt idx="53">
                  <c:v>0.65</c:v>
                </c:pt>
                <c:pt idx="54">
                  <c:v>0.7</c:v>
                </c:pt>
                <c:pt idx="55">
                  <c:v>0.75</c:v>
                </c:pt>
                <c:pt idx="56">
                  <c:v>0.8</c:v>
                </c:pt>
                <c:pt idx="57">
                  <c:v>0.85</c:v>
                </c:pt>
                <c:pt idx="58">
                  <c:v>0.9</c:v>
                </c:pt>
                <c:pt idx="59">
                  <c:v>0.95</c:v>
                </c:pt>
                <c:pt idx="60">
                  <c:v>1</c:v>
                </c:pt>
                <c:pt idx="61">
                  <c:v>1.05</c:v>
                </c:pt>
                <c:pt idx="62">
                  <c:v>1.1</c:v>
                </c:pt>
                <c:pt idx="63">
                  <c:v>1.15</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2.05</c:v>
                </c:pt>
                <c:pt idx="82">
                  <c:v>2.1</c:v>
                </c:pt>
                <c:pt idx="83">
                  <c:v>2.15</c:v>
                </c:pt>
                <c:pt idx="84">
                  <c:v>2.2</c:v>
                </c:pt>
                <c:pt idx="85">
                  <c:v>2.25</c:v>
                </c:pt>
                <c:pt idx="86">
                  <c:v>2.3</c:v>
                </c:pt>
                <c:pt idx="87">
                  <c:v>2.35</c:v>
                </c:pt>
                <c:pt idx="88">
                  <c:v>2.4</c:v>
                </c:pt>
                <c:pt idx="89">
                  <c:v>2.45</c:v>
                </c:pt>
                <c:pt idx="90">
                  <c:v>2.5</c:v>
                </c:pt>
                <c:pt idx="91">
                  <c:v>2.55</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-0.0499999999999998</c:v>
                </c:pt>
                <c:pt idx="62">
                  <c:v>-0.1</c:v>
                </c:pt>
                <c:pt idx="63">
                  <c:v>-0.15</c:v>
                </c:pt>
                <c:pt idx="64">
                  <c:v>-0.2</c:v>
                </c:pt>
                <c:pt idx="65">
                  <c:v>-0.25</c:v>
                </c:pt>
                <c:pt idx="66">
                  <c:v>-0.3</c:v>
                </c:pt>
                <c:pt idx="67">
                  <c:v>-0.35</c:v>
                </c:pt>
                <c:pt idx="68">
                  <c:v>-0.4</c:v>
                </c:pt>
                <c:pt idx="69">
                  <c:v>-0.45</c:v>
                </c:pt>
                <c:pt idx="70">
                  <c:v>-0.5</c:v>
                </c:pt>
                <c:pt idx="71">
                  <c:v>-0.55</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c:v>
                </c:pt>
                <c:pt idx="3">
                  <c:v>-4.35</c:v>
                </c:pt>
                <c:pt idx="4">
                  <c:v>-4.3</c:v>
                </c:pt>
                <c:pt idx="5">
                  <c:v>-4.25</c:v>
                </c:pt>
                <c:pt idx="6">
                  <c:v>-4.2</c:v>
                </c:pt>
                <c:pt idx="7">
                  <c:v>-4.15</c:v>
                </c:pt>
                <c:pt idx="8">
                  <c:v>-4.1</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-2.55</c:v>
                </c:pt>
                <c:pt idx="40">
                  <c:v>-2.5</c:v>
                </c:pt>
                <c:pt idx="41">
                  <c:v>-2.45</c:v>
                </c:pt>
                <c:pt idx="42">
                  <c:v>-2.4</c:v>
                </c:pt>
                <c:pt idx="43">
                  <c:v>-2.35</c:v>
                </c:pt>
                <c:pt idx="44">
                  <c:v>-2.3</c:v>
                </c:pt>
                <c:pt idx="45">
                  <c:v>-2.25</c:v>
                </c:pt>
                <c:pt idx="46">
                  <c:v>-2.2</c:v>
                </c:pt>
                <c:pt idx="47">
                  <c:v>-2.15</c:v>
                </c:pt>
                <c:pt idx="48">
                  <c:v>-2.1</c:v>
                </c:pt>
                <c:pt idx="49">
                  <c:v>-2.05</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-1.15</c:v>
                </c:pt>
                <c:pt idx="68">
                  <c:v>-1.1</c:v>
                </c:pt>
                <c:pt idx="69">
                  <c:v>-1.05</c:v>
                </c:pt>
                <c:pt idx="70">
                  <c:v>-1</c:v>
                </c:pt>
                <c:pt idx="71">
                  <c:v>-0.95</c:v>
                </c:pt>
                <c:pt idx="72">
                  <c:v>-0.9</c:v>
                </c:pt>
                <c:pt idx="73">
                  <c:v>-0.85</c:v>
                </c:pt>
                <c:pt idx="74">
                  <c:v>-0.8</c:v>
                </c:pt>
                <c:pt idx="75">
                  <c:v>-0.75</c:v>
                </c:pt>
                <c:pt idx="76">
                  <c:v>-0.7</c:v>
                </c:pt>
                <c:pt idx="77">
                  <c:v>-0.65</c:v>
                </c:pt>
                <c:pt idx="78">
                  <c:v>-0.6</c:v>
                </c:pt>
                <c:pt idx="79">
                  <c:v>-0.55</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c:v>
                </c:pt>
                <c:pt idx="102">
                  <c:v>0.6</c:v>
                </c:pt>
                <c:pt idx="103">
                  <c:v>0.65</c:v>
                </c:pt>
                <c:pt idx="104">
                  <c:v>0.7</c:v>
                </c:pt>
                <c:pt idx="105">
                  <c:v>0.75</c:v>
                </c:pt>
                <c:pt idx="106">
                  <c:v>0.8</c:v>
                </c:pt>
                <c:pt idx="107">
                  <c:v>0.85</c:v>
                </c:pt>
                <c:pt idx="108">
                  <c:v>0.9</c:v>
                </c:pt>
                <c:pt idx="109">
                  <c:v>0.95</c:v>
                </c:pt>
                <c:pt idx="110">
                  <c:v>1</c:v>
                </c:pt>
                <c:pt idx="111">
                  <c:v>1.05</c:v>
                </c:pt>
                <c:pt idx="112">
                  <c:v>1.1</c:v>
                </c:pt>
                <c:pt idx="113">
                  <c:v>1.15</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2.05</c:v>
                </c:pt>
                <c:pt idx="132">
                  <c:v>2.1</c:v>
                </c:pt>
                <c:pt idx="133">
                  <c:v>2.15</c:v>
                </c:pt>
                <c:pt idx="134">
                  <c:v>2.2</c:v>
                </c:pt>
                <c:pt idx="135">
                  <c:v>2.25</c:v>
                </c:pt>
                <c:pt idx="136">
                  <c:v>2.3</c:v>
                </c:pt>
                <c:pt idx="137">
                  <c:v>2.35</c:v>
                </c:pt>
                <c:pt idx="138">
                  <c:v>2.4</c:v>
                </c:pt>
                <c:pt idx="139">
                  <c:v>2.45</c:v>
                </c:pt>
                <c:pt idx="140">
                  <c:v>2.5</c:v>
                </c:pt>
                <c:pt idx="141">
                  <c:v>2.55</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4.1</c:v>
                </c:pt>
                <c:pt idx="173">
                  <c:v>4.15</c:v>
                </c:pt>
                <c:pt idx="174">
                  <c:v>4.2</c:v>
                </c:pt>
                <c:pt idx="175">
                  <c:v>4.25</c:v>
                </c:pt>
                <c:pt idx="176">
                  <c:v>4.3</c:v>
                </c:pt>
                <c:pt idx="177">
                  <c:v>4.35</c:v>
                </c:pt>
                <c:pt idx="178">
                  <c:v>4.4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0.0999999999999996</c:v>
                </c:pt>
                <c:pt idx="9">
                  <c:v>0.0499999999999998</c:v>
                </c:pt>
                <c:pt idx="10">
                  <c:v>0</c:v>
                </c:pt>
                <c:pt idx="11">
                  <c:v>-0.0499999999999998</c:v>
                </c:pt>
                <c:pt idx="12">
                  <c:v>-0.1</c:v>
                </c:pt>
                <c:pt idx="13">
                  <c:v>-0.15</c:v>
                </c:pt>
                <c:pt idx="14">
                  <c:v>-0.2</c:v>
                </c:pt>
                <c:pt idx="15">
                  <c:v>-0.25</c:v>
                </c:pt>
                <c:pt idx="16">
                  <c:v>-0.3</c:v>
                </c:pt>
                <c:pt idx="17">
                  <c:v>-0.35</c:v>
                </c:pt>
                <c:pt idx="18">
                  <c:v>-0.4</c:v>
                </c:pt>
                <c:pt idx="19">
                  <c:v>-0.45</c:v>
                </c:pt>
                <c:pt idx="20">
                  <c:v>-0.5</c:v>
                </c:pt>
                <c:pt idx="21">
                  <c:v>-0.55</c:v>
                </c:pt>
                <c:pt idx="22">
                  <c:v>-0.6</c:v>
                </c:pt>
                <c:pt idx="23">
                  <c:v>-0.65</c:v>
                </c:pt>
                <c:pt idx="24">
                  <c:v>-0.7</c:v>
                </c:pt>
                <c:pt idx="25">
                  <c:v>-0.75</c:v>
                </c:pt>
                <c:pt idx="26">
                  <c:v>-0.8</c:v>
                </c:pt>
                <c:pt idx="27">
                  <c:v>-0.85</c:v>
                </c:pt>
                <c:pt idx="28">
                  <c:v>-0.9</c:v>
                </c:pt>
                <c:pt idx="29">
                  <c:v>-0.95</c:v>
                </c:pt>
                <c:pt idx="30">
                  <c:v>-1</c:v>
                </c:pt>
                <c:pt idx="31">
                  <c:v>-1.05</c:v>
                </c:pt>
                <c:pt idx="32">
                  <c:v>-1.1</c:v>
                </c:pt>
                <c:pt idx="33">
                  <c:v>-1.15</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-2.05</c:v>
                </c:pt>
                <c:pt idx="52">
                  <c:v>-2.1</c:v>
                </c:pt>
                <c:pt idx="53">
                  <c:v>-2.15</c:v>
                </c:pt>
                <c:pt idx="54">
                  <c:v>-2.2</c:v>
                </c:pt>
                <c:pt idx="55">
                  <c:v>-2.25</c:v>
                </c:pt>
                <c:pt idx="56">
                  <c:v>-2.3</c:v>
                </c:pt>
                <c:pt idx="57">
                  <c:v>-2.35</c:v>
                </c:pt>
                <c:pt idx="58">
                  <c:v>-2.4</c:v>
                </c:pt>
                <c:pt idx="59">
                  <c:v>-2.45</c:v>
                </c:pt>
                <c:pt idx="60">
                  <c:v>-2.5</c:v>
                </c:pt>
                <c:pt idx="61">
                  <c:v>-2.55</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-2.55</c:v>
                </c:pt>
                <c:pt idx="80">
                  <c:v>-2.5</c:v>
                </c:pt>
                <c:pt idx="81">
                  <c:v>-2.45</c:v>
                </c:pt>
                <c:pt idx="82">
                  <c:v>-2.4</c:v>
                </c:pt>
                <c:pt idx="83">
                  <c:v>-2.35</c:v>
                </c:pt>
                <c:pt idx="84">
                  <c:v>-2.3</c:v>
                </c:pt>
                <c:pt idx="85">
                  <c:v>-2.25</c:v>
                </c:pt>
                <c:pt idx="86">
                  <c:v>-2.2</c:v>
                </c:pt>
                <c:pt idx="87">
                  <c:v>-2.15</c:v>
                </c:pt>
                <c:pt idx="88">
                  <c:v>-2.1</c:v>
                </c:pt>
                <c:pt idx="89">
                  <c:v>-2.05</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-1.15</c:v>
                </c:pt>
                <c:pt idx="108">
                  <c:v>-1.1</c:v>
                </c:pt>
                <c:pt idx="109">
                  <c:v>-1.05</c:v>
                </c:pt>
                <c:pt idx="110">
                  <c:v>-1</c:v>
                </c:pt>
                <c:pt idx="111">
                  <c:v>-0.95</c:v>
                </c:pt>
                <c:pt idx="112">
                  <c:v>-0.9</c:v>
                </c:pt>
                <c:pt idx="113">
                  <c:v>-0.85</c:v>
                </c:pt>
                <c:pt idx="114">
                  <c:v>-0.8</c:v>
                </c:pt>
                <c:pt idx="115">
                  <c:v>-0.75</c:v>
                </c:pt>
                <c:pt idx="116">
                  <c:v>-0.7</c:v>
                </c:pt>
                <c:pt idx="117">
                  <c:v>-0.65</c:v>
                </c:pt>
                <c:pt idx="118">
                  <c:v>-0.6</c:v>
                </c:pt>
                <c:pt idx="119">
                  <c:v>-0.55</c:v>
                </c:pt>
                <c:pt idx="120">
                  <c:v>-0.5</c:v>
                </c:pt>
                <c:pt idx="121">
                  <c:v>-0.45</c:v>
                </c:pt>
                <c:pt idx="122">
                  <c:v>-0.4</c:v>
                </c:pt>
                <c:pt idx="123">
                  <c:v>-0.35</c:v>
                </c:pt>
                <c:pt idx="124">
                  <c:v>-0.3</c:v>
                </c:pt>
                <c:pt idx="125">
                  <c:v>-0.25</c:v>
                </c:pt>
                <c:pt idx="126">
                  <c:v>-0.2</c:v>
                </c:pt>
                <c:pt idx="127">
                  <c:v>-0.15</c:v>
                </c:pt>
                <c:pt idx="128">
                  <c:v>-0.1</c:v>
                </c:pt>
                <c:pt idx="129">
                  <c:v>-0.0499999999999998</c:v>
                </c:pt>
                <c:pt idx="130">
                  <c:v>0</c:v>
                </c:pt>
                <c:pt idx="131">
                  <c:v>0.0499999999999998</c:v>
                </c:pt>
                <c:pt idx="132">
                  <c:v>0.1</c:v>
                </c:pt>
                <c:pt idx="133">
                  <c:v>0.15</c:v>
                </c:pt>
                <c:pt idx="134">
                  <c:v>0.2</c:v>
                </c:pt>
                <c:pt idx="135">
                  <c:v>0.25</c:v>
                </c:pt>
                <c:pt idx="136">
                  <c:v>0.3</c:v>
                </c:pt>
                <c:pt idx="137">
                  <c:v>0.35</c:v>
                </c:pt>
                <c:pt idx="138">
                  <c:v>0.4</c:v>
                </c:pt>
                <c:pt idx="139">
                  <c:v>0.45</c:v>
                </c:pt>
                <c:pt idx="140">
                  <c:v>0.5</c:v>
                </c:pt>
                <c:pt idx="141">
                  <c:v>0.55</c:v>
                </c:pt>
                <c:pt idx="142">
                  <c:v>0.6</c:v>
                </c:pt>
                <c:pt idx="143">
                  <c:v>0.65</c:v>
                </c:pt>
                <c:pt idx="144">
                  <c:v>0.7</c:v>
                </c:pt>
                <c:pt idx="145">
                  <c:v>0.75</c:v>
                </c:pt>
                <c:pt idx="146">
                  <c:v>0.8</c:v>
                </c:pt>
                <c:pt idx="147">
                  <c:v>0.85</c:v>
                </c:pt>
                <c:pt idx="148">
                  <c:v>0.9</c:v>
                </c:pt>
                <c:pt idx="149">
                  <c:v>0.95</c:v>
                </c:pt>
                <c:pt idx="150">
                  <c:v>1</c:v>
                </c:pt>
                <c:pt idx="151">
                  <c:v>1.05</c:v>
                </c:pt>
                <c:pt idx="152">
                  <c:v>1.1</c:v>
                </c:pt>
                <c:pt idx="153">
                  <c:v>1.15</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2.05</c:v>
                </c:pt>
                <c:pt idx="172">
                  <c:v>2.1</c:v>
                </c:pt>
                <c:pt idx="173">
                  <c:v>2.15</c:v>
                </c:pt>
                <c:pt idx="174">
                  <c:v>2.2</c:v>
                </c:pt>
                <c:pt idx="175">
                  <c:v>2.25</c:v>
                </c:pt>
                <c:pt idx="176">
                  <c:v>2.3</c:v>
                </c:pt>
                <c:pt idx="177">
                  <c:v>2.35</c:v>
                </c:pt>
                <c:pt idx="178">
                  <c:v>2.4</c:v>
                </c:pt>
                <c:pt idx="179">
                  <c:v>2.45</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c:v>
                </c:pt>
                <c:pt idx="3">
                  <c:v>-4.35</c:v>
                </c:pt>
                <c:pt idx="4">
                  <c:v>-4.3</c:v>
                </c:pt>
                <c:pt idx="5">
                  <c:v>-4.25</c:v>
                </c:pt>
                <c:pt idx="6">
                  <c:v>-4.2</c:v>
                </c:pt>
                <c:pt idx="7">
                  <c:v>-4.15</c:v>
                </c:pt>
                <c:pt idx="8">
                  <c:v>-4.1</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-2.55</c:v>
                </c:pt>
                <c:pt idx="40">
                  <c:v>-2.5</c:v>
                </c:pt>
                <c:pt idx="41">
                  <c:v>-2.45</c:v>
                </c:pt>
                <c:pt idx="42">
                  <c:v>-2.4</c:v>
                </c:pt>
                <c:pt idx="43">
                  <c:v>-2.35</c:v>
                </c:pt>
                <c:pt idx="44">
                  <c:v>-2.3</c:v>
                </c:pt>
                <c:pt idx="45">
                  <c:v>-2.25</c:v>
                </c:pt>
                <c:pt idx="46">
                  <c:v>-2.2</c:v>
                </c:pt>
                <c:pt idx="47">
                  <c:v>-2.15</c:v>
                </c:pt>
                <c:pt idx="48">
                  <c:v>-2.1</c:v>
                </c:pt>
                <c:pt idx="49">
                  <c:v>-2.05</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-1.15</c:v>
                </c:pt>
                <c:pt idx="68">
                  <c:v>-1.1</c:v>
                </c:pt>
                <c:pt idx="69">
                  <c:v>-1.05</c:v>
                </c:pt>
                <c:pt idx="70">
                  <c:v>-1</c:v>
                </c:pt>
                <c:pt idx="71">
                  <c:v>-0.95</c:v>
                </c:pt>
                <c:pt idx="72">
                  <c:v>-0.9</c:v>
                </c:pt>
                <c:pt idx="73">
                  <c:v>-0.85</c:v>
                </c:pt>
                <c:pt idx="74">
                  <c:v>-0.8</c:v>
                </c:pt>
                <c:pt idx="75">
                  <c:v>-0.75</c:v>
                </c:pt>
                <c:pt idx="76">
                  <c:v>-0.7</c:v>
                </c:pt>
                <c:pt idx="77">
                  <c:v>-0.65</c:v>
                </c:pt>
                <c:pt idx="78">
                  <c:v>-0.6</c:v>
                </c:pt>
                <c:pt idx="79">
                  <c:v>-0.55</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c:v>
                </c:pt>
                <c:pt idx="102">
                  <c:v>0.6</c:v>
                </c:pt>
                <c:pt idx="103">
                  <c:v>0.65</c:v>
                </c:pt>
                <c:pt idx="104">
                  <c:v>0.7</c:v>
                </c:pt>
                <c:pt idx="105">
                  <c:v>0.75</c:v>
                </c:pt>
                <c:pt idx="106">
                  <c:v>0.8</c:v>
                </c:pt>
                <c:pt idx="107">
                  <c:v>0.85</c:v>
                </c:pt>
                <c:pt idx="108">
                  <c:v>0.9</c:v>
                </c:pt>
                <c:pt idx="109">
                  <c:v>0.95</c:v>
                </c:pt>
                <c:pt idx="110">
                  <c:v>1</c:v>
                </c:pt>
                <c:pt idx="111">
                  <c:v>1.05</c:v>
                </c:pt>
                <c:pt idx="112">
                  <c:v>1.1</c:v>
                </c:pt>
                <c:pt idx="113">
                  <c:v>1.15</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2.05</c:v>
                </c:pt>
                <c:pt idx="132">
                  <c:v>2.1</c:v>
                </c:pt>
                <c:pt idx="133">
                  <c:v>2.15</c:v>
                </c:pt>
                <c:pt idx="134">
                  <c:v>2.2</c:v>
                </c:pt>
                <c:pt idx="135">
                  <c:v>2.25</c:v>
                </c:pt>
                <c:pt idx="136">
                  <c:v>2.3</c:v>
                </c:pt>
                <c:pt idx="137">
                  <c:v>2.35</c:v>
                </c:pt>
                <c:pt idx="138">
                  <c:v>2.4</c:v>
                </c:pt>
                <c:pt idx="139">
                  <c:v>2.45</c:v>
                </c:pt>
                <c:pt idx="140">
                  <c:v>2.5</c:v>
                </c:pt>
                <c:pt idx="141">
                  <c:v>2.55</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4.1</c:v>
                </c:pt>
                <c:pt idx="173">
                  <c:v>4.15</c:v>
                </c:pt>
                <c:pt idx="174">
                  <c:v>4.2</c:v>
                </c:pt>
                <c:pt idx="175">
                  <c:v>4.25</c:v>
                </c:pt>
                <c:pt idx="176">
                  <c:v>4.3</c:v>
                </c:pt>
                <c:pt idx="177">
                  <c:v>4.35</c:v>
                </c:pt>
                <c:pt idx="178">
                  <c:v>4.4</c:v>
                </c:pt>
                <c:pt idx="179">
                  <c:v>4.45</c:v>
                </c:pt>
                <c:pt idx="180">
                  <c:v>4.5</c:v>
                </c:pt>
              </c:numCache>
            </c:numRef>
          </c:xVal>
          <c:yVal>
            <c:numRef>
              <c:f>'Chart Data'!$D$2:$D$182</c:f>
              <c:numCache>
                <c:formatCode>General</c:formatCode>
                <c:ptCount val="181"/>
                <c:pt idx="0">
                  <c:v>2.5</c:v>
                </c:pt>
                <c:pt idx="1">
                  <c:v>2.45</c:v>
                </c:pt>
                <c:pt idx="2">
                  <c:v>2.4</c:v>
                </c:pt>
                <c:pt idx="3">
                  <c:v>2.35</c:v>
                </c:pt>
                <c:pt idx="4">
                  <c:v>2.3</c:v>
                </c:pt>
                <c:pt idx="5">
                  <c:v>2.25</c:v>
                </c:pt>
                <c:pt idx="6">
                  <c:v>2.2</c:v>
                </c:pt>
                <c:pt idx="7">
                  <c:v>2.15</c:v>
                </c:pt>
                <c:pt idx="8">
                  <c:v>2.1</c:v>
                </c:pt>
                <c:pt idx="9">
                  <c:v>2.05</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1.15</c:v>
                </c:pt>
                <c:pt idx="28">
                  <c:v>1.1</c:v>
                </c:pt>
                <c:pt idx="29">
                  <c:v>1.05</c:v>
                </c:pt>
                <c:pt idx="30">
                  <c:v>1</c:v>
                </c:pt>
                <c:pt idx="31">
                  <c:v>0.95</c:v>
                </c:pt>
                <c:pt idx="32">
                  <c:v>0.9</c:v>
                </c:pt>
                <c:pt idx="33">
                  <c:v>0.85</c:v>
                </c:pt>
                <c:pt idx="34">
                  <c:v>0.8</c:v>
                </c:pt>
                <c:pt idx="35">
                  <c:v>0.75</c:v>
                </c:pt>
                <c:pt idx="36">
                  <c:v>0.7</c:v>
                </c:pt>
                <c:pt idx="37">
                  <c:v>0.65</c:v>
                </c:pt>
                <c:pt idx="38">
                  <c:v>0.6</c:v>
                </c:pt>
                <c:pt idx="39">
                  <c:v>0.55</c:v>
                </c:pt>
                <c:pt idx="40">
                  <c:v>0.5</c:v>
                </c:pt>
                <c:pt idx="41">
                  <c:v>0.45</c:v>
                </c:pt>
                <c:pt idx="42">
                  <c:v>0.4</c:v>
                </c:pt>
                <c:pt idx="43">
                  <c:v>0.35</c:v>
                </c:pt>
                <c:pt idx="44">
                  <c:v>0.3</c:v>
                </c:pt>
                <c:pt idx="45">
                  <c:v>0.25</c:v>
                </c:pt>
                <c:pt idx="46">
                  <c:v>0.2</c:v>
                </c:pt>
                <c:pt idx="47">
                  <c:v>0.15</c:v>
                </c:pt>
                <c:pt idx="48">
                  <c:v>0.1</c:v>
                </c:pt>
                <c:pt idx="49">
                  <c:v>0.0499999999999998</c:v>
                </c:pt>
                <c:pt idx="50">
                  <c:v>0</c:v>
                </c:pt>
                <c:pt idx="51">
                  <c:v>-0.0499999999999998</c:v>
                </c:pt>
                <c:pt idx="52">
                  <c:v>-0.1</c:v>
                </c:pt>
                <c:pt idx="53">
                  <c:v>-0.15</c:v>
                </c:pt>
                <c:pt idx="54">
                  <c:v>-0.2</c:v>
                </c:pt>
                <c:pt idx="55">
                  <c:v>-0.25</c:v>
                </c:pt>
                <c:pt idx="56">
                  <c:v>-0.3</c:v>
                </c:pt>
                <c:pt idx="57">
                  <c:v>-0.35</c:v>
                </c:pt>
                <c:pt idx="58">
                  <c:v>-0.4</c:v>
                </c:pt>
                <c:pt idx="59">
                  <c:v>-0.45</c:v>
                </c:pt>
                <c:pt idx="60">
                  <c:v>-0.5</c:v>
                </c:pt>
                <c:pt idx="61">
                  <c:v>-0.55</c:v>
                </c:pt>
                <c:pt idx="62">
                  <c:v>-0.6</c:v>
                </c:pt>
                <c:pt idx="63">
                  <c:v>-0.65</c:v>
                </c:pt>
                <c:pt idx="64">
                  <c:v>-0.7</c:v>
                </c:pt>
                <c:pt idx="65">
                  <c:v>-0.75</c:v>
                </c:pt>
                <c:pt idx="66">
                  <c:v>-0.8</c:v>
                </c:pt>
                <c:pt idx="67">
                  <c:v>-0.85</c:v>
                </c:pt>
                <c:pt idx="68">
                  <c:v>-0.9</c:v>
                </c:pt>
                <c:pt idx="69">
                  <c:v>-0.95</c:v>
                </c:pt>
                <c:pt idx="70">
                  <c:v>-1</c:v>
                </c:pt>
                <c:pt idx="71">
                  <c:v>-1.05</c:v>
                </c:pt>
                <c:pt idx="72">
                  <c:v>-1.1</c:v>
                </c:pt>
                <c:pt idx="73">
                  <c:v>-1.15</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-2.05</c:v>
                </c:pt>
                <c:pt idx="92">
                  <c:v>-2.1</c:v>
                </c:pt>
                <c:pt idx="93">
                  <c:v>-2.15</c:v>
                </c:pt>
                <c:pt idx="94">
                  <c:v>-2.2</c:v>
                </c:pt>
                <c:pt idx="95">
                  <c:v>-2.25</c:v>
                </c:pt>
                <c:pt idx="96">
                  <c:v>-2.3</c:v>
                </c:pt>
                <c:pt idx="97">
                  <c:v>-2.35</c:v>
                </c:pt>
                <c:pt idx="98">
                  <c:v>-2.4</c:v>
                </c:pt>
                <c:pt idx="99">
                  <c:v>-2.45</c:v>
                </c:pt>
                <c:pt idx="100">
                  <c:v>-2.5</c:v>
                </c:pt>
                <c:pt idx="101">
                  <c:v>-2.55</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-2.55</c:v>
                </c:pt>
                <c:pt idx="120">
                  <c:v>-2.5</c:v>
                </c:pt>
                <c:pt idx="121">
                  <c:v>-2.45</c:v>
                </c:pt>
                <c:pt idx="122">
                  <c:v>-2.4</c:v>
                </c:pt>
                <c:pt idx="123">
                  <c:v>-2.35</c:v>
                </c:pt>
                <c:pt idx="124">
                  <c:v>-2.3</c:v>
                </c:pt>
                <c:pt idx="125">
                  <c:v>-2.25</c:v>
                </c:pt>
                <c:pt idx="126">
                  <c:v>-2.2</c:v>
                </c:pt>
                <c:pt idx="127">
                  <c:v>-2.15</c:v>
                </c:pt>
                <c:pt idx="128">
                  <c:v>-2.1</c:v>
                </c:pt>
                <c:pt idx="129">
                  <c:v>-2.05</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-1.15</c:v>
                </c:pt>
                <c:pt idx="148">
                  <c:v>-1.1</c:v>
                </c:pt>
                <c:pt idx="149">
                  <c:v>-1.05</c:v>
                </c:pt>
                <c:pt idx="150">
                  <c:v>-1</c:v>
                </c:pt>
                <c:pt idx="151">
                  <c:v>-0.95</c:v>
                </c:pt>
                <c:pt idx="152">
                  <c:v>-0.9</c:v>
                </c:pt>
                <c:pt idx="153">
                  <c:v>-0.85</c:v>
                </c:pt>
                <c:pt idx="154">
                  <c:v>-0.8</c:v>
                </c:pt>
                <c:pt idx="155">
                  <c:v>-0.75</c:v>
                </c:pt>
                <c:pt idx="156">
                  <c:v>-0.7</c:v>
                </c:pt>
                <c:pt idx="157">
                  <c:v>-0.65</c:v>
                </c:pt>
                <c:pt idx="158">
                  <c:v>-0.6</c:v>
                </c:pt>
                <c:pt idx="159">
                  <c:v>-0.55</c:v>
                </c:pt>
                <c:pt idx="160">
                  <c:v>-0.5</c:v>
                </c:pt>
                <c:pt idx="161">
                  <c:v>-0.45</c:v>
                </c:pt>
                <c:pt idx="162">
                  <c:v>-0.4</c:v>
                </c:pt>
                <c:pt idx="163">
                  <c:v>-0.35</c:v>
                </c:pt>
                <c:pt idx="164">
                  <c:v>-0.3</c:v>
                </c:pt>
                <c:pt idx="165">
                  <c:v>-0.25</c:v>
                </c:pt>
                <c:pt idx="166">
                  <c:v>-0.2</c:v>
                </c:pt>
                <c:pt idx="167">
                  <c:v>-0.15</c:v>
                </c:pt>
                <c:pt idx="168">
                  <c:v>-0.1</c:v>
                </c:pt>
                <c:pt idx="169">
                  <c:v>-0.0499999999999998</c:v>
                </c:pt>
                <c:pt idx="170">
                  <c:v>0</c:v>
                </c:pt>
                <c:pt idx="171">
                  <c:v>0.0499999999999998</c:v>
                </c:pt>
                <c:pt idx="172">
                  <c:v>0.0999999999999996</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1.8432</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1.8432</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9.8432</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9.8432</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1.8432</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9.8432</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c:v>
                </c:pt>
                <c:pt idx="4">
                  <c:v>-2.3856</c:v>
                </c:pt>
                <c:pt idx="5">
                  <c:v>-2.50848</c:v>
                </c:pt>
              </c:numCache>
            </c:numRef>
          </c:xVal>
          <c:yVal>
            <c:numRef>
              <c:f>'Chart Data'!$H$2:$H$7</c:f>
              <c:numCache>
                <c:formatCode>General</c:formatCode>
                <c:ptCount val="6"/>
                <c:pt idx="0">
                  <c:v>4.5</c:v>
                </c:pt>
                <c:pt idx="1">
                  <c:v>2.88</c:v>
                </c:pt>
                <c:pt idx="2">
                  <c:v>1.8432</c:v>
                </c:pt>
                <c:pt idx="3">
                  <c:v>1.179648</c:v>
                </c:pt>
                <c:pt idx="4">
                  <c:v>0.75497472</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c:v>
                </c:pt>
                <c:pt idx="3">
                  <c:v>-2.3856</c:v>
                </c:pt>
                <c:pt idx="4">
                  <c:v>-2.50848</c:v>
                </c:pt>
              </c:numCache>
            </c:numRef>
          </c:xVal>
          <c:yVal>
            <c:numRef>
              <c:f>'Chart Data'!$L$2:$L$6</c:f>
              <c:numCache>
                <c:formatCode>General</c:formatCode>
                <c:ptCount val="5"/>
                <c:pt idx="0">
                  <c:v>2.88</c:v>
                </c:pt>
                <c:pt idx="1">
                  <c:v>1.8432</c:v>
                </c:pt>
                <c:pt idx="2">
                  <c:v>1.179648</c:v>
                </c:pt>
                <c:pt idx="3">
                  <c:v>0.75497472</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c:v>
                </c:pt>
                <c:pt idx="4">
                  <c:v>2.3856</c:v>
                </c:pt>
                <c:pt idx="5">
                  <c:v>2.50848</c:v>
                </c:pt>
              </c:numCache>
            </c:numRef>
          </c:xVal>
          <c:yVal>
            <c:numRef>
              <c:f>'Chart Data'!$N$2:$N$7</c:f>
              <c:numCache>
                <c:formatCode>General</c:formatCode>
                <c:ptCount val="6"/>
                <c:pt idx="0">
                  <c:v>12.5</c:v>
                </c:pt>
                <c:pt idx="1">
                  <c:v>10.88</c:v>
                </c:pt>
                <c:pt idx="2">
                  <c:v>9.8432</c:v>
                </c:pt>
                <c:pt idx="3">
                  <c:v>9.179648</c:v>
                </c:pt>
                <c:pt idx="4">
                  <c:v>8.75497472</c:v>
                </c:pt>
                <c:pt idx="5">
                  <c:v>8.4831838208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c:v>
                </c:pt>
                <c:pt idx="3">
                  <c:v>2.3856</c:v>
                </c:pt>
                <c:pt idx="4">
                  <c:v>2.50848</c:v>
                </c:pt>
              </c:numCache>
            </c:numRef>
          </c:xVal>
          <c:yVal>
            <c:numRef>
              <c:f>'Chart Data'!$R$2:$R$6</c:f>
              <c:numCache>
                <c:formatCode>General</c:formatCode>
                <c:ptCount val="5"/>
                <c:pt idx="0">
                  <c:v>10.88</c:v>
                </c:pt>
                <c:pt idx="1">
                  <c:v>9.8432</c:v>
                </c:pt>
                <c:pt idx="2">
                  <c:v>9.179648</c:v>
                </c:pt>
                <c:pt idx="3">
                  <c:v>8.75497472</c:v>
                </c:pt>
                <c:pt idx="4">
                  <c:v>8.4831838208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c:v>
                </c:pt>
                <c:pt idx="4">
                  <c:v>-2.3856</c:v>
                </c:pt>
                <c:pt idx="5">
                  <c:v>-2.50848</c:v>
                </c:pt>
                <c:pt idx="6">
                  <c:v>-2.606784</c:v>
                </c:pt>
                <c:pt idx="7">
                  <c:v>-2.6854272</c:v>
                </c:pt>
                <c:pt idx="8">
                  <c:v>-2.74834176</c:v>
                </c:pt>
                <c:pt idx="9">
                  <c:v>-2.798673408</c:v>
                </c:pt>
                <c:pt idx="10">
                  <c:v>-2.8389387264</c:v>
                </c:pt>
              </c:numCache>
            </c:numRef>
          </c:xVal>
          <c:yVal>
            <c:numRef>
              <c:f>'Chart Data'!$H$2:$H$12</c:f>
              <c:numCache>
                <c:formatCode>General</c:formatCode>
                <c:ptCount val="11"/>
                <c:pt idx="0">
                  <c:v>4.5</c:v>
                </c:pt>
                <c:pt idx="1">
                  <c:v>2.88</c:v>
                </c:pt>
                <c:pt idx="2">
                  <c:v>1.8432</c:v>
                </c:pt>
                <c:pt idx="3">
                  <c:v>1.179648</c:v>
                </c:pt>
                <c:pt idx="4">
                  <c:v>0.75497472</c:v>
                </c:pt>
                <c:pt idx="5">
                  <c:v>0.4831838208</c:v>
                </c:pt>
                <c:pt idx="6">
                  <c:v>0.309237645312</c:v>
                </c:pt>
                <c:pt idx="7">
                  <c:v>0.19791209299968</c:v>
                </c:pt>
                <c:pt idx="8">
                  <c:v>0.126663739519795</c:v>
                </c:pt>
                <c:pt idx="9">
                  <c:v>0.081064793292669</c:v>
                </c:pt>
                <c:pt idx="10">
                  <c:v>0.0518814677073082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c:v>
                </c:pt>
                <c:pt idx="3">
                  <c:v>-2.3856</c:v>
                </c:pt>
                <c:pt idx="4">
                  <c:v>-2.50848</c:v>
                </c:pt>
                <c:pt idx="5">
                  <c:v>-2.606784</c:v>
                </c:pt>
                <c:pt idx="6">
                  <c:v>-2.6854272</c:v>
                </c:pt>
                <c:pt idx="7">
                  <c:v>-2.74834176</c:v>
                </c:pt>
                <c:pt idx="8">
                  <c:v>-2.798673408</c:v>
                </c:pt>
                <c:pt idx="9">
                  <c:v>-2.8389387264</c:v>
                </c:pt>
              </c:numCache>
            </c:numRef>
          </c:xVal>
          <c:yVal>
            <c:numRef>
              <c:f>'Chart Data'!$L$2:$L$11</c:f>
              <c:numCache>
                <c:formatCode>General</c:formatCode>
                <c:ptCount val="10"/>
                <c:pt idx="0">
                  <c:v>2.88</c:v>
                </c:pt>
                <c:pt idx="1">
                  <c:v>1.8432</c:v>
                </c:pt>
                <c:pt idx="2">
                  <c:v>1.179648</c:v>
                </c:pt>
                <c:pt idx="3">
                  <c:v>0.75497472</c:v>
                </c:pt>
                <c:pt idx="4">
                  <c:v>0.4831838208</c:v>
                </c:pt>
                <c:pt idx="5">
                  <c:v>0.309237645312</c:v>
                </c:pt>
                <c:pt idx="6">
                  <c:v>0.19791209299968</c:v>
                </c:pt>
                <c:pt idx="7">
                  <c:v>0.126663739519795</c:v>
                </c:pt>
                <c:pt idx="8">
                  <c:v>0.081064793292669</c:v>
                </c:pt>
                <c:pt idx="9">
                  <c:v>0.0518814677073082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c:v>
                </c:pt>
                <c:pt idx="4">
                  <c:v>2.3856</c:v>
                </c:pt>
                <c:pt idx="5">
                  <c:v>2.50848</c:v>
                </c:pt>
                <c:pt idx="6">
                  <c:v>2.606784</c:v>
                </c:pt>
                <c:pt idx="7">
                  <c:v>2.6854272</c:v>
                </c:pt>
                <c:pt idx="8">
                  <c:v>2.74834176</c:v>
                </c:pt>
                <c:pt idx="9">
                  <c:v>2.798673408</c:v>
                </c:pt>
                <c:pt idx="10">
                  <c:v>2.8389387264</c:v>
                </c:pt>
              </c:numCache>
            </c:numRef>
          </c:xVal>
          <c:yVal>
            <c:numRef>
              <c:f>'Chart Data'!$N$2:$N$12</c:f>
              <c:numCache>
                <c:formatCode>General</c:formatCode>
                <c:ptCount val="11"/>
                <c:pt idx="0">
                  <c:v>12.5</c:v>
                </c:pt>
                <c:pt idx="1">
                  <c:v>10.88</c:v>
                </c:pt>
                <c:pt idx="2">
                  <c:v>9.8432</c:v>
                </c:pt>
                <c:pt idx="3">
                  <c:v>9.179648</c:v>
                </c:pt>
                <c:pt idx="4">
                  <c:v>8.75497472</c:v>
                </c:pt>
                <c:pt idx="5">
                  <c:v>8.4831838208</c:v>
                </c:pt>
                <c:pt idx="6">
                  <c:v>8.309237645312</c:v>
                </c:pt>
                <c:pt idx="7">
                  <c:v>8.19791209299968</c:v>
                </c:pt>
                <c:pt idx="8">
                  <c:v>8.1266637395198</c:v>
                </c:pt>
                <c:pt idx="9">
                  <c:v>8.08106479329267</c:v>
                </c:pt>
                <c:pt idx="10">
                  <c:v>8.05188146770731</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c:v>
                </c:pt>
                <c:pt idx="3">
                  <c:v>2.3856</c:v>
                </c:pt>
                <c:pt idx="4">
                  <c:v>2.50848</c:v>
                </c:pt>
                <c:pt idx="5">
                  <c:v>2.606784</c:v>
                </c:pt>
                <c:pt idx="6">
                  <c:v>2.6854272</c:v>
                </c:pt>
                <c:pt idx="7">
                  <c:v>2.74834176</c:v>
                </c:pt>
                <c:pt idx="8">
                  <c:v>2.798673408</c:v>
                </c:pt>
                <c:pt idx="9">
                  <c:v>2.8389387264</c:v>
                </c:pt>
              </c:numCache>
            </c:numRef>
          </c:xVal>
          <c:yVal>
            <c:numRef>
              <c:f>'Chart Data'!$R$2:$R$11</c:f>
              <c:numCache>
                <c:formatCode>General</c:formatCode>
                <c:ptCount val="10"/>
                <c:pt idx="0">
                  <c:v>10.88</c:v>
                </c:pt>
                <c:pt idx="1">
                  <c:v>9.8432</c:v>
                </c:pt>
                <c:pt idx="2">
                  <c:v>9.179648</c:v>
                </c:pt>
                <c:pt idx="3">
                  <c:v>8.75497472</c:v>
                </c:pt>
                <c:pt idx="4">
                  <c:v>8.4831838208</c:v>
                </c:pt>
                <c:pt idx="5">
                  <c:v>8.309237645312</c:v>
                </c:pt>
                <c:pt idx="6">
                  <c:v>8.19791209299968</c:v>
                </c:pt>
                <c:pt idx="7">
                  <c:v>8.1266637395198</c:v>
                </c:pt>
                <c:pt idx="8">
                  <c:v>8.08106479329267</c:v>
                </c:pt>
                <c:pt idx="9">
                  <c:v>8.05188146770731</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-2.8389387264</c:v>
                </c:pt>
              </c:numCache>
            </c:numRef>
          </c:xVal>
          <c:yVal>
            <c:numRef>
              <c:f>'Chart Data'!$T$2:$T$2</c:f>
              <c:numCache>
                <c:formatCode>General</c:formatCode>
                <c:ptCount val="1"/>
                <c:pt idx="0">
                  <c:v>0.0518814677073082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2.8389387264</c:v>
                </c:pt>
              </c:numCache>
            </c:numRef>
          </c:xVal>
          <c:yVal>
            <c:numRef>
              <c:f>'Chart Data'!$V$2:$V$2</c:f>
              <c:numCache>
                <c:formatCode>General</c:formatCode>
                <c:ptCount val="1"/>
                <c:pt idx="0">
                  <c:v>8.05188146770731</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c:v>
                </c:pt>
                <c:pt idx="4">
                  <c:v>-2.3856</c:v>
                </c:pt>
                <c:pt idx="5">
                  <c:v>-2.50848</c:v>
                </c:pt>
                <c:pt idx="6">
                  <c:v>-2.606784</c:v>
                </c:pt>
                <c:pt idx="7">
                  <c:v>-2.6854272</c:v>
                </c:pt>
                <c:pt idx="8">
                  <c:v>-2.74834176</c:v>
                </c:pt>
                <c:pt idx="9">
                  <c:v>-2.798673408</c:v>
                </c:pt>
                <c:pt idx="10">
                  <c:v>-2.8389387264</c:v>
                </c:pt>
                <c:pt idx="11">
                  <c:v>-2.87115098112</c:v>
                </c:pt>
                <c:pt idx="12">
                  <c:v>-2.896920784896</c:v>
                </c:pt>
                <c:pt idx="13">
                  <c:v>-2.9175366279168</c:v>
                </c:pt>
                <c:pt idx="14">
                  <c:v>-2.93402930233344</c:v>
                </c:pt>
                <c:pt idx="15">
                  <c:v>-2.94722344186675</c:v>
                </c:pt>
                <c:pt idx="16">
                  <c:v>-2.9577787534934</c:v>
                </c:pt>
                <c:pt idx="17">
                  <c:v>-2.96622300279472</c:v>
                </c:pt>
                <c:pt idx="18">
                  <c:v>-2.97297840223578</c:v>
                </c:pt>
                <c:pt idx="19">
                  <c:v>-2.97838272178862</c:v>
                </c:pt>
                <c:pt idx="20">
                  <c:v>-2.9827061774309</c:v>
                </c:pt>
              </c:numCache>
            </c:numRef>
          </c:xVal>
          <c:yVal>
            <c:numRef>
              <c:f>'Chart Data'!$H$2:$H$22</c:f>
              <c:numCache>
                <c:formatCode>General</c:formatCode>
                <c:ptCount val="21"/>
                <c:pt idx="0">
                  <c:v>4.5</c:v>
                </c:pt>
                <c:pt idx="1">
                  <c:v>2.88</c:v>
                </c:pt>
                <c:pt idx="2">
                  <c:v>1.8432</c:v>
                </c:pt>
                <c:pt idx="3">
                  <c:v>1.179648</c:v>
                </c:pt>
                <c:pt idx="4">
                  <c:v>0.75497472</c:v>
                </c:pt>
                <c:pt idx="5">
                  <c:v>0.4831838208</c:v>
                </c:pt>
                <c:pt idx="6">
                  <c:v>0.309237645312</c:v>
                </c:pt>
                <c:pt idx="7">
                  <c:v>0.19791209299968</c:v>
                </c:pt>
                <c:pt idx="8">
                  <c:v>0.126663739519795</c:v>
                </c:pt>
                <c:pt idx="9">
                  <c:v>0.081064793292669</c:v>
                </c:pt>
                <c:pt idx="10">
                  <c:v>0.0518814677073082</c:v>
                </c:pt>
                <c:pt idx="11">
                  <c:v>0.0332041393326772</c:v>
                </c:pt>
                <c:pt idx="12">
                  <c:v>0.0212506491729134</c:v>
                </c:pt>
                <c:pt idx="13">
                  <c:v>1.36004154706646E-2</c:v>
                </c:pt>
                <c:pt idx="14">
                  <c:v>0.00870426590122537</c:v>
                </c:pt>
                <c:pt idx="15">
                  <c:v>0.00557073017678426</c:v>
                </c:pt>
                <c:pt idx="16">
                  <c:v>0.00356526731314195</c:v>
                </c:pt>
                <c:pt idx="17">
                  <c:v>0.00228177108041083</c:v>
                </c:pt>
                <c:pt idx="18">
                  <c:v>0.00146033349146292</c:v>
                </c:pt>
                <c:pt idx="19">
                  <c:v>0.000934613434536269</c:v>
                </c:pt>
                <c:pt idx="20">
                  <c:v>0.000598152598103206</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c:v>
                </c:pt>
                <c:pt idx="3">
                  <c:v>-2.3856</c:v>
                </c:pt>
                <c:pt idx="4">
                  <c:v>-2.50848</c:v>
                </c:pt>
                <c:pt idx="5">
                  <c:v>-2.606784</c:v>
                </c:pt>
                <c:pt idx="6">
                  <c:v>-2.6854272</c:v>
                </c:pt>
                <c:pt idx="7">
                  <c:v>-2.74834176</c:v>
                </c:pt>
                <c:pt idx="8">
                  <c:v>-2.798673408</c:v>
                </c:pt>
                <c:pt idx="9">
                  <c:v>-2.8389387264</c:v>
                </c:pt>
                <c:pt idx="10">
                  <c:v>-2.87115098112</c:v>
                </c:pt>
                <c:pt idx="11">
                  <c:v>-2.896920784896</c:v>
                </c:pt>
                <c:pt idx="12">
                  <c:v>-2.9175366279168</c:v>
                </c:pt>
                <c:pt idx="13">
                  <c:v>-2.93402930233344</c:v>
                </c:pt>
                <c:pt idx="14">
                  <c:v>-2.94722344186675</c:v>
                </c:pt>
                <c:pt idx="15">
                  <c:v>-2.9577787534934</c:v>
                </c:pt>
                <c:pt idx="16">
                  <c:v>-2.96622300279472</c:v>
                </c:pt>
                <c:pt idx="17">
                  <c:v>-2.97297840223578</c:v>
                </c:pt>
                <c:pt idx="18">
                  <c:v>-2.97838272178862</c:v>
                </c:pt>
                <c:pt idx="19">
                  <c:v>-2.9827061774309</c:v>
                </c:pt>
              </c:numCache>
            </c:numRef>
          </c:xVal>
          <c:yVal>
            <c:numRef>
              <c:f>'Chart Data'!$L$2:$L$21</c:f>
              <c:numCache>
                <c:formatCode>General</c:formatCode>
                <c:ptCount val="20"/>
                <c:pt idx="0">
                  <c:v>2.88</c:v>
                </c:pt>
                <c:pt idx="1">
                  <c:v>1.8432</c:v>
                </c:pt>
                <c:pt idx="2">
                  <c:v>1.179648</c:v>
                </c:pt>
                <c:pt idx="3">
                  <c:v>0.75497472</c:v>
                </c:pt>
                <c:pt idx="4">
                  <c:v>0.4831838208</c:v>
                </c:pt>
                <c:pt idx="5">
                  <c:v>0.309237645312</c:v>
                </c:pt>
                <c:pt idx="6">
                  <c:v>0.19791209299968</c:v>
                </c:pt>
                <c:pt idx="7">
                  <c:v>0.126663739519795</c:v>
                </c:pt>
                <c:pt idx="8">
                  <c:v>0.081064793292669</c:v>
                </c:pt>
                <c:pt idx="9">
                  <c:v>0.0518814677073082</c:v>
                </c:pt>
                <c:pt idx="10">
                  <c:v>0.0332041393326772</c:v>
                </c:pt>
                <c:pt idx="11">
                  <c:v>0.0212506491729134</c:v>
                </c:pt>
                <c:pt idx="12">
                  <c:v>1.36004154706646E-2</c:v>
                </c:pt>
                <c:pt idx="13">
                  <c:v>0.00870426590122537</c:v>
                </c:pt>
                <c:pt idx="14">
                  <c:v>0.00557073017678426</c:v>
                </c:pt>
                <c:pt idx="15">
                  <c:v>0.00356526731314195</c:v>
                </c:pt>
                <c:pt idx="16">
                  <c:v>0.00228177108041083</c:v>
                </c:pt>
                <c:pt idx="17">
                  <c:v>0.00146033349146292</c:v>
                </c:pt>
                <c:pt idx="18">
                  <c:v>0.000934613434536269</c:v>
                </c:pt>
                <c:pt idx="19">
                  <c:v>0.000598152598103206</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c:v>
                </c:pt>
                <c:pt idx="4">
                  <c:v>2.3856</c:v>
                </c:pt>
                <c:pt idx="5">
                  <c:v>2.50848</c:v>
                </c:pt>
                <c:pt idx="6">
                  <c:v>2.606784</c:v>
                </c:pt>
                <c:pt idx="7">
                  <c:v>2.6854272</c:v>
                </c:pt>
                <c:pt idx="8">
                  <c:v>2.74834176</c:v>
                </c:pt>
                <c:pt idx="9">
                  <c:v>2.798673408</c:v>
                </c:pt>
                <c:pt idx="10">
                  <c:v>2.8389387264</c:v>
                </c:pt>
                <c:pt idx="11">
                  <c:v>2.87115098112</c:v>
                </c:pt>
                <c:pt idx="12">
                  <c:v>2.896920784896</c:v>
                </c:pt>
                <c:pt idx="13">
                  <c:v>2.9175366279168</c:v>
                </c:pt>
                <c:pt idx="14">
                  <c:v>2.93402930233344</c:v>
                </c:pt>
                <c:pt idx="15">
                  <c:v>2.94722344186675</c:v>
                </c:pt>
                <c:pt idx="16">
                  <c:v>2.9577787534934</c:v>
                </c:pt>
                <c:pt idx="17">
                  <c:v>2.96622300279472</c:v>
                </c:pt>
                <c:pt idx="18">
                  <c:v>2.97297840223578</c:v>
                </c:pt>
                <c:pt idx="19">
                  <c:v>2.97838272178862</c:v>
                </c:pt>
                <c:pt idx="20">
                  <c:v>2.9827061774309</c:v>
                </c:pt>
              </c:numCache>
            </c:numRef>
          </c:xVal>
          <c:yVal>
            <c:numRef>
              <c:f>'Chart Data'!$N$2:$N$22</c:f>
              <c:numCache>
                <c:formatCode>General</c:formatCode>
                <c:ptCount val="21"/>
                <c:pt idx="0">
                  <c:v>12.5</c:v>
                </c:pt>
                <c:pt idx="1">
                  <c:v>10.88</c:v>
                </c:pt>
                <c:pt idx="2">
                  <c:v>9.8432</c:v>
                </c:pt>
                <c:pt idx="3">
                  <c:v>9.179648</c:v>
                </c:pt>
                <c:pt idx="4">
                  <c:v>8.75497472</c:v>
                </c:pt>
                <c:pt idx="5">
                  <c:v>8.4831838208</c:v>
                </c:pt>
                <c:pt idx="6">
                  <c:v>8.309237645312</c:v>
                </c:pt>
                <c:pt idx="7">
                  <c:v>8.19791209299968</c:v>
                </c:pt>
                <c:pt idx="8">
                  <c:v>8.1266637395198</c:v>
                </c:pt>
                <c:pt idx="9">
                  <c:v>8.08106479329267</c:v>
                </c:pt>
                <c:pt idx="10">
                  <c:v>8.05188146770731</c:v>
                </c:pt>
                <c:pt idx="11">
                  <c:v>8.03320413933268</c:v>
                </c:pt>
                <c:pt idx="12">
                  <c:v>8.02125064917291</c:v>
                </c:pt>
                <c:pt idx="13">
                  <c:v>8.01360041547066</c:v>
                </c:pt>
                <c:pt idx="14">
                  <c:v>8.00870426590123</c:v>
                </c:pt>
                <c:pt idx="15">
                  <c:v>8.00557073017678</c:v>
                </c:pt>
                <c:pt idx="16">
                  <c:v>8.00356526731314</c:v>
                </c:pt>
                <c:pt idx="17">
                  <c:v>8.00228177108041</c:v>
                </c:pt>
                <c:pt idx="18">
                  <c:v>8.00146033349146</c:v>
                </c:pt>
                <c:pt idx="19">
                  <c:v>8.00093461343454</c:v>
                </c:pt>
                <c:pt idx="20">
                  <c:v>8.0005981525981</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c:v>
                </c:pt>
                <c:pt idx="3">
                  <c:v>2.3856</c:v>
                </c:pt>
                <c:pt idx="4">
                  <c:v>2.50848</c:v>
                </c:pt>
                <c:pt idx="5">
                  <c:v>2.606784</c:v>
                </c:pt>
                <c:pt idx="6">
                  <c:v>2.6854272</c:v>
                </c:pt>
                <c:pt idx="7">
                  <c:v>2.74834176</c:v>
                </c:pt>
                <c:pt idx="8">
                  <c:v>2.798673408</c:v>
                </c:pt>
                <c:pt idx="9">
                  <c:v>2.8389387264</c:v>
                </c:pt>
                <c:pt idx="10">
                  <c:v>2.87115098112</c:v>
                </c:pt>
                <c:pt idx="11">
                  <c:v>2.896920784896</c:v>
                </c:pt>
                <c:pt idx="12">
                  <c:v>2.9175366279168</c:v>
                </c:pt>
                <c:pt idx="13">
                  <c:v>2.93402930233344</c:v>
                </c:pt>
                <c:pt idx="14">
                  <c:v>2.94722344186675</c:v>
                </c:pt>
                <c:pt idx="15">
                  <c:v>2.9577787534934</c:v>
                </c:pt>
                <c:pt idx="16">
                  <c:v>2.96622300279472</c:v>
                </c:pt>
                <c:pt idx="17">
                  <c:v>2.97297840223578</c:v>
                </c:pt>
                <c:pt idx="18">
                  <c:v>2.97838272178862</c:v>
                </c:pt>
                <c:pt idx="19">
                  <c:v>2.9827061774309</c:v>
                </c:pt>
              </c:numCache>
            </c:numRef>
          </c:xVal>
          <c:yVal>
            <c:numRef>
              <c:f>'Chart Data'!$R$2:$R$21</c:f>
              <c:numCache>
                <c:formatCode>General</c:formatCode>
                <c:ptCount val="20"/>
                <c:pt idx="0">
                  <c:v>10.88</c:v>
                </c:pt>
                <c:pt idx="1">
                  <c:v>9.8432</c:v>
                </c:pt>
                <c:pt idx="2">
                  <c:v>9.179648</c:v>
                </c:pt>
                <c:pt idx="3">
                  <c:v>8.75497472</c:v>
                </c:pt>
                <c:pt idx="4">
                  <c:v>8.4831838208</c:v>
                </c:pt>
                <c:pt idx="5">
                  <c:v>8.309237645312</c:v>
                </c:pt>
                <c:pt idx="6">
                  <c:v>8.19791209299968</c:v>
                </c:pt>
                <c:pt idx="7">
                  <c:v>8.1266637395198</c:v>
                </c:pt>
                <c:pt idx="8">
                  <c:v>8.08106479329267</c:v>
                </c:pt>
                <c:pt idx="9">
                  <c:v>8.05188146770731</c:v>
                </c:pt>
                <c:pt idx="10">
                  <c:v>8.03320413933268</c:v>
                </c:pt>
                <c:pt idx="11">
                  <c:v>8.02125064917291</c:v>
                </c:pt>
                <c:pt idx="12">
                  <c:v>8.01360041547066</c:v>
                </c:pt>
                <c:pt idx="13">
                  <c:v>8.00870426590123</c:v>
                </c:pt>
                <c:pt idx="14">
                  <c:v>8.00557073017678</c:v>
                </c:pt>
                <c:pt idx="15">
                  <c:v>8.00356526731314</c:v>
                </c:pt>
                <c:pt idx="16">
                  <c:v>8.00228177108041</c:v>
                </c:pt>
                <c:pt idx="17">
                  <c:v>8.00146033349146</c:v>
                </c:pt>
                <c:pt idx="18">
                  <c:v>8.00093461343454</c:v>
                </c:pt>
                <c:pt idx="19">
                  <c:v>8.0005981525981</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c:v>
                </c:pt>
              </c:numCache>
            </c:numRef>
          </c:xVal>
          <c:yVal>
            <c:numRef>
              <c:f>'Chart Data'!$T$2:$T$2</c:f>
              <c:numCache>
                <c:formatCode>General</c:formatCode>
                <c:ptCount val="1"/>
                <c:pt idx="0">
                  <c:v>0.000598152598103206</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c:v>
                </c:pt>
              </c:numCache>
            </c:numRef>
          </c:xVal>
          <c:yVal>
            <c:numRef>
              <c:f>'Chart Data'!$V$2:$V$2</c:f>
              <c:numCache>
                <c:formatCode>General</c:formatCode>
                <c:ptCount val="1"/>
                <c:pt idx="0">
                  <c:v>8.0005981525981</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c:v>
                </c:pt>
                <c:pt idx="1">
                  <c:v>0.915359081549213</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0.915359081549213</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c:v>
                </c:pt>
                <c:pt idx="1">
                  <c:v>2.91535908154921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0.915359081549213</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c:v>
                </c:pt>
              </c:numCache>
            </c:numRef>
          </c:xVal>
          <c:yVal>
            <c:numRef>
              <c:f>'Chart Data'!$H$2:$H$4</c:f>
              <c:numCache>
                <c:formatCode>General</c:formatCode>
                <c:ptCount val="3"/>
                <c:pt idx="0">
                  <c:v>1.05296671847266</c:v>
                </c:pt>
                <c:pt idx="1">
                  <c:v>0.915359081549213</c:v>
                </c:pt>
                <c:pt idx="2">
                  <c:v>0.818999686312374</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c:v>
                </c:pt>
              </c:numCache>
            </c:numRef>
          </c:xVal>
          <c:yVal>
            <c:numRef>
              <c:f>'Chart Data'!$L$2:$L$3</c:f>
              <c:numCache>
                <c:formatCode>General</c:formatCode>
                <c:ptCount val="2"/>
                <c:pt idx="0">
                  <c:v>0.915359081549213</c:v>
                </c:pt>
                <c:pt idx="1">
                  <c:v>0.818999686312374</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c:v>
                </c:pt>
              </c:numCache>
            </c:numRef>
          </c:xVal>
          <c:yVal>
            <c:numRef>
              <c:f>'Chart Data'!$N$2:$N$4</c:f>
              <c:numCache>
                <c:formatCode>General</c:formatCode>
                <c:ptCount val="3"/>
                <c:pt idx="0">
                  <c:v>3.05296671847266</c:v>
                </c:pt>
                <c:pt idx="1">
                  <c:v>2.91535908154921</c:v>
                </c:pt>
                <c:pt idx="2">
                  <c:v>2.81899968631237</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c:v>
                </c:pt>
              </c:numCache>
            </c:numRef>
          </c:xVal>
          <c:yVal>
            <c:numRef>
              <c:f>'Chart Data'!$R$2:$R$3</c:f>
              <c:numCache>
                <c:formatCode>General</c:formatCode>
                <c:ptCount val="2"/>
                <c:pt idx="0">
                  <c:v>2.91535908154921</c:v>
                </c:pt>
                <c:pt idx="1">
                  <c:v>2.81899968631237</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c:v>
                </c:pt>
              </c:numCache>
            </c:numRef>
          </c:xVal>
          <c:yVal>
            <c:numRef>
              <c:f>'Chart Data'!$T$2:$T$2</c:f>
              <c:numCache>
                <c:formatCode>General</c:formatCode>
                <c:ptCount val="1"/>
                <c:pt idx="0">
                  <c:v>0.818999686312374</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c:v>
                </c:pt>
              </c:numCache>
            </c:numRef>
          </c:xVal>
          <c:yVal>
            <c:numRef>
              <c:f>'Chart Data'!$V$2:$V$2</c:f>
              <c:numCache>
                <c:formatCode>General</c:formatCode>
                <c:ptCount val="1"/>
                <c:pt idx="0">
                  <c:v>2.81899968631237</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c:v>
                </c:pt>
                <c:pt idx="3">
                  <c:v>-2.19272448547277</c:v>
                </c:pt>
                <c:pt idx="4">
                  <c:v>-2.34822435115727</c:v>
                </c:pt>
                <c:pt idx="5">
                  <c:v>-2.47469633489384</c:v>
                </c:pt>
              </c:numCache>
            </c:numRef>
          </c:xVal>
          <c:yVal>
            <c:numRef>
              <c:f>'Chart Data'!$H$2:$H$7</c:f>
              <c:numCache>
                <c:formatCode>General</c:formatCode>
                <c:ptCount val="6"/>
                <c:pt idx="0">
                  <c:v>1.05296671847266</c:v>
                </c:pt>
                <c:pt idx="1">
                  <c:v>0.915359081549213</c:v>
                </c:pt>
                <c:pt idx="2">
                  <c:v>0.818999686312374</c:v>
                </c:pt>
                <c:pt idx="3">
                  <c:v>0.753369398360652</c:v>
                </c:pt>
                <c:pt idx="4">
                  <c:v>0.709505137237307</c:v>
                </c:pt>
                <c:pt idx="5">
                  <c:v>0.680550269654881</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c:v>
                </c:pt>
                <c:pt idx="2">
                  <c:v>-2.19272448547277</c:v>
                </c:pt>
                <c:pt idx="3">
                  <c:v>-2.34822435115727</c:v>
                </c:pt>
                <c:pt idx="4">
                  <c:v>-2.47469633489384</c:v>
                </c:pt>
              </c:numCache>
            </c:numRef>
          </c:xVal>
          <c:yVal>
            <c:numRef>
              <c:f>'Chart Data'!$L$2:$L$6</c:f>
              <c:numCache>
                <c:formatCode>General</c:formatCode>
                <c:ptCount val="5"/>
                <c:pt idx="0">
                  <c:v>0.915359081549213</c:v>
                </c:pt>
                <c:pt idx="1">
                  <c:v>0.818999686312374</c:v>
                </c:pt>
                <c:pt idx="2">
                  <c:v>0.753369398360652</c:v>
                </c:pt>
                <c:pt idx="3">
                  <c:v>0.709505137237307</c:v>
                </c:pt>
                <c:pt idx="4">
                  <c:v>0.680550269654881</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c:v>
                </c:pt>
                <c:pt idx="3">
                  <c:v>2.19272448547277</c:v>
                </c:pt>
                <c:pt idx="4">
                  <c:v>2.34822435115727</c:v>
                </c:pt>
                <c:pt idx="5">
                  <c:v>2.47469633489384</c:v>
                </c:pt>
              </c:numCache>
            </c:numRef>
          </c:xVal>
          <c:yVal>
            <c:numRef>
              <c:f>'Chart Data'!$N$2:$N$7</c:f>
              <c:numCache>
                <c:formatCode>General</c:formatCode>
                <c:ptCount val="6"/>
                <c:pt idx="0">
                  <c:v>3.05296671847266</c:v>
                </c:pt>
                <c:pt idx="1">
                  <c:v>2.91535908154921</c:v>
                </c:pt>
                <c:pt idx="2">
                  <c:v>2.81899968631237</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c:v>
                </c:pt>
                <c:pt idx="2">
                  <c:v>2.19272448547277</c:v>
                </c:pt>
                <c:pt idx="3">
                  <c:v>2.34822435115727</c:v>
                </c:pt>
                <c:pt idx="4">
                  <c:v>2.47469633489384</c:v>
                </c:pt>
              </c:numCache>
            </c:numRef>
          </c:xVal>
          <c:yVal>
            <c:numRef>
              <c:f>'Chart Data'!$R$2:$R$6</c:f>
              <c:numCache>
                <c:formatCode>General</c:formatCode>
                <c:ptCount val="5"/>
                <c:pt idx="0">
                  <c:v>2.91535908154921</c:v>
                </c:pt>
                <c:pt idx="1">
                  <c:v>2.81899968631237</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0.680550269654881</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numCache>
            </c:numRef>
          </c:xVal>
          <c:yVal>
            <c:numRef>
              <c:f>'Chart Data'!$H$2:$H$12</c:f>
              <c:numCache>
                <c:formatCode>General</c:formatCode>
                <c:ptCount val="11"/>
                <c:pt idx="0">
                  <c:v>1.05296671847266</c:v>
                </c:pt>
                <c:pt idx="1">
                  <c:v>0.915359081549213</c:v>
                </c:pt>
                <c:pt idx="2">
                  <c:v>0.818999686312374</c:v>
                </c:pt>
                <c:pt idx="3">
                  <c:v>0.753369398360652</c:v>
                </c:pt>
                <c:pt idx="4">
                  <c:v>0.709505137237307</c:v>
                </c:pt>
                <c:pt idx="5">
                  <c:v>0.680550269654881</c:v>
                </c:pt>
                <c:pt idx="6">
                  <c:v>0.661590047296636</c:v>
                </c:pt>
                <c:pt idx="7">
                  <c:v>0.649238429328861</c:v>
                </c:pt>
                <c:pt idx="8">
                  <c:v>0.641218579989309</c:v>
                </c:pt>
                <c:pt idx="9">
                  <c:v>0.636022386887178</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numCache>
            </c:numRef>
          </c:xVal>
          <c:yVal>
            <c:numRef>
              <c:f>'Chart Data'!$L$2:$L$11</c:f>
              <c:numCache>
                <c:formatCode>General</c:formatCode>
                <c:ptCount val="10"/>
                <c:pt idx="0">
                  <c:v>0.915359081549213</c:v>
                </c:pt>
                <c:pt idx="1">
                  <c:v>0.818999686312374</c:v>
                </c:pt>
                <c:pt idx="2">
                  <c:v>0.753369398360652</c:v>
                </c:pt>
                <c:pt idx="3">
                  <c:v>0.709505137237307</c:v>
                </c:pt>
                <c:pt idx="4">
                  <c:v>0.680550269654881</c:v>
                </c:pt>
                <c:pt idx="5">
                  <c:v>0.661590047296636</c:v>
                </c:pt>
                <c:pt idx="6">
                  <c:v>0.649238429328861</c:v>
                </c:pt>
                <c:pt idx="7">
                  <c:v>0.641218579989309</c:v>
                </c:pt>
                <c:pt idx="8">
                  <c:v>0.636022386887178</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numCache>
            </c:numRef>
          </c:xVal>
          <c:yVal>
            <c:numRef>
              <c:f>'Chart Data'!$N$2:$N$12</c:f>
              <c:numCache>
                <c:formatCode>General</c:formatCode>
                <c:ptCount val="11"/>
                <c:pt idx="0">
                  <c:v>3.05296671847266</c:v>
                </c:pt>
                <c:pt idx="1">
                  <c:v>2.91535908154921</c:v>
                </c:pt>
                <c:pt idx="2">
                  <c:v>2.81899968631237</c:v>
                </c:pt>
                <c:pt idx="3">
                  <c:v>2.75336939836065</c:v>
                </c:pt>
                <c:pt idx="4">
                  <c:v>2.70950513723731</c:v>
                </c:pt>
                <c:pt idx="5">
                  <c:v>2.68055026965488</c:v>
                </c:pt>
                <c:pt idx="6">
                  <c:v>2.66159004729664</c:v>
                </c:pt>
                <c:pt idx="7">
                  <c:v>2.64923842932886</c:v>
                </c:pt>
                <c:pt idx="8">
                  <c:v>2.64121857998931</c:v>
                </c:pt>
                <c:pt idx="9">
                  <c:v>2.63602238688718</c:v>
                </c:pt>
                <c:pt idx="10">
                  <c:v>2.63266028517605</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numCache>
            </c:numRef>
          </c:xVal>
          <c:yVal>
            <c:numRef>
              <c:f>'Chart Data'!$R$2:$R$11</c:f>
              <c:numCache>
                <c:formatCode>General</c:formatCode>
                <c:ptCount val="10"/>
                <c:pt idx="0">
                  <c:v>2.91535908154921</c:v>
                </c:pt>
                <c:pt idx="1">
                  <c:v>2.81899968631237</c:v>
                </c:pt>
                <c:pt idx="2">
                  <c:v>2.75336939836065</c:v>
                </c:pt>
                <c:pt idx="3">
                  <c:v>2.70950513723731</c:v>
                </c:pt>
                <c:pt idx="4">
                  <c:v>2.68055026965488</c:v>
                </c:pt>
                <c:pt idx="5">
                  <c:v>2.66159004729664</c:v>
                </c:pt>
                <c:pt idx="6">
                  <c:v>2.64923842932886</c:v>
                </c:pt>
                <c:pt idx="7">
                  <c:v>2.64121857998931</c:v>
                </c:pt>
                <c:pt idx="8">
                  <c:v>2.63602238688718</c:v>
                </c:pt>
                <c:pt idx="9">
                  <c:v>2.63266028517605</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2.63266028517605</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pt idx="11">
                  <c:v>-2.85799729143087</c:v>
                </c:pt>
                <c:pt idx="12">
                  <c:v>-2.88589983520808</c:v>
                </c:pt>
                <c:pt idx="13">
                  <c:v>-2.90832453524705</c:v>
                </c:pt>
                <c:pt idx="14">
                  <c:v>-2.92634448660014</c:v>
                </c:pt>
                <c:pt idx="15">
                  <c:v>-2.94082368593167</c:v>
                </c:pt>
                <c:pt idx="16">
                  <c:v>-2.95245723507269</c:v>
                </c:pt>
                <c:pt idx="17">
                  <c:v>-2.96180407720286</c:v>
                </c:pt>
                <c:pt idx="18">
                  <c:v>-2.96931352330434</c:v>
                </c:pt>
                <c:pt idx="19">
                  <c:v>-2.97534668067096</c:v>
                </c:pt>
                <c:pt idx="20">
                  <c:v>-2.98019372922176</c:v>
                </c:pt>
              </c:numCache>
            </c:numRef>
          </c:xVal>
          <c:yVal>
            <c:numRef>
              <c:f>'Chart Data'!$H$2:$H$22</c:f>
              <c:numCache>
                <c:formatCode>General</c:formatCode>
                <c:ptCount val="21"/>
                <c:pt idx="0">
                  <c:v>1.05296671847266</c:v>
                </c:pt>
                <c:pt idx="1">
                  <c:v>0.915359081549213</c:v>
                </c:pt>
                <c:pt idx="2">
                  <c:v>0.818999686312374</c:v>
                </c:pt>
                <c:pt idx="3">
                  <c:v>0.753369398360652</c:v>
                </c:pt>
                <c:pt idx="4">
                  <c:v>0.709505137237307</c:v>
                </c:pt>
                <c:pt idx="5">
                  <c:v>0.680550269654881</c:v>
                </c:pt>
                <c:pt idx="6">
                  <c:v>0.661590047296636</c:v>
                </c:pt>
                <c:pt idx="7">
                  <c:v>0.649238429328861</c:v>
                </c:pt>
                <c:pt idx="8">
                  <c:v>0.641218579989309</c:v>
                </c:pt>
                <c:pt idx="9">
                  <c:v>0.636022386887178</c:v>
                </c:pt>
                <c:pt idx="10">
                  <c:v>0.63266028517605</c:v>
                </c:pt>
                <c:pt idx="11">
                  <c:v>0.63048681114119</c:v>
                </c:pt>
                <c:pt idx="12">
                  <c:v>0.629082536575151</c:v>
                </c:pt>
                <c:pt idx="13">
                  <c:v>0.628175570551106</c:v>
                </c:pt>
                <c:pt idx="14">
                  <c:v>0.627589934584161</c:v>
                </c:pt>
                <c:pt idx="15">
                  <c:v>0.627211841705685</c:v>
                </c:pt>
                <c:pt idx="16">
                  <c:v>0.626967764797856</c:v>
                </c:pt>
                <c:pt idx="17">
                  <c:v>0.626810211526661</c:v>
                </c:pt>
                <c:pt idx="18">
                  <c:v>0.626708513989949</c:v>
                </c:pt>
                <c:pt idx="19">
                  <c:v>0.626642871959686</c:v>
                </c:pt>
                <c:pt idx="20">
                  <c:v>0.626600503156684</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pt idx="10">
                  <c:v>-2.85799729143087</c:v>
                </c:pt>
                <c:pt idx="11">
                  <c:v>-2.88589983520808</c:v>
                </c:pt>
                <c:pt idx="12">
                  <c:v>-2.90832453524705</c:v>
                </c:pt>
                <c:pt idx="13">
                  <c:v>-2.92634448660014</c:v>
                </c:pt>
                <c:pt idx="14">
                  <c:v>-2.94082368593167</c:v>
                </c:pt>
                <c:pt idx="15">
                  <c:v>-2.95245723507269</c:v>
                </c:pt>
                <c:pt idx="16">
                  <c:v>-2.96180407720286</c:v>
                </c:pt>
                <c:pt idx="17">
                  <c:v>-2.96931352330434</c:v>
                </c:pt>
                <c:pt idx="18">
                  <c:v>-2.97534668067096</c:v>
                </c:pt>
                <c:pt idx="19">
                  <c:v>-2.98019372922176</c:v>
                </c:pt>
              </c:numCache>
            </c:numRef>
          </c:xVal>
          <c:yVal>
            <c:numRef>
              <c:f>'Chart Data'!$L$2:$L$21</c:f>
              <c:numCache>
                <c:formatCode>General</c:formatCode>
                <c:ptCount val="20"/>
                <c:pt idx="0">
                  <c:v>0.915359081549213</c:v>
                </c:pt>
                <c:pt idx="1">
                  <c:v>0.818999686312374</c:v>
                </c:pt>
                <c:pt idx="2">
                  <c:v>0.753369398360652</c:v>
                </c:pt>
                <c:pt idx="3">
                  <c:v>0.709505137237307</c:v>
                </c:pt>
                <c:pt idx="4">
                  <c:v>0.680550269654881</c:v>
                </c:pt>
                <c:pt idx="5">
                  <c:v>0.661590047296636</c:v>
                </c:pt>
                <c:pt idx="6">
                  <c:v>0.649238429328861</c:v>
                </c:pt>
                <c:pt idx="7">
                  <c:v>0.641218579989309</c:v>
                </c:pt>
                <c:pt idx="8">
                  <c:v>0.636022386887178</c:v>
                </c:pt>
                <c:pt idx="9">
                  <c:v>0.63266028517605</c:v>
                </c:pt>
                <c:pt idx="10">
                  <c:v>0.63048681114119</c:v>
                </c:pt>
                <c:pt idx="11">
                  <c:v>0.629082536575151</c:v>
                </c:pt>
                <c:pt idx="12">
                  <c:v>0.628175570551106</c:v>
                </c:pt>
                <c:pt idx="13">
                  <c:v>0.627589934584161</c:v>
                </c:pt>
                <c:pt idx="14">
                  <c:v>0.627211841705685</c:v>
                </c:pt>
                <c:pt idx="15">
                  <c:v>0.626967764797856</c:v>
                </c:pt>
                <c:pt idx="16">
                  <c:v>0.626810211526661</c:v>
                </c:pt>
                <c:pt idx="17">
                  <c:v>0.626708513989949</c:v>
                </c:pt>
                <c:pt idx="18">
                  <c:v>0.626642871959686</c:v>
                </c:pt>
                <c:pt idx="19">
                  <c:v>0.626600503156684</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pt idx="11">
                  <c:v>2.85799729143087</c:v>
                </c:pt>
                <c:pt idx="12">
                  <c:v>2.88589983520808</c:v>
                </c:pt>
                <c:pt idx="13">
                  <c:v>2.90832453524705</c:v>
                </c:pt>
                <c:pt idx="14">
                  <c:v>2.92634448660014</c:v>
                </c:pt>
                <c:pt idx="15">
                  <c:v>2.94082368593167</c:v>
                </c:pt>
                <c:pt idx="16">
                  <c:v>2.95245723507269</c:v>
                </c:pt>
                <c:pt idx="17">
                  <c:v>2.96180407720286</c:v>
                </c:pt>
                <c:pt idx="18">
                  <c:v>2.96931352330434</c:v>
                </c:pt>
                <c:pt idx="19">
                  <c:v>2.97534668067096</c:v>
                </c:pt>
                <c:pt idx="20">
                  <c:v>2.98019372922176</c:v>
                </c:pt>
              </c:numCache>
            </c:numRef>
          </c:xVal>
          <c:yVal>
            <c:numRef>
              <c:f>'Chart Data'!$N$2:$N$22</c:f>
              <c:numCache>
                <c:formatCode>General</c:formatCode>
                <c:ptCount val="21"/>
                <c:pt idx="0">
                  <c:v>3.05296671847266</c:v>
                </c:pt>
                <c:pt idx="1">
                  <c:v>2.91535908154921</c:v>
                </c:pt>
                <c:pt idx="2">
                  <c:v>2.81899968631237</c:v>
                </c:pt>
                <c:pt idx="3">
                  <c:v>2.75336939836065</c:v>
                </c:pt>
                <c:pt idx="4">
                  <c:v>2.70950513723731</c:v>
                </c:pt>
                <c:pt idx="5">
                  <c:v>2.68055026965488</c:v>
                </c:pt>
                <c:pt idx="6">
                  <c:v>2.66159004729664</c:v>
                </c:pt>
                <c:pt idx="7">
                  <c:v>2.64923842932886</c:v>
                </c:pt>
                <c:pt idx="8">
                  <c:v>2.64121857998931</c:v>
                </c:pt>
                <c:pt idx="9">
                  <c:v>2.63602238688718</c:v>
                </c:pt>
                <c:pt idx="10">
                  <c:v>2.63266028517605</c:v>
                </c:pt>
                <c:pt idx="11">
                  <c:v>2.63048681114119</c:v>
                </c:pt>
                <c:pt idx="12">
                  <c:v>2.62908253657515</c:v>
                </c:pt>
                <c:pt idx="13">
                  <c:v>2.62817557055111</c:v>
                </c:pt>
                <c:pt idx="14">
                  <c:v>2.62758993458416</c:v>
                </c:pt>
                <c:pt idx="15">
                  <c:v>2.62721184170568</c:v>
                </c:pt>
                <c:pt idx="16">
                  <c:v>2.62696776479786</c:v>
                </c:pt>
                <c:pt idx="17">
                  <c:v>2.62681021152666</c:v>
                </c:pt>
                <c:pt idx="18">
                  <c:v>2.62670851398995</c:v>
                </c:pt>
                <c:pt idx="19">
                  <c:v>2.62664287195969</c:v>
                </c:pt>
                <c:pt idx="20">
                  <c:v>2.62660050315668</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pt idx="10">
                  <c:v>2.85799729143087</c:v>
                </c:pt>
                <c:pt idx="11">
                  <c:v>2.88589983520808</c:v>
                </c:pt>
                <c:pt idx="12">
                  <c:v>2.90832453524705</c:v>
                </c:pt>
                <c:pt idx="13">
                  <c:v>2.92634448660014</c:v>
                </c:pt>
                <c:pt idx="14">
                  <c:v>2.94082368593167</c:v>
                </c:pt>
                <c:pt idx="15">
                  <c:v>2.95245723507269</c:v>
                </c:pt>
                <c:pt idx="16">
                  <c:v>2.96180407720286</c:v>
                </c:pt>
                <c:pt idx="17">
                  <c:v>2.96931352330434</c:v>
                </c:pt>
                <c:pt idx="18">
                  <c:v>2.97534668067096</c:v>
                </c:pt>
                <c:pt idx="19">
                  <c:v>2.98019372922176</c:v>
                </c:pt>
              </c:numCache>
            </c:numRef>
          </c:xVal>
          <c:yVal>
            <c:numRef>
              <c:f>'Chart Data'!$R$2:$R$21</c:f>
              <c:numCache>
                <c:formatCode>General</c:formatCode>
                <c:ptCount val="20"/>
                <c:pt idx="0">
                  <c:v>2.91535908154921</c:v>
                </c:pt>
                <c:pt idx="1">
                  <c:v>2.81899968631237</c:v>
                </c:pt>
                <c:pt idx="2">
                  <c:v>2.75336939836065</c:v>
                </c:pt>
                <c:pt idx="3">
                  <c:v>2.70950513723731</c:v>
                </c:pt>
                <c:pt idx="4">
                  <c:v>2.68055026965488</c:v>
                </c:pt>
                <c:pt idx="5">
                  <c:v>2.66159004729664</c:v>
                </c:pt>
                <c:pt idx="6">
                  <c:v>2.64923842932886</c:v>
                </c:pt>
                <c:pt idx="7">
                  <c:v>2.64121857998931</c:v>
                </c:pt>
                <c:pt idx="8">
                  <c:v>2.63602238688718</c:v>
                </c:pt>
                <c:pt idx="9">
                  <c:v>2.63266028517605</c:v>
                </c:pt>
                <c:pt idx="10">
                  <c:v>2.63048681114119</c:v>
                </c:pt>
                <c:pt idx="11">
                  <c:v>2.62908253657515</c:v>
                </c:pt>
                <c:pt idx="12">
                  <c:v>2.62817557055111</c:v>
                </c:pt>
                <c:pt idx="13">
                  <c:v>2.62758993458416</c:v>
                </c:pt>
                <c:pt idx="14">
                  <c:v>2.62721184170568</c:v>
                </c:pt>
                <c:pt idx="15">
                  <c:v>2.62696776479786</c:v>
                </c:pt>
                <c:pt idx="16">
                  <c:v>2.62681021152666</c:v>
                </c:pt>
                <c:pt idx="17">
                  <c:v>2.62670851398995</c:v>
                </c:pt>
                <c:pt idx="18">
                  <c:v>2.62664287195969</c:v>
                </c:pt>
                <c:pt idx="19">
                  <c:v>2.62660050315668</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c:v>
                </c:pt>
              </c:numCache>
            </c:numRef>
          </c:xVal>
          <c:yVal>
            <c:numRef>
              <c:f>'Chart Data'!$T$2:$T$2</c:f>
              <c:numCache>
                <c:formatCode>General</c:formatCode>
                <c:ptCount val="1"/>
                <c:pt idx="0">
                  <c:v>0.626600503156684</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c:v>
                </c:pt>
              </c:numCache>
            </c:numRef>
          </c:xVal>
          <c:yVal>
            <c:numRef>
              <c:f>'Chart Data'!$V$2:$V$2</c:f>
              <c:numCache>
                <c:formatCode>General</c:formatCode>
                <c:ptCount val="1"/>
                <c:pt idx="0">
                  <c:v>2.62660050315668</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681.png"/><Relationship Id="rId18" Type="http://schemas.openxmlformats.org/officeDocument/2006/relationships/image" Target="../media/image730.png"/><Relationship Id="rId3" Type="http://schemas.openxmlformats.org/officeDocument/2006/relationships/image" Target="../media/image25.png"/><Relationship Id="rId21" Type="http://schemas.openxmlformats.org/officeDocument/2006/relationships/image" Target="../media/image760.png"/><Relationship Id="rId7" Type="http://schemas.openxmlformats.org/officeDocument/2006/relationships/image" Target="../media/image620.png"/><Relationship Id="rId12" Type="http://schemas.openxmlformats.org/officeDocument/2006/relationships/image" Target="../media/image671.png"/><Relationship Id="rId17" Type="http://schemas.openxmlformats.org/officeDocument/2006/relationships/image" Target="../media/image720.png"/><Relationship Id="rId2" Type="http://schemas.openxmlformats.org/officeDocument/2006/relationships/notesSlide" Target="../notesSlides/notesSlide10.xml"/><Relationship Id="rId16" Type="http://schemas.openxmlformats.org/officeDocument/2006/relationships/image" Target="../media/image710.png"/><Relationship Id="rId20" Type="http://schemas.openxmlformats.org/officeDocument/2006/relationships/image" Target="../media/image750.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27.png"/><Relationship Id="rId24" Type="http://schemas.openxmlformats.org/officeDocument/2006/relationships/image" Target="../media/image28.png"/><Relationship Id="rId5" Type="http://schemas.openxmlformats.org/officeDocument/2006/relationships/image" Target="../media/image600.png"/><Relationship Id="rId15" Type="http://schemas.openxmlformats.org/officeDocument/2006/relationships/image" Target="../media/image700.png"/><Relationship Id="rId23" Type="http://schemas.openxmlformats.org/officeDocument/2006/relationships/image" Target="../media/image780.png"/><Relationship Id="rId10" Type="http://schemas.openxmlformats.org/officeDocument/2006/relationships/image" Target="../media/image26.png"/><Relationship Id="rId19" Type="http://schemas.openxmlformats.org/officeDocument/2006/relationships/image" Target="../media/image740.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690.png"/><Relationship Id="rId22" Type="http://schemas.openxmlformats.org/officeDocument/2006/relationships/image" Target="../media/image770.png"/></Relationships>
</file>

<file path=ppt/slides/_rels/slide11.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820.png"/><Relationship Id="rId18" Type="http://schemas.openxmlformats.org/officeDocument/2006/relationships/image" Target="../media/image86.png"/><Relationship Id="rId3" Type="http://schemas.openxmlformats.org/officeDocument/2006/relationships/image" Target="../media/image48.png"/><Relationship Id="rId21" Type="http://schemas.openxmlformats.org/officeDocument/2006/relationships/image" Target="../media/image88.png"/><Relationship Id="rId7" Type="http://schemas.openxmlformats.org/officeDocument/2006/relationships/image" Target="../media/image620.png"/><Relationship Id="rId12" Type="http://schemas.openxmlformats.org/officeDocument/2006/relationships/image" Target="../media/image810.png"/><Relationship Id="rId17" Type="http://schemas.openxmlformats.org/officeDocument/2006/relationships/image" Target="../media/image85.png"/><Relationship Id="rId25" Type="http://schemas.openxmlformats.org/officeDocument/2006/relationships/image" Target="../media/image29.png"/><Relationship Id="rId2" Type="http://schemas.openxmlformats.org/officeDocument/2006/relationships/notesSlide" Target="../notesSlides/notesSlide11.xml"/><Relationship Id="rId16" Type="http://schemas.openxmlformats.org/officeDocument/2006/relationships/image" Target="../media/image84.png"/><Relationship Id="rId20" Type="http://schemas.openxmlformats.org/officeDocument/2006/relationships/image" Target="../media/image750.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27.png"/><Relationship Id="rId24" Type="http://schemas.openxmlformats.org/officeDocument/2006/relationships/image" Target="../media/image91.png"/><Relationship Id="rId5" Type="http://schemas.openxmlformats.org/officeDocument/2006/relationships/image" Target="../media/image600.png"/><Relationship Id="rId15" Type="http://schemas.openxmlformats.org/officeDocument/2006/relationships/image" Target="../media/image700.png"/><Relationship Id="rId23" Type="http://schemas.openxmlformats.org/officeDocument/2006/relationships/image" Target="../media/image90.png"/><Relationship Id="rId10" Type="http://schemas.openxmlformats.org/officeDocument/2006/relationships/image" Target="../media/image26.png"/><Relationship Id="rId19" Type="http://schemas.openxmlformats.org/officeDocument/2006/relationships/image" Target="../media/image87.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830.png"/><Relationship Id="rId22" Type="http://schemas.openxmlformats.org/officeDocument/2006/relationships/image" Target="../media/image89.png"/></Relationships>
</file>

<file path=ppt/slides/_rels/slide12.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96.png"/><Relationship Id="rId18" Type="http://schemas.openxmlformats.org/officeDocument/2006/relationships/image" Target="../media/image101.png"/><Relationship Id="rId26" Type="http://schemas.openxmlformats.org/officeDocument/2006/relationships/image" Target="../media/image31.png"/><Relationship Id="rId3" Type="http://schemas.openxmlformats.org/officeDocument/2006/relationships/image" Target="../media/image48.png"/><Relationship Id="rId21" Type="http://schemas.openxmlformats.org/officeDocument/2006/relationships/image" Target="../media/image104.png"/><Relationship Id="rId7" Type="http://schemas.openxmlformats.org/officeDocument/2006/relationships/image" Target="../media/image620.png"/><Relationship Id="rId12" Type="http://schemas.openxmlformats.org/officeDocument/2006/relationships/image" Target="../media/image95.png"/><Relationship Id="rId17" Type="http://schemas.openxmlformats.org/officeDocument/2006/relationships/image" Target="../media/image100.png"/><Relationship Id="rId25" Type="http://schemas.openxmlformats.org/officeDocument/2006/relationships/image" Target="../media/image108.png"/><Relationship Id="rId2" Type="http://schemas.openxmlformats.org/officeDocument/2006/relationships/notesSlide" Target="../notesSlides/notesSlide12.xml"/><Relationship Id="rId16" Type="http://schemas.openxmlformats.org/officeDocument/2006/relationships/image" Target="../media/image99.png"/><Relationship Id="rId20" Type="http://schemas.openxmlformats.org/officeDocument/2006/relationships/image" Target="../media/image103.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30.png"/><Relationship Id="rId24" Type="http://schemas.openxmlformats.org/officeDocument/2006/relationships/image" Target="../media/image107.png"/><Relationship Id="rId5" Type="http://schemas.openxmlformats.org/officeDocument/2006/relationships/image" Target="../media/image600.png"/><Relationship Id="rId15" Type="http://schemas.openxmlformats.org/officeDocument/2006/relationships/image" Target="../media/image98.png"/><Relationship Id="rId23" Type="http://schemas.openxmlformats.org/officeDocument/2006/relationships/image" Target="../media/image106.png"/><Relationship Id="rId10" Type="http://schemas.openxmlformats.org/officeDocument/2006/relationships/image" Target="../media/image292.png"/><Relationship Id="rId19" Type="http://schemas.openxmlformats.org/officeDocument/2006/relationships/image" Target="../media/image102.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97.png"/><Relationship Id="rId22" Type="http://schemas.openxmlformats.org/officeDocument/2006/relationships/image" Target="../media/image105.png"/></Relationships>
</file>

<file path=ppt/slides/_rels/slide13.xml.rels><?xml version="1.0" encoding="UTF-8" standalone="yes"?>
<Relationships xmlns="http://schemas.openxmlformats.org/package/2006/relationships"><Relationship Id="rId8" Type="http://schemas.openxmlformats.org/officeDocument/2006/relationships/image" Target="../media/image115.png"/><Relationship Id="rId13" Type="http://schemas.openxmlformats.org/officeDocument/2006/relationships/image" Target="../media/image120.png"/><Relationship Id="rId3" Type="http://schemas.openxmlformats.org/officeDocument/2006/relationships/image" Target="../media/image110.png"/><Relationship Id="rId7" Type="http://schemas.openxmlformats.org/officeDocument/2006/relationships/image" Target="../media/image114.png"/><Relationship Id="rId12" Type="http://schemas.openxmlformats.org/officeDocument/2006/relationships/image" Target="../media/image7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118.png"/><Relationship Id="rId5" Type="http://schemas.openxmlformats.org/officeDocument/2006/relationships/image" Target="../media/image112.png"/><Relationship Id="rId10" Type="http://schemas.openxmlformats.org/officeDocument/2006/relationships/image" Target="../media/image117.png"/><Relationship Id="rId4" Type="http://schemas.openxmlformats.org/officeDocument/2006/relationships/image" Target="../media/image111.png"/><Relationship Id="rId9" Type="http://schemas.openxmlformats.org/officeDocument/2006/relationships/image" Target="../media/image116.png"/></Relationships>
</file>

<file path=ppt/slides/_rels/slide14.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png"/><Relationship Id="rId7" Type="http://schemas.openxmlformats.org/officeDocument/2006/relationships/image" Target="../media/image34.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5" Type="http://schemas.openxmlformats.org/officeDocument/2006/relationships/image" Target="../media/image42.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0.png"/><Relationship Id="rId7" Type="http://schemas.openxmlformats.org/officeDocument/2006/relationships/image" Target="../media/image8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511.png"/><Relationship Id="rId9" Type="http://schemas.openxmlformats.org/officeDocument/2006/relationships/image" Target="../media/image71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65.png"/><Relationship Id="rId7" Type="http://schemas.openxmlformats.org/officeDocument/2006/relationships/image" Target="../media/image77.png"/><Relationship Id="rId2" Type="http://schemas.openxmlformats.org/officeDocument/2006/relationships/image" Target="../media/image64.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94.png"/><Relationship Id="rId7" Type="http://schemas.openxmlformats.org/officeDocument/2006/relationships/image" Target="../media/image65.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23.png"/><Relationship Id="rId11" Type="http://schemas.openxmlformats.org/officeDocument/2006/relationships/image" Target="../media/image124.png"/><Relationship Id="rId5" Type="http://schemas.openxmlformats.org/officeDocument/2006/relationships/image" Target="../media/image122.png"/><Relationship Id="rId10" Type="http://schemas.openxmlformats.org/officeDocument/2006/relationships/image" Target="../media/image73.png"/><Relationship Id="rId4" Type="http://schemas.openxmlformats.org/officeDocument/2006/relationships/image" Target="../media/image119.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37.png"/><Relationship Id="rId5" Type="http://schemas.openxmlformats.org/officeDocument/2006/relationships/image" Target="../media/image136.png"/><Relationship Id="rId4" Type="http://schemas.openxmlformats.org/officeDocument/2006/relationships/image" Target="../media/image128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4.png"/><Relationship Id="rId3" Type="http://schemas.openxmlformats.org/officeDocument/2006/relationships/image" Target="../media/image142.png"/><Relationship Id="rId7" Type="http://schemas.openxmlformats.org/officeDocument/2006/relationships/image" Target="../media/image14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6.xml"/><Relationship Id="rId10" Type="http://schemas.openxmlformats.org/officeDocument/2006/relationships/image" Target="../media/image146.png"/><Relationship Id="rId4" Type="http://schemas.openxmlformats.org/officeDocument/2006/relationships/image" Target="../media/image1320.png"/><Relationship Id="rId9" Type="http://schemas.openxmlformats.org/officeDocument/2006/relationships/image" Target="../media/image145.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401.png"/><Relationship Id="rId3" Type="http://schemas.openxmlformats.org/officeDocument/2006/relationships/image" Target="../media/image1380.png"/><Relationship Id="rId7" Type="http://schemas.openxmlformats.org/officeDocument/2006/relationships/image" Target="../media/image139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30.png"/><Relationship Id="rId5" Type="http://schemas.openxmlformats.org/officeDocument/2006/relationships/image" Target="../media/image122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8.png"/></Relationships>
</file>

<file path=ppt/slides/_rels/slide33.xml.rels><?xml version="1.0" encoding="UTF-8" standalone="yes"?>
<Relationships xmlns="http://schemas.openxmlformats.org/package/2006/relationships"><Relationship Id="rId8" Type="http://schemas.openxmlformats.org/officeDocument/2006/relationships/image" Target="../media/image153.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10.png"/><Relationship Id="rId4" Type="http://schemas.openxmlformats.org/officeDocument/2006/relationships/chart" Target="../charts/chart9.xml"/><Relationship Id="rId9" Type="http://schemas.openxmlformats.org/officeDocument/2006/relationships/image" Target="../media/image15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51.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460.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8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layers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lang="en-GB">
                <a:solidFill>
                  <a:srgbClr val="526276"/>
                </a:solidFill>
                <a:latin typeface="DejaVu Sans"/>
                <a:ea typeface="DejaVu Sans"/>
                <a:cs typeface="DejaVu Sans"/>
              </a:rPr>
              <a:t>So far, we have </a:t>
            </a:r>
            <a:r>
              <a:rPr sz="2175" b="0" dirty="0" lang="en-GB">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sz="2175" b="0" dirty="0" lang="en-GB">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anchor="ctr" wrap="none" lIns="0" rIns="0" tIns="0" bIns="0">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9357" b="-1462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anchor="ctr" wrap="none" lIns="0" rIns="0" tIns="0" bIns="0">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FAA1A12-B2AF-4CD6-8CEE-82D01D1B5A5D}"/>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4"/>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5"/>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C6E2E72B-0E4F-45DB-A003-7C46C135758F}"/>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dirty="0" err="1">
                <a:solidFill>
                  <a:srgbClr val="526276"/>
                </a:solidFill>
                <a:latin typeface="DejaVu Sans"/>
                <a:ea typeface="DejaVu Sans"/>
                <a:cs typeface="DejaVu Sans"/>
              </a:rPr>
              <a:t>Preactivations</a:t>
            </a:r>
            <a:endParaRPr sz="1875" b="1" dirty="0">
              <a:solidFill>
                <a:srgbClr val="526276"/>
              </a:solidFill>
              <a:latin typeface="DejaVu Sans"/>
              <a:ea typeface="DejaVu Sans"/>
              <a:cs typeface="DejaVu Sans"/>
            </a:endParaRPr>
          </a:p>
        </p:txBody>
      </p:sp>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xmlns:a14="http://schemas.microsoft.com/office/drawing/2010/main">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sz="1875" b="1" dirty="0">
              <a:solidFill>
                <a:srgbClr val="087F83"/>
              </a:solidFill>
              <a:latin typeface="DejaVu Sans"/>
              <a:ea typeface="DejaVu Sans"/>
              <a:cs typeface="DejaVu Sans"/>
            </a:endParaRPr>
          </a:p>
        </p:txBody>
      </p:sp>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p>
        </p:txBody>
      </p:sp>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334500" y="1943100"/>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sz="1875" b="1">
                <a:solidFill>
                  <a:srgbClr val="C45C28"/>
                </a:solidFill>
                <a:latin typeface="DejaVu Sans"/>
                <a:ea typeface="DejaVu Sans"/>
                <a:cs typeface="DejaVu Sans"/>
              </a:rPr>
              <a:t>Output</a:t>
            </a:r>
          </a:p>
        </p:txBody>
      </p:sp>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4"/>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6"/>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8"/>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0"/>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𝑓</m:t>
                      </m:r>
                      <m:d>
                        <m:dPr>
                          <m:ctrlPr>
                            <a:rPr lang="en-GB" sz="2400" i="1" smtClean="0">
                              <a:solidFill>
                                <a:srgbClr val="087F83"/>
                              </a:solidFill>
                              <a:latin typeface="Cambria Math" panose="02040503050406030204" pitchFamily="18" charset="0"/>
                              <a:ea typeface="Cambria Math"/>
                              <a:cs typeface="Cambria Math"/>
                            </a:rPr>
                          </m:ctrlPr>
                        </m:dPr>
                        <m:e>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1,2</m:t>
                              </m:r>
                            </m:e>
                          </m:d>
                        </m:e>
                      </m:d>
                      <m:r>
                        <a:rPr lang="en-GB" sz="2400" smtClean="0">
                          <a:solidFill>
                            <a:srgbClr val="087F83"/>
                          </a:solidFill>
                          <a:latin typeface="Cambria Math"/>
                          <a:ea typeface="Cambria Math"/>
                          <a:cs typeface="Cambria Math"/>
                        </a:rPr>
                        <m:t>=0</m:t>
                      </m:r>
                      <m:r>
                        <a:rPr lang="it-IT" sz="2400" b="0" i="1" smtClean="0">
                          <a:solidFill>
                            <a:srgbClr val="087F83"/>
                          </a:solidFill>
                          <a:latin typeface="Cambria Math" panose="02040503050406030204" pitchFamily="18" charset="0"/>
                          <a:ea typeface="Cambria Math"/>
                          <a:cs typeface="Cambria Math"/>
                        </a:rPr>
                        <m:t>⋅</m:t>
                      </m:r>
                      <m:r>
                        <a:rPr lang="en-GB" sz="2400">
                          <a:solidFill>
                            <a:srgbClr val="087F83"/>
                          </a:solidFill>
                          <a:latin typeface="Cambria Math"/>
                          <a:ea typeface="Cambria Math"/>
                          <a:cs typeface="Cambria Math"/>
                        </a:rPr>
                        <m:t>(2)+3</m:t>
                      </m:r>
                      <m:r>
                        <a:rPr lang="it-IT" sz="2400" i="1">
                          <a:solidFill>
                            <a:srgbClr val="087F83"/>
                          </a:solidFill>
                          <a:latin typeface="Cambria Math" panose="02040503050406030204" pitchFamily="18" charset="0"/>
                          <a:ea typeface="Cambria Math"/>
                          <a:cs typeface="Cambria Math"/>
                        </a:rPr>
                        <m:t>⋅</m:t>
                      </m:r>
                      <m:r>
                        <a:rPr lang="en-GB" sz="2400">
                          <a:solidFill>
                            <a:srgbClr val="087F83"/>
                          </a:solidFill>
                          <a:latin typeface="Cambria Math"/>
                          <a:ea typeface="Cambria Math"/>
                          <a:cs typeface="Cambria Math"/>
                        </a:rPr>
                        <m:t>(−1)+1</m:t>
                      </m:r>
                      <m:r>
                        <a:rPr lang="it-IT" sz="2400" i="1">
                          <a:solidFill>
                            <a:srgbClr val="087F83"/>
                          </a:solidFill>
                          <a:latin typeface="Cambria Math" panose="02040503050406030204" pitchFamily="18" charset="0"/>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r>
                        <a:rPr lang="en-GB" sz="2400">
                          <a:solidFill>
                            <a:srgbClr val="087F83"/>
                          </a:solidFill>
                          <a:latin typeface="Cambria Math"/>
                          <a:ea typeface="Cambria Math"/>
                          <a:cs typeface="Cambria Math"/>
                        </a:rPr>
                        <m:t>−1=−</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7</m:t>
                          </m:r>
                        </m:num>
                        <m:den>
                          <m:r>
                            <a:rPr lang="en-GB" sz="2400">
                              <a:solidFill>
                                <a:srgbClr val="087F83"/>
                              </a:solidFill>
                              <a:latin typeface="Cambria Math"/>
                              <a:ea typeface="Cambria Math"/>
                              <a:cs typeface="Cambria Math"/>
                            </a:rPr>
                            <m:t>2</m:t>
                          </m:r>
                        </m:den>
                      </m:f>
                    </m:oMath>
                  </m:oMathPara>
                </a14:m>
                <a:endParaRPr lang="en-GB" sz="2400" dirty="0"/>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2"/>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 </a:t>
            </a:r>
            <a:r>
              <a:rPr lang="it-IT" sz="2100" dirty="0" err="1">
                <a:solidFill>
                  <a:srgbClr val="FF0000"/>
                </a:solidFill>
                <a:latin typeface="DejaVu Sans"/>
                <a:ea typeface="DejaVu Sans"/>
                <a:cs typeface="DejaVu Sans"/>
              </a:rPr>
              <a:t>neuron</a:t>
            </a:r>
            <a:r>
              <a:rPr lang="it-IT" sz="2100" dirty="0">
                <a:solidFill>
                  <a:srgbClr val="526276"/>
                </a:solidFill>
                <a:latin typeface="DejaVu Sans"/>
                <a:ea typeface="DejaVu Sans"/>
                <a:cs typeface="DejaVu Sans"/>
              </a:rPr>
              <a:t> </a:t>
            </a:r>
            <a:r>
              <a:rPr sz="2100" dirty="0">
                <a:solidFill>
                  <a:srgbClr val="526276"/>
                </a:solidFill>
                <a:latin typeface="DejaVu Sans"/>
                <a:ea typeface="DejaVu Sans"/>
                <a:cs typeface="DejaVu Sans"/>
              </a:rPr>
              <a:t>computes </a:t>
            </a:r>
            <a:r>
              <a:rPr sz="2100" dirty="0">
                <a:solidFill>
                  <a:srgbClr val="FF0000"/>
                </a:solidFill>
                <a:latin typeface="DejaVu Sans"/>
                <a:ea typeface="DejaVu Sans"/>
                <a:cs typeface="DejaVu Sans"/>
              </a:rPr>
              <a:t>one feature value</a:t>
            </a:r>
            <a:r>
              <a:rPr sz="2100" dirty="0">
                <a:solidFill>
                  <a:srgbClr val="526276"/>
                </a:solidFill>
                <a:latin typeface="DejaVu Sans"/>
                <a:ea typeface="DejaVu Sans"/>
                <a:cs typeface="DejaVu Sans"/>
              </a:rPr>
              <a:t>. It forms a </a:t>
            </a:r>
            <a:r>
              <a:rPr sz="2100" dirty="0">
                <a:solidFill>
                  <a:srgbClr val="FF0000"/>
                </a:solidFill>
                <a:latin typeface="DejaVu Sans"/>
                <a:ea typeface="DejaVu Sans"/>
                <a:cs typeface="DejaVu Sans"/>
              </a:rPr>
              <a:t>weighted sum</a:t>
            </a:r>
            <a:r>
              <a:rPr sz="2100" dirty="0">
                <a:solidFill>
                  <a:srgbClr val="526276"/>
                </a:solidFill>
                <a:latin typeface="DejaVu Sans"/>
                <a:ea typeface="DejaVu Sans"/>
                <a:cs typeface="DejaVu Sans"/>
              </a:rPr>
              <a:t>,</a:t>
            </a:r>
          </a:p>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adds a </a:t>
            </a:r>
            <a:r>
              <a:rPr sz="2100" dirty="0">
                <a:solidFill>
                  <a:srgbClr val="FF0000"/>
                </a:solidFill>
                <a:latin typeface="DejaVu Sans"/>
                <a:ea typeface="DejaVu Sans"/>
                <a:cs typeface="DejaVu Sans"/>
              </a:rPr>
              <a:t>bias</a:t>
            </a:r>
            <a:r>
              <a:rPr sz="2100" dirty="0">
                <a:solidFill>
                  <a:srgbClr val="526276"/>
                </a:solidFill>
                <a:latin typeface="DejaVu Sans"/>
                <a:ea typeface="DejaVu Sans"/>
                <a:cs typeface="DejaVu Sans"/>
              </a:rPr>
              <a:t> and applies an </a:t>
            </a:r>
            <a:r>
              <a:rPr sz="2100" dirty="0">
                <a:solidFill>
                  <a:srgbClr val="FF0000"/>
                </a:solidFill>
                <a:latin typeface="DejaVu Sans"/>
                <a:ea typeface="DejaVu Sans"/>
                <a:cs typeface="DejaVu Sans"/>
              </a:rPr>
              <a:t>activation function</a:t>
            </a:r>
            <a:r>
              <a:rPr sz="2100" dirty="0">
                <a:solidFill>
                  <a:srgbClr val="526276"/>
                </a:solidFill>
                <a:latin typeface="DejaVu Sans"/>
                <a:ea typeface="DejaVu Sans"/>
                <a:cs typeface="DejaVu Sans"/>
              </a:rPr>
              <a:t>. Here we use </a:t>
            </a:r>
            <a:r>
              <a:rPr sz="2100" dirty="0" err="1">
                <a:solidFill>
                  <a:srgbClr val="526276"/>
                </a:solidFill>
                <a:latin typeface="DejaVu Sans"/>
                <a:ea typeface="DejaVu Sans"/>
                <a:cs typeface="DejaVu Sans"/>
              </a:rPr>
              <a:t>ReLU</a:t>
            </a:r>
            <a:r>
              <a:rPr sz="2100" dirty="0">
                <a:solidFill>
                  <a:srgbClr val="526276"/>
                </a:solidFill>
                <a:latin typeface="DejaVu Sans"/>
                <a:ea typeface="DejaVu Sans"/>
                <a:cs typeface="DejaVu Sans"/>
              </a:rPr>
              <a:t>.</a:t>
            </a:r>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666750" y="6019800"/>
            <a:ext cx="10858500" cy="4191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Each horizontal row </a:t>
            </a:r>
            <a:r>
              <a:rPr lang="it-IT" sz="2100" b="1" dirty="0" err="1">
                <a:solidFill>
                  <a:srgbClr val="182D45"/>
                </a:solidFill>
                <a:latin typeface="DejaVu Sans"/>
                <a:ea typeface="DejaVu Sans"/>
                <a:cs typeface="DejaVu Sans"/>
              </a:rPr>
              <a:t>represents</a:t>
            </a:r>
            <a:r>
              <a:rPr lang="it-IT" sz="2100" b="1" dirty="0">
                <a:solidFill>
                  <a:srgbClr val="182D45"/>
                </a:solidFill>
                <a:latin typeface="DejaVu Sans"/>
                <a:ea typeface="DejaVu Sans"/>
                <a:cs typeface="DejaVu Sans"/>
              </a:rPr>
              <a:t> a </a:t>
            </a:r>
            <a:r>
              <a:rPr lang="it-IT" sz="2100" b="1" dirty="0" err="1">
                <a:solidFill>
                  <a:srgbClr val="FF0000"/>
                </a:solidFill>
                <a:latin typeface="DejaVu Sans"/>
                <a:ea typeface="DejaVu Sans"/>
                <a:cs typeface="DejaVu Sans"/>
              </a:rPr>
              <a:t>neuron</a:t>
            </a:r>
            <a:r>
              <a:rPr sz="2100" b="1" dirty="0">
                <a:solidFill>
                  <a:srgbClr val="182D45"/>
                </a:solidFill>
                <a:latin typeface="DejaVu Sans"/>
                <a:ea typeface="DejaVu Sans"/>
                <a:cs typeface="DejaVu Sans"/>
              </a:rPr>
              <a:t>.</a:t>
            </a:r>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523875" y="1009650"/>
            <a:ext cx="11144250" cy="44767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highlighted row shows the complete calculation of </a:t>
            </a:r>
            <a:r>
              <a:rPr lang="it-IT" sz="2100" dirty="0">
                <a:solidFill>
                  <a:srgbClr val="526276"/>
                </a:solidFill>
                <a:latin typeface="DejaVu Sans"/>
                <a:ea typeface="DejaVu Sans"/>
                <a:cs typeface="DejaVu Sans"/>
              </a:rPr>
              <a:t>the </a:t>
            </a:r>
            <a:r>
              <a:rPr lang="it-IT" sz="2100" dirty="0">
                <a:solidFill>
                  <a:srgbClr val="FF0000"/>
                </a:solidFill>
                <a:latin typeface="DejaVu Sans"/>
                <a:ea typeface="DejaVu Sans"/>
                <a:cs typeface="DejaVu Sans"/>
              </a:rPr>
              <a:t>first </a:t>
            </a:r>
            <a:r>
              <a:rPr sz="2100" b="0" dirty="0">
                <a:solidFill>
                  <a:srgbClr val="FF0000"/>
                </a:solidFill>
                <a:latin typeface="DejaVu Sans"/>
                <a:ea typeface="DejaVu Sans"/>
                <a:cs typeface="DejaVu Sans"/>
              </a:rPr>
              <a:t>neuron</a:t>
            </a:r>
            <a:r>
              <a:rPr sz="2100" b="0" dirty="0">
                <a:solidFill>
                  <a:srgbClr val="526276"/>
                </a:solidFill>
                <a:latin typeface="DejaVu Sans"/>
                <a:ea typeface="DejaVu Sans"/>
                <a:cs typeface="DejaVu Sans"/>
              </a:rPr>
              <a:t>.</a:t>
            </a:r>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weighted sum, preactivation and activation belong to the same neuron.</a:t>
            </a:r>
          </a:p>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These three neurons receive the same input.</a:t>
            </a:r>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Once we have the</a:t>
            </a:r>
            <a:r>
              <a:rPr lang="it-IT" sz="2175" b="0" dirty="0">
                <a:solidFill>
                  <a:srgbClr val="526276"/>
                </a:solidFill>
                <a:latin typeface="DejaVu Sans"/>
                <a:ea typeface="DejaVu Sans"/>
                <a:cs typeface="DejaVu Sans"/>
              </a:rPr>
              <a:t> outputs of the </a:t>
            </a:r>
            <a:r>
              <a:rPr lang="it-IT" sz="2175" b="0" dirty="0" err="1">
                <a:solidFill>
                  <a:srgbClr val="526276"/>
                </a:solidFill>
                <a:latin typeface="DejaVu Sans"/>
                <a:ea typeface="DejaVu Sans"/>
                <a:cs typeface="DejaVu Sans"/>
              </a:rPr>
              <a:t>neurons</a:t>
            </a:r>
            <a:r>
              <a:rPr sz="2175" b="0" dirty="0">
                <a:solidFill>
                  <a:srgbClr val="526276"/>
                </a:solidFill>
                <a:latin typeface="DejaVu Sans"/>
                <a:ea typeface="DejaVu Sans"/>
                <a:cs typeface="DejaVu Sans"/>
              </a:rPr>
              <a:t>,</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form a </a:t>
            </a:r>
            <a:r>
              <a:rPr sz="2175" b="0" dirty="0">
                <a:solidFill>
                  <a:srgbClr val="FF0000"/>
                </a:solidFill>
                <a:latin typeface="DejaVu Sans"/>
                <a:ea typeface="DejaVu Sans"/>
                <a:cs typeface="DejaVu Sans"/>
              </a:rPr>
              <a:t>weighted sum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and add </a:t>
            </a:r>
            <a:r>
              <a:rPr lang="it-IT" sz="2175" dirty="0">
                <a:solidFill>
                  <a:srgbClr val="526276"/>
                </a:solidFill>
                <a:latin typeface="DejaVu Sans"/>
                <a:ea typeface="DejaVu Sans"/>
                <a:cs typeface="DejaVu Sans"/>
              </a:rPr>
              <a:t>a</a:t>
            </a:r>
            <a:r>
              <a:rPr lang="it-IT"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bias</a:t>
            </a:r>
            <a:r>
              <a:rPr lang="it-IT" sz="2175" b="0" dirty="0">
                <a:solidFill>
                  <a:srgbClr val="526276"/>
                </a:solidFill>
                <a:latin typeface="DejaVu Sans"/>
                <a:ea typeface="DejaVu Sans"/>
                <a:cs typeface="DejaVu Sans"/>
              </a:rPr>
              <a:t>, to </a:t>
            </a:r>
            <a:r>
              <a:rPr lang="it-IT" sz="2175" b="0" dirty="0" err="1">
                <a:solidFill>
                  <a:srgbClr val="526276"/>
                </a:solidFill>
                <a:latin typeface="DejaVu Sans"/>
                <a:ea typeface="DejaVu Sans"/>
                <a:cs typeface="DejaVu Sans"/>
              </a:rPr>
              <a:t>obtain</a:t>
            </a:r>
            <a:r>
              <a:rPr lang="it-IT" sz="2175" b="0" dirty="0">
                <a:solidFill>
                  <a:srgbClr val="526276"/>
                </a:solidFill>
                <a:latin typeface="DejaVu Sans"/>
                <a:ea typeface="DejaVu Sans"/>
                <a:cs typeface="DejaVu Sans"/>
              </a:rPr>
              <a:t> the output</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a:solidFill>
                      <a:srgbClr val="526276"/>
                    </a:solidFill>
                    <a:latin typeface="DejaVu Sans"/>
                  </a:rPr>
                  <a:t>A hidden layer groups neurons receiving the same input row.</a:t>
                </a:r>
                <a:endParaRPr lang="en-GB" sz="2025"/>
              </a:p>
              <a:p>
                <a:pPr algn="ctr">
                  <a:lnSpc>
                    <a:spcPts val="2550"/>
                  </a:lnSpc>
                </a:pPr>
                <a:r>
                  <a:rPr lang="en-GB" sz="2025" b="0">
                    <a:solidFill>
                      <a:srgbClr val="526276"/>
                    </a:solidFill>
                    <a:latin typeface="DejaVu Sans"/>
                  </a:rPr>
                  <a:t>Its </a:t>
                </a:r>
                <a:r>
                  <a:rPr lang="en-GB" sz="2025" b="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a:solidFill>
                      <a:srgbClr val="526276"/>
                    </a:solidFill>
                    <a:latin typeface="DejaVu Sans"/>
                  </a:rPr>
                  <a:t>.</a:t>
                </a:r>
                <a:endParaRPr lang="en-GB" sz="2025"/>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p:sp xmlns:a14="http://schemas.microsoft.com/office/drawing/2010/main">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anchor="ctr" wrap="none" vertOverflow="overflow" horzOverflow="overflow" lIns="0" rIns="0" tIns="0" bIns="0">
            <a:noAutofit/>
          </a:bodyPr>
          <a:lstStyle/>
          <a:p>
            <a:pPr algn="ctr"/>
            <a14:m xmlns:m="http://schemas.openxmlformats.org/officeDocument/2006/math">
              <m:oMath>
                <m:r>
                  <m:rPr>
                    <m:sty m:val="b"/>
                  </m:rPr>
                  <a:rPr lang="en-GB" sz="2500">
                    <a:solidFill>
                      <a:srgbClr val="087F83"/>
                    </a:solidFill>
                    <a:latin typeface="Cambria Math"/>
                    <a:ea typeface="Cambria Math"/>
                    <a:cs typeface="Cambria Math"/>
                  </a:rPr>
                  <m:t>x</m:t>
                </m:r>
                <m:r>
                  <m:rPr>
                    <m:sty m:val="p"/>
                  </m:rP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x</m:t>
                    </m:r>
                  </m:e>
                  <m:sub>
                    <m:r>
                      <m:rPr>
                        <m:sty m:val="p"/>
                      </m:rPr>
                      <a:rPr lang="en-GB" sz="2500">
                        <a:solidFill>
                          <a:srgbClr val="087F83"/>
                        </a:solidFill>
                        <a:latin typeface="Cambria Math"/>
                        <a:ea typeface="Cambria Math"/>
                        <a:cs typeface="Cambria Math"/>
                      </a:rPr>
                      <m:t>1</m:t>
                    </m:r>
                  </m:sub>
                </m:sSub>
                <m:r>
                  <m:rPr>
                    <m:sty m:val="p"/>
                  </m:rP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x</m:t>
                    </m:r>
                  </m:e>
                  <m:sub>
                    <m:r>
                      <a:rPr lang="en-GB" sz="2500">
                        <a:solidFill>
                          <a:srgbClr val="087F83"/>
                        </a:solidFill>
                        <a:latin typeface="Cambria Math"/>
                        <a:ea typeface="Cambria Math"/>
                        <a:cs typeface="Cambria Math"/>
                      </a:rPr>
                      <m:t>d</m:t>
                    </m:r>
                  </m:sub>
                </m:sSub>
                <m:r>
                  <m:rPr>
                    <m:sty m:val="p"/>
                  </m:rP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m:rPr>
                        <m:sty m:val="p"/>
                        <m:scr m:val="double-struck"/>
                      </m:rPr>
                      <a:rPr lang="en-GB" sz="2500">
                        <a:solidFill>
                          <a:srgbClr val="087F83"/>
                        </a:solidFill>
                        <a:latin typeface="Cambria Math"/>
                        <a:ea typeface="Cambria Math"/>
                        <a:cs typeface="Cambria Math"/>
                      </a:rPr>
                      <m:t>R</m:t>
                    </m:r>
                  </m:e>
                  <m:sup>
                    <m:r>
                      <m:rPr>
                        <m:sty m:val="p"/>
                      </m:rPr>
                      <a:rPr lang="en-GB" sz="2500">
                        <a:solidFill>
                          <a:srgbClr val="087F83"/>
                        </a:solidFill>
                        <a:latin typeface="Cambria Math"/>
                        <a:ea typeface="Cambria Math"/>
                        <a:cs typeface="Cambria Math"/>
                      </a:rPr>
                      <m:t>1</m:t>
                    </m:r>
                    <m:r>
                      <m:rPr>
                        <m:sty m:val="p"/>
                      </m:rP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d</m:t>
                    </m:r>
                  </m:sup>
                </m:sSup>
              </m:oMath>
            </a14:m>
            <a:endParaRPr lang="en-GB" sz="2500"/>
          </a:p>
        </p:txBody>
      </p:sp>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5"/>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7"/>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8"/>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sz="3100" b="1" dirty="0">
                <a:solidFill>
                  <a:srgbClr val="182D45"/>
                </a:solidFill>
                <a:latin typeface="DejaVu Sans"/>
                <a:ea typeface="DejaVu Sans"/>
                <a:cs typeface="DejaVu Sans"/>
              </a:rPr>
              <a:t>Depth, width and architecture</a:t>
            </a:r>
            <a:r>
              <a:rPr lang="it-IT" sz="3100" b="1" dirty="0">
                <a:solidFill>
                  <a:srgbClr val="182D45"/>
                </a:solidFill>
                <a:latin typeface="DejaVu Sans"/>
                <a:ea typeface="DejaVu Sans"/>
                <a:cs typeface="DejaVu Sans"/>
              </a:rPr>
              <a:t> of a </a:t>
            </a: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977900"/>
                <a:ext cx="11430000" cy="762000"/>
              </a:xfrm>
              <a:prstGeom prst="rect">
                <a:avLst/>
              </a:prstGeom>
              <a:noFill/>
              <a:ln w="0">
                <a:noFill/>
              </a:ln>
            </p:spPr>
            <p:txBody>
              <a:bodyPr wrap="none" lIns="0" tIns="0" rIns="0" bIns="0" anchor="ctr">
                <a:noAutofit/>
              </a:bodyPr>
              <a:lstStyle/>
              <a:p>
                <a:pPr algn="ctr">
                  <a:lnSpc>
                    <a:spcPts val="2500"/>
                  </a:lnSpc>
                </a:pPr>
                <a:r>
                  <a:rPr lang="en-GB" sz="2000" b="0">
                    <a:solidFill>
                      <a:srgbClr val="FF0000"/>
                    </a:solidFill>
                    <a:latin typeface="DejaVu Sans"/>
                  </a:rPr>
                  <a:t>Width </a:t>
                </a:r>
                <a14:m>
                  <m:oMath xmlns:m="http://schemas.openxmlformats.org/officeDocument/2006/math">
                    <m:sSub>
                      <m:sSubPr>
                        <m:ctrlPr>
                          <a:rPr lang="en-GB" sz="2000">
                            <a:solidFill>
                              <a:srgbClr val="182D45"/>
                            </a:solidFill>
                            <a:latin typeface="Cambria Math"/>
                            <a:ea typeface="Cambria Math"/>
                            <a:cs typeface="Cambria Math"/>
                          </a:rPr>
                        </m:ctrlPr>
                      </m:sSubPr>
                      <m:e>
                        <m:r>
                          <a:rPr lang="en-GB" sz="2000">
                            <a:solidFill>
                              <a:srgbClr val="182D45"/>
                            </a:solidFill>
                            <a:latin typeface="Cambria Math"/>
                            <a:ea typeface="Cambria Math"/>
                            <a:cs typeface="Cambria Math"/>
                          </a:rPr>
                          <m:t>𝑚</m:t>
                        </m:r>
                      </m:e>
                      <m:sub>
                        <m:r>
                          <a:rPr lang="en-GB" sz="2000">
                            <a:solidFill>
                              <a:srgbClr val="182D45"/>
                            </a:solidFill>
                            <a:latin typeface="Cambria Math"/>
                            <a:ea typeface="Cambria Math"/>
                            <a:cs typeface="Cambria Math"/>
                          </a:rPr>
                          <m:t>𝑟</m:t>
                        </m:r>
                      </m:sub>
                    </m:sSub>
                  </m:oMath>
                </a14:m>
                <a:r>
                  <a:rPr lang="en-GB" sz="2000" b="0">
                    <a:solidFill>
                      <a:srgbClr val="182D45"/>
                    </a:solidFill>
                    <a:latin typeface="DejaVu Sans"/>
                  </a:rPr>
                  <a:t>: the number of neurons in layer </a:t>
                </a:r>
                <a14:m>
                  <m:oMath xmlns:m="http://schemas.openxmlformats.org/officeDocument/2006/math">
                    <m:r>
                      <a:rPr lang="en-GB" sz="2000">
                        <a:solidFill>
                          <a:srgbClr val="182D45"/>
                        </a:solidFill>
                        <a:latin typeface="Cambria Math"/>
                        <a:ea typeface="Cambria Math"/>
                        <a:cs typeface="Cambria Math"/>
                      </a:rPr>
                      <m:t>𝑟</m:t>
                    </m:r>
                  </m:oMath>
                </a14:m>
                <a:r>
                  <a:rPr lang="en-GB" sz="2000" b="0">
                    <a:solidFill>
                      <a:srgbClr val="182D45"/>
                    </a:solidFill>
                    <a:latin typeface="DejaVu Sans"/>
                  </a:rPr>
                  <a:t>.</a:t>
                </a:r>
                <a:endParaRPr lang="en-GB" sz="2000"/>
              </a:p>
              <a:p>
                <a:pPr algn="ctr">
                  <a:lnSpc>
                    <a:spcPts val="2500"/>
                  </a:lnSpc>
                </a:pPr>
                <a:r>
                  <a:rPr lang="en-GB" sz="2000" b="0">
                    <a:solidFill>
                      <a:srgbClr val="FF0000"/>
                    </a:solidFill>
                    <a:latin typeface="DejaVu Sans"/>
                  </a:rPr>
                  <a:t>Depth </a:t>
                </a:r>
                <a14:m>
                  <m:oMath xmlns:m="http://schemas.openxmlformats.org/officeDocument/2006/math">
                    <m:r>
                      <a:rPr lang="en-GB" sz="2000">
                        <a:solidFill>
                          <a:srgbClr val="182D45"/>
                        </a:solidFill>
                        <a:latin typeface="Cambria Math"/>
                        <a:ea typeface="Cambria Math"/>
                        <a:cs typeface="Cambria Math"/>
                      </a:rPr>
                      <m:t>𝐿</m:t>
                    </m:r>
                  </m:oMath>
                </a14:m>
                <a:r>
                  <a:rPr lang="en-GB" sz="2000" b="0">
                    <a:solidFill>
                      <a:srgbClr val="182D45"/>
                    </a:solidFill>
                    <a:latin typeface="DejaVu Sans"/>
                  </a:rPr>
                  <a:t>: the number of layers, counting the output but excluding the input.</a:t>
                </a:r>
                <a:endParaRPr lang="en-GB" sz="200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977900"/>
                <a:ext cx="11430000" cy="762000"/>
              </a:xfrm>
              <a:prstGeom prst="rect">
                <a:avLst/>
              </a:prstGeom>
              <a:blipFill>
                <a:blip r:embed="rId2"/>
                <a:stretch>
                  <a:fillRect t="-2400" b="-104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97" name="depth_example"/>
              <p:cNvSpPr txBox="1"/>
              <p:nvPr/>
            </p:nvSpPr>
            <p:spPr>
              <a:xfrm>
                <a:off x="381000" y="4521200"/>
                <a:ext cx="11430000" cy="406400"/>
              </a:xfrm>
              <a:prstGeom prst="rect">
                <a:avLst/>
              </a:prstGeom>
              <a:noFill/>
              <a:ln w="0">
                <a:noFill/>
              </a:ln>
            </p:spPr>
            <p:txBody>
              <a:bodyPr wrap="none" lIns="0" tIns="0" rIns="0" bIns="0" anchor="ctr">
                <a:noAutofit/>
              </a:bodyPr>
              <a:lstStyle/>
              <a:p>
                <a:pPr algn="ctr"/>
                <a:r>
                  <a:rPr lang="en-GB" sz="2100" b="0">
                    <a:solidFill>
                      <a:srgbClr val="FF0000"/>
                    </a:solidFill>
                    <a:latin typeface="DejaVu Sans"/>
                  </a:rPr>
                  <a:t>Depth </a:t>
                </a:r>
                <a14:m>
                  <m:oMath xmlns:m="http://schemas.openxmlformats.org/officeDocument/2006/math">
                    <m:r>
                      <a:rPr lang="en-GB" sz="2100">
                        <a:solidFill>
                          <a:srgbClr val="182D45"/>
                        </a:solidFill>
                        <a:latin typeface="Cambria Math"/>
                        <a:ea typeface="Cambria Math"/>
                        <a:cs typeface="Cambria Math"/>
                      </a:rPr>
                      <m:t>𝐿</m:t>
                    </m:r>
                    <m:r>
                      <a:rPr lang="en-GB" sz="2100">
                        <a:solidFill>
                          <a:srgbClr val="182D45"/>
                        </a:solidFill>
                        <a:latin typeface="Cambria Math"/>
                        <a:ea typeface="Cambria Math"/>
                        <a:cs typeface="Cambria Math"/>
                      </a:rPr>
                      <m:t>=3</m:t>
                    </m:r>
                  </m:oMath>
                </a14:m>
                <a:r>
                  <a:rPr lang="en-GB" sz="2100" b="0">
                    <a:solidFill>
                      <a:srgbClr val="182D45"/>
                    </a:solidFill>
                    <a:latin typeface="DejaVu Sans"/>
                  </a:rPr>
                  <a:t>: two hidden layers and one output layer.</a:t>
                </a:r>
                <a:endParaRPr lang="en-GB" sz="2100"/>
              </a:p>
            </p:txBody>
          </p:sp>
        </mc:Choice>
        <mc:Fallback xmlns="">
          <p:sp>
            <p:nvSpPr>
              <p:cNvPr id="97" name="depth_example"/>
              <p:cNvSpPr txBox="1">
                <a:spLocks noRot="1" noChangeAspect="1" noMove="1" noResize="1" noEditPoints="1" noAdjustHandles="1" noChangeArrowheads="1" noChangeShapeType="1" noTextEdit="1"/>
              </p:cNvSpPr>
              <p:nvPr/>
            </p:nvSpPr>
            <p:spPr>
              <a:xfrm>
                <a:off x="381000" y="4521200"/>
                <a:ext cx="11430000" cy="406400"/>
              </a:xfrm>
              <a:prstGeom prst="rect">
                <a:avLst/>
              </a:prstGeom>
              <a:blipFill>
                <a:blip r:embed="rId7"/>
                <a:stretch>
                  <a:fillRect t="-15152" b="-27273"/>
                </a:stretch>
              </a:blipFill>
              <a:ln w="0">
                <a:noFill/>
              </a:ln>
            </p:spPr>
            <p:txBody>
              <a:bodyPr/>
              <a:lstStyle/>
              <a:p>
                <a:r>
                  <a:rPr lang="it-IT">
                    <a:noFill/>
                  </a:rPr>
                  <a:t> </a:t>
                </a:r>
              </a:p>
            </p:txBody>
          </p:sp>
        </mc:Fallback>
      </mc:AlternateContent>
      <p:sp>
        <p:nvSpPr>
          <p:cNvPr id="98" name="architecture_definition"/>
          <p:cNvSpPr txBox="1"/>
          <p:nvPr/>
        </p:nvSpPr>
        <p:spPr>
          <a:xfrm>
            <a:off x="317500" y="5041900"/>
            <a:ext cx="11557000" cy="723900"/>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For </a:t>
            </a:r>
            <a:r>
              <a:rPr sz="1950" b="0" dirty="0">
                <a:solidFill>
                  <a:srgbClr val="FF0000"/>
                </a:solidFill>
                <a:latin typeface="DejaVu Sans"/>
                <a:ea typeface="DejaVu Sans"/>
                <a:cs typeface="DejaVu Sans"/>
              </a:rPr>
              <a:t>fully connected networks </a:t>
            </a:r>
            <a:r>
              <a:rPr sz="1950" b="0" dirty="0">
                <a:solidFill>
                  <a:srgbClr val="182D45"/>
                </a:solidFill>
                <a:latin typeface="DejaVu Sans"/>
                <a:ea typeface="DejaVu Sans"/>
                <a:cs typeface="DejaVu Sans"/>
              </a:rPr>
              <a:t>with </a:t>
            </a:r>
            <a:r>
              <a:rPr sz="1950" b="0" dirty="0" err="1">
                <a:solidFill>
                  <a:srgbClr val="182D45"/>
                </a:solidFill>
                <a:latin typeface="DejaVu Sans"/>
                <a:ea typeface="DejaVu Sans"/>
                <a:cs typeface="DejaVu Sans"/>
              </a:rPr>
              <a:t>ReLU</a:t>
            </a:r>
            <a:r>
              <a:rPr sz="1950" b="0" dirty="0">
                <a:solidFill>
                  <a:srgbClr val="182D45"/>
                </a:solidFill>
                <a:latin typeface="DejaVu Sans"/>
                <a:ea typeface="DejaVu Sans"/>
                <a:cs typeface="DejaVu Sans"/>
              </a:rPr>
              <a:t> hidden layers and an affine output,</a:t>
            </a:r>
          </a:p>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99" name="architecture_parameters"/>
              <p:cNvSpPr txBox="1"/>
              <p:nvPr/>
            </p:nvSpPr>
            <p:spPr>
              <a:xfrm>
                <a:off x="381000" y="5892800"/>
                <a:ext cx="11430000" cy="571500"/>
              </a:xfrm>
              <a:prstGeom prst="rect">
                <a:avLst/>
              </a:prstGeom>
              <a:noFill/>
              <a:ln w="0">
                <a:noFill/>
              </a:ln>
            </p:spPr>
            <p:txBody>
              <a:bodyPr wrap="none" lIns="0" tIns="0" rIns="0" bIns="0" anchor="ctr">
                <a:noAutofit/>
              </a:bodyPr>
              <a:lstStyle/>
              <a:p>
                <a:pPr algn="ctr">
                  <a:lnSpc>
                    <a:spcPts val="2300"/>
                  </a:lnSpc>
                </a:pPr>
                <a:r>
                  <a:rPr lang="en-GB" sz="1750" b="0">
                    <a:solidFill>
                      <a:srgbClr val="526276"/>
                    </a:solidFill>
                    <a:latin typeface="DejaVu Sans"/>
                  </a:rPr>
                  <a:t>By convention,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0</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𝑑</m:t>
                    </m:r>
                  </m:oMath>
                </a14:m>
                <a:r>
                  <a:rPr lang="en-GB" sz="1750" b="0">
                    <a:solidFill>
                      <a:srgbClr val="526276"/>
                    </a:solidFill>
                    <a:latin typeface="DejaVu Sans"/>
                  </a:rPr>
                  <a:t> is the input dimension and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𝐿</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𝑞</m:t>
                    </m:r>
                  </m:oMath>
                </a14:m>
                <a:r>
                  <a:rPr lang="en-GB" sz="1750" b="0">
                    <a:solidFill>
                      <a:srgbClr val="526276"/>
                    </a:solidFill>
                    <a:latin typeface="DejaVu Sans"/>
                  </a:rPr>
                  <a:t> the output dimension.</a:t>
                </a:r>
                <a:endParaRPr lang="en-GB" sz="1750"/>
              </a:p>
              <a:p>
                <a:pPr algn="ctr">
                  <a:lnSpc>
                    <a:spcPts val="2300"/>
                  </a:lnSpc>
                </a:pPr>
                <a:r>
                  <a:rPr lang="en-GB" sz="1750" b="0">
                    <a:solidFill>
                      <a:srgbClr val="526276"/>
                    </a:solidFill>
                    <a:latin typeface="DejaVu Sans"/>
                  </a:rPr>
                  <a:t>The architecture fixes parameter shapes; fitting adjusts their values.</a:t>
                </a:r>
                <a:endParaRPr lang="en-GB" sz="1750"/>
              </a:p>
            </p:txBody>
          </p:sp>
        </mc:Choice>
        <mc:Fallback xmlns="">
          <p:sp>
            <p:nvSpPr>
              <p:cNvPr id="99" name="architecture_parameters"/>
              <p:cNvSpPr txBox="1">
                <a:spLocks noRot="1" noChangeAspect="1" noMove="1" noResize="1" noEditPoints="1" noAdjustHandles="1" noChangeArrowheads="1" noChangeShapeType="1" noTextEdit="1"/>
              </p:cNvSpPr>
              <p:nvPr/>
            </p:nvSpPr>
            <p:spPr>
              <a:xfrm>
                <a:off x="381000" y="5892800"/>
                <a:ext cx="11430000" cy="571500"/>
              </a:xfrm>
              <a:prstGeom prst="rect">
                <a:avLst/>
              </a:prstGeom>
              <a:blipFill>
                <a:blip r:embed="rId8"/>
                <a:stretch>
                  <a:fillRect t="-10753"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More hidden layers</a:t>
            </a: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a:solidFill>
                      <a:srgbClr val="526276"/>
                    </a:solidFill>
                    <a:latin typeface="DejaVu Sans"/>
                  </a:rPr>
                  <a:t>Layer </a:t>
                </a:r>
                <a14:m>
                  <m:oMath xmlns:m="http://schemas.openxmlformats.org/officeDocument/2006/math">
                    <m:r>
                      <a:rPr lang="en-GB" sz="2025">
                        <a:solidFill>
                          <a:srgbClr val="526276"/>
                        </a:solidFill>
                        <a:latin typeface="Cambria Math"/>
                        <a:ea typeface="Cambria Math"/>
                        <a:cs typeface="Cambria Math"/>
                      </a:rPr>
                      <m:t>𝑟</m:t>
                    </m:r>
                  </m:oMath>
                </a14:m>
                <a:r>
                  <a:rPr lang="en-GB" sz="2025" b="0">
                    <a:solidFill>
                      <a:srgbClr val="526276"/>
                    </a:solidFill>
                    <a:latin typeface="DejaVu Sans"/>
                  </a:rPr>
                  <a:t> has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a:solidFill>
                      <a:srgbClr val="526276"/>
                    </a:solidFill>
                    <a:latin typeface="DejaVu Sans"/>
                  </a:rPr>
                  <a:t> neurons, indexed by </a:t>
                </a:r>
                <a14:m>
                  <m:oMath xmlns:m="http://schemas.openxmlformats.org/officeDocument/2006/math">
                    <m:r>
                      <a:rPr lang="en-GB" sz="2025">
                        <a:solidFill>
                          <a:srgbClr val="526276"/>
                        </a:solidFill>
                        <a:latin typeface="Cambria Math"/>
                        <a:ea typeface="Cambria Math"/>
                        <a:cs typeface="Cambria Math"/>
                      </a:rPr>
                      <m:t>𝑗</m:t>
                    </m:r>
                    <m:r>
                      <a:rPr lang="en-GB" sz="2025">
                        <a:solidFill>
                          <a:srgbClr val="526276"/>
                        </a:solidFill>
                        <a:latin typeface="Cambria Math"/>
                        <a:ea typeface="Cambria Math"/>
                        <a:cs typeface="Cambria Math"/>
                      </a:rPr>
                      <m:t>=1,…,</m:t>
                    </m:r>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a:solidFill>
                      <a:srgbClr val="526276"/>
                    </a:solidFill>
                    <a:latin typeface="DejaVu Sans"/>
                  </a:rPr>
                  <a:t>.</a:t>
                </a:r>
                <a:endParaRPr lang="en-GB" sz="2025"/>
              </a:p>
              <a:p>
                <a:pPr algn="ctr">
                  <a:lnSpc>
                    <a:spcPts val="2550"/>
                  </a:lnSpc>
                </a:pPr>
                <a:r>
                  <a:rPr lang="en-GB" sz="2025" b="0">
                    <a:solidFill>
                      <a:srgbClr val="526276"/>
                    </a:solidFill>
                    <a:latin typeface="DejaVu Sans"/>
                  </a:rPr>
                  <a:t>For the first hidden layer, the previous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𝑗</m:t>
                        </m:r>
                      </m:sub>
                    </m:sSub>
                  </m:oMath>
                </a14:m>
                <a:r>
                  <a:rPr lang="en-GB" sz="2025" b="0">
                    <a:solidFill>
                      <a:srgbClr val="526276"/>
                    </a:solidFill>
                    <a:latin typeface="DejaVu Sans"/>
                  </a:rPr>
                  <a:t> is now written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1,</m:t>
                        </m:r>
                        <m:r>
                          <a:rPr lang="en-GB" sz="2025">
                            <a:solidFill>
                              <a:srgbClr val="526276"/>
                            </a:solidFill>
                            <a:latin typeface="Cambria Math"/>
                            <a:ea typeface="Cambria Math"/>
                            <a:cs typeface="Cambria Math"/>
                          </a:rPr>
                          <m:t>𝑗</m:t>
                        </m:r>
                      </m:sub>
                    </m:sSub>
                  </m:oMath>
                </a14:m>
                <a:r>
                  <a:rPr lang="en-GB" sz="2025" b="0">
                    <a:solidFill>
                      <a:srgbClr val="526276"/>
                    </a:solidFill>
                    <a:latin typeface="DejaVu Sans"/>
                  </a:rPr>
                  <a:t>.</a:t>
                </a:r>
                <a:endParaRPr lang="en-GB" sz="2025"/>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2344" b="-7813"/>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𝑟</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𝑚</m:t>
                              </m:r>
                            </m:e>
                            <m:sub>
                              <m:r>
                                <a:rPr lang="en-GB" sz="2400">
                                  <a:solidFill>
                                    <a:srgbClr val="087F83"/>
                                  </a:solidFill>
                                  <a:latin typeface="Cambria Math"/>
                                  <a:ea typeface="Cambria Math"/>
                                  <a:cs typeface="Cambria Math"/>
                                </a:rPr>
                                <m:t>𝑟</m:t>
                              </m:r>
                            </m:sub>
                          </m:sSub>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oMath>
                  </m:oMathPara>
                </a14:m>
                <a:endParaRPr lang="en-GB" sz="240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4"/>
                <a:stretch>
                  <a:fillRect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Preactivations: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oMath>
                </a14:m>
                <a:endParaRPr lang="en-GB" sz="250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5"/>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6"/>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network_caption_3">
                <a:extLst>
                  <a:ext uri="{FF2B5EF4-FFF2-40B4-BE49-F238E27FC236}">
                    <a16:creationId xmlns:a16="http://schemas.microsoft.com/office/drawing/2014/main" id="{CDF8B53F-ABC1-3C44-0B4C-D01EDCC62C0E}"/>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119" name="network_caption_3">
                <a:extLst>
                  <a:ext uri="{FF2B5EF4-FFF2-40B4-BE49-F238E27FC236}">
                    <a16:creationId xmlns:a16="http://schemas.microsoft.com/office/drawing/2014/main" id="{CDF8B53F-ABC1-3C44-0B4C-D01EDCC62C0E}"/>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𝐑𝐞𝐋𝐔</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oMath>
                </a14:m>
                <a:endParaRPr lang="en-GB" sz="250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11"/>
                <a:stretch>
                  <a:fillRect t="-22059" b="-3823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,1</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smtClean="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𝐾</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e>
                      </m:d>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𝑐</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𝑐</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e>
                          </m:nary>
                        </m:den>
                      </m:f>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p:sp xmlns:a14="http://schemas.microsoft.com/office/drawing/2010/main">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it-IT" sz="2900" b="0" i="1" smtClean="0">
                        <a:solidFill>
                          <a:srgbClr val="087F83"/>
                        </a:solidFill>
                        <a:latin typeface="Cambria Math" panose="02040503050406030204" pitchFamily="18" charset="0"/>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182D45"/>
                </a:solidFill>
                <a:latin typeface="DejaVu Sans"/>
                <a:ea typeface="DejaVu Sans"/>
                <a:cs typeface="DejaVu Sans"/>
              </a:rPr>
              <a:t>Can we build it from </a:t>
            </a:r>
            <a:r>
              <a:rPr sz="2250" b="1" dirty="0" err="1">
                <a:solidFill>
                  <a:srgbClr val="182D45"/>
                </a:solidFill>
                <a:latin typeface="DejaVu Sans"/>
                <a:ea typeface="DejaVu Sans"/>
                <a:cs typeface="DejaVu Sans"/>
              </a:rPr>
              <a:t>ReLU</a:t>
            </a:r>
            <a:r>
              <a:rPr sz="2250" b="1" dirty="0">
                <a:solidFill>
                  <a:srgbClr val="182D45"/>
                </a:solidFill>
                <a:latin typeface="DejaVu Sans"/>
                <a:ea typeface="DejaVu Sans"/>
                <a:cs typeface="DejaVu Sans"/>
              </a:rPr>
              <a:t> units</a:t>
            </a:r>
            <a:r>
              <a:rPr lang="it-IT" sz="2250" b="1" dirty="0">
                <a:solidFill>
                  <a:srgbClr val="182D45"/>
                </a:solidFill>
                <a:latin typeface="DejaVu Sans"/>
                <a:ea typeface="DejaVu Sans"/>
                <a:cs typeface="DejaVu Sans"/>
              </a:rPr>
              <a:t>?</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p:sp xmlns:a14="http://schemas.microsoft.com/office/drawing/2010/main">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solidFill>
                  <a:srgbClr val="526276"/>
                </a:solidFill>
                <a:ea typeface="Cambria Math"/>
                <a:cs typeface="Cambria Math"/>
              </a:rPr>
              <a:t>Depth </a:t>
            </a:r>
            <a14:m>
              <m:oMath xmlns:m="http://schemas.openxmlformats.org/officeDocument/2006/math">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=2</m:t>
                </m:r>
              </m:oMath>
            </a14:m>
            <a:r>
              <a:rPr lang="en-GB" sz="2400" b="0" dirty="0">
                <a:solidFill>
                  <a:srgbClr val="526276"/>
                </a:solidFill>
                <a:latin typeface="DejaVu Sans"/>
              </a:rPr>
              <a:t>, with widths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=3</m:t>
                </m:r>
              </m:oMath>
            </a14:m>
            <a:r>
              <a:rPr lang="en-GB" sz="2400" b="0" dirty="0">
                <a:solidFill>
                  <a:srgbClr val="526276"/>
                </a:solidFill>
                <a:latin typeface="DejaVu Sans"/>
              </a:rPr>
              <a:t> and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a:t>
            </a:r>
            <a:endParaRPr lang="en-GB" sz="2400" dirty="0"/>
          </a:p>
        </p:txBody>
      </p:sp>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1,−2,1</m:t>
                              </m:r>
                            </m:e>
                          </m:d>
                        </m:e>
                        <m:sup>
                          <m:r>
                            <a:rPr lang="en-GB" sz="2600">
                              <a:solidFill>
                                <a:srgbClr val="087F83"/>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XOR problem</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score must be 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 and nonpositive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b\leq0,\qquad b+w_1+w_2\leq0">
                <a:extLst>
                  <a:ext uri="{FF2B5EF4-FFF2-40B4-BE49-F238E27FC236}">
                    <a16:creationId xmlns:a16="http://schemas.microsoft.com/office/drawing/2014/main" id="{7E5319D7-00E7-4360-A52F-EB2C926622E5}"/>
                  </a:ext>
                </a:extLst>
              </p:cNvPr>
              <p:cNvSpPr>
                <a:spLocks noGrp="1"/>
              </p:cNvSpPr>
              <p:nvPr/>
            </p:nvSpPr>
            <p:spPr>
              <a:xfrm>
                <a:off x="42862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≤0,  </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en-GB" sz="2800">
                          <a:solidFill>
                            <a:srgbClr val="326CB2"/>
                          </a:solidFill>
                          <a:latin typeface="Cambria Math"/>
                          <a:ea typeface="Cambria Math"/>
                          <a:cs typeface="Cambria Math"/>
                        </a:rPr>
                        <m:t>≤0</m:t>
                      </m:r>
                    </m:oMath>
                  </m:oMathPara>
                </a14:m>
                <a:endParaRPr lang="en-GB" sz="2800"/>
              </a:p>
            </p:txBody>
          </p:sp>
        </mc:Choice>
        <mc:Fallback xmlns="">
          <p:sp>
            <p:nvSpPr>
              <p:cNvPr id="8" name="equation_4" descr="b\leq0,\qquad b+w_1+w_2\leq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904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b+w_1&gt;0,\qquad b+w_2&gt;0">
                <a:extLst>
                  <a:ext uri="{FF2B5EF4-FFF2-40B4-BE49-F238E27FC236}">
                    <a16:creationId xmlns:a16="http://schemas.microsoft.com/office/drawing/2014/main" id="{B98D4047-F6CD-4082-B738-B633B0AE30EA}"/>
                  </a:ext>
                </a:extLst>
              </p:cNvPr>
              <p:cNvSpPr>
                <a:spLocks noGrp="1"/>
              </p:cNvSpPr>
              <p:nvPr/>
            </p:nvSpPr>
            <p:spPr>
              <a:xfrm>
                <a:off x="623887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en-GB" sz="2800">
                          <a:solidFill>
                            <a:srgbClr val="C45C28"/>
                          </a:solidFill>
                          <a:latin typeface="Cambria Math"/>
                          <a:ea typeface="Cambria Math"/>
                          <a:cs typeface="Cambria Math"/>
                        </a:rPr>
                        <m:t>&gt;0,  </m:t>
                      </m:r>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en-GB" sz="2800">
                          <a:solidFill>
                            <a:srgbClr val="C45C28"/>
                          </a:solidFill>
                          <a:latin typeface="Cambria Math"/>
                          <a:ea typeface="Cambria Math"/>
                          <a:cs typeface="Cambria Math"/>
                        </a:rPr>
                        <m:t>&gt;0</m:t>
                      </m:r>
                    </m:oMath>
                  </m:oMathPara>
                </a14:m>
                <a:endParaRPr lang="en-GB" sz="2800"/>
              </a:p>
            </p:txBody>
          </p:sp>
        </mc:Choice>
        <mc:Fallback xmlns="">
          <p:sp>
            <p:nvSpPr>
              <p:cNvPr id="9" name="equation_5" descr="b+w_1&gt;0,\qquad 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9048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2862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28625" y="478155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3887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38875" y="4781550"/>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Adding the inequalities gives a contradiction.</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a:solidFill>
                      <a:srgbClr val="526276"/>
                    </a:solidFill>
                    <a:latin typeface="DejaVu Sans"/>
                  </a:rPr>
                  <a:t>.</a:t>
                </a:r>
                <a:endParaRPr lang="en-GB" sz="210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oMath>
                  </m:oMathPara>
                </a14:m>
                <a:endParaRPr lang="en-GB" sz="2600"/>
              </a:p>
            </p:txBody>
          </p:sp>
        </mc:Choice>
        <mc:Fallback xmlns="">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a:p>
            </p:txBody>
          </p:sp>
        </mc:Choice>
        <mc:Fallback xmlns="">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1}(\bm x)+\phi_{1,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1,2</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a:p>
            </p:txBody>
          </p:sp>
        </mc:Choice>
        <mc:Fallback xmlns="">
          <p:sp>
            <p:nvSpPr>
              <p:cNvPr id="17" name="equation_11" descr="\phi_{1,1}(\bm x)+\phi_{1,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1,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9"/>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anchor="ctr" wrap="none" lIns="0" rIns="0" tIns="0" bIns="0">
            <a:noAutofit/>
          </a:bodyPr>
          <a:lstStyle/>
          <a:p>
            <a:pPr algn="ctr">
              <a:lnSpc>
                <a:spcPts val="2700"/>
              </a:lnSpc>
            </a:pPr>
            <a:r>
              <a:rPr lang="en-GB" sz="2225" b="0">
                <a:solidFill>
                  <a:srgbClr val="526276"/>
                </a:solidFill>
                <a:latin typeface="DejaVu Sans"/>
              </a:rPr>
              <a:t>Let </a:t>
            </a:r>
            <a14:m xmlns:m="http://schemas.openxmlformats.org/officeDocument/2006/math" xmlns:a14="http://schemas.microsoft.com/office/drawing/2010/main">
              <m:oMath>
                <m:r>
                  <m:rPr>
                    <m:sty m:val="p"/>
                    <m:scr m:val="script"/>
                  </m:rPr>
                  <a:rPr lang="en-GB" sz="2225">
                    <a:solidFill>
                      <a:srgbClr val="526276"/>
                    </a:solidFill>
                    <a:latin typeface="Cambria Math"/>
                    <a:ea typeface="Cambria Math"/>
                    <a:cs typeface="Cambria Math"/>
                  </a:rPr>
                  <m:t>L</m:t>
                </m:r>
              </m:oMath>
            </a14:m>
            <a:r>
              <a:rPr lang="en-GB" sz="2225" b="0">
                <a:solidFill>
                  <a:srgbClr val="526276"/>
                </a:solidFill>
                <a:latin typeface="DejaVu Sans"/>
              </a:rPr>
              <a:t> be the empirical loss for the task.</a:t>
            </a:r>
            <a:endParaRPr lang="en-GB" sz="2225"/>
          </a:p>
          <a:p>
            <a:pPr algn="ctr">
              <a:lnSpc>
                <a:spcPts val="2700"/>
              </a:lnSpc>
            </a:pPr>
            <a:r>
              <a:rPr lang="en-GB" sz="2225" b="0">
                <a:solidFill>
                  <a:srgbClr val="526276"/>
                </a:solidFill>
                <a:latin typeface="DejaVu Sans"/>
              </a:rPr>
              <a:t>Where differentiable, we update the parameters by </a:t>
            </a:r>
            <a:r>
              <a:rPr lang="en-GB" sz="2225" b="0">
                <a:solidFill>
                  <a:srgbClr val="FF0000"/>
                </a:solidFill>
                <a:latin typeface="DejaVu Sans"/>
              </a:rPr>
              <a:t>gradient descent</a:t>
            </a:r>
            <a:r>
              <a:rPr lang="en-GB" sz="2225" b="0">
                <a:solidFill>
                  <a:srgbClr val="526276"/>
                </a:solidFill>
                <a:latin typeface="DejaVu Sans"/>
              </a:rPr>
              <a:t>.</a:t>
            </a:r>
            <a:endParaRPr lang="en-GB" sz="2225"/>
          </a:p>
        </p:txBody>
      </p:sp>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a:t>
                </a:r>
                <a:endParaRPr lang="en-GB" sz="2025"/>
              </a:p>
              <a:p>
                <a:pPr algn="ctr">
                  <a:lnSpc>
                    <a:spcPts val="2500"/>
                  </a:lnSpc>
                </a:pPr>
                <a:r>
                  <a:rPr lang="en-GB" sz="2025" b="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 All other coefficients stay fixed.</a:t>
                </a:r>
                <a:endParaRPr lang="en-GB" sz="2025"/>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The two biases vary together</a:t>
            </a:r>
            <a:endParaRPr lang="en-GB" sz="2025" dirty="0"/>
          </a:p>
          <a:p>
            <a:pPr algn="ctr">
              <a:lnSpc>
                <a:spcPts val="2500"/>
              </a:lnSpc>
            </a:pPr>
            <a:r>
              <a:rPr lang="en-GB" sz="2025" b="0" dirty="0">
                <a:solidFill>
                  <a:srgbClr val="526276"/>
                </a:solidFill>
                <a:latin typeface="DejaVu Sans"/>
              </a:rPr>
              <a:t>and remain opposites.</a:t>
            </a:r>
            <a:endParaRPr lang="en-GB" sz="2025" dirty="0"/>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Changing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 shifts the</a:t>
                </a:r>
                <a:endParaRPr lang="en-GB" sz="2025"/>
              </a:p>
              <a:p>
                <a:pPr algn="ctr">
                  <a:lnSpc>
                    <a:spcPts val="2500"/>
                  </a:lnSpc>
                </a:pPr>
                <a:r>
                  <a:rPr lang="en-GB" sz="2025" b="0">
                    <a:solidFill>
                      <a:srgbClr val="526276"/>
                    </a:solidFill>
                    <a:latin typeface="DejaVu Sans"/>
                  </a:rPr>
                  <a:t>graph horizontally.</a:t>
                </a:r>
                <a:endParaRPr lang="en-GB" sz="2025"/>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a:solidFill>
                      <a:srgbClr val="526276"/>
                    </a:solidFill>
                    <a:latin typeface="DejaVu Sans"/>
                  </a:rPr>
                  <a:t>.</a:t>
                </a:r>
                <a:endParaRPr lang="en-GB" sz="185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Different starting points</a:t>
            </a:r>
            <a:r>
              <a:rPr sz="2025" b="0" dirty="0">
                <a:solidFill>
                  <a:srgbClr val="182D45"/>
                </a:solidFill>
                <a:latin typeface="DejaVu Sans"/>
                <a:ea typeface="DejaVu Sans"/>
                <a:cs typeface="DejaVu Sans"/>
              </a:rPr>
              <a:t> can lead to different final fits.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FF0000"/>
                </a:solidFill>
                <a:latin typeface="DejaVu Sans"/>
                <a:ea typeface="DejaVu Sans"/>
                <a:cs typeface="DejaVu Sans"/>
              </a:rPr>
              <a:t>Minibatches</a:t>
            </a:r>
            <a:r>
              <a:rPr sz="2300" b="0">
                <a:solidFill>
                  <a:srgbClr val="182D45"/>
                </a:solidFill>
                <a:latin typeface="DejaVu Sans"/>
                <a:ea typeface="DejaVu Sans"/>
                <a:cs typeface="DejaVu Sans"/>
              </a:rPr>
              <a:t> use gradients from small random subsets.</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A wider network can sometimes be easier to optimise.</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Increasing width </a:t>
            </a:r>
            <a:r>
              <a:rPr sz="2300" b="0">
                <a:solidFill>
                  <a:srgbClr val="FF0000"/>
                </a:solidFill>
                <a:latin typeface="DejaVu Sans"/>
                <a:ea typeface="DejaVu Sans"/>
                <a:cs typeface="DejaVu Sans"/>
              </a:rPr>
              <a:t>does not guarantee</a:t>
            </a:r>
            <a:r>
              <a:rPr sz="2300" b="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differentiable,</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computational convention,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372</TotalTime>
  <Words>7841</Words>
  <Application>Microsoft Office PowerPoint</Application>
  <DocSecurity>0</DocSecurity>
  <PresentationFormat>Widescreen</PresentationFormat>
  <Paragraphs>855</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29</cp:revision>
  <dcterms:created xsi:type="dcterms:W3CDTF">2026-10-03T10:26:10Z</dcterms:created>
  <dcterms:modified xsi:type="dcterms:W3CDTF">2026-10-12T13:45:48Z</dcterms:modified>
</cp:coreProperties>
</file>