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57" r:id="rId3"/>
  </p:sldMasterIdLst>
  <p:notesMasterIdLst>
    <p:notesMasterId r:id="rId44"/>
  </p:notesMasterIdLst>
  <p:sldIdLst>
    <p:sldId id="256" r:id="rId4"/>
    <p:sldId id="257" r:id="rId5"/>
    <p:sldId id="258" r:id="rId6"/>
    <p:sldId id="259" r:id="rId7"/>
    <p:sldId id="260" r:id="rId8"/>
    <p:sldId id="261" r:id="rId9"/>
    <p:sldId id="265" r:id="rId10"/>
    <p:sldId id="266" r:id="rId11"/>
    <p:sldId id="267" r:id="rId12"/>
    <p:sldId id="262" r:id="rId13"/>
    <p:sldId id="303" r:id="rId14"/>
    <p:sldId id="270" r:id="rId15"/>
    <p:sldId id="263" r:id="rId16"/>
    <p:sldId id="269" r:id="rId17"/>
    <p:sldId id="302" r:id="rId18"/>
    <p:sldId id="301" r:id="rId19"/>
    <p:sldId id="264" r:id="rId20"/>
    <p:sldId id="272" r:id="rId21"/>
    <p:sldId id="273" r:id="rId22"/>
    <p:sldId id="274" r:id="rId23"/>
    <p:sldId id="275" r:id="rId24"/>
    <p:sldId id="271" r:id="rId25"/>
    <p:sldId id="276" r:id="rId26"/>
    <p:sldId id="277" r:id="rId27"/>
    <p:sldId id="278" r:id="rId28"/>
    <p:sldId id="279" r:id="rId29"/>
    <p:sldId id="282" r:id="rId30"/>
    <p:sldId id="298" r:id="rId31"/>
    <p:sldId id="299" r:id="rId32"/>
    <p:sldId id="283" r:id="rId33"/>
    <p:sldId id="284" r:id="rId34"/>
    <p:sldId id="285" r:id="rId35"/>
    <p:sldId id="286" r:id="rId36"/>
    <p:sldId id="288" r:id="rId37"/>
    <p:sldId id="289" r:id="rId38"/>
    <p:sldId id="290" r:id="rId39"/>
    <p:sldId id="291" r:id="rId40"/>
    <p:sldId id="292" r:id="rId41"/>
    <p:sldId id="293" r:id="rId42"/>
    <p:sldId id="297" r:id="rId4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5892"/>
    <a:srgbClr val="087F82"/>
    <a:srgbClr val="1E755E"/>
    <a:srgbClr val="AA4910"/>
    <a:srgbClr val="3E79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title>
      <c:tx>
        <c:rich>
          <a:bodyPr/>
          <a:lstStyle/>
          <a:p>
            <a:r>
              <a:rPr lang="it-IT" sz="2100">
                <a:solidFill>
                  <a:srgbClr val="087F83"/>
                </a:solidFill>
                <a:latin typeface="DejaVu Sans"/>
                <a:ea typeface="DejaVu Sans"/>
                <a:cs typeface="DejaVu Sans"/>
              </a:rPr>
              <a:t>ReLU(u)</a:t>
            </a:r>
          </a:p>
        </c:rich>
      </c:tx>
      <c:overlay val="0"/>
    </c:title>
    <c:autoTitleDeleted val="0"/>
    <c:plotArea>
      <c:layout/>
      <c:scatterChart>
        <c:scatterStyle val="lineMarker"/>
        <c:varyColors val="0"/>
        <c:ser>
          <c:idx val="0"/>
          <c:order val="0"/>
          <c:tx>
            <c:v>ReLU, negative input</c:v>
          </c:tx>
          <c:spPr>
            <a:ln w="31433">
              <a:solidFill>
                <a:srgbClr val="087F83"/>
              </a:solidFill>
            </a:ln>
          </c:spPr>
          <c:marker>
            <c:symbol val="none"/>
          </c:marker>
          <c:dLbls>
            <c:dLbl>
              <c:idx val="1"/>
              <c:tx>
                <c:rich>
                  <a:bodyPr/>
                  <a:lstStyle/>
                  <a:p>
                    <a:r>
                      <a:rPr lang="en-US" sz="1575">
                        <a:solidFill>
                          <a:srgbClr val="526276"/>
                        </a:solidFill>
                        <a:latin typeface="DejaVu Sans"/>
                        <a:ea typeface="DejaVu Sans"/>
                        <a:cs typeface="DejaVu Sans"/>
                      </a:rPr>
                      <a:t>slope 0</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2-8BB3-4B9F-8F8A-3DD642B5443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Data'!$A$2:$A$4</c:f>
              <c:numCache>
                <c:formatCode>General</c:formatCode>
                <c:ptCount val="3"/>
                <c:pt idx="0">
                  <c:v>-2</c:v>
                </c:pt>
                <c:pt idx="1">
                  <c:v>-1</c:v>
                </c:pt>
                <c:pt idx="2">
                  <c:v>0</c:v>
                </c:pt>
              </c:numCache>
            </c:numRef>
          </c:xVal>
          <c:yVal>
            <c:numRef>
              <c:f>'Chart Data'!$B$2:$B$4</c:f>
              <c:numCache>
                <c:formatCode>0</c:formatCode>
                <c:ptCount val="3"/>
                <c:pt idx="0">
                  <c:v>0</c:v>
                </c:pt>
                <c:pt idx="1">
                  <c:v>0</c:v>
                </c:pt>
                <c:pt idx="2">
                  <c:v>0</c:v>
                </c:pt>
              </c:numCache>
            </c:numRef>
          </c:yVal>
          <c:smooth val="1"/>
          <c:extLst>
            <c:ext xmlns:c16="http://schemas.microsoft.com/office/drawing/2014/chart" uri="{C3380CC4-5D6E-409C-BE32-E72D297353CC}">
              <c16:uniqueId val="{00000003-8BB3-4B9F-8F8A-3DD642B54435}"/>
            </c:ext>
          </c:extLst>
        </c:ser>
        <c:ser>
          <c:idx val="1"/>
          <c:order val="1"/>
          <c:tx>
            <c:v>ReLU, positive input</c:v>
          </c:tx>
          <c:spPr>
            <a:ln w="31433">
              <a:solidFill>
                <a:srgbClr val="087F83"/>
              </a:solidFill>
            </a:ln>
          </c:spPr>
          <c:marker>
            <c:symbol val="none"/>
          </c:marker>
          <c:dLbls>
            <c:dLbl>
              <c:idx val="1"/>
              <c:tx>
                <c:rich>
                  <a:bodyPr/>
                  <a:lstStyle/>
                  <a:p>
                    <a:r>
                      <a:rPr lang="en-US" sz="1575">
                        <a:solidFill>
                          <a:srgbClr val="526276"/>
                        </a:solidFill>
                        <a:latin typeface="DejaVu Sans"/>
                        <a:ea typeface="DejaVu Sans"/>
                        <a:cs typeface="DejaVu Sans"/>
                      </a:rPr>
                      <a:t>slope 1</a:t>
                    </a:r>
                  </a:p>
                </c:rich>
              </c:tx>
              <c:spPr/>
              <c:dLblPos val="l"/>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8BB3-4B9F-8F8A-3DD642B5443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Data'!$C$2:$C$4</c:f>
              <c:numCache>
                <c:formatCode>General</c:formatCode>
                <c:ptCount val="3"/>
                <c:pt idx="0">
                  <c:v>0</c:v>
                </c:pt>
                <c:pt idx="1">
                  <c:v>1</c:v>
                </c:pt>
                <c:pt idx="2">
                  <c:v>2</c:v>
                </c:pt>
              </c:numCache>
            </c:numRef>
          </c:xVal>
          <c:yVal>
            <c:numRef>
              <c:f>'Chart Data'!$D$2:$D$4</c:f>
              <c:numCache>
                <c:formatCode>0</c:formatCode>
                <c:ptCount val="3"/>
                <c:pt idx="0">
                  <c:v>0</c:v>
                </c:pt>
                <c:pt idx="1">
                  <c:v>1</c:v>
                </c:pt>
                <c:pt idx="2">
                  <c:v>2</c:v>
                </c:pt>
              </c:numCache>
            </c:numRef>
          </c:yVal>
          <c:smooth val="1"/>
          <c:extLst>
            <c:ext xmlns:c16="http://schemas.microsoft.com/office/drawing/2014/chart" uri="{C3380CC4-5D6E-409C-BE32-E72D297353CC}">
              <c16:uniqueId val="{00000007-8BB3-4B9F-8F8A-3DD642B54435}"/>
            </c:ext>
          </c:extLst>
        </c:ser>
        <c:dLbls>
          <c:showLegendKey val="0"/>
          <c:showVal val="0"/>
          <c:showCatName val="0"/>
          <c:showSerName val="0"/>
          <c:showPercent val="0"/>
          <c:showBubbleSize val="0"/>
        </c:dLbls>
        <c:axId val="48650112"/>
        <c:axId val="48672768"/>
      </c:scatterChart>
      <c:valAx>
        <c:axId val="48672768"/>
        <c:scaling>
          <c:orientation val="minMax"/>
          <c:max val="3"/>
          <c:min val="-1"/>
        </c:scaling>
        <c:delete val="0"/>
        <c:axPos val="l"/>
        <c:majorGridlines>
          <c:spPr>
            <a:ln w="5715">
              <a:solidFill>
                <a:srgbClr val="DCE3EB"/>
              </a:solidFill>
            </a:ln>
          </c:spPr>
        </c:majorGridlines>
        <c:numFmt formatCode="0" sourceLinked="1"/>
        <c:majorTickMark val="none"/>
        <c:minorTickMark val="none"/>
        <c:tickLblPos val="low"/>
        <c:spPr>
          <a:ln w="7620">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
        <c:crossBetween val="midCat"/>
        <c:majorUnit val="1"/>
      </c:valAx>
      <c:valAx>
        <c:axId val="48650112"/>
        <c:scaling>
          <c:orientation val="minMax"/>
          <c:max val="2"/>
          <c:min val="-2"/>
        </c:scaling>
        <c:delete val="0"/>
        <c:axPos val="b"/>
        <c:majorGridlines>
          <c:spPr>
            <a:ln w="5715">
              <a:solidFill>
                <a:srgbClr val="DCE3EB"/>
              </a:solidFill>
            </a:ln>
          </c:spPr>
        </c:majorGridlines>
        <c:title>
          <c:tx>
            <c:rich>
              <a:bodyPr/>
              <a:lstStyle/>
              <a:p>
                <a:r>
                  <a:rPr lang="it-IT" sz="1875" i="1">
                    <a:solidFill>
                      <a:srgbClr val="182D45"/>
                    </a:solidFill>
                    <a:latin typeface="DejaVu Sans"/>
                    <a:ea typeface="Cambria Math"/>
                    <a:cs typeface="Cambria Math"/>
                  </a:rPr>
                  <a:t>u</a:t>
                </a:r>
              </a:p>
            </c:rich>
          </c:tx>
          <c:overlay val="0"/>
        </c:title>
        <c:numFmt formatCode="General" sourceLinked="1"/>
        <c:majorTickMark val="none"/>
        <c:minorTickMark val="none"/>
        <c:tickLblPos val="low"/>
        <c:spPr>
          <a:ln w="7620">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title>
      <c:tx>
        <c:rich>
          <a:bodyPr/>
          <a:lstStyle/>
          <a:p>
            <a:r>
              <a:rPr lang="it-IT" sz="2100">
                <a:solidFill>
                  <a:srgbClr val="087F83"/>
                </a:solidFill>
                <a:latin typeface="DejaVu Sans"/>
                <a:ea typeface="DejaVu Sans"/>
                <a:cs typeface="DejaVu Sans"/>
              </a:rPr>
              <a:t>step(u)</a:t>
            </a:r>
          </a:p>
        </c:rich>
      </c:tx>
      <c:overlay val="0"/>
    </c:title>
    <c:autoTitleDeleted val="0"/>
    <c:plotArea>
      <c:layout/>
      <c:scatterChart>
        <c:scatterStyle val="lineMarker"/>
        <c:varyColors val="0"/>
        <c:ser>
          <c:idx val="0"/>
          <c:order val="0"/>
          <c:tx>
            <c:v>step for u &lt; 0</c:v>
          </c:tx>
          <c:spPr>
            <a:ln w="31433">
              <a:solidFill>
                <a:srgbClr val="087F83"/>
              </a:solidFill>
            </a:ln>
          </c:spPr>
          <c:marker>
            <c:symbol val="none"/>
          </c:marker>
          <c:xVal>
            <c:numRef>
              <c:f>'Chart Data'!$A$2:$A$3</c:f>
              <c:numCache>
                <c:formatCode>General</c:formatCode>
                <c:ptCount val="2"/>
                <c:pt idx="0">
                  <c:v>-2</c:v>
                </c:pt>
                <c:pt idx="1">
                  <c:v>0</c:v>
                </c:pt>
              </c:numCache>
            </c:numRef>
          </c:xVal>
          <c:yVal>
            <c:numRef>
              <c:f>'Chart Data'!$B$2:$B$3</c:f>
              <c:numCache>
                <c:formatCode>0</c:formatCode>
                <c:ptCount val="2"/>
                <c:pt idx="0">
                  <c:v>0</c:v>
                </c:pt>
                <c:pt idx="1">
                  <c:v>0</c:v>
                </c:pt>
              </c:numCache>
            </c:numRef>
          </c:yVal>
          <c:smooth val="1"/>
          <c:extLst>
            <c:ext xmlns:c16="http://schemas.microsoft.com/office/drawing/2014/chart" uri="{C3380CC4-5D6E-409C-BE32-E72D297353CC}">
              <c16:uniqueId val="{00000000-0C4D-48A1-9D7B-CB031E8FA4DE}"/>
            </c:ext>
          </c:extLst>
        </c:ser>
        <c:ser>
          <c:idx val="1"/>
          <c:order val="1"/>
          <c:tx>
            <c:v>step for u &gt; 0</c:v>
          </c:tx>
          <c:spPr>
            <a:ln w="31433">
              <a:solidFill>
                <a:srgbClr val="087F83"/>
              </a:solidFill>
            </a:ln>
          </c:spPr>
          <c:marker>
            <c:symbol val="none"/>
          </c:marker>
          <c:xVal>
            <c:numRef>
              <c:f>'Chart Data'!$C$2:$C$3</c:f>
              <c:numCache>
                <c:formatCode>General</c:formatCode>
                <c:ptCount val="2"/>
                <c:pt idx="0">
                  <c:v>0</c:v>
                </c:pt>
                <c:pt idx="1">
                  <c:v>2</c:v>
                </c:pt>
              </c:numCache>
            </c:numRef>
          </c:xVal>
          <c:yVal>
            <c:numRef>
              <c:f>'Chart Data'!$D$2:$D$3</c:f>
              <c:numCache>
                <c:formatCode>0</c:formatCode>
                <c:ptCount val="2"/>
                <c:pt idx="0">
                  <c:v>1</c:v>
                </c:pt>
                <c:pt idx="1">
                  <c:v>1</c:v>
                </c:pt>
              </c:numCache>
            </c:numRef>
          </c:yVal>
          <c:smooth val="1"/>
          <c:extLst>
            <c:ext xmlns:c16="http://schemas.microsoft.com/office/drawing/2014/chart" uri="{C3380CC4-5D6E-409C-BE32-E72D297353CC}">
              <c16:uniqueId val="{00000001-0C4D-48A1-9D7B-CB031E8FA4DE}"/>
            </c:ext>
          </c:extLst>
        </c:ser>
        <c:ser>
          <c:idx val="2"/>
          <c:order val="2"/>
          <c:tx>
            <c:v>step(0) = 0 by convention</c:v>
          </c:tx>
          <c:spPr>
            <a:ln w="0">
              <a:noFill/>
            </a:ln>
          </c:spPr>
          <c:marker>
            <c:symbol val="circle"/>
            <c:size val="9"/>
            <c:spPr>
              <a:solidFill>
                <a:srgbClr val="087F83"/>
              </a:solidFill>
              <a:ln w="19050">
                <a:solidFill>
                  <a:srgbClr val="087F83"/>
                </a:solidFill>
              </a:ln>
            </c:spPr>
          </c:marker>
          <c:xVal>
            <c:numRef>
              <c:f>'Chart Data'!$E$2:$E$2</c:f>
              <c:numCache>
                <c:formatCode>General</c:formatCode>
                <c:ptCount val="1"/>
                <c:pt idx="0">
                  <c:v>0</c:v>
                </c:pt>
              </c:numCache>
            </c:numRef>
          </c:xVal>
          <c:yVal>
            <c:numRef>
              <c:f>'Chart Data'!$F$2:$F$2</c:f>
              <c:numCache>
                <c:formatCode>0</c:formatCode>
                <c:ptCount val="1"/>
                <c:pt idx="0">
                  <c:v>0</c:v>
                </c:pt>
              </c:numCache>
            </c:numRef>
          </c:yVal>
          <c:smooth val="1"/>
          <c:extLst>
            <c:ext xmlns:c16="http://schemas.microsoft.com/office/drawing/2014/chart" uri="{C3380CC4-5D6E-409C-BE32-E72D297353CC}">
              <c16:uniqueId val="{00000002-0C4D-48A1-9D7B-CB031E8FA4DE}"/>
            </c:ext>
          </c:extLst>
        </c:ser>
        <c:ser>
          <c:idx val="3"/>
          <c:order val="3"/>
          <c:tx>
            <c:v>Excluded value at u = 0</c:v>
          </c:tx>
          <c:spPr>
            <a:ln w="0">
              <a:noFill/>
            </a:ln>
          </c:spPr>
          <c:marker>
            <c:symbol val="circle"/>
            <c:size val="9"/>
            <c:spPr>
              <a:solidFill>
                <a:srgbClr val="FFFFFF"/>
              </a:solidFill>
              <a:ln w="19050">
                <a:solidFill>
                  <a:srgbClr val="087F83"/>
                </a:solidFill>
              </a:ln>
            </c:spPr>
          </c:marker>
          <c:xVal>
            <c:numRef>
              <c:f>'Chart Data'!$G$2:$G$2</c:f>
              <c:numCache>
                <c:formatCode>General</c:formatCode>
                <c:ptCount val="1"/>
                <c:pt idx="0">
                  <c:v>0</c:v>
                </c:pt>
              </c:numCache>
            </c:numRef>
          </c:xVal>
          <c:yVal>
            <c:numRef>
              <c:f>'Chart Data'!$H$2:$H$2</c:f>
              <c:numCache>
                <c:formatCode>0</c:formatCode>
                <c:ptCount val="1"/>
                <c:pt idx="0">
                  <c:v>1</c:v>
                </c:pt>
              </c:numCache>
            </c:numRef>
          </c:yVal>
          <c:smooth val="1"/>
          <c:extLst>
            <c:ext xmlns:c16="http://schemas.microsoft.com/office/drawing/2014/chart" uri="{C3380CC4-5D6E-409C-BE32-E72D297353CC}">
              <c16:uniqueId val="{00000003-0C4D-48A1-9D7B-CB031E8FA4DE}"/>
            </c:ext>
          </c:extLst>
        </c:ser>
        <c:dLbls>
          <c:showLegendKey val="0"/>
          <c:showVal val="0"/>
          <c:showCatName val="0"/>
          <c:showSerName val="0"/>
          <c:showPercent val="0"/>
          <c:showBubbleSize val="0"/>
        </c:dLbls>
        <c:axId val="48650112"/>
        <c:axId val="48672768"/>
      </c:scatterChart>
      <c:valAx>
        <c:axId val="48672768"/>
        <c:scaling>
          <c:orientation val="minMax"/>
          <c:max val="2"/>
          <c:min val="-1"/>
        </c:scaling>
        <c:delete val="0"/>
        <c:axPos val="l"/>
        <c:majorGridlines>
          <c:spPr>
            <a:ln w="5715">
              <a:solidFill>
                <a:srgbClr val="DCE3EB"/>
              </a:solidFill>
            </a:ln>
          </c:spPr>
        </c:majorGridlines>
        <c:numFmt formatCode="0" sourceLinked="1"/>
        <c:majorTickMark val="none"/>
        <c:minorTickMark val="none"/>
        <c:tickLblPos val="low"/>
        <c:spPr>
          <a:ln w="7620">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50112"/>
        <c:crossesAt val="0"/>
        <c:crossBetween val="midCat"/>
        <c:majorUnit val="1"/>
      </c:valAx>
      <c:valAx>
        <c:axId val="48650112"/>
        <c:scaling>
          <c:orientation val="minMax"/>
          <c:max val="2"/>
          <c:min val="-2"/>
        </c:scaling>
        <c:delete val="0"/>
        <c:axPos val="b"/>
        <c:majorGridlines>
          <c:spPr>
            <a:ln w="5715">
              <a:solidFill>
                <a:srgbClr val="DCE3EB"/>
              </a:solidFill>
            </a:ln>
          </c:spPr>
        </c:majorGridlines>
        <c:title>
          <c:tx>
            <c:rich>
              <a:bodyPr/>
              <a:lstStyle/>
              <a:p>
                <a:r>
                  <a:rPr lang="it-IT" sz="1875" i="1">
                    <a:solidFill>
                      <a:srgbClr val="182D45"/>
                    </a:solidFill>
                    <a:latin typeface="DejaVu Sans"/>
                    <a:ea typeface="Cambria Math"/>
                    <a:cs typeface="Cambria Math"/>
                  </a:rPr>
                  <a:t>u</a:t>
                </a:r>
              </a:p>
            </c:rich>
          </c:tx>
          <c:overlay val="0"/>
        </c:title>
        <c:numFmt formatCode="General" sourceLinked="1"/>
        <c:majorTickMark val="none"/>
        <c:minorTickMark val="none"/>
        <c:tickLblPos val="low"/>
        <c:spPr>
          <a:ln w="7620">
            <a:solidFill>
              <a:srgbClr val="526276"/>
            </a:solidFill>
          </a:ln>
        </c:spPr>
        <c:txPr>
          <a:bodyPr anchorCtr="1"/>
          <a:lstStyle/>
          <a:p>
            <a:pPr>
              <a:defRPr sz="1350">
                <a:solidFill>
                  <a:srgbClr val="526276"/>
                </a:solidFill>
                <a:latin typeface="DejaVu Sans"/>
                <a:ea typeface="DejaVu Sans"/>
                <a:cs typeface="DejaVu Sans"/>
              </a:defRPr>
            </a:pPr>
            <a:endParaRPr lang="it-IT"/>
          </a:p>
        </c:txPr>
        <c:crossAx val="48672768"/>
        <c:crossesAt val="0"/>
        <c:crossBetween val="midCat"/>
        <c:majorUnit val="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Backpropagation</a:t>
            </a:r>
            <a:endParaRPr lang="en-GB"/>
          </a:p>
          <a:p>
            <a:r>
              <a:rPr lang="en-GB" dirty="0"/>
              <a:t>Suggested time: 0.5 minutes</a:t>
            </a:r>
            <a:endParaRPr lang="en-GB"/>
          </a:p>
          <a:p>
            <a:r>
              <a:rPr lang="en-GB" dirty="0"/>
              <a:t>Target interval: 00:00–00:30 (including pauses).</a:t>
            </a:r>
            <a:endParaRPr lang="en-GB"/>
          </a:p>
          <a:p>
            <a:endParaRPr lang="en-GB"/>
          </a:p>
          <a:p>
            <a:r>
              <a:rPr lang="en-GB" dirty="0"/>
              <a:t>[ON ENTRY]</a:t>
            </a:r>
            <a:endParaRPr lang="en-GB"/>
          </a:p>
          <a:p>
            <a:r>
              <a:rPr lang="en-GB" dirty="0"/>
              <a:t>Last time, we built neural networks whose weights and biases determine the features they calculate. We also saw how an empirical loss tells us how well those parameters fit the observations. Today we connect those two ideas: how do we calculate the derivatives needed to adjust all those weights and biases?</a:t>
            </a:r>
            <a:endParaRPr lang="en-GB"/>
          </a:p>
          <a:p>
            <a:r>
              <a:rPr lang="en-GB" dirty="0"/>
              <a:t>[NEXT SLIDE]</a:t>
            </a:r>
            <a:endParaRPr lang="en-GB"/>
          </a:p>
          <a:p>
            <a:r>
              <a:rPr lang="en-GB" dirty="0"/>
              <a:t>The calculation we will develop is called backpropagation. Let us see how we will build it up.</a:t>
            </a:r>
            <a:endParaRPr lang="en-GB"/>
          </a:p>
          <a:p>
            <a:r>
              <a:rPr lang="en-GB" dirty="0"/>
              <a:t>Source: Week 5 lecture notes, pages 1.</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lecture…</a:t>
            </a:r>
            <a:endParaRPr lang="en-GB"/>
          </a:p>
          <a:p>
            <a:r>
              <a:rPr lang="en-GB" dirty="0"/>
              <a:t>Suggested time: 0.65 minutes</a:t>
            </a:r>
            <a:endParaRPr lang="en-GB"/>
          </a:p>
          <a:p>
            <a:r>
              <a:rPr lang="en-GB" dirty="0"/>
              <a:t>Target interval: 00:30–01:09 (including pauses).</a:t>
            </a:r>
            <a:endParaRPr lang="en-GB"/>
          </a:p>
          <a:p>
            <a:endParaRPr lang="en-GB"/>
          </a:p>
          <a:p>
            <a:r>
              <a:rPr lang="en-GB" dirty="0"/>
              <a:t>[ON ENTRY]</a:t>
            </a:r>
            <a:endParaRPr lang="en-GB"/>
          </a:p>
          <a:p>
            <a:r>
              <a:rPr lang="en-GB" dirty="0"/>
              <a:t>Last time, we saw that gradient descent needs the derivative of the empirical loss with respect to every weight and bias of the network. Today we ask how to calculate these derivatives efficiently. We will begin with a small scalar network, extend the same calculation to wider networks, and then consider different losses and a whole dataset.</a:t>
            </a:r>
            <a:endParaRPr lang="en-GB"/>
          </a:p>
          <a:p>
            <a:r>
              <a:rPr lang="en-GB" dirty="0"/>
              <a:t>[CLICK1]</a:t>
            </a:r>
            <a:endParaRPr lang="en-GB"/>
          </a:p>
          <a:p>
            <a:r>
              <a:rPr lang="en-GB" dirty="0"/>
              <a:t>We start with the scalar network. The aim is to understand what we calculate, why we calculate it backwards, and which results we can reuse.</a:t>
            </a:r>
            <a:endParaRPr lang="en-GB"/>
          </a:p>
          <a:p>
            <a:r>
              <a:rPr lang="en-GB" dirty="0"/>
              <a:t>[NEXT SLIDE]</a:t>
            </a:r>
            <a:endParaRPr lang="en-GB"/>
          </a:p>
          <a:p>
            <a:r>
              <a:rPr lang="en-GB" dirty="0"/>
              <a:t>First, let us put this calculation back into the fitting procedure from Lecture 4.</a:t>
            </a:r>
            <a:endParaRPr lang="en-GB"/>
          </a:p>
          <a:p>
            <a:r>
              <a:rPr lang="en-GB" dirty="0"/>
              <a:t>Source: Week 5 lecture notes, pages 1.</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GB" dirty="0">
                <a:latin typeface="DejaVu Sans"/>
              </a:rPr>
              <a:t>Begin with the loss for one observation. The forward pass gives its value; gradient descent needs its derivatives with respect to the parameters. We will return to summing observations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scalar network we can calculate by hand</a:t>
            </a:r>
          </a:p>
          <a:p>
            <a:r>
              <a:t>Suggested time: 1.2 minutes</a:t>
            </a:r>
          </a:p>
          <a:p>
            <a:r>
              <a:t>Target interval: 02:15–03:27 (including pauses).</a:t>
            </a:r>
          </a:p>
          <a:p>
            <a:r>
              <a:t>[ON ENTRY]</a:t>
            </a:r>
          </a:p>
          <a:p>
            <a:r>
              <a:t>This network has one scalar input, two hidden layers with one neuron each, and an affine output in layer 3. Recall that a sub r of x is the preactivation and phi sub r of x is the activation in layer r. Phi zero of x equals the input x. These are values of the corresponding functions at x, with the current weights and biases.</a:t>
            </a:r>
          </a:p>
          <a:p>
            <a:r>
              <a:t>The first neuron forms phi zero of x times w one plus b one, then applies ReLU. The second uses the first activation as its input. Finally, the output layer takes an affine combination of the second activation, without another ReLU.</a:t>
            </a:r>
          </a:p>
          <a:p>
            <a:r>
              <a:t>There are three weights and three biases. The parameter vector theta collects them in the order (b_1, w_1, b_2, w_2, b_3, w_3), transposed into a column in R^6. This is the same order used in the numerical example on the next slide. An early parameter affects an intermediate value, which affects the next layer, and eventually the loss.</a:t>
            </a:r>
          </a:p>
          <a:p>
            <a:r>
              <a:t>[NEXT SLIDE]</a:t>
            </a:r>
          </a:p>
          <a:p>
            <a:r>
              <a:t>Before differentiating anything, let us calculate and save those intermediate values for one observation.</a:t>
            </a:r>
          </a:p>
          <a:p>
            <a:r>
              <a:t>Source: Week 5 lecture notes, pages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save the forward values</a:t>
            </a:r>
            <a:endParaRPr lang="en-GB"/>
          </a:p>
          <a:p>
            <a:r>
              <a:rPr lang="en-GB" dirty="0"/>
              <a:t>Suggested time: 1.65 minutes</a:t>
            </a:r>
            <a:endParaRPr lang="en-GB"/>
          </a:p>
          <a:p>
            <a:r>
              <a:rPr lang="en-GB" dirty="0"/>
              <a:t>Target interval: 03:27–05:06 (including pauses).</a:t>
            </a:r>
            <a:endParaRPr lang="en-GB"/>
          </a:p>
          <a:p>
            <a:endParaRPr lang="en-GB"/>
          </a:p>
          <a:p>
            <a:r>
              <a:rPr lang="en-GB" dirty="0"/>
              <a:t>[ON ENTRY]</a:t>
            </a:r>
            <a:endParaRPr lang="en-GB"/>
          </a:p>
          <a:p>
            <a:r>
              <a:rPr lang="en-GB"/>
              <a:t>At the start, identify the example parameter column theta=(b1,w1,b2,w2,b3,w3)^T=(1,1,-1,2,2,-1)^T. These are the weights and biases shown in the diagram. Keep these parameter values fixed throughout this forward pass and the subsequent backward pass. The order agrees with the parameter and gradient columns on the following slides.</a:t>
            </a:r>
          </a:p>
          <a:p>
            <a:r>
              <a:rPr lang="en-GB" dirty="0"/>
              <a:t>Let us evaluate the network at x equals two, with target minus two. Each affine node receives the preceding value and its own weight and bias. We will ask for each result before revealing it.</a:t>
            </a:r>
            <a:endParaRPr lang="en-GB"/>
          </a:p>
          <a:p>
            <a:r>
              <a:rPr lang="en-GB" dirty="0"/>
              <a:t>[CLICK 1]</a:t>
            </a:r>
            <a:endParaRPr lang="en-GB"/>
          </a:p>
          <a:p>
            <a:r>
              <a:rPr lang="en-GB" dirty="0"/>
              <a:t>What is the first preactivation? Use the highlighted input, weight and bias.</a:t>
            </a:r>
            <a:endParaRPr lang="en-GB"/>
          </a:p>
          <a:p>
            <a:r>
              <a:rPr lang="en-GB" dirty="0"/>
              <a:t>[PAUSE: invite an answer.]</a:t>
            </a:r>
            <a:endParaRPr lang="en-GB"/>
          </a:p>
          <a:p>
            <a:r>
              <a:rPr lang="en-GB" dirty="0"/>
              <a:t>[CLICK 2]</a:t>
            </a:r>
            <a:endParaRPr lang="en-GB"/>
          </a:p>
          <a:p>
            <a:r>
              <a:rPr lang="en-GB" dirty="0"/>
              <a:t>Two times one plus one gives three.</a:t>
            </a:r>
            <a:endParaRPr lang="en-GB"/>
          </a:p>
          <a:p>
            <a:r>
              <a:rPr lang="en-GB" dirty="0"/>
              <a:t>[CLICK 3]</a:t>
            </a:r>
            <a:endParaRPr lang="en-GB"/>
          </a:p>
          <a:p>
            <a:r>
              <a:rPr lang="en-GB" dirty="0"/>
              <a:t>What does ReLU do to this value?</a:t>
            </a:r>
            <a:endParaRPr lang="en-GB"/>
          </a:p>
          <a:p>
            <a:r>
              <a:rPr lang="en-GB" dirty="0"/>
              <a:t>[PAUSE: invite an answer.]</a:t>
            </a:r>
            <a:endParaRPr lang="en-GB"/>
          </a:p>
          <a:p>
            <a:r>
              <a:rPr lang="en-GB" dirty="0"/>
              <a:t>[CLICK 4]</a:t>
            </a:r>
            <a:endParaRPr lang="en-GB"/>
          </a:p>
          <a:p>
            <a:r>
              <a:rPr lang="en-GB" dirty="0"/>
              <a:t>Three is positive, so the first activation is three.</a:t>
            </a:r>
            <a:endParaRPr lang="en-GB"/>
          </a:p>
          <a:p>
            <a:r>
              <a:rPr lang="en-GB" dirty="0"/>
              <a:t>[CLICK 5]</a:t>
            </a:r>
            <a:endParaRPr lang="en-GB"/>
          </a:p>
          <a:p>
            <a:r>
              <a:rPr lang="en-GB" dirty="0"/>
              <a:t>Now use that activation with the second weight and bias. What is the next preactivation?</a:t>
            </a:r>
            <a:endParaRPr lang="en-GB"/>
          </a:p>
          <a:p>
            <a:r>
              <a:rPr lang="en-GB" dirty="0"/>
              <a:t>[PAUSE: invite an answer.]</a:t>
            </a:r>
            <a:endParaRPr lang="en-GB"/>
          </a:p>
          <a:p>
            <a:r>
              <a:rPr lang="en-GB" dirty="0"/>
              <a:t>[CLICK 6]</a:t>
            </a:r>
            <a:endParaRPr lang="en-GB"/>
          </a:p>
          <a:p>
            <a:r>
              <a:rPr lang="en-GB" dirty="0"/>
              <a:t>Three times two minus one gives five.</a:t>
            </a:r>
            <a:endParaRPr lang="en-GB"/>
          </a:p>
          <a:p>
            <a:r>
              <a:rPr lang="en-GB" dirty="0"/>
              <a:t>[CLICK 7]</a:t>
            </a:r>
            <a:endParaRPr lang="en-GB"/>
          </a:p>
          <a:p>
            <a:r>
              <a:rPr lang="en-GB" dirty="0"/>
              <a:t>What is the second activation?</a:t>
            </a:r>
            <a:endParaRPr lang="en-GB"/>
          </a:p>
          <a:p>
            <a:r>
              <a:rPr lang="en-GB" dirty="0"/>
              <a:t>[PAUSE: invite an answer.]</a:t>
            </a:r>
            <a:endParaRPr lang="en-GB"/>
          </a:p>
          <a:p>
            <a:r>
              <a:rPr lang="en-GB" dirty="0"/>
              <a:t>[CLICK 8]</a:t>
            </a:r>
            <a:endParaRPr lang="en-GB"/>
          </a:p>
          <a:p>
            <a:r>
              <a:rPr lang="en-GB" dirty="0"/>
              <a:t>ReLU passes five through.</a:t>
            </a:r>
            <a:endParaRPr lang="en-GB"/>
          </a:p>
          <a:p>
            <a:r>
              <a:rPr lang="en-GB" dirty="0"/>
              <a:t>[CLICK 9]</a:t>
            </a:r>
            <a:endParaRPr lang="en-GB"/>
          </a:p>
          <a:p>
            <a:r>
              <a:rPr lang="en-GB" dirty="0"/>
              <a:t>What prediction do the highlighted output weight and bias produce?</a:t>
            </a:r>
            <a:endParaRPr lang="en-GB"/>
          </a:p>
          <a:p>
            <a:r>
              <a:rPr lang="en-GB" dirty="0"/>
              <a:t>[PAUSE: invite an answer.]</a:t>
            </a:r>
            <a:endParaRPr lang="en-GB"/>
          </a:p>
          <a:p>
            <a:r>
              <a:rPr lang="en-GB" dirty="0"/>
              <a:t>[CLICK 10]</a:t>
            </a:r>
            <a:endParaRPr lang="en-GB"/>
          </a:p>
          <a:p>
            <a:r>
              <a:rPr lang="en-GB" dirty="0"/>
              <a:t>Five times minus one plus two gives minus three. There is no output ReLU.</a:t>
            </a:r>
            <a:endParaRPr lang="en-GB"/>
          </a:p>
          <a:p>
            <a:r>
              <a:rPr lang="en-GB" dirty="0"/>
              <a:t>[CLICK 11]</a:t>
            </a:r>
            <a:endParaRPr lang="en-GB"/>
          </a:p>
          <a:p>
            <a:r>
              <a:rPr lang="en-GB" dirty="0"/>
              <a:t>Finally, compare this prediction with the target. What is the squared loss?</a:t>
            </a:r>
            <a:endParaRPr lang="en-GB"/>
          </a:p>
          <a:p>
            <a:r>
              <a:rPr lang="en-GB" dirty="0"/>
              <a:t>[PAUSE: invite an answer.]</a:t>
            </a:r>
            <a:endParaRPr lang="en-GB"/>
          </a:p>
          <a:p>
            <a:r>
              <a:rPr lang="en-GB" dirty="0"/>
              <a:t>[CLICK 12]</a:t>
            </a:r>
            <a:endParaRPr lang="en-GB"/>
          </a:p>
          <a:p>
            <a:r>
              <a:rPr lang="en-GB" dirty="0"/>
              <a:t>The difference is minus one, so the loss is one. Save these forward values for the derivative calculation. The parameters have stayed fixed throughout this entire forward pass.</a:t>
            </a:r>
            <a:endParaRPr lang="en-GB"/>
          </a:p>
          <a:p>
            <a:r>
              <a:rPr lang="en-GB" dirty="0"/>
              <a:t>[NEXT SLIDE]</a:t>
            </a:r>
            <a:endParaRPr lang="en-GB"/>
          </a:p>
          <a:p>
            <a:r>
              <a:rPr lang="en-GB" dirty="0"/>
              <a:t>We now want a derivative for each parameter.</a:t>
            </a:r>
            <a:endParaRPr lang="en-GB"/>
          </a:p>
          <a:p>
            <a:r>
              <a:rPr lang="en-GB" dirty="0"/>
              <a:t>Source: Week 5 lecture notes, pages 2.</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Six parameters, six partial derivatives</a:t>
            </a:r>
            <a:endParaRPr lang="en-GB"/>
          </a:p>
          <a:p>
            <a:r>
              <a:rPr lang="en-GB" dirty="0"/>
              <a:t>Suggested time: 1 minutes</a:t>
            </a:r>
            <a:endParaRPr lang="en-GB"/>
          </a:p>
          <a:p>
            <a:r>
              <a:rPr lang="en-GB" dirty="0"/>
              <a:t>Target interval: 05:06–06:06 (including pauses).</a:t>
            </a:r>
            <a:endParaRPr lang="en-GB"/>
          </a:p>
          <a:p>
            <a:endParaRPr lang="en-GB"/>
          </a:p>
          <a:p>
            <a:r>
              <a:rPr lang="en-GB" dirty="0"/>
              <a:t>[ON ENTRY]</a:t>
            </a:r>
            <a:endParaRPr lang="en-GB"/>
          </a:p>
          <a:p>
            <a:r>
              <a:rPr lang="en-GB" dirty="0"/>
              <a:t>We collect the parameters into a column, in this order: the bias and weight of layer 1, then those of layer 2, then those of layer 3. Choosing an order is bookkeeping, but we must use it consistently.</a:t>
            </a:r>
            <a:endParaRPr lang="en-GB"/>
          </a:p>
          <a:p>
            <a:r>
              <a:rPr lang="en-GB" dirty="0"/>
              <a:t>The gradient has six entries in precisely that order. Each entry is a partial derivative: we vary the corresponding parameter while keeping the input, the target, and the other parameters fixed. All six derivatives are evaluated at the same current parameter values. In particular, the target is not one of the adjustable quantities in this calculation.</a:t>
            </a:r>
            <a:endParaRPr lang="en-GB"/>
          </a:p>
          <a:p>
            <a:r>
              <a:rPr lang="en-GB" dirty="0"/>
              <a:t>This last point matters. We do not calculate one derivative, change its parameter, and then continue. That would mix derivatives evaluated at different networks. We calculate the complete gradient first.</a:t>
            </a:r>
            <a:endParaRPr lang="en-GB"/>
          </a:p>
          <a:p>
            <a:r>
              <a:rPr lang="en-GB" dirty="0"/>
              <a:t>[NEXT SLIDE]</a:t>
            </a:r>
            <a:endParaRPr lang="en-GB"/>
          </a:p>
          <a:p>
            <a:r>
              <a:rPr lang="en-GB" dirty="0"/>
              <a:t>These parameter derivatives contain shared chain-rule factors. Repeating the complete calculation for every parameter would duplicate work. We will name the function that completes the calculation from each preactivation, calculate its derivative once, and reuse that derivative for the local parameters and the preceding layer.</a:t>
            </a:r>
          </a:p>
          <a:p>
            <a:r>
              <a:rPr lang="en-GB"/>
              <a:t>Start at the output preactivation, where the remaining computation is simplest.</a:t>
            </a:r>
          </a:p>
          <a:p>
            <a:r>
              <a:rPr lang="en-GB" dirty="0"/>
              <a:t>Source: Week 5 lecture notes, pages 2,11.</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Start from the last layer</a:t>
            </a:r>
          </a:p>
          <a:p>
            <a:r>
              <a:rPr lang="en-GB"/>
              <a:t>Suggested time: 1.15 minutes</a:t>
            </a:r>
          </a:p>
          <a:p>
            <a:r>
              <a:rPr lang="en-GB"/>
              <a:t>Target interval: 06:06–07:15 (including pauses).</a:t>
            </a:r>
          </a:p>
          <a:p>
            <a:endParaRPr lang="en-GB"/>
          </a:p>
          <a:p>
            <a:r>
              <a:rPr lang="en-GB"/>
              <a:t>[ON ENTRY]</a:t>
            </a:r>
          </a:p>
          <a:p>
            <a:r>
              <a:rPr lang="en-GB"/>
              <a:t>A remaining function starts from a possible preactivation value u at a specified layer. It returns the loss obtained by carrying out the remaining operations, with the target and later-layer parameters fixed. Start at layer three, then move backwards.</a:t>
            </a:r>
          </a:p>
          <a:p>
            <a:r>
              <a:rPr lang="en-GB"/>
              <a:t>The notation convention is visible on entry: in both the slides and the lecture notes, we write J_r, leaving dependence on the parameters and target implicit. J_r uses the target and the parameters of later layers; at the output, J_3(u)=(u-y)^2 uses only y. Derivatives J_r′ and gradients ∇J_r are with respect to the function argument, with those parameters and the target held fixed.</a:t>
            </a:r>
          </a:p>
          <a:p>
            <a:r>
              <a:rPr lang="en-GB"/>
              <a:t>The orange boundary and the formula are already visible. J_3(u)=(u-y)^2 is the squared loss as a function of a possible output preactivation. Substituting the actual forward value a_3(x) gives L_sq(θ)=J_3(a_3(x)). The definition uses y but no weights or biases.</a:t>
            </a:r>
          </a:p>
          <a:p>
            <a:r>
              <a:rPr lang="en-GB"/>
              <a:t>[NEXT SLIDE]</a:t>
            </a:r>
          </a:p>
          <a:p>
            <a:r>
              <a:rPr lang="en-GB"/>
              <a:t>Move the starting point to the preceding preactivation and identify what is still to be calculated.</a:t>
            </a:r>
          </a:p>
          <a:p>
            <a:r>
              <a:rPr lang="en-GB"/>
              <a:t>Source: Week 5 lecture notes, pages 2–6.</a:t>
            </a:r>
          </a:p>
          <a:p>
            <a:r>
              <a:rPr lang="en-GB"/>
              <a:t>Explain that u is a possible preactivation value. The saved forward value a3(x) is the particular argument used in the loss composition. This is the loss for one fixed observation.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Move the starting point one layer back</a:t>
            </a:r>
          </a:p>
          <a:p>
            <a:r>
              <a:rPr lang="en-GB"/>
              <a:t>Suggested time: 1.15 minutes</a:t>
            </a:r>
          </a:p>
          <a:p>
            <a:r>
              <a:rPr lang="en-GB"/>
              <a:t>Target interval: 07:15–08:24 (including pauses).</a:t>
            </a:r>
          </a:p>
          <a:p>
            <a:endParaRPr lang="en-GB"/>
          </a:p>
          <a:p>
            <a:r>
              <a:rPr lang="en-GB"/>
              <a:t>[ON ENTRY]</a:t>
            </a:r>
          </a:p>
          <a:p>
            <a:r>
              <a:rPr lang="en-GB"/>
              <a:t>The J_2 and J_3 regions are visible on entry. Starting at a_2(x), identify ReLU, the output affine operation and the final loss.</a:t>
            </a:r>
          </a:p>
          <a:p>
            <a:r>
              <a:rPr lang="en-GB"/>
              <a:t>The J_2 boundary, its definition and the loss composition are already visible. Apply ReLU to a possible preactivation u, then the output affine operation. Use J_3 for the remaining squared-loss operation. This function uses only w_3, b_3 and y. The earlier boundary remains visible.</a:t>
            </a:r>
          </a:p>
          <a:p>
            <a:r>
              <a:rPr lang="en-GB"/>
              <a:t>[CLICK 1]</a:t>
            </a:r>
          </a:p>
          <a:p>
            <a:r>
              <a:rPr lang="en-GB"/>
              <a:t>Replace where with in fact and evaluate the recursive definition at u = a_2(x), on both sides. The underbrace identifies ReLU(a_2(x)) w_3 + b_3 as the saved preactivation a_3(x). Thus J_2(a_2(x)) = J_3(a_3(x)), which is the same loss for this observation. Relate the underbraced expression to the affine operation in the diagram.</a:t>
            </a:r>
          </a:p>
          <a:p>
            <a:r>
              <a:rPr lang="en-GB"/>
              <a:t>[NEXT SLIDE]</a:t>
            </a:r>
          </a:p>
          <a:p>
            <a:r>
              <a:rPr lang="en-GB"/>
              <a:t>Keep the J_3 and J_2 regions and move the starting point to a_1(x).</a:t>
            </a:r>
          </a:p>
          <a:p>
            <a:r>
              <a:rPr lang="en-GB"/>
              <a:t>Source: Week 5 lecture notes, pages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Another layer back</a:t>
            </a:r>
          </a:p>
          <a:p>
            <a:r>
              <a:rPr lang="en-GB"/>
              <a:t>Suggested time: 1.1 minutes</a:t>
            </a:r>
          </a:p>
          <a:p>
            <a:r>
              <a:rPr lang="en-GB"/>
              <a:t>Target interval: 08:24–09:30 (including pauses).</a:t>
            </a:r>
          </a:p>
          <a:p>
            <a:endParaRPr lang="en-GB"/>
          </a:p>
          <a:p>
            <a:r>
              <a:rPr lang="en-GB"/>
              <a:t>[ON ENTRY]</a:t>
            </a:r>
          </a:p>
          <a:p>
            <a:r>
              <a:rPr lang="en-GB"/>
              <a:t>The J_1, J_2 and J_3 regions are visible on entry. Starting at a_1(x), identify the operations needed before we can use the already-defined function J_2.</a:t>
            </a:r>
          </a:p>
          <a:p>
            <a:r>
              <a:rPr lang="en-GB"/>
              <a:t>The J_1 boundary, its definition and the loss composition are already visible. The red equality states L_sq(θ)=J_1(a_1(x)). The definition has the same color as the new boundary and uses J_2 for the remaining computation. Read the fixed-parameter statement below. The earlier boundaries remain visible.</a:t>
            </a:r>
          </a:p>
          <a:p>
            <a:r>
              <a:rPr lang="en-GB"/>
              <a:t>[CLICK 1]</a:t>
            </a:r>
          </a:p>
          <a:p>
            <a:r>
              <a:rPr lang="en-GB"/>
              <a:t>Replace where with in fact and evaluate the recursive definition at u = a_1(x), on both sides. The underbrace identifies ReLU(a_1(x)) w_2 + b_2 as the saved preactivation a_2(x). Thus J_1(a_1(x)) = J_2(a_2(x)), which is the same loss for this observation. Relate the underbraced expression to the affine operation in the diagram.</a:t>
            </a:r>
          </a:p>
          <a:p>
            <a:r>
              <a:rPr lang="en-GB"/>
              <a:t>[NEXT SLIDE]</a:t>
            </a:r>
          </a:p>
          <a:p>
            <a:r>
              <a:rPr lang="en-GB"/>
              <a:t>We have expressed the same loss starting from each preactivation. Begin at the output layer and apply the chain rule to its bias and weight.</a:t>
            </a:r>
          </a:p>
          <a:p>
            <a:r>
              <a:rPr lang="en-GB"/>
              <a:t>Source: Week 5 lecture notes, pages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 ENTRY]</a:t>
            </a:r>
          </a:p>
          <a:p>
            <a:r>
              <a:rPr lang="en-GB"/>
              <a:t>Begin with the output layer. The loss is J_3(a3(x)). Keep the input, target and all other parameters fixed. J_3 uses only the fixed target, and phi2(x) uses only earlier-layer parameters. Neither changes when w3 or b3 changes.</a:t>
            </a:r>
          </a:p>
          <a:p>
            <a:r>
              <a:rPr lang="en-GB"/>
              <a:t>[CLICK 1]</a:t>
            </a:r>
          </a:p>
          <a:p>
            <a:r>
              <a:rPr lang="en-GB"/>
              <a:t>Apply the chain rule to b3. Differentiate the outer function with respect to its argument, and multiply by the derivative of a3(x) with respect to b3. Keep the composition and dependency statement visible.</a:t>
            </a:r>
          </a:p>
          <a:p>
            <a:r>
              <a:rPr lang="en-GB"/>
              <a:t>[CLICK 2]</a:t>
            </a:r>
          </a:p>
          <a:p>
            <a:r>
              <a:rPr lang="en-GB"/>
              <a:t>The local derivative of a3(x)=phi2(x)w3+b3 with respect to b3 is one.</a:t>
            </a:r>
          </a:p>
          <a:p>
            <a:r>
              <a:rPr lang="en-GB"/>
              <a:t>[CLICK 3]</a:t>
            </a:r>
          </a:p>
          <a:p>
            <a:r>
              <a:rPr lang="en-GB"/>
              <a:t>Apply the same chain rule to w3.</a:t>
            </a:r>
          </a:p>
          <a:p>
            <a:r>
              <a:rPr lang="en-GB"/>
              <a:t>[CLICK 4]</a:t>
            </a:r>
          </a:p>
          <a:p>
            <a:r>
              <a:rPr lang="en-GB"/>
              <a:t>Its local derivative is phi2(x), which we saved during the forward pass.</a:t>
            </a:r>
          </a:p>
          <a:p>
            <a:r>
              <a:rPr lang="en-GB"/>
              <a:t>[CLICK 5]</a:t>
            </a:r>
          </a:p>
          <a:p>
            <a:r>
              <a:rPr lang="en-GB"/>
              <a:t>The three underbraces identify the two occurrences of a_3(x) and phi_2(x) as values already computed in the forward pass. The braces cover only these values, not the outer derivative. We still need J′_3(a_3(x)), the common factor in both parameter derivatives.</a:t>
            </a:r>
          </a:p>
          <a:p>
            <a:r>
              <a:rPr lang="en-GB"/>
              <a:t>Both expressions require the same factor J'_3(a3(x)). We now calculate it once.</a:t>
            </a:r>
          </a:p>
          <a:p>
            <a:r>
              <a:rPr lang="en-GB"/>
              <a:t>[NEXT SLIDE]</a:t>
            </a:r>
          </a:p>
          <a:p>
            <a:r>
              <a:rPr lang="en-GB"/>
              <a:t>Return to the definition of J_3 and differentiate with respect to its argument.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sz="2000">
                <a:latin typeface="DejaVu Sans"/>
              </a:rPr>
              <a:t>Both output-layer parameter derivatives require the same factor. The definition is already visible on entry. First differentiate J with respect to its argument while y stays fixed. Next evaluate the derivative at the saved preactivation. Finally use the same result for the bias and weight derivatives, and keep it for layer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Suggested time: 1 minutes</a:t>
            </a:r>
          </a:p>
          <a:p>
            <a:r>
              <a:rPr lang="en-GB"/>
              <a:t>Target interval: 11:18–12:18 (including pauses).</a:t>
            </a:r>
          </a:p>
          <a:p>
            <a:r>
              <a:rPr lang="en-GB"/>
              <a:t>The chain rule at the second layer</a:t>
            </a:r>
          </a:p>
          <a:p>
            <a:r>
              <a:rPr lang="en-GB"/>
              <a:t>[ON ENTRY]</a:t>
            </a:r>
          </a:p>
          <a:p>
            <a:r>
              <a:rPr lang="en-GB"/>
              <a:t>First point to the loss composition L_sq(theta)=J_2(a_2(x)). The two definitions underneath identify the outer remaining-loss function and the inner affine preactivation. J_2 does not use w_2 or b_2; the input phi_1(x) is also independent of those parameters. Keep the target and all other parameters fixed. These premises stay visible through every click.</a:t>
            </a:r>
          </a:p>
          <a:p>
            <a:r>
              <a:rPr lang="en-GB"/>
              <a:t>[CLICK 1]</a:t>
            </a:r>
          </a:p>
          <a:p>
            <a:r>
              <a:rPr lang="en-GB"/>
              <a:t>Point to the loss composition. Differentiate the outer function at the inner value and multiply by the derivative of the inner value with respect to b_2. The prime always denotes differentiation with respect to the supplied scalar argument.</a:t>
            </a:r>
          </a:p>
          <a:p>
            <a:r>
              <a:rPr lang="en-GB"/>
              <a:t>[CLICK 2]</a:t>
            </a:r>
          </a:p>
          <a:p>
            <a:r>
              <a:rPr lang="en-GB"/>
              <a:t>Append the local derivative, one. Keep the chain-rule product visible.</a:t>
            </a:r>
          </a:p>
          <a:p>
            <a:r>
              <a:rPr lang="en-GB"/>
              <a:t>[CLICK 3]</a:t>
            </a:r>
          </a:p>
          <a:p>
            <a:r>
              <a:rPr lang="en-GB"/>
              <a:t>Repeat for w_2. The same outer derivative appears again.</a:t>
            </a:r>
          </a:p>
          <a:p>
            <a:r>
              <a:rPr lang="en-GB"/>
              <a:t>[CLICK 4]</a:t>
            </a:r>
          </a:p>
          <a:p>
            <a:r>
              <a:rPr lang="en-GB"/>
              <a:t>The local derivative is phi_1(x), the input to this layer saved during the forward pass.</a:t>
            </a:r>
          </a:p>
          <a:p>
            <a:r>
              <a:rPr lang="en-GB"/>
              <a:t>[CLICK 5]</a:t>
            </a:r>
          </a:p>
          <a:p>
            <a:r>
              <a:rPr lang="en-GB"/>
              <a:t>The three underbraces identify the two occurrences of a_2(x) and phi_1(x) as values already computed in the forward pass. The braces cover only these values, not the outer derivative. We still need J′_2(a_2(x)), the common factor in both parameter derivatives.</a:t>
            </a:r>
          </a:p>
          <a:p>
            <a:r>
              <a:rPr lang="en-GB"/>
              <a:t>Both parameter derivatives require the same evaluated factor J'_2(a_2(x)). We now calculate it once, starting from the definition of J_2.</a:t>
            </a:r>
          </a:p>
          <a:p>
            <a:r>
              <a:rPr lang="en-GB"/>
              <a:t>[NEXT SLIDE]</a:t>
            </a:r>
          </a:p>
          <a:p>
            <a:r>
              <a:rPr lang="en-GB"/>
              <a:t>We have identified J'_2(a_2(x)) as the missing factor. Return to the definition of J_2: can the derivative we already calculated help us find it?</a:t>
            </a:r>
          </a:p>
          <a:p>
            <a:r>
              <a:rPr lang="en-GB"/>
              <a:t>Source: Week 5 lecture notes, sections 1.2–1.3, pages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Reusing the output derivative</a:t>
            </a:r>
          </a:p>
          <a:p>
            <a:r>
              <a:rPr lang="en-GB"/>
              <a:t>Suggested time: 1.3 minutes</a:t>
            </a:r>
          </a:p>
          <a:p>
            <a:r>
              <a:rPr lang="en-GB"/>
              <a:t>Target interval: 12:18–13:36 (including pauses).</a:t>
            </a:r>
          </a:p>
          <a:p>
            <a:r>
              <a:rPr lang="en-GB"/>
              <a:t>[ON ENTRY]</a:t>
            </a:r>
          </a:p>
          <a:p>
            <a:r>
              <a:rPr lang="en-GB"/>
              <a:t>The second-layer parameter derivatives require J'_2(a_2(x)). Begin with that target at the top of the slide. Underneath, recall the definition J_2(u)=J_3(ReLU(u)w_3+b_3). This definition tells us how to calculate the missing derivative using the output-layer derivative we already know. Differentiate with respect to the scalar argument u, holding the target and the later-layer parameters fixed. The nonzero-preactivation condition lets us use the ordinary chain rule. Keep the target and definition visible through the calculation.</a:t>
            </a:r>
          </a:p>
          <a:p>
            <a:r>
              <a:rPr lang="en-GB"/>
              <a:t>[CLICK 1]</a:t>
            </a:r>
          </a:p>
          <a:p>
            <a:r>
              <a:rPr lang="en-GB"/>
              <a:t>Apply the chain rule to this definition. The outer derivative is J'_3 at the inner argument. The derivative of the affine expression contributes w_3, and the ReLU contributes ReLU'(u). This identity holds for u nonzero.</a:t>
            </a:r>
          </a:p>
          <a:p>
            <a:r>
              <a:rPr lang="en-GB"/>
              <a:t>[CLICK 2]</a:t>
            </a:r>
          </a:p>
          <a:p>
            <a:r>
              <a:rPr lang="en-GB"/>
              <a:t>Evaluate at the saved a_2(x). Look at the underbrace inside J'_3: ReLU(a_2(x))w_3+b_3 is exactly a_3(x), the output preactivation already computed during the forward pass. We need the outer derivative at that same point.</a:t>
            </a:r>
          </a:p>
          <a:p>
            <a:r>
              <a:rPr lang="en-GB"/>
              <a:t>[CLICK 3]</a:t>
            </a:r>
          </a:p>
          <a:p>
            <a:r>
              <a:rPr lang="en-GB"/>
              <a:t>We have already obtained J'_3(a_3(x)) at the output layer. Reuse that evaluated derivative. The weight is the derivative of the affine operation. The only local derivative still to explain is ReLU'(a_2(x)). The generic derivative at an arbitrary u was not one reusable scalar; evaluation at the saved preactivation makes the reuse possible.</a:t>
            </a:r>
          </a:p>
          <a:p>
            <a:r>
              <a:rPr lang="en-GB"/>
              <a:t>[NEXT SLIDE]</a:t>
            </a:r>
          </a:p>
          <a:p>
            <a:r>
              <a:rPr lang="en-GB"/>
              <a:t>Calculate the remaining local derivative, then use the resulting shared factor in the two parameter derivatives already established.</a:t>
            </a:r>
          </a:p>
          <a:p>
            <a:r>
              <a:rPr lang="en-GB"/>
              <a:t>Source: Week 5 lecture notes, sections 1.2–1.3, pages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 ENTRY]</a:t>
            </a:r>
          </a:p>
          <a:p>
            <a:r>
              <a:rPr lang="en-GB"/>
              <a:t>The preceding calculation needs the derivative of ReLU at the saved preactivation. First inspect the ReLU graph. For negative inputs it is flat, so its slope is zero. For positive inputs it is the identity, so its slope is one.</a:t>
            </a:r>
          </a:p>
          <a:p>
            <a:r>
              <a:rPr lang="en-GB"/>
              <a:t>[CLICK 1]</a:t>
            </a:r>
          </a:p>
          <a:p>
            <a:r>
              <a:rPr lang="en-GB"/>
              <a:t>The graph on the right collects these two slope values. Away from zero, ReLU'(u)=step(u). Keep both graphs visible and connect each branch of ReLU with the corresponding constant value of the step function.</a:t>
            </a:r>
          </a:p>
          <a:p>
            <a:r>
              <a:rPr lang="en-GB"/>
              <a:t>[CLICK 2]</a:t>
            </a:r>
          </a:p>
          <a:p>
            <a:r>
              <a:rPr lang="en-GB"/>
              <a:t>ReLU has no derivative at zero: the left and right slopes differ. For the algorithm, choose step(0)=0. The filled point at (0,0) and open point at (0,1) show this convention in the step graph.</a:t>
            </a:r>
          </a:p>
          <a:p>
            <a:r>
              <a:rPr lang="en-GB"/>
              <a:t>[NEXT SLIDE]</a:t>
            </a:r>
          </a:p>
          <a:p>
            <a:r>
              <a:rPr lang="en-GB"/>
              <a:t>Return to the derivative of the remaining loss for layer 2 and substitute this factor.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 ENTRY]</a:t>
            </a:r>
          </a:p>
          <a:p>
            <a:r>
              <a:rPr lang="en-GB"/>
              <a:t>Recall the expression derived before examining ReLU. J'_3(a3(x)) is already available, w3 is a known fixed weight, and the remaining factor is ReLU'(a2(x)).</a:t>
            </a:r>
          </a:p>
          <a:p>
            <a:r>
              <a:rPr lang="en-GB"/>
              <a:t>[CLICK 1]</a:t>
            </a:r>
          </a:p>
          <a:p>
            <a:r>
              <a:rPr lang="en-GB"/>
              <a:t>For the nonzero preactivation in this calculation, replace ReLU'(a2(x)) by step(a2(x)). We have now obtained J'_2(a2(x)) while reusing the derivative from the output layer.</a:t>
            </a:r>
          </a:p>
          <a:p>
            <a:r>
              <a:rPr lang="en-GB"/>
              <a:t>[CLICK 2]</a:t>
            </a:r>
          </a:p>
          <a:p>
            <a:r>
              <a:rPr lang="en-GB"/>
              <a:t>Return to the parameter derivatives that motivated this calculation. The derivative with respect to b2 is the quantity just computed. For w2, multiply it by the saved forward activation phi1(x).</a:t>
            </a:r>
          </a:p>
          <a:p>
            <a:r>
              <a:rPr lang="en-GB"/>
              <a:t>[NEXT SLIDE]</a:t>
            </a:r>
          </a:p>
          <a:p>
            <a:r>
              <a:rPr lang="en-GB"/>
              <a:t>Apply the same sequence to the first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Suggested time: 0.9 minutes</a:t>
            </a:r>
          </a:p>
          <a:p>
            <a:r>
              <a:rPr lang="en-GB"/>
              <a:t>Target interval: 14:39–15:33 (including pauses).</a:t>
            </a:r>
          </a:p>
          <a:p>
            <a:r>
              <a:rPr lang="en-GB"/>
              <a:t>The chain rule at the first layer</a:t>
            </a:r>
          </a:p>
          <a:p>
            <a:r>
              <a:rPr lang="en-GB"/>
              <a:t>[ON ENTRY]</a:t>
            </a:r>
          </a:p>
          <a:p>
            <a:r>
              <a:rPr lang="en-GB"/>
              <a:t>First point to the loss composition L_sq(theta)=J_1(a_1(x)). The two definitions underneath identify the outer remaining-loss function and the inner affine preactivation. J_1 does not use w_1 or b_1; the input phi_0(x) is also independent of those parameters. Keep the target and all other parameters fixed. These premises stay visible through every click.</a:t>
            </a:r>
          </a:p>
          <a:p>
            <a:r>
              <a:rPr lang="en-GB"/>
              <a:t>[CLICK 1]</a:t>
            </a:r>
          </a:p>
          <a:p>
            <a:r>
              <a:rPr lang="en-GB"/>
              <a:t>Point to the loss composition. Differentiate the outer function at the inner value and multiply by the derivative of the inner value with respect to b_1. The prime always denotes differentiation with respect to the supplied scalar argument.</a:t>
            </a:r>
          </a:p>
          <a:p>
            <a:r>
              <a:rPr lang="en-GB"/>
              <a:t>[CLICK 2]</a:t>
            </a:r>
          </a:p>
          <a:p>
            <a:r>
              <a:rPr lang="en-GB"/>
              <a:t>Append the local derivative, one. Keep the chain-rule product visible.</a:t>
            </a:r>
          </a:p>
          <a:p>
            <a:r>
              <a:rPr lang="en-GB"/>
              <a:t>[CLICK 3]</a:t>
            </a:r>
          </a:p>
          <a:p>
            <a:r>
              <a:rPr lang="en-GB"/>
              <a:t>Repeat for w_1. The same outer derivative appears again.</a:t>
            </a:r>
          </a:p>
          <a:p>
            <a:r>
              <a:rPr lang="en-GB"/>
              <a:t>[CLICK 4]</a:t>
            </a:r>
          </a:p>
          <a:p>
            <a:r>
              <a:rPr lang="en-GB"/>
              <a:t>The local derivative is phi_0(x), the input to this layer saved during the forward pass.</a:t>
            </a:r>
          </a:p>
          <a:p>
            <a:r>
              <a:rPr lang="en-GB"/>
              <a:t>[CLICK 5]</a:t>
            </a:r>
          </a:p>
          <a:p>
            <a:r>
              <a:rPr lang="en-GB"/>
              <a:t>The three underbraces identify the two occurrences of a_1(x) and phi_0(x) as values already computed in the forward pass. The braces cover only these values, not the outer derivative. We still need J′_1(a_1(x)), the common factor in both parameter derivatives.</a:t>
            </a:r>
          </a:p>
          <a:p>
            <a:r>
              <a:rPr lang="en-GB"/>
              <a:t>Both parameter derivatives require the same evaluated factor J'_1(a_1(x)). We now calculate it once, starting from the definition of J_1.</a:t>
            </a:r>
          </a:p>
          <a:p>
            <a:r>
              <a:rPr lang="en-GB"/>
              <a:t>[NEXT SLIDE]</a:t>
            </a:r>
          </a:p>
          <a:p>
            <a:r>
              <a:rPr lang="en-GB"/>
              <a:t>The missing factor is J'_1(a_1(x)). Its definition uses J_2, whose evaluated derivative is now available.</a:t>
            </a:r>
          </a:p>
          <a:p>
            <a:r>
              <a:rPr lang="en-GB"/>
              <a:t>Source: Week 5 lecture notes, sections 1.2–1.3, pages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 ENTRY]</a:t>
            </a:r>
          </a:p>
          <a:p>
            <a:r>
              <a:rPr lang="en-GB"/>
              <a:t>The first-layer parameter derivatives require J'_1(a1(x)). Begin with that target, exactly as we did for the second layer. Recall the definition of J_1 in terms of J_2. Keep later-layer parameters and y fixed. We apply the ordinary chain rule when a1(x) and a2(x) are nonzero.</a:t>
            </a:r>
          </a:p>
          <a:p>
            <a:r>
              <a:rPr lang="en-GB"/>
              <a:t>[CLICK 1]</a:t>
            </a:r>
          </a:p>
          <a:p>
            <a:r>
              <a:rPr lang="en-GB"/>
              <a:t>Differentiate the composition and evaluate at a1(x). Its inner argument is the saved preactivation a2(x).</a:t>
            </a:r>
          </a:p>
          <a:p>
            <a:r>
              <a:rPr lang="en-GB"/>
              <a:t>[CLICK 2]</a:t>
            </a:r>
          </a:p>
          <a:p>
            <a:r>
              <a:rPr lang="en-GB"/>
              <a:t>Reuse the already calculated J'_2(a2(x)). Multiply by the known weight w2 and the ReLU derivative at the saved value a1(x). At zero, use step(0)=0 as the computational convention.</a:t>
            </a:r>
          </a:p>
          <a:p>
            <a:r>
              <a:rPr lang="en-GB"/>
              <a:t>[CLICK 3]</a:t>
            </a:r>
          </a:p>
          <a:p>
            <a:r>
              <a:rPr lang="en-GB"/>
              <a:t>The bias derivative is the result just obtained. For the weight derivative, multiply by the saved input phi0(x).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Backward pass: the output layer</a:t>
            </a:r>
          </a:p>
          <a:p>
            <a:r>
              <a:t>Suggested time: 1.35 minutes</a:t>
            </a:r>
          </a:p>
          <a:p>
            <a:r>
              <a:t>Target interval: 16:33–17:54 (including pauses).</a:t>
            </a:r>
          </a:p>
          <a:p>
            <a:r>
              <a:t>[ON ENTRY]</a:t>
            </a:r>
          </a:p>
          <a:p>
            <a:r>
              <a:t>We now execute the chain-rule calculations with the saved numerical values, starting at the output layer. Keep the three columns in mind: hidden layer one, hidden layer two, and the output layer. The saved forward values stay along the top. Blue identifies the quantities needed now. The output is minus three and the target is minus two; the grey boxes show derivatives we have not yet calculated.</a:t>
            </a:r>
          </a:p>
          <a:p>
            <a:r>
              <a:t>[CLICK 1]</a:t>
            </a:r>
          </a:p>
          <a:p>
            <a:r>
              <a:t>The grey boxes identify J prime r evaluated at a r of x. First show the derivative formula at the output: J prime 3 at a 3 of x equals twice the difference between a 3 of x and y. Keep the symbolic argument on the left.</a:t>
            </a:r>
          </a:p>
          <a:p>
            <a:r>
              <a:t>[CLICK 2]</a:t>
            </a:r>
          </a:p>
          <a:p>
            <a:r>
              <a:t>Substitute the saved output minus three and target minus two on the right: two times minus three minus minus two. The expression on the left stays unchanged.</a:t>
            </a:r>
          </a:p>
          <a:p>
            <a:r>
              <a:t>[CLICK 3]</a:t>
            </a:r>
          </a:p>
          <a:p>
            <a:r>
              <a:t>Evaluate the numerical expression. The intermediate derivative is minus two, shown in orange.</a:t>
            </a:r>
          </a:p>
          <a:p>
            <a:r>
              <a:t>[CLICK 4]</a:t>
            </a:r>
          </a:p>
          <a:p>
            <a:r>
              <a:t>Read the symbolic parameter-derivative formulas first. In both red boxes, the numerical calculation is shown below the formula. The symbolic argument of the intermediate derivative remains a 3 of x.</a:t>
            </a:r>
          </a:p>
          <a:p>
            <a:r>
              <a:t>The orange arrows show how we reuse it. It gives the bias derivative directly. For the weight derivative, the dashed blue arrow supplies the saved activation five: minus two times five gives minus ten. The red boxes are parameter derivatives needed for the update.</a:t>
            </a:r>
          </a:p>
          <a:p>
            <a:r>
              <a:t>[NEXT SLIDE]</a:t>
            </a:r>
          </a:p>
          <a:p>
            <a:r>
              <a:t>Now move one column to the left, keeping these results.</a:t>
            </a:r>
          </a:p>
          <a:p>
            <a:r>
              <a:t>Source: Week 5 lecture notes, pages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Backward pass: hidden layer 2</a:t>
            </a:r>
          </a:p>
          <a:p>
            <a:r>
              <a:t>Suggested time: 1.4 minutes</a:t>
            </a:r>
          </a:p>
          <a:p>
            <a:r>
              <a:t>Target interval: 17:54–19:18 (including pauses).</a:t>
            </a:r>
          </a:p>
          <a:p>
            <a:r>
              <a:t>[ON ENTRY]</a:t>
            </a:r>
          </a:p>
          <a:p>
            <a:r>
              <a:t>Nothing in the diagram has moved. The output parameter derivatives remain visible in grey. The output intermediate derivative is blue because we need it now, together with the connecting weight minus one and the saved preactivation five. The middle column is still waiting to be calculated.</a:t>
            </a:r>
          </a:p>
          <a:p>
            <a:r>
              <a:t>[CLICK 1]</a:t>
            </a:r>
          </a:p>
          <a:p>
            <a:r>
              <a:t>Show the chain-rule formula: J prime 2 at a 2 of x is J prime 3 at a 3 of x times w 3 times step of a 2 of x. The full product is shown on the second line. The blue output derivative is already available.</a:t>
            </a:r>
          </a:p>
          <a:p>
            <a:r>
              <a:t>[CLICK 2]</a:t>
            </a:r>
          </a:p>
          <a:p>
            <a:r>
              <a:t>Substitute the available derivative minus two, weight minus one and preactivation five. The ReLU factor at five is one, so the numerical product is minus two times minus one times one.</a:t>
            </a:r>
          </a:p>
          <a:p>
            <a:r>
              <a:t>[CLICK 3]</a:t>
            </a:r>
          </a:p>
          <a:p>
            <a:r>
              <a:t>Evaluate the product. J prime 2 at a 2 of x is two. Keep the earlier output results visible.</a:t>
            </a:r>
          </a:p>
          <a:p>
            <a:r>
              <a:t>[CLICK 4]</a:t>
            </a:r>
          </a:p>
          <a:p>
            <a:r>
              <a:t>Read the symbolic parameter-derivative formulas first. In both red boxes, the numerical calculation is shown below the formula. The symbolic argument of the intermediate derivative remains a 2 of x.</a:t>
            </a:r>
          </a:p>
          <a:p>
            <a:r>
              <a:t>The bias derivative is therefore two. The weight derivative also uses the saved input to this layer. The blue dashed path brings in the activation three, so two times three gives six. The new parameter derivatives are red; the earlier ones remain grey.</a:t>
            </a:r>
          </a:p>
          <a:p>
            <a:r>
              <a:t>[NEXT SLIDE]</a:t>
            </a:r>
          </a:p>
          <a:p>
            <a:r>
              <a:t>We can repeat exactly this step for the first hidden layer.</a:t>
            </a:r>
          </a:p>
          <a:p>
            <a:r>
              <a:t>Source: Week 5 lecture notes, pages 9–10.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Backward pass: hidden layer 1</a:t>
            </a:r>
          </a:p>
          <a:p>
            <a:r>
              <a:t>Suggested time: 1.3 minutes</a:t>
            </a:r>
          </a:p>
          <a:p>
            <a:r>
              <a:t>Target interval: 19:18–20:36 (including pauses).</a:t>
            </a:r>
          </a:p>
          <a:p>
            <a:r>
              <a:t>[ON ENTRY]</a:t>
            </a:r>
          </a:p>
          <a:p>
            <a:r>
              <a:t>We now work in the left-hand column. The derivative two from hidden layer two is blue because we reuse it. The earlier output derivative is grey because this step does not need it. All saved forward values remain in their original positions.</a:t>
            </a:r>
          </a:p>
          <a:p>
            <a:r>
              <a:t>[CLICK 1]</a:t>
            </a:r>
          </a:p>
          <a:p>
            <a:r>
              <a:t>Show the same chain-rule formula for the first hidden layer: J prime 1 at a 1 of x is J prime 2 at a 2 of x times w 2 times step of a 1 of x. The full product is shown on the second line.</a:t>
            </a:r>
          </a:p>
          <a:p>
            <a:r>
              <a:t>[CLICK 2]</a:t>
            </a:r>
          </a:p>
          <a:p>
            <a:r>
              <a:t>Substitute the available derivative two, weight two and preactivation three. The ReLU factor at three is one, so the numerical product is two times two times one.</a:t>
            </a:r>
          </a:p>
          <a:p>
            <a:r>
              <a:t>[CLICK 3]</a:t>
            </a:r>
          </a:p>
          <a:p>
            <a:r>
              <a:t>Evaluate the product. J prime 1 at a 1 of x is four. We have propagated the derivative back to the first hidden layer.</a:t>
            </a:r>
          </a:p>
          <a:p>
            <a:r>
              <a:t>[CLICK 4]</a:t>
            </a:r>
          </a:p>
          <a:p>
            <a:r>
              <a:t>Read the symbolic parameter-derivative formulas first. In both red boxes, the numerical calculation is shown below the formula. The symbolic argument of the intermediate derivative remains a 1 of x.</a:t>
            </a:r>
          </a:p>
          <a:p>
            <a:r>
              <a:t>This gives the bias derivative four. For the weight derivative, the blue path supplies the original input: phi zero of x equals x, which is two here. Four times two gives eight. All six parameter derivatives are now visible, with the newly calculated pair in red.</a:t>
            </a:r>
          </a:p>
          <a:p>
            <a:r>
              <a:t>[NEXT SLIDE]</a:t>
            </a:r>
          </a:p>
          <a:p>
            <a:r>
              <a:t>All six parameter derivatives are now available. Collect them into the gradient in the same order as the parameter column, then use that complete gradient for the update.</a:t>
            </a:r>
          </a:p>
          <a:p>
            <a:r>
              <a:t>Source: Week 5 lecture notes, pages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We now have the complete gradient</a:t>
            </a:r>
          </a:p>
          <a:p>
            <a:r>
              <a:rPr lang="en-GB"/>
              <a:t>Suggested time: 1.1 minutes</a:t>
            </a:r>
          </a:p>
          <a:p>
            <a:r>
              <a:rPr lang="en-GB"/>
              <a:t>Target interval: 20:36–21:42 (including pauses).</a:t>
            </a:r>
          </a:p>
          <a:p>
            <a:r>
              <a:rPr lang="en-GB"/>
              <a:t>[ON ENTRY]</a:t>
            </a:r>
          </a:p>
          <a:p>
            <a:r>
              <a:rPr lang="en-GB"/>
              <a:t>Our order was bias, weight, bias, weight, bias, weight, working forwards through the layers. In that order the gradient is 4, 8, 2, 6, minus 2, minus 10.</a:t>
            </a:r>
          </a:p>
          <a:p>
            <a:r>
              <a:rPr lang="en-GB"/>
              <a:t>We calculated the entries in reverse layer order, but place them in the column according to their corresponding parameters. All six derivatives are evaluated at the same current parameter column theta^(t) and use the same observation.</a:t>
            </a:r>
          </a:p>
          <a:p>
            <a:r>
              <a:rPr lang="en-GB"/>
              <a:t>Only now do we update theta^(t) to theta^(t+1): subtract the learning rate times this complete gradient column. After updating, another iteration requires a new forward pass, because the intermediate values will generally have changed. At a different parameter point, we evaluate the derivatives again; this numerical gradient is not a permanent property of the architecture.</a:t>
            </a:r>
          </a:p>
          <a:p>
            <a:r>
              <a:rPr lang="en-GB"/>
              <a:t>[NEXT SLIDE]</a:t>
            </a:r>
          </a:p>
          <a:p>
            <a:r>
              <a:rPr lang="en-GB"/>
              <a:t>We now have the complete scalar calculation. Use one diagram to summarise the backward step we repeated at each layer.</a:t>
            </a:r>
          </a:p>
          <a:p>
            <a:r>
              <a:rPr lang="en-GB"/>
              <a:t>Source: Week 5 lecture notes, pages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general backward step: scalar network</a:t>
            </a:r>
          </a:p>
          <a:p>
            <a:r>
              <a:rPr lang="en-GB"/>
              <a:t>Suggested time: 2.55 minutes</a:t>
            </a:r>
          </a:p>
          <a:p>
            <a:r>
              <a:rPr lang="en-GB"/>
              <a:t>Target interval: 21:42–24:15 (including pauses).</a:t>
            </a:r>
          </a:p>
          <a:p>
            <a:endParaRPr lang="en-GB"/>
          </a:p>
          <a:p>
            <a:r>
              <a:rPr lang="en-GB"/>
              <a:t>[ON ENTRY]</a:t>
            </a:r>
          </a:p>
          <a:p>
            <a:r>
              <a:rPr lang="en-GB"/>
              <a:t>We have just performed the complete backward pass numerically. This diagram summarises the same repeated step at a general layer r. The blue derivative on the right is the value already calculated for that layer. The other blue boxes contain the fixed weight and the values saved during the forward pass. The dashed arrows show which quantities each calculation uses.</a:t>
            </a:r>
          </a:p>
          <a:p>
            <a:r>
              <a:rPr lang="en-GB"/>
              <a:t>[CLICK 1]</a:t>
            </a:r>
          </a:p>
          <a:p>
            <a:r>
              <a:rPr lang="en-GB"/>
              <a:t>First, use the known blue derivative to calculate both parameter derivatives for layer r. For the weight, multiply it by the saved layer input. For the bias, use it directly. These are separate branches: the bias derivative does not depend on the weight derivative.</a:t>
            </a:r>
          </a:p>
          <a:p>
            <a:r>
              <a:rPr lang="en-GB"/>
              <a:t>[CLICK 2]</a:t>
            </a:r>
          </a:p>
          <a:p>
            <a:r>
              <a:rPr lang="en-GB"/>
              <a:t>Now move one layer back, keeping those parameter derivatives visible. Multiply the same known derivative by the fixed weight and the ReLU factor at the saved preactivation. This gives the orange derivative for layer r-1, provided r is greater than one. At the next backward step, this orange result becomes the known blue derivative. We have reused one quantity in three calculations, without changing any parameters.</a:t>
            </a:r>
          </a:p>
          <a:p>
            <a:r>
              <a:rPr lang="en-GB"/>
              <a:t>[NEXT SLIDE]</a:t>
            </a:r>
          </a:p>
          <a:p>
            <a:r>
              <a:rPr lang="en-GB"/>
              <a:t>Keep this organisation as we move from one neuron per layer to wider layers. We will save forward values and reuse derivatives in exactly the same way.</a:t>
            </a:r>
          </a:p>
          <a:p>
            <a:r>
              <a:rPr lang="en-GB"/>
              <a:t>Source: Week 5 lecture notes, pages 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lecture…</a:t>
            </a:r>
            <a:endParaRPr lang="en-GB"/>
          </a:p>
          <a:p>
            <a:r>
              <a:rPr lang="en-GB" dirty="0"/>
              <a:t>Suggested time: 0.3 minutes</a:t>
            </a:r>
            <a:endParaRPr lang="en-GB"/>
          </a:p>
          <a:p>
            <a:r>
              <a:rPr lang="en-GB" dirty="0"/>
              <a:t>Target interval: 24:15–24:33 (including pauses).</a:t>
            </a:r>
            <a:endParaRPr lang="en-GB"/>
          </a:p>
          <a:p>
            <a:endParaRPr lang="en-GB"/>
          </a:p>
          <a:p>
            <a:r>
              <a:rPr lang="en-GB" dirty="0"/>
              <a:t>[ON ENTRY]</a:t>
            </a:r>
            <a:endParaRPr lang="en-GB"/>
          </a:p>
          <a:p>
            <a:r>
              <a:rPr lang="en-GB" dirty="0"/>
              <a:t>We have the idea for a scalar network: save the forward values, then reuse derivatives as we work backwards. Now we will keep exactly that organisation for wider networks, with several neurons in each layer.</a:t>
            </a:r>
            <a:endParaRPr lang="en-GB"/>
          </a:p>
          <a:p>
            <a:endParaRPr lang="en-GB"/>
          </a:p>
          <a:p>
            <a:r>
              <a:rPr lang="en-GB" dirty="0"/>
              <a:t>[NEXT SLIDE]</a:t>
            </a:r>
            <a:endParaRPr lang="en-GB"/>
          </a:p>
          <a:p>
            <a:r>
              <a:rPr lang="en-GB" dirty="0"/>
              <a:t>Source: Week 5 lecture notes, pages 1.</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forward pass for wider layers</a:t>
            </a:r>
          </a:p>
          <a:p>
            <a:r>
              <a:rPr lang="en-GB" dirty="0"/>
              <a:t>Suggested time: 1.6 minutes</a:t>
            </a:r>
          </a:p>
          <a:p>
            <a:r>
              <a:rPr lang="en-GB" dirty="0"/>
              <a:t>Target interval: 24:33–26:09 (including pauses).</a:t>
            </a:r>
          </a:p>
          <a:p>
            <a:r>
              <a:rPr lang="en-GB" dirty="0"/>
              <a:t>[ON ENTRY]</a:t>
            </a:r>
          </a:p>
          <a:p>
            <a:r>
              <a:rPr lang="en-GB" dirty="0"/>
              <a:t>The organisation stays the same, with one coordinate per neuron. The weight matrix has one row per incoming coordinate and one column per neuron in the current layer. Each neuron has its own bias, so the bias row has d sub r entries. For example, two incoming coordinates and three neurons require a two-by-three weight matrix.</a:t>
            </a:r>
          </a:p>
          <a:p>
            <a:r>
              <a:rPr lang="en-GB" dirty="0"/>
              <a:t>The input row is phi zero of x, which equals x. Multiply the preceding activation row by the weight matrix and add the bias row to obtain the current preactivation row. At each hidden layer, apply ReLU to every coordinate. Layer L is the affine output; it has no following ReLU.</a:t>
            </a:r>
          </a:p>
          <a:p>
            <a:r>
              <a:rPr lang="en-GB" dirty="0"/>
              <a:t>[NEXT SLIDE]</a:t>
            </a:r>
          </a:p>
          <a:p>
            <a:r>
              <a:rPr lang="en-GB" dirty="0"/>
              <a:t>The remaining loss function must now accept a row too.</a:t>
            </a:r>
          </a:p>
          <a:p>
            <a:r>
              <a:rPr lang="en-GB" dirty="0"/>
              <a:t>Source: Week 5 lecture notes, pages 11–12.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sz="2000">
                <a:latin typeface="DejaVu Sans"/>
              </a:rPr>
              <a:t>The function still returns a scalar loss. For squared loss with one output, begin with J_L(u)=(u_1-y)^2. Define the earlier functions recursively, keeping the later-layer parameters and target fixed. Then compare the scalar derivative with the row gradient. Each coordinate differentiates with respect to one input coordinate.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Two different products</a:t>
            </a:r>
          </a:p>
          <a:p>
            <a:r>
              <a:rPr lang="en-GB"/>
              <a:t>Suggested time: 1.1 minutes</a:t>
            </a:r>
          </a:p>
          <a:p>
            <a:r>
              <a:rPr lang="en-GB"/>
              <a:t>Target interval: 27:39–28:45 (including pauses).</a:t>
            </a:r>
          </a:p>
          <a:p>
            <a:r>
              <a:rPr lang="en-GB"/>
              <a:t>[ON ENTRY]</a:t>
            </a:r>
          </a:p>
          <a:p>
            <a:r>
              <a:rPr lang="en-GB"/>
              <a:t>The whole slide is visible immediately. There are no animation clicks on this slide. Here are two matrices, A and B. Both matrix multiplication and componentwise multiplication are defined for these shapes. The matrices are identical in both calculations.</a:t>
            </a:r>
          </a:p>
          <a:p>
            <a:r>
              <a:rPr lang="en-GB"/>
              <a:t>Compare the top-left entries. For the matrix product, take the first row of A and the first column of B: one times five plus two times seven gives nineteen. For the componentwise product, multiply the two top-left entries: one times five gives five. There is no sum.</a:t>
            </a:r>
          </a:p>
          <a:p>
            <a:r>
              <a:rPr lang="en-GB"/>
              <a:t>[PAUSE: 4 seconds.]</a:t>
            </a:r>
          </a:p>
          <a:p>
            <a:r>
              <a:rPr lang="en-GB"/>
              <a:t>Matrix multiplication combines contributions across coordinates. Componentwise multiplication keeps the coordinates separate. In general, the componentwise product requires matching shapes, whereas the matrix product requires matching inner dimensions. Backpropagation uses both, for different parts of the chain rule.</a:t>
            </a:r>
          </a:p>
          <a:p>
            <a:r>
              <a:rPr lang="en-GB"/>
              <a:t>[NEXT SLIDE]</a:t>
            </a:r>
          </a:p>
          <a:p>
            <a:r>
              <a:rPr lang="en-GB"/>
              <a:t>Now recall the complete scalar backward step. We will keep its diagram fixed, identify numbers with one-by-one matrices, and then allow several neurons per layer.</a:t>
            </a:r>
          </a:p>
          <a:p>
            <a:r>
              <a:rPr lang="en-GB"/>
              <a:t>Source: Week 5 lecture notes, pages 12–14.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general backward step: scalar network</a:t>
            </a:r>
          </a:p>
          <a:p>
            <a:r>
              <a:rPr lang="en-GB"/>
              <a:t>Suggested time: 0.50 minutes</a:t>
            </a:r>
          </a:p>
          <a:p>
            <a:r>
              <a:rPr lang="en-GB"/>
              <a:t>Target interval: 28:45–29:15 (including pauses).</a:t>
            </a:r>
          </a:p>
          <a:p>
            <a:r>
              <a:rPr lang="en-GB"/>
              <a:t>[ON ENTRY]</a:t>
            </a:r>
          </a:p>
          <a:p>
            <a:r>
              <a:rPr lang="en-GB"/>
              <a:t>The scalar diagram is visible; the three observations above it are initially hidden. Recall the known derivative on the right. It supplies the preceding-layer derivative on the left and both parameter derivatives below. Every quantity is a number, and the products in the diagram are ordinary scalar multiplication.</a:t>
            </a:r>
          </a:p>
          <a:p>
            <a:r>
              <a:rPr lang="en-GB"/>
              <a:t>[CLICK1]</a:t>
            </a:r>
          </a:p>
          <a:p>
            <a:r>
              <a:rPr lang="en-GB"/>
              <a:t>The three observations appear together. Identify each number with a one-by-one matrix. Transposing a one-by-one matrix leaves its entry unchanged. Both matrix multiplication and componentwise multiplication reduce to multiplying the single entries. This lets us rewrite the scalar formulas with transposes and the two product symbols without changing their values.</a:t>
            </a:r>
          </a:p>
          <a:p>
            <a:r>
              <a:rPr lang="en-GB"/>
              <a:t>[NEXT SLIDE]</a:t>
            </a:r>
          </a:p>
          <a:p>
            <a:r>
              <a:rPr lang="en-GB"/>
              <a:t>Keep every box and arrow in the same place. We now write exactly this scalar calculation in notation that also works for wider layers.</a:t>
            </a:r>
          </a:p>
          <a:p>
            <a:r>
              <a:rPr lang="en-GB"/>
              <a:t>Source: Week 5 lecture notes, pages 15–16.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general backward step: scalar network</a:t>
            </a:r>
          </a:p>
          <a:p>
            <a:r>
              <a:rPr lang="en-GB"/>
              <a:t>Suggested time: 0.33 minutes</a:t>
            </a:r>
          </a:p>
          <a:p>
            <a:r>
              <a:rPr lang="en-GB"/>
              <a:t>Target interval: 29:15–29:35 (including pauses).</a:t>
            </a:r>
          </a:p>
          <a:p>
            <a:r>
              <a:rPr lang="en-GB"/>
              <a:t>[ON ENTRY]</a:t>
            </a:r>
          </a:p>
          <a:p>
            <a:r>
              <a:rPr lang="en-GB"/>
              <a:t>The whole diagram is visible immediately. There are no animation clicks on this slide. Using the one-by-one identification just introduced, compare the two rewritten formulas with the preceding slide.</a:t>
            </a:r>
          </a:p>
          <a:p>
            <a:r>
              <a:rPr lang="en-GB"/>
              <a:t>For the preceding-layer derivative, write the product with the transposed weight first, followed by the componentwise product with the step factor. For the weight derivative, transpose the saved input and multiply it by the known derivative. The bias derivative is unchanged. In the scalar case these formulas give exactly the same numbers as before.</a:t>
            </a:r>
          </a:p>
          <a:p>
            <a:r>
              <a:rPr lang="en-GB"/>
              <a:t>The purple dot denotes matrix multiplication; the green circled dot denotes componentwise multiplication. Their order and the transposes prepare the formulas for the matrix shapes on the next slide.</a:t>
            </a:r>
          </a:p>
          <a:p>
            <a:r>
              <a:rPr lang="en-GB"/>
              <a:t>[NEXT SLIDE]</a:t>
            </a:r>
          </a:p>
          <a:p>
            <a:r>
              <a:rPr lang="en-GB"/>
              <a:t>Now keep the diagram fixed and allow multiple neurons in each layer. Scalars become matrices, and the scalar derivatives of J become row gradients.</a:t>
            </a:r>
          </a:p>
          <a:p>
            <a:r>
              <a:rPr lang="en-GB"/>
              <a:t>Source: Week 5 lecture notes, pages 15–16.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general backward step: wider network</a:t>
            </a:r>
          </a:p>
          <a:p>
            <a:r>
              <a:rPr lang="en-GB"/>
              <a:t>Suggested time: 0.42 minutes</a:t>
            </a:r>
          </a:p>
          <a:p>
            <a:r>
              <a:rPr lang="en-GB"/>
              <a:t>Target interval: 29:35–30:00 (including pauses).</a:t>
            </a:r>
          </a:p>
          <a:p>
            <a:r>
              <a:rPr lang="en-GB"/>
              <a:t>[ON ENTRY]</a:t>
            </a:r>
          </a:p>
          <a:p>
            <a:r>
              <a:rPr lang="en-GB"/>
              <a:t>The known derivative is now a row and the weights form a matrix. Moving left uses a matrix product to sum contributions, then a componentwise product applies the ReLU factors. The weight gradient uses an outer product of the transposed input row and the known gradient row. The bias gradient is that same gradient row. The shapes of the quantities have changed, while the dependencies are exactly those in the scalar diagram.</a:t>
            </a:r>
          </a:p>
          <a:p>
            <a:r>
              <a:rPr lang="en-GB"/>
              <a:t>We write L instead of L_sq: the scalar loss of the network output need not be squared. For a loss differentiable with respect to that output, start with its output gradient and apply the same internal backward rules. The established step(0)=0 convention remains in force for ReLU. We will illustrate different output losses later.</a:t>
            </a:r>
          </a:p>
          <a:p>
            <a:r>
              <a:rPr lang="en-GB"/>
              <a:t>[NEXT SLIDE]</a:t>
            </a:r>
          </a:p>
          <a:p>
            <a:r>
              <a:rPr lang="en-GB"/>
              <a:t>The diagram gives the complete backward step. We now return to the network from Lecture 4 and carry out a numerical example. First calculate and save its forward values, then use them to calculate the output and hidden-layer gradients.</a:t>
            </a:r>
          </a:p>
          <a:p>
            <a:r>
              <a:rPr lang="en-GB"/>
              <a:t>Source: Week 5 lecture notes, pages 15–16.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GB" dirty="0">
                <a:latin typeface="DejaVu Sans"/>
              </a:rPr>
              <a:t>Calculate one quantity at a time, from left to right, exactly as in the scalar example.</a:t>
            </a:r>
          </a:p>
          <a:p>
            <a:pPr algn="ctr"/>
            <a:r>
              <a:rPr lang="en-GB" dirty="0">
                <a:latin typeface="DejaVu Sans"/>
              </a:rPr>
              <a:t>Each operation has two clicks: first show its unknown value and symbolic formula, then reveal its calculation and result. Keep previous values visible.</a:t>
            </a:r>
          </a:p>
          <a:p>
            <a:pPr algn="ctr"/>
            <a:r>
              <a:rPr lang="en-GB" dirty="0">
                <a:latin typeface="DejaVu Sans"/>
              </a:rPr>
              <a:t>After the loss calculation, explicitly save the input row, preactivations, and activations for the backward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GB" dirty="0">
                <a:latin typeface="DejaVu Sans"/>
              </a:rPr>
              <a:t>Start the vector backward pass using the output preactivation and layer input saved during the forward pass. With one output, the gradient is a row of shape 1 by 1. Calculate it once, then use it for both output-layer parameter derivatives and reuse it at the hidden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sz="2000">
                <a:latin typeface="DejaVu Sans"/>
              </a:rPr>
              <a:t>The orange box always names the complete hidden gradient, followed by the complete recurrence. It is not a calculation of the weight product alone.</a:t>
            </a:r>
          </a:p>
          <a:p>
            <a:pPr algn="ctr"/>
            <a:r>
              <a:rPr sz="2000">
                <a:latin typeface="DejaVu Sans"/>
              </a:rPr>
              <a:t>Initially show the target and symbolic recurrence with an unknown result.</a:t>
            </a:r>
          </a:p>
          <a:p>
            <a:pPr algn="ctr"/>
            <a:r>
              <a:rPr sz="2000">
                <a:latin typeface="DejaVu Sans"/>
              </a:rPr>
              <a:t>First click: substitute the previously calculated output gradient (-1), the known transposed weights (2,-1,1/2), and the ReLU mask (0,1,1) obtained from the saved preactivation (-1,3,1).</a:t>
            </a:r>
          </a:p>
          <a:p>
            <a:pPr algn="ctr"/>
            <a:r>
              <a:rPr sz="2000">
                <a:latin typeface="DejaVu Sans"/>
              </a:rPr>
              <a:t>Second click: carry out the matrix product, then the componentwise product, obtaining (0,1,-1/2). The target and full symbolic recurrence remain visible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GB" dirty="0">
                <a:latin typeface="DejaVu Sans"/>
              </a:rPr>
              <a:t>The complete hidden-layer gradient remains visible. Reuse it with the saved layer input for the matrix of weight derivatives. Then show explicitly that the bias gradient is the same hidden-layer gradient. The matrix product has an explicit multiplication dot.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lecture…</a:t>
            </a:r>
            <a:endParaRPr lang="en-GB"/>
          </a:p>
          <a:p>
            <a:r>
              <a:rPr lang="en-GB" dirty="0"/>
              <a:t>Suggested time: 0.3 minutes</a:t>
            </a:r>
            <a:endParaRPr lang="en-GB"/>
          </a:p>
          <a:p>
            <a:r>
              <a:rPr lang="en-GB" dirty="0"/>
              <a:t>Target interval: 40:18–40:36 (including pauses).</a:t>
            </a:r>
            <a:endParaRPr lang="en-GB"/>
          </a:p>
          <a:p>
            <a:endParaRPr lang="en-GB"/>
          </a:p>
          <a:p>
            <a:r>
              <a:rPr lang="en-GB" dirty="0"/>
              <a:t>[ON ENTRY]</a:t>
            </a:r>
            <a:endParaRPr lang="en-GB"/>
          </a:p>
          <a:p>
            <a:r>
              <a:rPr lang="en-GB" dirty="0"/>
              <a:t>We now have the scalar idea and its extension to wider networks. To finish, we will change the prediction task, combine observations into the empirical loss, and see why reusing derivatives saves computation.</a:t>
            </a:r>
            <a:endParaRPr lang="en-GB"/>
          </a:p>
          <a:p>
            <a:endParaRPr lang="en-GB"/>
          </a:p>
          <a:p>
            <a:r>
              <a:rPr lang="en-GB" dirty="0"/>
              <a:t>[NEXT SLIDE]</a:t>
            </a:r>
            <a:endParaRPr lang="en-GB"/>
          </a:p>
          <a:p>
            <a:r>
              <a:rPr lang="en-GB" dirty="0"/>
              <a:t>Source: Week 5 lecture notes, pages 1.</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Regression vs Binary classification</a:t>
            </a:r>
          </a:p>
          <a:p>
            <a:r>
              <a:rPr lang="en-GB"/>
              <a:t>Suggested time: 1.5 minutes.</a:t>
            </a:r>
          </a:p>
          <a:p>
            <a:r>
              <a:rPr lang="en-GB"/>
              <a:t>[ON ENTRY] The entire slide is visible immediately, with no animation clicks. Discuss the regression column first. For one fixed observation, both tasks use one output, d_L = 1. The output preactivation a_L(x) is a row with one entry. The scalar prediction f_theta(x) is its first coordinate.</a:t>
            </a:r>
          </a:p>
          <a:p>
            <a:r>
              <a:rPr lang="en-GB"/>
              <a:t>For regression, J_L(u) = (u_1-y)^2. Its gradient with respect to the row u has shape 1 by 1. Its only component is twice prediction minus target, 2(f_theta(x)-y).</a:t>
            </a:r>
          </a:p>
          <a:p>
            <a:r>
              <a:rPr lang="en-GB"/>
              <a:t>[BINARY CLASSIFICATION] Turn to the binary-classification column, which is already visible. Compare its loss, gradient shape, gradient coordinate and probability definition with the regression column.</a:t>
            </a:r>
          </a:p>
          <a:p>
            <a:r>
              <a:rPr lang="en-GB"/>
              <a:t>For binary classification, y is zero or one. The single output coordinate is a score. Sigmoid converts the score into the probability p_theta(x). Apply sigmoid to [a_L(x)]_1, the scalar coordinate, to keep the row and scalar notation distinct.</a:t>
            </a:r>
          </a:p>
          <a:p>
            <a:r>
              <a:rPr lang="en-GB"/>
              <a:t>The initial gradient again has shape 1 by 1. Its only component is p_theta(x)-y. This already differentiates through sigmoid and the binary cross-entropy loss; do not multiply by the sigmoid derivative again.</a:t>
            </a:r>
          </a:p>
          <a:p>
            <a:r>
              <a:rPr lang="en-GB"/>
              <a:t>[PAUSE] Compare the two scalar entries. After this initial gradient, the backward calculation through the hidden layers is the same.</a:t>
            </a:r>
          </a:p>
          <a:p>
            <a:r>
              <a:rPr lang="en-GB"/>
              <a:t>[NEXT SLIDE] Consider an output with several scores.</a:t>
            </a:r>
          </a:p>
          <a:p>
            <a:r>
              <a:rPr lang="en-GB"/>
              <a:t>Source: Week 5 lecture notes, pages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Multiclass: one initial derivative per score</a:t>
            </a:r>
          </a:p>
          <a:p>
            <a:r>
              <a:rPr lang="en-GB"/>
              <a:t>Suggested time: 1.2 minutes</a:t>
            </a:r>
          </a:p>
          <a:p>
            <a:r>
              <a:rPr lang="en-GB"/>
              <a:t>Target interval: 42:06–43:18 (including pauses).</a:t>
            </a:r>
          </a:p>
          <a:p>
            <a:r>
              <a:rPr lang="en-GB"/>
              <a:t>[ON ENTRY]</a:t>
            </a:r>
          </a:p>
          <a:p>
            <a:r>
              <a:rPr lang="en-GB"/>
              <a:t>The entire slide is visible immediately, with no animation clicks. Discuss the definition of J_L, the probability row, the initial gradient and the example in that order. Fix one observation (x,y), with the observed class y in 1,...,K. With K classes, the network outputs the score row f_theta(x)=a_L(x), and d_L=K.</a:t>
            </a:r>
          </a:p>
          <a:p>
            <a:r>
              <a:rPr lang="en-GB"/>
              <a:t>For an arbitrary score row u of shape 1 by K, define J_L(u)=ell_multi(softmax(u),y). This is a scalar-valued function of the scores. It applies softmax and then the same cross-entropy loss introduced in Week 4. The target y is fixed and its dependence is suppressed in the notation, as for the other J_r functions.</a:t>
            </a:r>
          </a:p>
          <a:p>
            <a:r>
              <a:rPr lang="en-GB"/>
              <a:t>At the actual network output, p_theta(x)=softmax(a_L(x)), so J_L(a_L(x))=ell_multi(p_theta(x),y)=-log p_theta,y(x). This connects the displayed definition to the probability row underneath it.</a:t>
            </a:r>
          </a:p>
          <a:p>
            <a:r>
              <a:rPr lang="en-GB"/>
              <a:t>[INITIAL GRADIENT]</a:t>
            </a:r>
          </a:p>
          <a:p>
            <a:r>
              <a:rPr lang="en-GB"/>
              <a:t>Turn to the initial-gradient row. Start from the probability row and subtract 1 from the entry corresponding to the true class. All other entries keep their probability values.</a:t>
            </a:r>
          </a:p>
          <a:p>
            <a:r>
              <a:rPr lang="en-GB"/>
              <a:t>This is the gradient of J_L with respect to its score-row argument, evaluated at a_L(x), before softmax. It already includes differentiating through softmax. Do not apply another softmax derivative. The gradient result is the new step here, using the probability and loss definitions introduced in Week 4.</a:t>
            </a:r>
          </a:p>
          <a:p>
            <a:r>
              <a:rPr lang="en-GB"/>
              <a:t>[EXAMPLE]</a:t>
            </a:r>
          </a:p>
          <a:p>
            <a:r>
              <a:rPr lang="en-GB"/>
              <a:t>Discuss the example with K=3 and y=2. The row is (p_theta,1(x), p_theta,2(x)-1, p_theta,3(x)). Subtract one at the observed class, regardless of which class currently has the largest probability.</a:t>
            </a:r>
          </a:p>
          <a:p>
            <a:r>
              <a:rPr lang="en-GB"/>
              <a:t>[PAUSE: 3 seconds.]</a:t>
            </a:r>
          </a:p>
          <a:p>
            <a:r>
              <a:rPr lang="en-GB"/>
              <a:t>This row has shape 1 by K. It supplies the starting gradient for the same backward calculation through the hidden layers.</a:t>
            </a:r>
          </a:p>
          <a:p>
            <a:r>
              <a:rPr lang="en-GB"/>
              <a:t>[NEXT SLIDE]</a:t>
            </a:r>
          </a:p>
          <a:p>
            <a:r>
              <a:rPr lang="en-GB"/>
              <a:t>Combine the parameter-gradient contributions of individual observations to obtain the gradient for the whole dataset.</a:t>
            </a:r>
          </a:p>
          <a:p>
            <a:r>
              <a:rPr lang="en-GB"/>
              <a:t>References: Week 4 slide 23 and notes section 4.3 (softmax, score row, probability row and cross-entropy); Week 5 lecture notes, pages 20 and 27 (output gradients).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one observation to the whole dataset</a:t>
            </a:r>
          </a:p>
          <a:p>
            <a:r>
              <a:rPr lang="en-GB" dirty="0"/>
              <a:t>Suggested time: 1.25 minutes</a:t>
            </a:r>
          </a:p>
          <a:p>
            <a:r>
              <a:rPr lang="en-GB" dirty="0"/>
              <a:t>Target interval: 43:18–44:33 (including pauses).</a:t>
            </a:r>
          </a:p>
          <a:p>
            <a:endParaRPr lang="en-GB" dirty="0"/>
          </a:p>
          <a:p>
            <a:r>
              <a:rPr lang="en-GB" dirty="0"/>
              <a:t>[ON ENTRY]</a:t>
            </a:r>
          </a:p>
          <a:p>
            <a:r>
              <a:rPr lang="en-GB" dirty="0"/>
              <a:t>Until now, we have differentiated the loss associated with one observation. Our empirical loss for the whole dataset is the sum of those individual losses. Each observation has its own input and target, but the network parameters are shared.</a:t>
            </a:r>
          </a:p>
          <a:p>
            <a:endParaRPr lang="en-GB" dirty="0"/>
          </a:p>
          <a:p>
            <a:r>
              <a:rPr lang="en-GB" dirty="0"/>
              <a:t>Differentiation distributes over the sum. We can therefore calculate each observation's parameter gradient and add the results. Each full parameter gradient is a column, with entries in the same fixed order, so corresponding derivatives are added together. Every contribution must be evaluated at the same current parameter values. Otherwise, we would be adding gradients calculated at different points, rather than differentiating the displayed sum at one point.</a:t>
            </a:r>
          </a:p>
          <a:p>
            <a:endParaRPr lang="en-GB" dirty="0"/>
          </a:p>
          <a:p>
            <a:r>
              <a:rPr lang="en-GB" dirty="0"/>
              <a:t>[PAUSE: 4 seconds.]</a:t>
            </a:r>
          </a:p>
          <a:p>
            <a:r>
              <a:rPr lang="en-GB" dirty="0"/>
              <a:t>We use a sum here, consistently with our empirical-loss convention. Add the observations' parameter-gradient contributions before updating the parameters. Here is the complete procedure.</a:t>
            </a:r>
          </a:p>
          <a:p>
            <a:endParaRPr lang="en-GB" dirty="0"/>
          </a:p>
          <a:p>
            <a:r>
              <a:rPr lang="en-GB" dirty="0"/>
              <a:t>[NEXT SLIDE]</a:t>
            </a:r>
          </a:p>
          <a:p>
            <a:r>
              <a:rPr lang="en-GB" dirty="0"/>
              <a:t>Source: Week 5 lecture notes, pages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One complete gradient-descent update</a:t>
            </a:r>
          </a:p>
          <a:p>
            <a:r>
              <a:rPr lang="en-GB"/>
              <a:t>Suggested time: 1.15 minutes</a:t>
            </a:r>
          </a:p>
          <a:p>
            <a:r>
              <a:rPr lang="en-GB"/>
              <a:t>Target interval: 44:33–45:42 (including pauses).</a:t>
            </a:r>
          </a:p>
          <a:p>
            <a:r>
              <a:rPr lang="en-GB"/>
              <a:t/>
            </a:r>
          </a:p>
          <a:p>
            <a:r>
              <a:rPr lang="en-GB"/>
              <a:t>[ON ENTRY] All three steps are visible immediately, with no animation clicks. Walk through them in order.</a:t>
            </a:r>
          </a:p>
          <a:p>
            <a:r>
              <a:rPr lang="en-GB"/>
              <a:t>[STEP 1] Begin with a zero accumulator, with an entry for every parameter. Keep the current parameters fixed.</a:t>
            </a:r>
          </a:p>
          <a:p>
            <a:r>
              <a:rPr lang="en-GB"/>
              <a:t/>
            </a:r>
          </a:p>
          <a:p>
            <a:r>
              <a:rPr lang="en-GB"/>
              <a:t>[STEP 2]</a:t>
            </a:r>
          </a:p>
          <a:p>
            <a:r>
              <a:rPr lang="en-GB"/>
              <a:t>For each observation, perform the forward pass, save its intermediate values, perform the backward pass, and add its parameter derivatives to the accumulator.</a:t>
            </a:r>
          </a:p>
          <a:p>
            <a:r>
              <a:rPr lang="en-GB"/>
              <a:t/>
            </a:r>
          </a:p>
          <a:p>
            <a:r>
              <a:rPr lang="en-GB"/>
              <a:t>[STEP 3]</a:t>
            </a:r>
          </a:p>
          <a:p>
            <a:r>
              <a:rPr lang="en-GB"/>
              <a:t>After every observation has contributed, the accumulator contains the empirical-loss gradient. We then update all parameters together, using our chosen learning rate.</a:t>
            </a:r>
          </a:p>
          <a:p>
            <a:r>
              <a:rPr lang="en-GB"/>
              <a:t/>
            </a:r>
          </a:p>
          <a:p>
            <a:r>
              <a:rPr lang="en-GB"/>
              <a:t>Would updating between observations implement this same procedure?</a:t>
            </a:r>
          </a:p>
          <a:p>
            <a:r>
              <a:rPr lang="en-GB"/>
              <a:t/>
            </a:r>
          </a:p>
          <a:p>
            <a:r>
              <a:rPr lang="en-GB"/>
              <a:t>[PAUSE: 4 seconds.]</a:t>
            </a:r>
          </a:p>
          <a:p>
            <a:r>
              <a:rPr lang="en-GB"/>
              <a:t>No. It would use changing parameter values and therefore be a different procedure. Backpropagation supplies the derivatives; the update rule specifies how and when to use them.</a:t>
            </a:r>
          </a:p>
          <a:p>
            <a:r>
              <a:rPr lang="en-GB"/>
              <a:t/>
            </a:r>
          </a:p>
          <a:p>
            <a:r>
              <a:rPr lang="en-GB"/>
              <a:t>[NEXT SLIDE]</a:t>
            </a:r>
          </a:p>
          <a:p>
            <a:r>
              <a:rPr lang="en-GB"/>
              <a:t>Source: Week 5 lecture notes, pages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Why does reuse save work? One observation, with the saved forward values available. L is the number of scalar layers. Each layer has a weight and a bias, so P = 2L.</a:t>
            </a:r>
          </a:p>
          <a:p>
            <a:r>
              <a:rPr lang="en-GB"/>
              <a:t>Click 1: Computing the two derivatives for the first layer separately requires two products through L layer contributions. Read the first suffix brace.</a:t>
            </a:r>
          </a:p>
          <a:p>
            <a:r>
              <a:rPr lang="en-GB"/>
              <a:t>Click 2: The second-layer pair requires two products through L minus 1 layer contributions. Keep the overlapping braces visible to emphasize repeated work.</a:t>
            </a:r>
          </a:p>
          <a:p>
            <a:r>
              <a:rPr lang="en-GB"/>
              <a:t>Click 3: Continue in the same way to the last layer, whose two derivatives require one layer contribution each. The ellipsis represents omitted layers.</a:t>
            </a:r>
          </a:p>
          <a:p>
            <a:r>
              <a:rPr lang="en-GB"/>
              <a:t>Click 4: Pair the first and last terms, the second and next-to-last, and so on. The sum L + (L-1) + ... + 1 is L(L+1)/2. There are two parameter derivatives per layer, giving L(L+1) layer contributions.</a:t>
            </a:r>
          </a:p>
          <a:p>
            <a:r>
              <a:rPr lang="en-GB"/>
              <a:t>These are schematic counts of layer contributions, not exact counts of primitive arithmetic operations. Each layer contributes a bounded amount of work. Loss differentiation and local factors add only constant overhead per derivative. The repeated separate chain-rule calculation therefore takes quadratic time.</a:t>
            </a:r>
          </a:p>
          <a:p>
            <a:r>
              <a:rPr lang="en-GB"/>
              <a:t>Click 5: Since P = 2L, L(L+1) = O(P^2). Both approaches include the same linear-cost forward pass.</a:t>
            </a:r>
          </a:p>
          <a:p>
            <a:r>
              <a:rPr lang="en-GB"/>
              <a:t>Click 6: Switch to the backpropagation view of the same graph. Nothing advances automatically. Start at the loss.</a:t>
            </a:r>
          </a:p>
          <a:p>
            <a:r>
              <a:rPr lang="en-GB"/>
              <a:t>Click 7: Reveal the backward arrow to layer L and its two parameter derivatives.</a:t>
            </a:r>
          </a:p>
          <a:p>
            <a:r>
              <a:rPr lang="en-GB"/>
              <a:t>Click 8: Reveal the arrow to layer L-1 and its two parameter derivatives. Keep the previous arrow visible.</a:t>
            </a:r>
          </a:p>
          <a:p>
            <a:r>
              <a:rPr lang="en-GB"/>
              <a:t>Click 9: Continue through the omitted layers to layer 2, revealing its arrow and two parameter derivatives. The ellipsis represents the same step at every omitted layer.</a:t>
            </a:r>
          </a:p>
          <a:p>
            <a:r>
              <a:rPr lang="en-GB"/>
              <a:t>Click 10: Reveal the last arrow to layer 1 and its two parameter derivatives, together with the final conclusion: one forward pass plus one backward pass takes O(P) time.</a:t>
            </a:r>
          </a:p>
          <a:p>
            <a:r>
              <a:rPr lang="en-GB"/>
              <a:t>Each intermediate derivative is calculated once and reused for both parameter derivatives before continuing to the preceding layer. Every reveal waits for a presenter click. There are no timed steps or moving arrows.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Lecture notes and exercises</a:t>
            </a:r>
            <a:endParaRPr lang="en-GB"/>
          </a:p>
          <a:p>
            <a:r>
              <a:rPr lang="en-GB" dirty="0"/>
              <a:t>Suggested time: 0.3 minutes</a:t>
            </a:r>
            <a:endParaRPr lang="en-GB"/>
          </a:p>
          <a:p>
            <a:endParaRPr lang="en-GB"/>
          </a:p>
          <a:p>
            <a:r>
              <a:rPr lang="en-GB" dirty="0"/>
              <a:t>[ON ENTRY]</a:t>
            </a:r>
            <a:endParaRPr lang="en-GB"/>
          </a:p>
          <a:p>
            <a:r>
              <a:rPr lang="en-GB" dirty="0"/>
              <a:t>The lecture notes and exercises are available through the link and QR code here. Use the worked examples to check your calculation, then try the exercises independently. Thank you.</a:t>
            </a:r>
            <a:endParaRPr lang="en-GB"/>
          </a:p>
          <a:p>
            <a:endParaRPr lang="en-GB"/>
          </a:p>
          <a:p>
            <a:r>
              <a:rPr lang="en-GB" dirty="0"/>
              <a:t>[PAUSE: leave the link visible for students.]</a:t>
            </a:r>
            <a:endParaRPr lang="en-GB"/>
          </a:p>
          <a:p>
            <a:endParaRPr lang="en-GB"/>
          </a:p>
          <a:p>
            <a:r>
              <a:rPr lang="en-GB" dirty="0"/>
              <a:t>[END: keep this slide displayed.]</a:t>
            </a:r>
            <a:endParaRPr lang="en-GB"/>
          </a:p>
          <a:p>
            <a:r>
              <a:rPr lang="en-GB" dirty="0"/>
              <a:t>Source: Week 5 lecture notes, pages 22–27.</a:t>
            </a:r>
            <a:endParaRPr lang="en-GB"/>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007CF6-A04D-413F-A10E-B4B7EDF20EF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0FBE9F2-99AC-49F6-80CF-369B1B3D357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2C71E10-45E7-43D7-A854-5EC5C912943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E336FF3-153E-4F93-940F-824717A6E4C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33A4AAA-5B55-4F06-9103-F185E9B41F2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36652A5-E06C-49B4-9485-EE324214376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0AD1718-0272-4C0D-8817-9B19D9AA110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2870968C-D8F1-4B1F-BD49-E82BDD91358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6F2D77F-6107-4A87-AF09-B8EAF8FDFD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4DA565F-3F86-4E6D-A251-BCB0D2EE20A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3.png"/><Relationship Id="rIdPhi0_4_equation_6" Type="http://schemas.openxmlformats.org/officeDocument/2006/relationships/image" Target="../media/phi0_consistent_4_equation_6.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26" Type="http://schemas.openxmlformats.org/officeDocument/2006/relationships/image" Target="../media/image36.png"/><Relationship Id="rId21" Type="http://schemas.openxmlformats.org/officeDocument/2006/relationships/image" Target="../media/image31.png"/><Relationship Id="rId42" Type="http://schemas.openxmlformats.org/officeDocument/2006/relationships/image" Target="../media/image52.png"/><Relationship Id="rId47" Type="http://schemas.openxmlformats.org/officeDocument/2006/relationships/image" Target="../media/image57.png"/><Relationship Id="rId63" Type="http://schemas.openxmlformats.org/officeDocument/2006/relationships/image" Target="../media/image73.png"/><Relationship Id="rId68" Type="http://schemas.openxmlformats.org/officeDocument/2006/relationships/image" Target="../media/image78.png"/><Relationship Id="rId84" Type="http://schemas.openxmlformats.org/officeDocument/2006/relationships/image" Target="../media/image94.png"/><Relationship Id="rId16" Type="http://schemas.openxmlformats.org/officeDocument/2006/relationships/image" Target="../media/image26.png"/><Relationship Id="rId11" Type="http://schemas.openxmlformats.org/officeDocument/2006/relationships/image" Target="../media/image21.png"/><Relationship Id="rId32" Type="http://schemas.openxmlformats.org/officeDocument/2006/relationships/image" Target="../media/image42.png"/><Relationship Id="rId37" Type="http://schemas.openxmlformats.org/officeDocument/2006/relationships/image" Target="../media/image47.png"/><Relationship Id="rId53" Type="http://schemas.openxmlformats.org/officeDocument/2006/relationships/image" Target="../media/image63.png"/><Relationship Id="rId58" Type="http://schemas.openxmlformats.org/officeDocument/2006/relationships/image" Target="../media/image68.png"/><Relationship Id="rId74" Type="http://schemas.openxmlformats.org/officeDocument/2006/relationships/image" Target="../media/image84.png"/><Relationship Id="rId79" Type="http://schemas.openxmlformats.org/officeDocument/2006/relationships/image" Target="../media/image89.png"/><Relationship Id="rId5" Type="http://schemas.openxmlformats.org/officeDocument/2006/relationships/image" Target="../media/image1510.png"/><Relationship Id="rId19" Type="http://schemas.openxmlformats.org/officeDocument/2006/relationships/image" Target="../media/image2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8.png"/><Relationship Id="rId56" Type="http://schemas.openxmlformats.org/officeDocument/2006/relationships/image" Target="../media/image66.png"/><Relationship Id="rId64" Type="http://schemas.openxmlformats.org/officeDocument/2006/relationships/image" Target="../media/image74.png"/><Relationship Id="rId69" Type="http://schemas.openxmlformats.org/officeDocument/2006/relationships/image" Target="../media/image79.png"/><Relationship Id="rId77" Type="http://schemas.openxmlformats.org/officeDocument/2006/relationships/image" Target="../media/image87.png"/><Relationship Id="rId8" Type="http://schemas.openxmlformats.org/officeDocument/2006/relationships/image" Target="../media/image18.png"/><Relationship Id="rId51" Type="http://schemas.openxmlformats.org/officeDocument/2006/relationships/image" Target="../media/image61.png"/><Relationship Id="rId72" Type="http://schemas.openxmlformats.org/officeDocument/2006/relationships/image" Target="../media/image82.png"/><Relationship Id="rId80" Type="http://schemas.openxmlformats.org/officeDocument/2006/relationships/image" Target="../media/image90.png"/><Relationship Id="rId85" Type="http://schemas.openxmlformats.org/officeDocument/2006/relationships/image" Target="../media/image880.png"/><Relationship Id="rId3" Type="http://schemas.openxmlformats.org/officeDocument/2006/relationships/image" Target="../media/image510.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56.png"/><Relationship Id="rId59" Type="http://schemas.openxmlformats.org/officeDocument/2006/relationships/image" Target="../media/image69.png"/><Relationship Id="rId67" Type="http://schemas.openxmlformats.org/officeDocument/2006/relationships/image" Target="../media/image77.png"/><Relationship Id="rId20" Type="http://schemas.openxmlformats.org/officeDocument/2006/relationships/image" Target="../media/image30.png"/><Relationship Id="rId41" Type="http://schemas.openxmlformats.org/officeDocument/2006/relationships/image" Target="../media/image51.png"/><Relationship Id="rId54" Type="http://schemas.openxmlformats.org/officeDocument/2006/relationships/image" Target="../media/image64.png"/><Relationship Id="rId62" Type="http://schemas.openxmlformats.org/officeDocument/2006/relationships/image" Target="../media/image72.png"/><Relationship Id="rId70" Type="http://schemas.openxmlformats.org/officeDocument/2006/relationships/image" Target="../media/image80.png"/><Relationship Id="rId75" Type="http://schemas.openxmlformats.org/officeDocument/2006/relationships/image" Target="../media/image85.png"/><Relationship Id="rId83" Type="http://schemas.openxmlformats.org/officeDocument/2006/relationships/image" Target="../media/image93.png"/><Relationship Id="rId1" Type="http://schemas.openxmlformats.org/officeDocument/2006/relationships/slideLayout" Target="../slideLayouts/slideLayout6.xml"/><Relationship Id="rId6" Type="http://schemas.openxmlformats.org/officeDocument/2006/relationships/image" Target="../media/image16.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49" Type="http://schemas.openxmlformats.org/officeDocument/2006/relationships/image" Target="../media/image59.png"/><Relationship Id="rId57" Type="http://schemas.openxmlformats.org/officeDocument/2006/relationships/image" Target="../media/image67.png"/><Relationship Id="rId10" Type="http://schemas.openxmlformats.org/officeDocument/2006/relationships/image" Target="../media/image20.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62.png"/><Relationship Id="rId60" Type="http://schemas.openxmlformats.org/officeDocument/2006/relationships/image" Target="../media/image70.png"/><Relationship Id="rId65" Type="http://schemas.openxmlformats.org/officeDocument/2006/relationships/image" Target="../media/image75.png"/><Relationship Id="rId73" Type="http://schemas.openxmlformats.org/officeDocument/2006/relationships/image" Target="../media/image83.png"/><Relationship Id="rId78" Type="http://schemas.openxmlformats.org/officeDocument/2006/relationships/image" Target="../media/image88.png"/><Relationship Id="rId81" Type="http://schemas.openxmlformats.org/officeDocument/2006/relationships/image" Target="../media/image91.png"/><Relationship Id="rId86" Type="http://schemas.openxmlformats.org/officeDocument/2006/relationships/image" Target="../media/image15.png"/><Relationship Id="rId4" Type="http://schemas.openxmlformats.org/officeDocument/2006/relationships/image" Target="../media/image1410.png"/><Relationship Id="rId9"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28.png"/><Relationship Id="rId39" Type="http://schemas.openxmlformats.org/officeDocument/2006/relationships/image" Target="../media/image49.png"/><Relationship Id="rId34" Type="http://schemas.openxmlformats.org/officeDocument/2006/relationships/image" Target="../media/image44.png"/><Relationship Id="rId50" Type="http://schemas.openxmlformats.org/officeDocument/2006/relationships/image" Target="../media/image60.png"/><Relationship Id="rId55" Type="http://schemas.openxmlformats.org/officeDocument/2006/relationships/image" Target="../media/image65.png"/><Relationship Id="rId76" Type="http://schemas.openxmlformats.org/officeDocument/2006/relationships/image" Target="../media/image86.png"/><Relationship Id="rId7" Type="http://schemas.openxmlformats.org/officeDocument/2006/relationships/image" Target="../media/image17.png"/><Relationship Id="rId71" Type="http://schemas.openxmlformats.org/officeDocument/2006/relationships/image" Target="../media/image81.png"/><Relationship Id="rId2" Type="http://schemas.openxmlformats.org/officeDocument/2006/relationships/notesSlide" Target="../notesSlides/notesSlide5.xml"/><Relationship Id="rId29" Type="http://schemas.openxmlformats.org/officeDocument/2006/relationships/image" Target="../media/image39.png"/><Relationship Id="rId24" Type="http://schemas.openxmlformats.org/officeDocument/2006/relationships/image" Target="../media/image34.png"/><Relationship Id="rId40" Type="http://schemas.openxmlformats.org/officeDocument/2006/relationships/image" Target="../media/image50.png"/><Relationship Id="rId45" Type="http://schemas.openxmlformats.org/officeDocument/2006/relationships/image" Target="../media/image55.png"/><Relationship Id="rId66" Type="http://schemas.openxmlformats.org/officeDocument/2006/relationships/image" Target="../media/image76.png"/><Relationship Id="rId87" Type="http://schemas.openxmlformats.org/officeDocument/2006/relationships/image" Target="../media/image95.png"/><Relationship Id="rId61" Type="http://schemas.openxmlformats.org/officeDocument/2006/relationships/image" Target="../media/image71.png"/><Relationship Id="rId82" Type="http://schemas.openxmlformats.org/officeDocument/2006/relationships/image" Target="../media/image92.png"/></Relationships>
</file>

<file path=ppt/slides/_rels/slide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9" Type="http://schemas.openxmlformats.org/officeDocument/2006/relationships/image" Target="../media/image140.png"/><Relationship Id="rId51" Type="http://schemas.openxmlformats.org/officeDocument/2006/relationships/image" Target="../media/image101.png"/><Relationship Id="rId34" Type="http://schemas.openxmlformats.org/officeDocument/2006/relationships/image" Target="../media/image135.png"/><Relationship Id="rId42" Type="http://schemas.openxmlformats.org/officeDocument/2006/relationships/image" Target="../media/image143.png"/><Relationship Id="rId47" Type="http://schemas.openxmlformats.org/officeDocument/2006/relationships/image" Target="../media/image148.png"/><Relationship Id="rId50" Type="http://schemas.openxmlformats.org/officeDocument/2006/relationships/image" Target="../media/image100.png"/><Relationship Id="rId25" Type="http://schemas.openxmlformats.org/officeDocument/2006/relationships/image" Target="../media/image97.png"/><Relationship Id="rId33" Type="http://schemas.openxmlformats.org/officeDocument/2006/relationships/image" Target="../media/image134.png"/><Relationship Id="rId38" Type="http://schemas.openxmlformats.org/officeDocument/2006/relationships/image" Target="../media/image139.png"/><Relationship Id="rId46" Type="http://schemas.openxmlformats.org/officeDocument/2006/relationships/image" Target="../media/image147.png"/><Relationship Id="rId2" Type="http://schemas.openxmlformats.org/officeDocument/2006/relationships/notesSlide" Target="../notesSlides/notesSlide7.xml"/><Relationship Id="rId29" Type="http://schemas.openxmlformats.org/officeDocument/2006/relationships/image" Target="../media/image130.png"/><Relationship Id="rId41" Type="http://schemas.openxmlformats.org/officeDocument/2006/relationships/image" Target="../media/image142.png"/><Relationship Id="rId1" Type="http://schemas.openxmlformats.org/officeDocument/2006/relationships/slideLayout" Target="../slideLayouts/slideLayout6.xml"/><Relationship Id="rId32" Type="http://schemas.openxmlformats.org/officeDocument/2006/relationships/image" Target="../media/image133.png"/><Relationship Id="rId37" Type="http://schemas.openxmlformats.org/officeDocument/2006/relationships/image" Target="../media/image138.png"/><Relationship Id="rId40" Type="http://schemas.openxmlformats.org/officeDocument/2006/relationships/image" Target="../media/image141.png"/><Relationship Id="rId45" Type="http://schemas.openxmlformats.org/officeDocument/2006/relationships/image" Target="../media/image146.png"/><Relationship Id="rId28" Type="http://schemas.openxmlformats.org/officeDocument/2006/relationships/image" Target="../media/image129.png"/><Relationship Id="rId36" Type="http://schemas.openxmlformats.org/officeDocument/2006/relationships/image" Target="../media/image137.png"/><Relationship Id="rId49" Type="http://schemas.openxmlformats.org/officeDocument/2006/relationships/image" Target="../media/image99.png"/><Relationship Id="rId31" Type="http://schemas.openxmlformats.org/officeDocument/2006/relationships/image" Target="../media/image132.png"/><Relationship Id="rId44" Type="http://schemas.openxmlformats.org/officeDocument/2006/relationships/image" Target="../media/image145.png"/><Relationship Id="rId27" Type="http://schemas.openxmlformats.org/officeDocument/2006/relationships/image" Target="../media/image128.png"/><Relationship Id="rId30" Type="http://schemas.openxmlformats.org/officeDocument/2006/relationships/image" Target="../media/image131.png"/><Relationship Id="rId35" Type="http://schemas.openxmlformats.org/officeDocument/2006/relationships/image" Target="../media/image136.png"/><Relationship Id="rId43" Type="http://schemas.openxmlformats.org/officeDocument/2006/relationships/image" Target="../media/image144.png"/><Relationship Id="rId48" Type="http://schemas.openxmlformats.org/officeDocument/2006/relationships/image" Target="../media/image98.png"/></Relationships>
</file>

<file path=ppt/slides/_rels/slide8.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3" Type="http://schemas.openxmlformats.org/officeDocument/2006/relationships/image" Target="../media/image97.png"/><Relationship Id="rId21" Type="http://schemas.openxmlformats.org/officeDocument/2006/relationships/image" Target="../media/image144.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5" Type="http://schemas.openxmlformats.org/officeDocument/2006/relationships/image" Target="../media/image148.png"/><Relationship Id="rId2" Type="http://schemas.openxmlformats.org/officeDocument/2006/relationships/notesSlide" Target="../notesSlides/notesSlide8.xml"/><Relationship Id="rId16" Type="http://schemas.openxmlformats.org/officeDocument/2006/relationships/image" Target="../media/image139.png"/><Relationship Id="rId20" Type="http://schemas.openxmlformats.org/officeDocument/2006/relationships/image" Target="../media/image143.png"/><Relationship Id="rId29" Type="http://schemas.openxmlformats.org/officeDocument/2006/relationships/image" Target="../media/image104.png"/><Relationship Id="rId1" Type="http://schemas.openxmlformats.org/officeDocument/2006/relationships/slideLayout" Target="../slideLayouts/slideLayout6.xml"/><Relationship Id="rId6" Type="http://schemas.openxmlformats.org/officeDocument/2006/relationships/image" Target="../media/image129.png"/><Relationship Id="rId11" Type="http://schemas.openxmlformats.org/officeDocument/2006/relationships/image" Target="../media/image134.png"/><Relationship Id="rId24" Type="http://schemas.openxmlformats.org/officeDocument/2006/relationships/image" Target="../media/image147.png"/><Relationship Id="rId32" Type="http://schemas.openxmlformats.org/officeDocument/2006/relationships/image" Target="../media/image149.png"/><Relationship Id="rId5" Type="http://schemas.openxmlformats.org/officeDocument/2006/relationships/image" Target="../media/image128.png"/><Relationship Id="rId15" Type="http://schemas.openxmlformats.org/officeDocument/2006/relationships/image" Target="../media/image138.png"/><Relationship Id="rId23" Type="http://schemas.openxmlformats.org/officeDocument/2006/relationships/image" Target="../media/image146.png"/><Relationship Id="rId28" Type="http://schemas.openxmlformats.org/officeDocument/2006/relationships/image" Target="../media/image103.png"/><Relationship Id="rId10" Type="http://schemas.openxmlformats.org/officeDocument/2006/relationships/image" Target="../media/image133.png"/><Relationship Id="rId19" Type="http://schemas.openxmlformats.org/officeDocument/2006/relationships/image" Target="../media/image142.png"/><Relationship Id="rId31" Type="http://schemas.openxmlformats.org/officeDocument/2006/relationships/image" Target="../media/image127.png"/><Relationship Id="rId27" Type="http://schemas.openxmlformats.org/officeDocument/2006/relationships/image" Target="../media/image102.png"/><Relationship Id="rId9" Type="http://schemas.openxmlformats.org/officeDocument/2006/relationships/image" Target="../media/image132.png"/><Relationship Id="rId14" Type="http://schemas.openxmlformats.org/officeDocument/2006/relationships/image" Target="../media/image137.png"/><Relationship Id="rId22" Type="http://schemas.openxmlformats.org/officeDocument/2006/relationships/image" Target="../media/image145.png"/><Relationship Id="rId30" Type="http://schemas.openxmlformats.org/officeDocument/2006/relationships/image" Target="../media/image105.png"/></Relationships>
</file>

<file path=ppt/slides/_rels/slide9.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3" Type="http://schemas.openxmlformats.org/officeDocument/2006/relationships/image" Target="../media/image102.png"/><Relationship Id="rId21" Type="http://schemas.openxmlformats.org/officeDocument/2006/relationships/image" Target="../media/image144.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5" Type="http://schemas.openxmlformats.org/officeDocument/2006/relationships/image" Target="../media/image148.png"/><Relationship Id="rId33" Type="http://schemas.openxmlformats.org/officeDocument/2006/relationships/image" Target="../media/image155.png"/><Relationship Id="rId2" Type="http://schemas.openxmlformats.org/officeDocument/2006/relationships/notesSlide" Target="../notesSlides/notesSlide9.xml"/><Relationship Id="rId16" Type="http://schemas.openxmlformats.org/officeDocument/2006/relationships/image" Target="../media/image139.png"/><Relationship Id="rId20" Type="http://schemas.openxmlformats.org/officeDocument/2006/relationships/image" Target="../media/image143.png"/><Relationship Id="rId29" Type="http://schemas.openxmlformats.org/officeDocument/2006/relationships/image" Target="../media/image151.png"/><Relationship Id="rId1" Type="http://schemas.openxmlformats.org/officeDocument/2006/relationships/slideLayout" Target="../slideLayouts/slideLayout6.xml"/><Relationship Id="rId6" Type="http://schemas.openxmlformats.org/officeDocument/2006/relationships/image" Target="../media/image129.png"/><Relationship Id="rId11" Type="http://schemas.openxmlformats.org/officeDocument/2006/relationships/image" Target="../media/image134.png"/><Relationship Id="rId24" Type="http://schemas.openxmlformats.org/officeDocument/2006/relationships/image" Target="../media/image147.png"/><Relationship Id="rId32" Type="http://schemas.openxmlformats.org/officeDocument/2006/relationships/image" Target="../media/image154.png"/><Relationship Id="rId28" Type="http://schemas.openxmlformats.org/officeDocument/2006/relationships/image" Target="../media/image150.png"/><Relationship Id="rId5" Type="http://schemas.openxmlformats.org/officeDocument/2006/relationships/image" Target="../media/image128.png"/><Relationship Id="rId15" Type="http://schemas.openxmlformats.org/officeDocument/2006/relationships/image" Target="../media/image138.png"/><Relationship Id="rId23" Type="http://schemas.openxmlformats.org/officeDocument/2006/relationships/image" Target="../media/image146.png"/><Relationship Id="rId10" Type="http://schemas.openxmlformats.org/officeDocument/2006/relationships/image" Target="../media/image133.png"/><Relationship Id="rId19" Type="http://schemas.openxmlformats.org/officeDocument/2006/relationships/image" Target="../media/image142.png"/><Relationship Id="rId31" Type="http://schemas.openxmlformats.org/officeDocument/2006/relationships/image" Target="../media/image153.png"/><Relationship Id="rId4" Type="http://schemas.openxmlformats.org/officeDocument/2006/relationships/image" Target="../media/image97.png"/><Relationship Id="rId9" Type="http://schemas.openxmlformats.org/officeDocument/2006/relationships/image" Target="../media/image132.png"/><Relationship Id="rId14" Type="http://schemas.openxmlformats.org/officeDocument/2006/relationships/image" Target="../media/image137.png"/><Relationship Id="rId22" Type="http://schemas.openxmlformats.org/officeDocument/2006/relationships/image" Target="../media/image145.png"/><Relationship Id="rId30" Type="http://schemas.openxmlformats.org/officeDocument/2006/relationships/image" Target="../media/image152.png"/></Relationships>
</file>

<file path=ppt/slides/_rels/slide10.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6.png"/><Relationship Id="rId7" Type="http://schemas.openxmlformats.org/officeDocument/2006/relationships/image" Target="../media/image15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550.png"/><Relationship Id="rId10" Type="http://schemas.openxmlformats.org/officeDocument/2006/relationships/image" Target="../media/image162.png"/><Relationship Id="rId4" Type="http://schemas.openxmlformats.org/officeDocument/2006/relationships/image" Target="../media/image157.png"/><Relationship Id="rId9" Type="http://schemas.openxmlformats.org/officeDocument/2006/relationships/image" Target="../media/image161.png"/></Relationships>
</file>

<file path=ppt/slides/_rels/slide11.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s>
</file>

<file path=ppt/slides/_rels/slide12.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image" Target="../media/image170.png"/><Relationship Id="rId7" Type="http://schemas.openxmlformats.org/officeDocument/2006/relationships/image" Target="../media/image17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610.png"/><Relationship Id="rId10" Type="http://schemas.openxmlformats.org/officeDocument/2006/relationships/image" Target="../media/image176.png"/><Relationship Id="rId4" Type="http://schemas.openxmlformats.org/officeDocument/2006/relationships/image" Target="../media/image171.png"/><Relationship Id="rId9" Type="http://schemas.openxmlformats.org/officeDocument/2006/relationships/image" Target="../media/image175.png"/></Relationships>
</file>

<file path=ppt/slides/_rels/slide13.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8.png"/><Relationship Id="rId7" Type="http://schemas.openxmlformats.org/officeDocument/2006/relationships/image" Target="../media/image181.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80.png"/><Relationship Id="rId5" Type="http://schemas.openxmlformats.org/officeDocument/2006/relationships/image" Target="../media/image179.png"/><Relationship Id="rId4" Type="http://schemas.openxmlformats.org/officeDocument/2006/relationships/image" Target="../media/image1691.png"/></Relationships>
</file>

<file path=ppt/slides/_rels/slide1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1740.png"/><Relationship Id="rId7"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771.png"/><Relationship Id="rId5" Type="http://schemas.openxmlformats.org/officeDocument/2006/relationships/image" Target="../media/image1760.png"/><Relationship Id="rId4" Type="http://schemas.openxmlformats.org/officeDocument/2006/relationships/image" Target="../media/image1750.png"/></Relationships>
</file>

<file path=ppt/slides/_rels/slide15.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740.png"/><Relationship Id="rId7" Type="http://schemas.openxmlformats.org/officeDocument/2006/relationships/image" Target="../media/image186.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s>
</file>

<file path=ppt/slides/_rels/slide16.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188.png"/><Relationship Id="rId7" Type="http://schemas.openxmlformats.org/officeDocument/2006/relationships/image" Target="../media/image190.png"/><Relationship Id="rId12" Type="http://schemas.openxmlformats.org/officeDocument/2006/relationships/image" Target="../media/image195.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841.png"/><Relationship Id="rId11" Type="http://schemas.openxmlformats.org/officeDocument/2006/relationships/image" Target="../media/image194.png"/><Relationship Id="rId10" Type="http://schemas.openxmlformats.org/officeDocument/2006/relationships/image" Target="../media/image193.png"/><Relationship Id="rId4" Type="http://schemas.openxmlformats.org/officeDocument/2006/relationships/image" Target="../media/image189.png"/><Relationship Id="rId9" Type="http://schemas.openxmlformats.org/officeDocument/2006/relationships/image" Target="../media/image192.png"/></Relationships>
</file>

<file path=ppt/slides/_rels/slide17.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196.png"/><Relationship Id="rId7" Type="http://schemas.openxmlformats.org/officeDocument/2006/relationships/image" Target="../media/image20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99.png"/><Relationship Id="rId11" Type="http://schemas.openxmlformats.org/officeDocument/2006/relationships/image" Target="../media/image1981.png"/><Relationship Id="rId5" Type="http://schemas.openxmlformats.org/officeDocument/2006/relationships/image" Target="../media/image198.png"/><Relationship Id="rId10" Type="http://schemas.openxmlformats.org/officeDocument/2006/relationships/image" Target="../media/image1910.png"/><Relationship Id="rId4" Type="http://schemas.openxmlformats.org/officeDocument/2006/relationships/image" Target="../media/image197.png"/></Relationships>
</file>

<file path=ppt/slides/_rels/slide18.xml.rels><?xml version="1.0" encoding="UTF-8" standalone="yes"?>
<Relationships xmlns="http://schemas.openxmlformats.org/package/2006/relationships"><Relationship Id="rId13" Type="http://schemas.openxmlformats.org/officeDocument/2006/relationships/image" Target="../media/image1870.png"/><Relationship Id="rId18" Type="http://schemas.openxmlformats.org/officeDocument/2006/relationships/image" Target="../media/image1920.png"/><Relationship Id="rIdFit_16_equation_48" Type="http://schemas.openxmlformats.org/officeDocument/2006/relationships/image" Target="../media/animation_fit_16_equation_48.png"/><Relationship Id="rId21" Type="http://schemas.openxmlformats.org/officeDocument/2006/relationships/image" Target="../media/image1950.png"/><Relationship Id="rId7" Type="http://schemas.openxmlformats.org/officeDocument/2006/relationships/image" Target="../media/image1810.png"/><Relationship Id="rId12" Type="http://schemas.openxmlformats.org/officeDocument/2006/relationships/image" Target="../media/image1860.png"/><Relationship Id="rId17" Type="http://schemas.openxmlformats.org/officeDocument/2006/relationships/image" Target="../media/image202.png"/><Relationship Id="rId25" Type="http://schemas.openxmlformats.org/officeDocument/2006/relationships/image" Target="../media/image205.png"/><Relationship Id="rId33" Type="http://schemas.openxmlformats.org/officeDocument/2006/relationships/image" Target="../media/image208.png"/><Relationship Id="rId2" Type="http://schemas.openxmlformats.org/officeDocument/2006/relationships/notesSlide" Target="../notesSlides/notesSlide18.xml"/><Relationship Id="rId16" Type="http://schemas.openxmlformats.org/officeDocument/2006/relationships/image" Target="../media/image1900.png"/><Relationship Id="rId29" Type="http://schemas.openxmlformats.org/officeDocument/2006/relationships/image" Target="../media/image1991.png"/><Relationship Id="rId1" Type="http://schemas.openxmlformats.org/officeDocument/2006/relationships/slideLayout" Target="../slideLayouts/slideLayout6.xml"/><Relationship Id="rId6" Type="http://schemas.openxmlformats.org/officeDocument/2006/relationships/image" Target="../media/image1800.png"/><Relationship Id="rId11" Type="http://schemas.openxmlformats.org/officeDocument/2006/relationships/image" Target="../media/image1850.png"/><Relationship Id="rId24" Type="http://schemas.openxmlformats.org/officeDocument/2006/relationships/image" Target="../media/image1980.png"/><Relationship Id="rIdFit_16_equation_128" Type="http://schemas.openxmlformats.org/officeDocument/2006/relationships/image" Target="../media/animation_fit_16_equation_128.png"/><Relationship Id="rId32" Type="http://schemas.openxmlformats.org/officeDocument/2006/relationships/image" Target="../media/image107.png"/><Relationship Id="rId5" Type="http://schemas.openxmlformats.org/officeDocument/2006/relationships/image" Target="../media/image1790.png"/><Relationship Id="rId15" Type="http://schemas.openxmlformats.org/officeDocument/2006/relationships/image" Target="../media/image1890.png"/><Relationship Id="rIdFit_16_equation_66" Type="http://schemas.openxmlformats.org/officeDocument/2006/relationships/image" Target="../media/animation_fit_16_equation_66.png"/><Relationship Id="rIdFit_16_equation_119" Type="http://schemas.openxmlformats.org/officeDocument/2006/relationships/image" Target="../media/animation_fit_16_equation_119.png"/><Relationship Id="rId28" Type="http://schemas.openxmlformats.org/officeDocument/2006/relationships/image" Target="../media/image2020.png"/><Relationship Id="rId10" Type="http://schemas.openxmlformats.org/officeDocument/2006/relationships/image" Target="../media/image1840.png"/><Relationship Id="rId19" Type="http://schemas.openxmlformats.org/officeDocument/2006/relationships/image" Target="../media/image203.png"/><Relationship Id="rIdFit_16_equation_198" Type="http://schemas.openxmlformats.org/officeDocument/2006/relationships/image" Target="../media/animation_fit_16_equation_198.png"/><Relationship Id="rId31" Type="http://schemas.openxmlformats.org/officeDocument/2006/relationships/image" Target="../media/image2000.png"/><Relationship Id="rId4" Type="http://schemas.openxmlformats.org/officeDocument/2006/relationships/image" Target="../media/image1780.png"/><Relationship Id="rId9" Type="http://schemas.openxmlformats.org/officeDocument/2006/relationships/image" Target="../media/image1830.png"/><Relationship Id="rId14" Type="http://schemas.openxmlformats.org/officeDocument/2006/relationships/image" Target="../media/image1880.png"/><Relationship Id="rIdFit_16_equation_57" Type="http://schemas.openxmlformats.org/officeDocument/2006/relationships/image" Target="../media/animation_fit_16_equation_57.png"/><Relationship Id="rId22" Type="http://schemas.openxmlformats.org/officeDocument/2006/relationships/image" Target="../media/image204.png"/><Relationship Id="rId27" Type="http://schemas.openxmlformats.org/officeDocument/2006/relationships/image" Target="../media/image2010.png"/><Relationship Id="rIdFit_16_equation_207" Type="http://schemas.openxmlformats.org/officeDocument/2006/relationships/image" Target="../media/animation_fit_16_equation_207.png"/><Relationship Id="rId30" Type="http://schemas.openxmlformats.org/officeDocument/2006/relationships/image" Target="../media/image106.png"/><Relationship Id="rId8" Type="http://schemas.openxmlformats.org/officeDocument/2006/relationships/image" Target="../media/image1820.png"/><Relationship Id="rId3" Type="http://schemas.openxmlformats.org/officeDocument/2006/relationships/image" Target="../media/image1770.png"/><Relationship Id="rIdFit_16_equation_138" Type="http://schemas.openxmlformats.org/officeDocument/2006/relationships/image" Target="../media/animation_fit_16_equation_138.png"/></Relationships>
</file>

<file path=ppt/slides/_rels/slide19.xml.rels><?xml version="1.0" encoding="UTF-8" standalone="yes"?>
<Relationships xmlns="http://schemas.openxmlformats.org/package/2006/relationships"><Relationship Id="rId13" Type="http://schemas.openxmlformats.org/officeDocument/2006/relationships/image" Target="../media/image2100.png"/><Relationship Id="rId18" Type="http://schemas.openxmlformats.org/officeDocument/2006/relationships/image" Target="../media/image202.png"/><Relationship Id="rIdFit_17_equation_57" Type="http://schemas.openxmlformats.org/officeDocument/2006/relationships/image" Target="../media/animation_fit_17_equation_57.png"/><Relationship Id="rId26" Type="http://schemas.openxmlformats.org/officeDocument/2006/relationships/image" Target="../media/image210.png"/><Relationship Id="rId34" Type="http://schemas.openxmlformats.org/officeDocument/2006/relationships/image" Target="../media/image2021.png"/><Relationship Id="rId7" Type="http://schemas.openxmlformats.org/officeDocument/2006/relationships/image" Target="../media/image2060.png"/><Relationship Id="rIdFit_17_equation_220" Type="http://schemas.openxmlformats.org/officeDocument/2006/relationships/image" Target="../media/animation_fit_17_equation_220.png"/><Relationship Id="rId2" Type="http://schemas.openxmlformats.org/officeDocument/2006/relationships/notesSlide" Target="../notesSlides/notesSlide19.xml"/><Relationship Id="rId16" Type="http://schemas.openxmlformats.org/officeDocument/2006/relationships/image" Target="../media/image1890.png"/><Relationship Id="rId20" Type="http://schemas.openxmlformats.org/officeDocument/2006/relationships/image" Target="../media/image203.png"/><Relationship Id="rId29" Type="http://schemas.openxmlformats.org/officeDocument/2006/relationships/image" Target="../media/image2180.png"/><Relationship Id="rId1" Type="http://schemas.openxmlformats.org/officeDocument/2006/relationships/slideLayout" Target="../slideLayouts/slideLayout6.xml"/><Relationship Id="rId6" Type="http://schemas.openxmlformats.org/officeDocument/2006/relationships/image" Target="../media/image1800.png"/><Relationship Id="rId11" Type="http://schemas.openxmlformats.org/officeDocument/2006/relationships/image" Target="../media/image2090.png"/><Relationship Id="rIdFit_17_equation_130" Type="http://schemas.openxmlformats.org/officeDocument/2006/relationships/image" Target="../media/animation_fit_17_equation_130.png"/><Relationship Id="rId32" Type="http://schemas.openxmlformats.org/officeDocument/2006/relationships/image" Target="../media/image2011.png"/><Relationship Id="rId37" Type="http://schemas.openxmlformats.org/officeDocument/2006/relationships/image" Target="../media/image214.png"/><Relationship Id="rId5" Type="http://schemas.openxmlformats.org/officeDocument/2006/relationships/image" Target="../media/image1790.png"/><Relationship Id="rId15" Type="http://schemas.openxmlformats.org/officeDocument/2006/relationships/image" Target="../media/image1880.png"/><Relationship Id="rId23" Type="http://schemas.openxmlformats.org/officeDocument/2006/relationships/image" Target="../media/image209.png"/><Relationship Id="rIdFit_17_equation_139" Type="http://schemas.openxmlformats.org/officeDocument/2006/relationships/image" Target="../media/animation_fit_17_equation_139.png"/><Relationship Id="rId36" Type="http://schemas.openxmlformats.org/officeDocument/2006/relationships/image" Target="../media/image112.png"/><Relationship Id="rId10" Type="http://schemas.openxmlformats.org/officeDocument/2006/relationships/image" Target="../media/image1850.png"/><Relationship Id="rId19" Type="http://schemas.openxmlformats.org/officeDocument/2006/relationships/image" Target="../media/image1920.png"/><Relationship Id="rIdFit_17_equation_66" Type="http://schemas.openxmlformats.org/officeDocument/2006/relationships/image" Target="../media/animation_fit_17_equation_66.png"/><Relationship Id="rId31" Type="http://schemas.openxmlformats.org/officeDocument/2006/relationships/image" Target="../media/image109.png"/><Relationship Id="rId4" Type="http://schemas.openxmlformats.org/officeDocument/2006/relationships/image" Target="../media/image1780.png"/><Relationship Id="rId9" Type="http://schemas.openxmlformats.org/officeDocument/2006/relationships/image" Target="../media/image2080.png"/><Relationship Id="rId14" Type="http://schemas.openxmlformats.org/officeDocument/2006/relationships/image" Target="../media/image2110.png"/><Relationship Id="rId22" Type="http://schemas.openxmlformats.org/officeDocument/2006/relationships/image" Target="../media/image1950.png"/><Relationship Id="rIdFit_17_equation_120" Type="http://schemas.openxmlformats.org/officeDocument/2006/relationships/image" Target="../media/animation_fit_17_equation_120.png"/><Relationship Id="rId27" Type="http://schemas.openxmlformats.org/officeDocument/2006/relationships/image" Target="../media/image211.png"/><Relationship Id="rId30" Type="http://schemas.openxmlformats.org/officeDocument/2006/relationships/image" Target="../media/image108.png"/><Relationship Id="rId35" Type="http://schemas.openxmlformats.org/officeDocument/2006/relationships/image" Target="../media/image111.png"/><Relationship Id="rId8" Type="http://schemas.openxmlformats.org/officeDocument/2006/relationships/image" Target="../media/image2070.png"/><Relationship Id="rIdFit_17_equation_200" Type="http://schemas.openxmlformats.org/officeDocument/2006/relationships/image" Target="../media/animation_fit_17_equation_200.png"/><Relationship Id="rId3" Type="http://schemas.openxmlformats.org/officeDocument/2006/relationships/image" Target="../media/image1770.png"/><Relationship Id="rIdFit_17_equation_48" Type="http://schemas.openxmlformats.org/officeDocument/2006/relationships/image" Target="../media/animation_fit_17_equation_48.png"/><Relationship Id="rId12" Type="http://schemas.openxmlformats.org/officeDocument/2006/relationships/image" Target="../media/image1830.png"/><Relationship Id="rId17" Type="http://schemas.openxmlformats.org/officeDocument/2006/relationships/image" Target="../media/image2120.png"/><Relationship Id="rId25" Type="http://schemas.openxmlformats.org/officeDocument/2006/relationships/image" Target="../media/image2140.png"/><Relationship Id="rId33" Type="http://schemas.openxmlformats.org/officeDocument/2006/relationships/image" Target="../media/image110.png"/></Relationships>
</file>

<file path=ppt/slides/_rels/slide20.xml.rels><?xml version="1.0" encoding="UTF-8" standalone="yes"?>
<Relationships xmlns="http://schemas.openxmlformats.org/package/2006/relationships"><Relationship Id="rId13" Type="http://schemas.openxmlformats.org/officeDocument/2006/relationships/image" Target="../media/image2110.png"/><Relationship Id="rId18" Type="http://schemas.openxmlformats.org/officeDocument/2006/relationships/image" Target="../media/image1920.png"/><Relationship Id="rIdFit_18_equation_66" Type="http://schemas.openxmlformats.org/officeDocument/2006/relationships/image" Target="../media/animation_fit_18_equation_66.png"/><Relationship Id="rId26" Type="http://schemas.openxmlformats.org/officeDocument/2006/relationships/image" Target="../media/image218.png"/><Relationship Id="rIdFit_18_equation_220" Type="http://schemas.openxmlformats.org/officeDocument/2006/relationships/image" Target="../media/animation_fit_18_equation_220.png"/><Relationship Id="rId21" Type="http://schemas.openxmlformats.org/officeDocument/2006/relationships/image" Target="../media/image2270.png"/><Relationship Id="rId34" Type="http://schemas.openxmlformats.org/officeDocument/2006/relationships/image" Target="../media/image116.png"/><Relationship Id="rId7" Type="http://schemas.openxmlformats.org/officeDocument/2006/relationships/image" Target="../media/image1810.png"/><Relationship Id="rIdFit_18_equation_48" Type="http://schemas.openxmlformats.org/officeDocument/2006/relationships/image" Target="../media/animation_fit_18_equation_48.png"/><Relationship Id="rIdFit_18_equation_130" Type="http://schemas.openxmlformats.org/officeDocument/2006/relationships/image" Target="../media/animation_fit_18_equation_130.png"/><Relationship Id="rId2" Type="http://schemas.openxmlformats.org/officeDocument/2006/relationships/notesSlide" Target="../notesSlides/notesSlide20.xml"/><Relationship Id="rId16" Type="http://schemas.openxmlformats.org/officeDocument/2006/relationships/image" Target="../media/image2250.png"/><Relationship Id="rIdFit_18_equation_139" Type="http://schemas.openxmlformats.org/officeDocument/2006/relationships/image" Target="../media/animation_fit_18_equation_139.png"/><Relationship Id="rId29" Type="http://schemas.openxmlformats.org/officeDocument/2006/relationships/image" Target="../media/image113.png"/><Relationship Id="rId1" Type="http://schemas.openxmlformats.org/officeDocument/2006/relationships/slideLayout" Target="../slideLayouts/slideLayout6.xml"/><Relationship Id="rId6" Type="http://schemas.openxmlformats.org/officeDocument/2006/relationships/image" Target="../media/image2070.png"/><Relationship Id="rId11" Type="http://schemas.openxmlformats.org/officeDocument/2006/relationships/image" Target="../media/image2090.png"/><Relationship Id="rId24" Type="http://schemas.openxmlformats.org/officeDocument/2006/relationships/image" Target="../media/image2140.png"/><Relationship Id="rIdFit_18_equation_121" Type="http://schemas.openxmlformats.org/officeDocument/2006/relationships/image" Target="../media/animation_fit_18_equation_121.png"/><Relationship Id="rId32" Type="http://schemas.openxmlformats.org/officeDocument/2006/relationships/image" Target="../media/image2040.png"/><Relationship Id="rId5" Type="http://schemas.openxmlformats.org/officeDocument/2006/relationships/image" Target="../media/image2240.png"/><Relationship Id="rId15" Type="http://schemas.openxmlformats.org/officeDocument/2006/relationships/image" Target="../media/image1890.png"/><Relationship Id="rId28" Type="http://schemas.openxmlformats.org/officeDocument/2006/relationships/image" Target="../media/image2320.png"/><Relationship Id="rId36" Type="http://schemas.openxmlformats.org/officeDocument/2006/relationships/image" Target="../media/image118.png"/><Relationship Id="rId10" Type="http://schemas.openxmlformats.org/officeDocument/2006/relationships/image" Target="../media/image1830.png"/><Relationship Id="rId19" Type="http://schemas.openxmlformats.org/officeDocument/2006/relationships/image" Target="../media/image215.png"/><Relationship Id="rId31" Type="http://schemas.openxmlformats.org/officeDocument/2006/relationships/image" Target="../media/image114.png"/><Relationship Id="rId4" Type="http://schemas.openxmlformats.org/officeDocument/2006/relationships/image" Target="../media/image2230.png"/><Relationship Id="rId9" Type="http://schemas.openxmlformats.org/officeDocument/2006/relationships/image" Target="../media/image1820.png"/><Relationship Id="rId14" Type="http://schemas.openxmlformats.org/officeDocument/2006/relationships/image" Target="../media/image1880.png"/><Relationship Id="rId22" Type="http://schemas.openxmlformats.org/officeDocument/2006/relationships/image" Target="../media/image216.png"/><Relationship Id="rId30" Type="http://schemas.openxmlformats.org/officeDocument/2006/relationships/image" Target="../media/image2030.png"/><Relationship Id="rId35" Type="http://schemas.openxmlformats.org/officeDocument/2006/relationships/image" Target="../media/image117.png"/><Relationship Id="rId8" Type="http://schemas.openxmlformats.org/officeDocument/2006/relationships/image" Target="../media/image1800.png"/><Relationship Id="rId3" Type="http://schemas.openxmlformats.org/officeDocument/2006/relationships/image" Target="../media/image2220.png"/><Relationship Id="rIdFit_18_equation_57" Type="http://schemas.openxmlformats.org/officeDocument/2006/relationships/image" Target="../media/animation_fit_18_equation_57.png"/><Relationship Id="rId12" Type="http://schemas.openxmlformats.org/officeDocument/2006/relationships/image" Target="../media/image2100.png"/><Relationship Id="rId17" Type="http://schemas.openxmlformats.org/officeDocument/2006/relationships/image" Target="../media/image202.png"/><Relationship Id="rId25" Type="http://schemas.openxmlformats.org/officeDocument/2006/relationships/image" Target="../media/image217.png"/><Relationship Id="rId33" Type="http://schemas.openxmlformats.org/officeDocument/2006/relationships/image" Target="../media/image115.png"/><Relationship Id="rIdFit_18_equation_211" Type="http://schemas.openxmlformats.org/officeDocument/2006/relationships/image" Target="../media/animation_fit_18_equation_211.png"/></Relationships>
</file>

<file path=ppt/slides/_rels/slide21.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22.png"/></Relationships>
</file>

<file path=ppt/slides/_rels/slide22.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226.png"/><Relationship Id="rId3" Type="http://schemas.openxmlformats.org/officeDocument/2006/relationships/image" Target="../media/image229.png"/><Relationship Id="rId7" Type="http://schemas.openxmlformats.org/officeDocument/2006/relationships/image" Target="../media/image223.png"/><Relationship Id="rId12" Type="http://schemas.openxmlformats.org/officeDocument/2006/relationships/image" Target="../media/image225.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30.png"/><Relationship Id="rId11" Type="http://schemas.openxmlformats.org/officeDocument/2006/relationships/image" Target="../media/image224.png"/><Relationship Id="rId5" Type="http://schemas.openxmlformats.org/officeDocument/2006/relationships/image" Target="../media/image1700.png"/><Relationship Id="rId15" Type="http://schemas.openxmlformats.org/officeDocument/2006/relationships/image" Target="../media/image233.png"/><Relationship Id="rId10" Type="http://schemas.openxmlformats.org/officeDocument/2006/relationships/image" Target="../media/image232.png"/><Relationship Id="rId4" Type="http://schemas.openxmlformats.org/officeDocument/2006/relationships/image" Target="../media/image1690.png"/><Relationship Id="rId9" Type="http://schemas.openxmlformats.org/officeDocument/2006/relationships/image" Target="../media/image1720.png"/><Relationship Id="rId14" Type="http://schemas.openxmlformats.org/officeDocument/2006/relationships/image" Target="../media/image2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3" Type="http://schemas.openxmlformats.org/officeDocument/2006/relationships/image" Target="../media/image248.png"/><Relationship Id="rId12" Type="http://schemas.openxmlformats.org/officeDocument/2006/relationships/image" Target="../media/image247.png"/><Relationship Id="rId2" Type="http://schemas.openxmlformats.org/officeDocument/2006/relationships/notesSlide" Target="../notesSlides/notesSlide24.xml"/><Relationship Id="rId1" Type="http://schemas.openxmlformats.org/officeDocument/2006/relationships/slideLayout" Target="../slideLayouts/slideLayout6.xml"/><Relationship Id="rId15" Type="http://schemas.openxmlformats.org/officeDocument/2006/relationships/image" Target="../media/image250.png"/><Relationship Id="rId14" Type="http://schemas.openxmlformats.org/officeDocument/2006/relationships/image" Target="../media/image249.png"/></Relationships>
</file>

<file path=ppt/slides/_rels/slide2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9.png"/><Relationship Id="rId7" Type="http://schemas.openxmlformats.org/officeDocument/2006/relationships/image" Target="../media/image237.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236.png"/><Relationship Id="rId5" Type="http://schemas.openxmlformats.org/officeDocument/2006/relationships/image" Target="../media/image235.png"/><Relationship Id="rId10" Type="http://schemas.openxmlformats.org/officeDocument/2006/relationships/image" Target="../media/image122.png"/><Relationship Id="rId4" Type="http://schemas.openxmlformats.org/officeDocument/2006/relationships/image" Target="../media/image120.png"/><Relationship Id="rId9" Type="http://schemas.openxmlformats.org/officeDocument/2006/relationships/image" Target="../media/image257.png"/></Relationships>
</file>

<file path=ppt/slides/_rels/slide26.xml.rels><?xml version="1.0" encoding="UTF-8" standalone="yes"?>
<Relationships xmlns="http://schemas.openxmlformats.org/package/2006/relationships"><Relationship Id="rId3" Type="http://schemas.openxmlformats.org/officeDocument/2006/relationships/image" Target="../media/image2570.png"/><Relationship Id="rId7" Type="http://schemas.openxmlformats.org/officeDocument/2006/relationships/image" Target="../media/image261.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260.png"/><Relationship Id="rId5" Type="http://schemas.openxmlformats.org/officeDocument/2006/relationships/image" Target="../media/image259.png"/><Relationship Id="rId4" Type="http://schemas.openxmlformats.org/officeDocument/2006/relationships/image" Target="../media/image258.png"/></Relationships>
</file>

<file path=ppt/slides/_rels/slide27.xml.rels><?xml version="1.0" encoding="UTF-8" standalone="yes"?>
<Relationships xmlns="http://schemas.openxmlformats.org/package/2006/relationships"><Relationship Id="rId8" Type="http://schemas.openxmlformats.org/officeDocument/2006/relationships/image" Target="../media/image252.png"/><Relationship Id="rId13" Type="http://schemas.openxmlformats.org/officeDocument/2006/relationships/image" Target="../media/image226.png"/><Relationship Id="rId7" Type="http://schemas.openxmlformats.org/officeDocument/2006/relationships/image" Target="../media/image224.png"/><Relationship Id="rId12" Type="http://schemas.openxmlformats.org/officeDocument/2006/relationships/image" Target="../media/image1720.png"/><Relationship Id="rId2" Type="http://schemas.openxmlformats.org/officeDocument/2006/relationships/notesSlide" Target="../notesSlides/notesSlide27.xml"/><Relationship Id="rId16" Type="http://schemas.openxmlformats.org/officeDocument/2006/relationships/image" Target="../media/image123.png"/><Relationship Id="rId1" Type="http://schemas.openxmlformats.org/officeDocument/2006/relationships/slideLayout" Target="../slideLayouts/slideLayout6.xml"/><Relationship Id="rId6" Type="http://schemas.openxmlformats.org/officeDocument/2006/relationships/image" Target="../media/image232.png"/><Relationship Id="rId11" Type="http://schemas.openxmlformats.org/officeDocument/2006/relationships/image" Target="../media/image231.png"/><Relationship Id="rId5" Type="http://schemas.openxmlformats.org/officeDocument/2006/relationships/image" Target="../media/image1700.png"/><Relationship Id="rId15" Type="http://schemas.openxmlformats.org/officeDocument/2006/relationships/image" Target="../media/image275.png"/><Relationship Id="rId10" Type="http://schemas.openxmlformats.org/officeDocument/2006/relationships/image" Target="../media/image223.png"/><Relationship Id="rId4" Type="http://schemas.openxmlformats.org/officeDocument/2006/relationships/image" Target="../media/image1690.png"/><Relationship Id="rId9" Type="http://schemas.openxmlformats.org/officeDocument/2006/relationships/image" Target="../media/image230.png"/><Relationship Id="rId14" Type="http://schemas.openxmlformats.org/officeDocument/2006/relationships/image" Target="../media/image227.png"/></Relationships>
</file>

<file path=ppt/slides/_rels/slide28.xml.rels><?xml version="1.0" encoding="UTF-8" standalone="yes"?>
<Relationships xmlns="http://schemas.openxmlformats.org/package/2006/relationships"><Relationship Id="rId8" Type="http://schemas.openxmlformats.org/officeDocument/2006/relationships/image" Target="../media/image253.png"/><Relationship Id="rId13" Type="http://schemas.openxmlformats.org/officeDocument/2006/relationships/image" Target="../media/image254.png"/><Relationship Id="rId7" Type="http://schemas.openxmlformats.org/officeDocument/2006/relationships/image" Target="../media/image224.png"/><Relationship Id="rId12" Type="http://schemas.openxmlformats.org/officeDocument/2006/relationships/image" Target="../media/image1720.png"/><Relationship Id="rId17" Type="http://schemas.openxmlformats.org/officeDocument/2006/relationships/image" Target="../media/image277.png"/><Relationship Id="rId2" Type="http://schemas.openxmlformats.org/officeDocument/2006/relationships/notesSlide" Target="../notesSlides/notesSlide28.xml"/><Relationship Id="rId16" Type="http://schemas.openxmlformats.org/officeDocument/2006/relationships/image" Target="../media/image276.png"/><Relationship Id="rId1" Type="http://schemas.openxmlformats.org/officeDocument/2006/relationships/slideLayout" Target="../slideLayouts/slideLayout6.xml"/><Relationship Id="rId6" Type="http://schemas.openxmlformats.org/officeDocument/2006/relationships/image" Target="../media/image232.png"/><Relationship Id="rId11" Type="http://schemas.openxmlformats.org/officeDocument/2006/relationships/image" Target="../media/image231.png"/><Relationship Id="rId5" Type="http://schemas.openxmlformats.org/officeDocument/2006/relationships/image" Target="../media/image1700.png"/><Relationship Id="rId15" Type="http://schemas.openxmlformats.org/officeDocument/2006/relationships/image" Target="../media/image275.png"/><Relationship Id="rId10" Type="http://schemas.openxmlformats.org/officeDocument/2006/relationships/image" Target="../media/image223.png"/><Relationship Id="rId4" Type="http://schemas.openxmlformats.org/officeDocument/2006/relationships/image" Target="../media/image1690.png"/><Relationship Id="rId9" Type="http://schemas.openxmlformats.org/officeDocument/2006/relationships/image" Target="../media/image230.png"/><Relationship Id="rId14" Type="http://schemas.openxmlformats.org/officeDocument/2006/relationships/image" Target="../media/image227.png"/></Relationships>
</file>

<file path=ppt/slides/_rels/slide29.xml.rels><?xml version="1.0" encoding="UTF-8" standalone="yes"?>
<Relationships xmlns="http://schemas.openxmlformats.org/package/2006/relationships"><Relationship Id="rId18" Type="http://schemas.openxmlformats.org/officeDocument/2006/relationships/image" Target="../media/image2750.png"/><Relationship Id="rId21" Type="http://schemas.openxmlformats.org/officeDocument/2006/relationships/image" Target="../media/image256.png"/><Relationship Id="rId25" Type="http://schemas.openxmlformats.org/officeDocument/2006/relationships/image" Target="../media/image264.png"/><Relationship Id="rId17" Type="http://schemas.openxmlformats.org/officeDocument/2006/relationships/image" Target="../media/image277.png"/><Relationship Id="rId2" Type="http://schemas.openxmlformats.org/officeDocument/2006/relationships/notesSlide" Target="../notesSlides/notesSlide29.xml"/><Relationship Id="rId20" Type="http://schemas.openxmlformats.org/officeDocument/2006/relationships/image" Target="../media/image255.png"/><Relationship Id="rId16" Type="http://schemas.openxmlformats.org/officeDocument/2006/relationships/image" Target="../media/image276.png"/><Relationship Id="rId1" Type="http://schemas.openxmlformats.org/officeDocument/2006/relationships/slideLayout" Target="../slideLayouts/slideLayout6.xml"/><Relationship Id="rId6" Type="http://schemas.openxmlformats.org/officeDocument/2006/relationships/image" Target="../media/image232.png"/><Relationship Id="rId11" Type="http://schemas.openxmlformats.org/officeDocument/2006/relationships/image" Target="../media/image231.png"/><Relationship Id="rId24" Type="http://schemas.openxmlformats.org/officeDocument/2006/relationships/image" Target="../media/image263.png"/><Relationship Id="rId23" Type="http://schemas.openxmlformats.org/officeDocument/2006/relationships/image" Target="../media/image280.png"/><Relationship Id="rId15" Type="http://schemas.openxmlformats.org/officeDocument/2006/relationships/image" Target="../media/image275.png"/><Relationship Id="rId19" Type="http://schemas.openxmlformats.org/officeDocument/2006/relationships/image" Target="../media/image2760.png"/><Relationship Id="rId9" Type="http://schemas.openxmlformats.org/officeDocument/2006/relationships/image" Target="../media/image230.png"/><Relationship Id="rId22" Type="http://schemas.openxmlformats.org/officeDocument/2006/relationships/image" Target="../media/image262.png"/></Relationships>
</file>

<file path=ppt/slides/_rels/slide30.xml.rels><?xml version="1.0" encoding="UTF-8" standalone="yes"?>
<Relationships xmlns="http://schemas.openxmlformats.org/package/2006/relationships"><Relationship Id="rId13" Type="http://schemas.openxmlformats.org/officeDocument/2006/relationships/image" Target="../media/image292.png"/><Relationship Id="rId18" Type="http://schemas.openxmlformats.org/officeDocument/2006/relationships/image" Target="../media/image297.png"/><Relationship Id="rId26" Type="http://schemas.openxmlformats.org/officeDocument/2006/relationships/image" Target="../media/image304.png"/><Relationship Id="rId39" Type="http://schemas.openxmlformats.org/officeDocument/2006/relationships/image" Target="../media/image316.png"/><Relationship Id="rId21" Type="http://schemas.openxmlformats.org/officeDocument/2006/relationships/image" Target="../media/image300.png"/><Relationship Id="rId34" Type="http://schemas.openxmlformats.org/officeDocument/2006/relationships/image" Target="../media/image2101.png"/><Relationship Id="rId42" Type="http://schemas.openxmlformats.org/officeDocument/2006/relationships/image" Target="../media/image319.png"/><Relationship Id="rId47" Type="http://schemas.openxmlformats.org/officeDocument/2006/relationships/image" Target="../media/image323.png"/><Relationship Id="rId50" Type="http://schemas.openxmlformats.org/officeDocument/2006/relationships/image" Target="../media/image326.png"/><Relationship Id="rId55" Type="http://schemas.openxmlformats.org/officeDocument/2006/relationships/image" Target="../media/image330.png"/><Relationship Id="rId7" Type="http://schemas.openxmlformats.org/officeDocument/2006/relationships/image" Target="../media/image286.png"/><Relationship Id="rId2" Type="http://schemas.openxmlformats.org/officeDocument/2006/relationships/notesSlide" Target="../notesSlides/notesSlide30.xml"/><Relationship Id="rId16" Type="http://schemas.openxmlformats.org/officeDocument/2006/relationships/image" Target="../media/image295.png"/><Relationship Id="rId29" Type="http://schemas.openxmlformats.org/officeDocument/2006/relationships/image" Target="../media/image307.png"/><Relationship Id="rId11" Type="http://schemas.openxmlformats.org/officeDocument/2006/relationships/image" Target="../media/image290.png"/><Relationship Id="rId24" Type="http://schemas.openxmlformats.org/officeDocument/2006/relationships/image" Target="../media/image303.png"/><Relationship Id="rId32" Type="http://schemas.openxmlformats.org/officeDocument/2006/relationships/image" Target="../media/image310.png"/><Relationship Id="rId37" Type="http://schemas.openxmlformats.org/officeDocument/2006/relationships/image" Target="../media/image314.png"/><Relationship Id="rId40" Type="http://schemas.openxmlformats.org/officeDocument/2006/relationships/image" Target="../media/image317.png"/><Relationship Id="rId45" Type="http://schemas.openxmlformats.org/officeDocument/2006/relationships/image" Target="../media/image321.png"/><Relationship Id="rId53" Type="http://schemas.openxmlformats.org/officeDocument/2006/relationships/image" Target="../media/image2121.png"/><Relationship Id="rId5" Type="http://schemas.openxmlformats.org/officeDocument/2006/relationships/image" Target="../media/image284.png"/><Relationship Id="rId10" Type="http://schemas.openxmlformats.org/officeDocument/2006/relationships/image" Target="../media/image289.png"/><Relationship Id="rId19" Type="http://schemas.openxmlformats.org/officeDocument/2006/relationships/image" Target="../media/image298.png"/><Relationship Id="rId31" Type="http://schemas.openxmlformats.org/officeDocument/2006/relationships/image" Target="../media/image309.png"/><Relationship Id="rId44" Type="http://schemas.openxmlformats.org/officeDocument/2006/relationships/image" Target="../media/image2111.png"/><Relationship Id="rId52" Type="http://schemas.openxmlformats.org/officeDocument/2006/relationships/image" Target="../media/image328.png"/><Relationship Id="rId4" Type="http://schemas.openxmlformats.org/officeDocument/2006/relationships/image" Target="../media/image2830.png"/><Relationship Id="rId9" Type="http://schemas.openxmlformats.org/officeDocument/2006/relationships/image" Target="../media/image288.png"/><Relationship Id="rId14" Type="http://schemas.openxmlformats.org/officeDocument/2006/relationships/image" Target="../media/image293.png"/><Relationship Id="rId22" Type="http://schemas.openxmlformats.org/officeDocument/2006/relationships/image" Target="../media/image301.png"/><Relationship Id="rId27" Type="http://schemas.openxmlformats.org/officeDocument/2006/relationships/image" Target="../media/image305.png"/><Relationship Id="rId30" Type="http://schemas.openxmlformats.org/officeDocument/2006/relationships/image" Target="../media/image308.png"/><Relationship Id="rId35" Type="http://schemas.openxmlformats.org/officeDocument/2006/relationships/image" Target="../media/image312.png"/><Relationship Id="rId43" Type="http://schemas.openxmlformats.org/officeDocument/2006/relationships/image" Target="../media/image320.png"/><Relationship Id="rId48" Type="http://schemas.openxmlformats.org/officeDocument/2006/relationships/image" Target="../media/image324.png"/><Relationship Id="rId8" Type="http://schemas.openxmlformats.org/officeDocument/2006/relationships/image" Target="../media/image287.png"/><Relationship Id="rId51" Type="http://schemas.openxmlformats.org/officeDocument/2006/relationships/image" Target="../media/image327.png"/><Relationship Id="rId3" Type="http://schemas.openxmlformats.org/officeDocument/2006/relationships/image" Target="../media/image283.png"/><Relationship Id="rId12" Type="http://schemas.openxmlformats.org/officeDocument/2006/relationships/image" Target="../media/image291.png"/><Relationship Id="rId17" Type="http://schemas.openxmlformats.org/officeDocument/2006/relationships/image" Target="../media/image296.png"/><Relationship Id="rId25" Type="http://schemas.openxmlformats.org/officeDocument/2006/relationships/image" Target="../media/image2091.png"/><Relationship Id="rId33" Type="http://schemas.openxmlformats.org/officeDocument/2006/relationships/image" Target="../media/image311.png"/><Relationship Id="rId38" Type="http://schemas.openxmlformats.org/officeDocument/2006/relationships/image" Target="../media/image315.png"/><Relationship Id="rId46" Type="http://schemas.openxmlformats.org/officeDocument/2006/relationships/image" Target="../media/image322.png"/><Relationship Id="rId20" Type="http://schemas.openxmlformats.org/officeDocument/2006/relationships/image" Target="../media/image299.png"/><Relationship Id="rId41" Type="http://schemas.openxmlformats.org/officeDocument/2006/relationships/image" Target="../media/image318.png"/><Relationship Id="rId54" Type="http://schemas.openxmlformats.org/officeDocument/2006/relationships/image" Target="../media/image329.png"/><Relationship Id="rId1" Type="http://schemas.openxmlformats.org/officeDocument/2006/relationships/slideLayout" Target="../slideLayouts/slideLayout6.xml"/><Relationship Id="rId6" Type="http://schemas.openxmlformats.org/officeDocument/2006/relationships/image" Target="../media/image285.png"/><Relationship Id="rId15" Type="http://schemas.openxmlformats.org/officeDocument/2006/relationships/image" Target="../media/image294.png"/><Relationship Id="rId23" Type="http://schemas.openxmlformats.org/officeDocument/2006/relationships/image" Target="../media/image302.png"/><Relationship Id="rId28" Type="http://schemas.openxmlformats.org/officeDocument/2006/relationships/image" Target="../media/image306.png"/><Relationship Id="rId36" Type="http://schemas.openxmlformats.org/officeDocument/2006/relationships/image" Target="../media/image313.png"/><Relationship Id="rId49" Type="http://schemas.openxmlformats.org/officeDocument/2006/relationships/image" Target="../media/image325.png"/></Relationships>
</file>

<file path=ppt/slides/_rels/slide31.xml.rels><?xml version="1.0" encoding="UTF-8" standalone="yes"?>
<Relationships xmlns="http://schemas.openxmlformats.org/package/2006/relationships"><Relationship Id="rId8" Type="http://schemas.openxmlformats.org/officeDocument/2006/relationships/image" Target="../media/image335.png"/><Relationship Id="rId13" Type="http://schemas.openxmlformats.org/officeDocument/2006/relationships/image" Target="../media/image340.png"/><Relationship Id="rId18" Type="http://schemas.openxmlformats.org/officeDocument/2006/relationships/image" Target="../media/image266.png"/><Relationship Id="rId26" Type="http://schemas.openxmlformats.org/officeDocument/2006/relationships/image" Target="../media/image269.png"/><Relationship Id="rId3" Type="http://schemas.openxmlformats.org/officeDocument/2006/relationships/image" Target="../media/image331.png"/><Relationship Id="rId21" Type="http://schemas.openxmlformats.org/officeDocument/2006/relationships/image" Target="../media/image267.png"/><Relationship Id="rId7" Type="http://schemas.openxmlformats.org/officeDocument/2006/relationships/image" Target="../media/image334.png"/><Relationship Id="rId12" Type="http://schemas.openxmlformats.org/officeDocument/2006/relationships/image" Target="../media/image339.png"/><Relationship Id="rId17" Type="http://schemas.openxmlformats.org/officeDocument/2006/relationships/image" Target="../media/image344.png"/><Relationship Id="rId25" Type="http://schemas.openxmlformats.org/officeDocument/2006/relationships/image" Target="../media/image351.png"/><Relationship Id="rId2" Type="http://schemas.openxmlformats.org/officeDocument/2006/relationships/notesSlide" Target="../notesSlides/notesSlide31.xml"/><Relationship Id="rId16" Type="http://schemas.openxmlformats.org/officeDocument/2006/relationships/image" Target="../media/image343.png"/><Relationship Id="rId20" Type="http://schemas.openxmlformats.org/officeDocument/2006/relationships/image" Target="../media/image347.png"/><Relationship Id="rId1" Type="http://schemas.openxmlformats.org/officeDocument/2006/relationships/slideLayout" Target="../slideLayouts/slideLayout6.xml"/><Relationship Id="rId6" Type="http://schemas.openxmlformats.org/officeDocument/2006/relationships/image" Target="../media/image333.png"/><Relationship Id="rId11" Type="http://schemas.openxmlformats.org/officeDocument/2006/relationships/image" Target="../media/image338.png"/><Relationship Id="rId24" Type="http://schemas.openxmlformats.org/officeDocument/2006/relationships/image" Target="../media/image268.png"/><Relationship Id="rId5" Type="http://schemas.openxmlformats.org/officeDocument/2006/relationships/image" Target="../media/image332.png"/><Relationship Id="rId15" Type="http://schemas.openxmlformats.org/officeDocument/2006/relationships/image" Target="../media/image265.png"/><Relationship Id="rId23" Type="http://schemas.openxmlformats.org/officeDocument/2006/relationships/image" Target="../media/image2130.png"/><Relationship Id="rId10" Type="http://schemas.openxmlformats.org/officeDocument/2006/relationships/image" Target="../media/image337.png"/><Relationship Id="rId19" Type="http://schemas.openxmlformats.org/officeDocument/2006/relationships/image" Target="../media/image346.png"/><Relationship Id="rId4" Type="http://schemas.openxmlformats.org/officeDocument/2006/relationships/image" Target="../media/image3310.png"/><Relationship Id="rId9" Type="http://schemas.openxmlformats.org/officeDocument/2006/relationships/image" Target="../media/image336.png"/><Relationship Id="rId14" Type="http://schemas.openxmlformats.org/officeDocument/2006/relationships/image" Target="../media/image341.png"/><Relationship Id="rId22" Type="http://schemas.openxmlformats.org/officeDocument/2006/relationships/image" Target="../media/image349.png"/><Relationship Id="rId27" Type="http://schemas.openxmlformats.org/officeDocument/2006/relationships/image" Target="../media/image270.png"/></Relationships>
</file>

<file path=ppt/slides/_rels/slide32.xml.rels><?xml version="1.0" encoding="UTF-8" standalone="yes"?>
<Relationships xmlns="http://schemas.openxmlformats.org/package/2006/relationships"><Relationship Id="rId8" Type="http://schemas.openxmlformats.org/officeDocument/2006/relationships/image" Target="../media/image356.png"/><Relationship Id="rId13" Type="http://schemas.openxmlformats.org/officeDocument/2006/relationships/image" Target="../media/image359.png"/><Relationship Id="rId18" Type="http://schemas.openxmlformats.org/officeDocument/2006/relationships/image" Target="../media/image278.png"/><Relationship Id="rId3" Type="http://schemas.openxmlformats.org/officeDocument/2006/relationships/image" Target="../media/image3310.png"/><Relationship Id="rId21" Type="http://schemas.openxmlformats.org/officeDocument/2006/relationships/image" Target="../media/image344.png"/><Relationship Id="rId7" Type="http://schemas.openxmlformats.org/officeDocument/2006/relationships/image" Target="../media/image355.png"/><Relationship Id="rId12" Type="http://schemas.openxmlformats.org/officeDocument/2006/relationships/image" Target="../media/image340.png"/><Relationship Id="rId17" Type="http://schemas.openxmlformats.org/officeDocument/2006/relationships/image" Target="../media/image273.png"/><Relationship Id="rId2" Type="http://schemas.openxmlformats.org/officeDocument/2006/relationships/notesSlide" Target="../notesSlides/notesSlide32.xml"/><Relationship Id="rId16" Type="http://schemas.openxmlformats.org/officeDocument/2006/relationships/image" Target="../media/image362.png"/><Relationship Id="rId20" Type="http://schemas.openxmlformats.org/officeDocument/2006/relationships/image" Target="../media/image343.png"/><Relationship Id="rId1" Type="http://schemas.openxmlformats.org/officeDocument/2006/relationships/slideLayout" Target="../slideLayouts/slideLayout6.xml"/><Relationship Id="rId6" Type="http://schemas.openxmlformats.org/officeDocument/2006/relationships/image" Target="../media/image354.png"/><Relationship Id="rId11" Type="http://schemas.openxmlformats.org/officeDocument/2006/relationships/image" Target="../media/image339.png"/><Relationship Id="rId5" Type="http://schemas.openxmlformats.org/officeDocument/2006/relationships/image" Target="../media/image353.png"/><Relationship Id="rId15" Type="http://schemas.openxmlformats.org/officeDocument/2006/relationships/image" Target="../media/image272.png"/><Relationship Id="rIdFit_31_equation_147" Type="http://schemas.openxmlformats.org/officeDocument/2006/relationships/image" Target="../media/animation_fit_31_equation_147.png"/><Relationship Id="rId10" Type="http://schemas.openxmlformats.org/officeDocument/2006/relationships/image" Target="../media/image358.png"/><Relationship Id="rId19" Type="http://schemas.openxmlformats.org/officeDocument/2006/relationships/image" Target="../media/image279.png"/><Relationship Id="rId4" Type="http://schemas.openxmlformats.org/officeDocument/2006/relationships/image" Target="../media/image332.png"/><Relationship Id="rId9" Type="http://schemas.openxmlformats.org/officeDocument/2006/relationships/image" Target="../media/image357.png"/><Relationship Id="rId14" Type="http://schemas.openxmlformats.org/officeDocument/2006/relationships/image" Target="../media/image271.png"/><Relationship Id="rId22" Type="http://schemas.openxmlformats.org/officeDocument/2006/relationships/image" Target="../media/image2150.png"/><Relationship Id="rIdFit_31_equation_93" Type="http://schemas.openxmlformats.org/officeDocument/2006/relationships/image" Target="../media/animation_fit_31_equation_93.png"/></Relationships>
</file>

<file path=ppt/slides/_rels/slide33.xml.rels><?xml version="1.0" encoding="UTF-8" standalone="yes"?>
<Relationships xmlns="http://schemas.openxmlformats.org/package/2006/relationships"><Relationship Id="rId8" Type="http://schemas.openxmlformats.org/officeDocument/2006/relationships/image" Target="../media/image355.png"/><Relationship Id="rId13" Type="http://schemas.openxmlformats.org/officeDocument/2006/relationships/image" Target="../media/image340.png"/><Relationship Id="rId18" Type="http://schemas.openxmlformats.org/officeDocument/2006/relationships/image" Target="../media/image273.png"/><Relationship Id="rId26" Type="http://schemas.openxmlformats.org/officeDocument/2006/relationships/image" Target="../media/image345.png"/><Relationship Id="rId3" Type="http://schemas.openxmlformats.org/officeDocument/2006/relationships/image" Target="../media/image281.png"/><Relationship Id="rId7" Type="http://schemas.openxmlformats.org/officeDocument/2006/relationships/image" Target="../media/image334.png"/><Relationship Id="rId12" Type="http://schemas.openxmlformats.org/officeDocument/2006/relationships/image" Target="../media/image339.png"/><Relationship Id="rId17" Type="http://schemas.openxmlformats.org/officeDocument/2006/relationships/image" Target="../media/image362.png"/><Relationship Id="rId25" Type="http://schemas.openxmlformats.org/officeDocument/2006/relationships/image" Target="../media/image378.png"/><Relationship Id="rId2" Type="http://schemas.openxmlformats.org/officeDocument/2006/relationships/notesSlide" Target="../notesSlides/notesSlide33.xml"/><Relationship Id="rId16" Type="http://schemas.openxmlformats.org/officeDocument/2006/relationships/image" Target="../media/image272.png"/><Relationship Id="rId20" Type="http://schemas.openxmlformats.org/officeDocument/2006/relationships/image" Target="../media/image279.png"/><Relationship Id="rId1" Type="http://schemas.openxmlformats.org/officeDocument/2006/relationships/slideLayout" Target="../slideLayouts/slideLayout6.xml"/><Relationship Id="rId6" Type="http://schemas.openxmlformats.org/officeDocument/2006/relationships/image" Target="../media/image333.png"/><Relationship Id="rId11" Type="http://schemas.openxmlformats.org/officeDocument/2006/relationships/image" Target="../media/image358.png"/><Relationship Id="rIdFit_32_equation_91" Type="http://schemas.openxmlformats.org/officeDocument/2006/relationships/image" Target="../media/animation_fit_32_equation_91.png"/><Relationship Id="rId24" Type="http://schemas.openxmlformats.org/officeDocument/2006/relationships/image" Target="../media/image342.png"/><Relationship Id="rId5" Type="http://schemas.openxmlformats.org/officeDocument/2006/relationships/image" Target="../media/image371.png"/><Relationship Id="rId15" Type="http://schemas.openxmlformats.org/officeDocument/2006/relationships/image" Target="../media/image282.png"/><Relationship Id="rIdFit_32_equation_40" Type="http://schemas.openxmlformats.org/officeDocument/2006/relationships/image" Target="../media/animation_fit_32_equation_40.png"/><Relationship Id="rId23" Type="http://schemas.openxmlformats.org/officeDocument/2006/relationships/image" Target="../media/image344.png"/><Relationship Id="rId10" Type="http://schemas.openxmlformats.org/officeDocument/2006/relationships/image" Target="../media/image357.png"/><Relationship Id="rId19" Type="http://schemas.openxmlformats.org/officeDocument/2006/relationships/image" Target="../media/image278.png"/><Relationship Id="rId4" Type="http://schemas.openxmlformats.org/officeDocument/2006/relationships/image" Target="../media/image3700.png"/><Relationship Id="rId9" Type="http://schemas.openxmlformats.org/officeDocument/2006/relationships/image" Target="../media/image356.png"/><Relationship Id="rId14" Type="http://schemas.openxmlformats.org/officeDocument/2006/relationships/image" Target="../media/image372.png"/><Relationship Id="rId22" Type="http://schemas.openxmlformats.org/officeDocument/2006/relationships/image" Target="../media/image343.png"/><Relationship Id="rIdFit_32_equation_145" Type="http://schemas.openxmlformats.org/officeDocument/2006/relationships/image" Target="../media/animation_fit_32_equation_14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361.png"/><Relationship Id="rId3" Type="http://schemas.openxmlformats.org/officeDocument/2006/relationships/image" Target="../media/image124.png"/><Relationship Id="rId7" Type="http://schemas.openxmlformats.org/officeDocument/2006/relationships/image" Target="../media/image360.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352.png"/><Relationship Id="rId11" Type="http://schemas.openxmlformats.org/officeDocument/2006/relationships/image" Target="../media/image125.png"/><Relationship Id="rId5" Type="http://schemas.openxmlformats.org/officeDocument/2006/relationships/image" Target="../media/image350.png"/><Relationship Id="rId10" Type="http://schemas.openxmlformats.org/officeDocument/2006/relationships/image" Target="../media/image2232.png"/><Relationship Id="rId4" Type="http://schemas.openxmlformats.org/officeDocument/2006/relationships/image" Target="../media/image348.png"/><Relationship Id="rId9" Type="http://schemas.openxmlformats.org/officeDocument/2006/relationships/image" Target="../media/image363.png"/></Relationships>
</file>

<file path=ppt/slides/_rels/slide36.xml.rels><?xml version="1.0" encoding="UTF-8" standalone="yes"?>
<Relationships xmlns="http://schemas.openxmlformats.org/package/2006/relationships"><Relationship Id="rId8" Type="http://schemas.openxmlformats.org/officeDocument/2006/relationships/image" Target="../media/image365.png"/><Relationship Id="rId3" Type="http://schemas.openxmlformats.org/officeDocument/2006/relationships/image" Target="../media/image2242.png"/><Relationship Id="rId7" Type="http://schemas.openxmlformats.org/officeDocument/2006/relationships/image" Target="../media/image2281.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364.png"/><Relationship Id="rId5" Type="http://schemas.openxmlformats.org/officeDocument/2006/relationships/image" Target="../media/image126.png"/><Relationship Id="rId4" Type="http://schemas.openxmlformats.org/officeDocument/2006/relationships/image" Target="../media/image2251.png"/></Relationships>
</file>

<file path=ppt/slides/_rels/slide37.xml.rels><?xml version="1.0" encoding="UTF-8" standalone="yes"?>
<Relationships xmlns="http://schemas.openxmlformats.org/package/2006/relationships"><Relationship Id="rId3" Type="http://schemas.openxmlformats.org/officeDocument/2006/relationships/image" Target="../media/image366.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36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3" Type="http://schemas.openxmlformats.org/officeDocument/2006/relationships/image" Target="../media/image2620.png"/><Relationship Id="rId18" Type="http://schemas.openxmlformats.org/officeDocument/2006/relationships/image" Target="../media/image2670.png"/><Relationship Id="rId26" Type="http://schemas.openxmlformats.org/officeDocument/2006/relationships/image" Target="../media/image2790.png"/><Relationship Id="rId3" Type="http://schemas.openxmlformats.org/officeDocument/2006/relationships/image" Target="../media/image398.png"/><Relationship Id="rId21" Type="http://schemas.openxmlformats.org/officeDocument/2006/relationships/image" Target="../media/image2700.png"/><Relationship Id="rId7" Type="http://schemas.openxmlformats.org/officeDocument/2006/relationships/image" Target="../media/image2510.png"/><Relationship Id="rId12" Type="http://schemas.openxmlformats.org/officeDocument/2006/relationships/image" Target="../media/image2560.png"/><Relationship Id="rId17" Type="http://schemas.openxmlformats.org/officeDocument/2006/relationships/image" Target="../media/image2660.png"/><Relationship Id="rId25" Type="http://schemas.openxmlformats.org/officeDocument/2006/relationships/image" Target="../media/image2780.png"/><Relationship Id="rId33" Type="http://schemas.openxmlformats.org/officeDocument/2006/relationships/image" Target="../media/image3520.png"/><Relationship Id="rId2" Type="http://schemas.openxmlformats.org/officeDocument/2006/relationships/notesSlide" Target="../notesSlides/notesSlide39.xml"/><Relationship Id="rId16" Type="http://schemas.openxmlformats.org/officeDocument/2006/relationships/image" Target="../media/image2650.png"/><Relationship Id="rId20" Type="http://schemas.openxmlformats.org/officeDocument/2006/relationships/image" Target="../media/image2690.png"/><Relationship Id="rId29" Type="http://schemas.openxmlformats.org/officeDocument/2006/relationships/image" Target="../media/image3420.png"/><Relationship Id="rId1" Type="http://schemas.openxmlformats.org/officeDocument/2006/relationships/slideLayout" Target="../slideLayouts/slideLayout6.xml"/><Relationship Id="rId6" Type="http://schemas.openxmlformats.org/officeDocument/2006/relationships/image" Target="../media/image2350.png"/><Relationship Id="rId11" Type="http://schemas.openxmlformats.org/officeDocument/2006/relationships/image" Target="../media/image2550.png"/><Relationship Id="rId24" Type="http://schemas.openxmlformats.org/officeDocument/2006/relationships/image" Target="../media/image2730.png"/><Relationship Id="rId32" Type="http://schemas.openxmlformats.org/officeDocument/2006/relationships/image" Target="../media/image3500.png"/><Relationship Id="rId5" Type="http://schemas.openxmlformats.org/officeDocument/2006/relationships/image" Target="../media/image2340.png"/><Relationship Id="rId15" Type="http://schemas.openxmlformats.org/officeDocument/2006/relationships/image" Target="../media/image2640.png"/><Relationship Id="rId23" Type="http://schemas.openxmlformats.org/officeDocument/2006/relationships/image" Target="../media/image2720.png"/><Relationship Id="rId28" Type="http://schemas.openxmlformats.org/officeDocument/2006/relationships/image" Target="../media/image2820.png"/><Relationship Id="rId10" Type="http://schemas.openxmlformats.org/officeDocument/2006/relationships/image" Target="../media/image2540.png"/><Relationship Id="rId19" Type="http://schemas.openxmlformats.org/officeDocument/2006/relationships/image" Target="../media/image2680.png"/><Relationship Id="rId31" Type="http://schemas.openxmlformats.org/officeDocument/2006/relationships/image" Target="../media/image3480.png"/><Relationship Id="rId4" Type="http://schemas.openxmlformats.org/officeDocument/2006/relationships/image" Target="../media/image2280.png"/><Relationship Id="rId9" Type="http://schemas.openxmlformats.org/officeDocument/2006/relationships/image" Target="../media/image2530.png"/><Relationship Id="rId14" Type="http://schemas.openxmlformats.org/officeDocument/2006/relationships/image" Target="../media/image2630.png"/><Relationship Id="rId22" Type="http://schemas.openxmlformats.org/officeDocument/2006/relationships/image" Target="../media/image2710.png"/><Relationship Id="rId27" Type="http://schemas.openxmlformats.org/officeDocument/2006/relationships/image" Target="../media/image2810.png"/><Relationship Id="rId30" Type="http://schemas.openxmlformats.org/officeDocument/2006/relationships/image" Target="../media/image3450.png"/><Relationship Id="rId8" Type="http://schemas.openxmlformats.org/officeDocument/2006/relationships/image" Target="../media/image2520.png"/></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semtm0051/2026_27" TargetMode="External"/><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20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D45"/>
        </a:solidFill>
        <a:effectLst/>
      </p:bgPr>
    </p:bg>
    <p:spTree>
      <p:nvGrpSpPr>
        <p:cNvPr id="1" name=""/>
        <p:cNvGrpSpPr/>
        <p:nvPr/>
      </p:nvGrpSpPr>
      <p:grpSpPr>
        <a:xfrm>
          <a:off x="0" y="0"/>
          <a:ext cx="0" cy="0"/>
          <a:chOff x="0" y="0"/>
          <a:chExt cx="0" cy="0"/>
        </a:xfrm>
      </p:grpSpPr>
      <p:pic>
        <p:nvPicPr>
          <p:cNvPr id="14" name="Immagine 10"/>
          <p:cNvPicPr/>
          <p:nvPr/>
        </p:nvPicPr>
        <p:blipFill>
          <a:blip r:embed="rId3"/>
          <a:srcRect l="19825" r="19825"/>
          <a:stretch/>
        </p:blipFill>
        <p:spPr>
          <a:xfrm>
            <a:off x="6858000" y="1333440"/>
            <a:ext cx="5333760" cy="5524200"/>
          </a:xfrm>
          <a:prstGeom prst="rect">
            <a:avLst/>
          </a:prstGeom>
          <a:noFill/>
          <a:ln w="0">
            <a:noFill/>
          </a:ln>
        </p:spPr>
      </p:pic>
      <p:sp>
        <p:nvSpPr>
          <p:cNvPr id="15" name="cover_image_blend"/>
          <p:cNvSpPr/>
          <p:nvPr/>
        </p:nvSpPr>
        <p:spPr>
          <a:xfrm>
            <a:off x="6705720" y="1333440"/>
            <a:ext cx="685440" cy="5524200"/>
          </a:xfrm>
          <a:prstGeom prst="rect">
            <a:avLst/>
          </a:prstGeom>
          <a:gradFill rotWithShape="0">
            <a:gsLst>
              <a:gs pos="0">
                <a:srgbClr val="182D45"/>
              </a:gs>
              <a:gs pos="100000">
                <a:srgbClr val="182D45">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sp>
        <p:nvSpPr>
          <p:cNvPr id="16" name="university_header"/>
          <p:cNvSpPr/>
          <p:nvPr/>
        </p:nvSpPr>
        <p:spPr>
          <a:xfrm>
            <a:off x="18288" y="0"/>
            <a:ext cx="12191760" cy="13330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it-IT" sz="1800" b="0" u="none" strike="noStrike">
              <a:solidFill>
                <a:schemeClr val="dk1"/>
              </a:solidFill>
              <a:effectLst/>
              <a:uFillTx/>
              <a:latin typeface="Calibri"/>
              <a:ea typeface="Calibri"/>
            </a:endParaRPr>
          </a:p>
        </p:txBody>
      </p:sp>
      <p:pic>
        <p:nvPicPr>
          <p:cNvPr id="17" name="Immagine 13"/>
          <p:cNvPicPr/>
          <p:nvPr/>
        </p:nvPicPr>
        <p:blipFill>
          <a:blip r:embed="rId4"/>
          <a:stretch/>
        </p:blipFill>
        <p:spPr>
          <a:xfrm>
            <a:off x="609480" y="285840"/>
            <a:ext cx="2723760" cy="787320"/>
          </a:xfrm>
          <a:prstGeom prst="rect">
            <a:avLst/>
          </a:prstGeom>
          <a:noFill/>
          <a:ln w="0">
            <a:noFill/>
          </a:ln>
        </p:spPr>
      </p:pic>
      <p:sp>
        <p:nvSpPr>
          <p:cNvPr id="18" name="lecture_number"/>
          <p:cNvSpPr/>
          <p:nvPr/>
        </p:nvSpPr>
        <p:spPr>
          <a:xfrm>
            <a:off x="609480" y="1952640"/>
            <a:ext cx="523836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1" u="none" strike="noStrike">
                <a:solidFill>
                  <a:srgbClr val="86D2CE"/>
                </a:solidFill>
                <a:effectLst/>
                <a:uFillTx/>
                <a:latin typeface="DejaVu Sans"/>
                <a:ea typeface="DejaVu Sans"/>
              </a:rPr>
              <a:t>LECTURE 5</a:t>
            </a:r>
          </a:p>
        </p:txBody>
      </p:sp>
      <p:sp>
        <p:nvSpPr>
          <p:cNvPr id="19" name="lecture_title"/>
          <p:cNvSpPr/>
          <p:nvPr/>
        </p:nvSpPr>
        <p:spPr>
          <a:xfrm>
            <a:off x="609480" y="2505240"/>
            <a:ext cx="6000480" cy="156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4650" b="1" u="none" strike="noStrike" dirty="0" err="1">
                <a:solidFill>
                  <a:srgbClr val="FFFFFF"/>
                </a:solidFill>
                <a:effectLst/>
                <a:uFillTx/>
                <a:latin typeface="DejaVu Sans"/>
                <a:ea typeface="DejaVu Sans"/>
              </a:rPr>
              <a:t>Backpropagation</a:t>
            </a:r>
            <a:endParaRPr lang="it-IT" sz="4650" b="1" u="none" strike="noStrike" dirty="0">
              <a:solidFill>
                <a:srgbClr val="FFFFFF"/>
              </a:solidFill>
              <a:effectLst/>
              <a:uFillTx/>
              <a:latin typeface="DejaVu Sans"/>
              <a:ea typeface="DejaVu Sans"/>
            </a:endParaRPr>
          </a:p>
        </p:txBody>
      </p:sp>
      <p:sp>
        <p:nvSpPr>
          <p:cNvPr id="20" name="course_name"/>
          <p:cNvSpPr/>
          <p:nvPr/>
        </p:nvSpPr>
        <p:spPr>
          <a:xfrm>
            <a:off x="609480" y="4362480"/>
            <a:ext cx="5981400" cy="475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2020" b="0" u="none" strike="noStrike">
                <a:solidFill>
                  <a:srgbClr val="FFFFFF"/>
                </a:solidFill>
                <a:effectLst/>
                <a:uFillTx/>
                <a:latin typeface="DejaVu Sans"/>
                <a:ea typeface="DejaVu Sans"/>
              </a:rPr>
              <a:t>Foundations of Artificial Intelligence</a:t>
            </a:r>
            <a:endParaRPr lang="en-US" sz="2020" b="0" u="none" strike="noStrike">
              <a:solidFill>
                <a:srgbClr val="FFFFFF"/>
              </a:solidFill>
              <a:effectLst/>
              <a:uFillTx/>
              <a:latin typeface="Arial"/>
            </a:endParaRPr>
          </a:p>
        </p:txBody>
      </p:sp>
      <p:sp>
        <p:nvSpPr>
          <p:cNvPr id="21" name="course_code_year"/>
          <p:cNvSpPr/>
          <p:nvPr/>
        </p:nvSpPr>
        <p:spPr>
          <a:xfrm>
            <a:off x="609480" y="4857840"/>
            <a:ext cx="5981400" cy="38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729" b="0" u="none" strike="noStrike">
                <a:solidFill>
                  <a:srgbClr val="C7D7E7"/>
                </a:solidFill>
                <a:effectLst/>
                <a:uFillTx/>
                <a:latin typeface="DejaVu Sans"/>
                <a:ea typeface="DejaVu Sans"/>
              </a:rPr>
              <a:t>SEMTM0051   ·   2026/27</a:t>
            </a:r>
            <a:endParaRPr lang="en-US" sz="1729" b="0" u="none" strike="noStrike">
              <a:solidFill>
                <a:srgbClr val="FFFFFF"/>
              </a:solidFill>
              <a:effectLst/>
              <a:uFillTx/>
              <a:latin typeface="Arial"/>
            </a:endParaRPr>
          </a:p>
        </p:txBody>
      </p:sp>
      <p:sp>
        <p:nvSpPr>
          <p:cNvPr id="22" name="lecturer"/>
          <p:cNvSpPr/>
          <p:nvPr/>
        </p:nvSpPr>
        <p:spPr>
          <a:xfrm>
            <a:off x="609480" y="6076800"/>
            <a:ext cx="598140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it-IT" sz="1870" b="0" u="none" strike="noStrike">
                <a:solidFill>
                  <a:srgbClr val="FFFFFF"/>
                </a:solidFill>
                <a:effectLst/>
                <a:uFillTx/>
                <a:latin typeface="DejaVu Sans"/>
                <a:ea typeface="DejaVu Sans"/>
              </a:rPr>
              <a:t>Lecturer: Dr Roberto Colomboni</a:t>
            </a:r>
            <a:endParaRPr lang="en-US" sz="187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37063C62-FBD2-4390-BBB7-3BC75FB0198A}"/>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In this lecture…</a:t>
            </a:r>
          </a:p>
        </p:txBody>
      </p:sp>
      <p:sp>
        <p:nvSpPr>
          <p:cNvPr id="2" name="lead">
            <a:extLst>
              <a:ext uri="{FF2B5EF4-FFF2-40B4-BE49-F238E27FC236}">
                <a16:creationId xmlns:a16="http://schemas.microsoft.com/office/drawing/2014/main" id="{AFD9B0C7-8A30-49DD-80D6-12CC52768B67}"/>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How can we efficiently calculate the derivatives of the empirical loss</a:t>
            </a:r>
          </a:p>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with respect to every weight and bias of a neural network?</a:t>
            </a:r>
          </a:p>
        </p:txBody>
      </p:sp>
      <p:sp>
        <p:nvSpPr>
          <p:cNvPr id="3" name="footer_course">
            <a:extLst>
              <a:ext uri="{FF2B5EF4-FFF2-40B4-BE49-F238E27FC236}">
                <a16:creationId xmlns:a16="http://schemas.microsoft.com/office/drawing/2014/main" id="{02B9A90F-D3DE-4538-AC8B-798FE99DAD09}"/>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63FF004-6289-4ADC-9F20-148AE51DB888}"/>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a:t>
            </a:r>
          </a:p>
        </p:txBody>
      </p:sp>
      <p:sp>
        <p:nvSpPr>
          <p:cNvPr id="5" name="text_1">
            <a:extLst>
              <a:ext uri="{FF2B5EF4-FFF2-40B4-BE49-F238E27FC236}">
                <a16:creationId xmlns:a16="http://schemas.microsoft.com/office/drawing/2014/main" id="{CC655992-31D3-4A61-BB29-9982EBEAE5F9}"/>
              </a:ext>
            </a:extLst>
          </p:cNvPr>
          <p:cNvSpPr>
            <a:spLocks noGrp="1"/>
          </p:cNvSpPr>
          <p:nvPr/>
        </p:nvSpPr>
        <p:spPr>
          <a:xfrm>
            <a:off x="904875" y="23336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Backpropagation in a scalar network</a:t>
            </a:r>
          </a:p>
        </p:txBody>
      </p:sp>
      <p:sp>
        <p:nvSpPr>
          <p:cNvPr id="6" name="text_2">
            <a:extLst>
              <a:ext uri="{FF2B5EF4-FFF2-40B4-BE49-F238E27FC236}">
                <a16:creationId xmlns:a16="http://schemas.microsoft.com/office/drawing/2014/main" id="{D0B0D175-4096-4BFE-AE31-69161C790320}"/>
              </a:ext>
            </a:extLst>
          </p:cNvPr>
          <p:cNvSpPr>
            <a:spLocks noGrp="1"/>
          </p:cNvSpPr>
          <p:nvPr/>
        </p:nvSpPr>
        <p:spPr>
          <a:xfrm>
            <a:off x="904875" y="34385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The same calculation in wider networks</a:t>
            </a:r>
          </a:p>
        </p:txBody>
      </p:sp>
      <p:sp>
        <p:nvSpPr>
          <p:cNvPr id="7" name="text_3">
            <a:extLst>
              <a:ext uri="{FF2B5EF4-FFF2-40B4-BE49-F238E27FC236}">
                <a16:creationId xmlns:a16="http://schemas.microsoft.com/office/drawing/2014/main" id="{1B162726-10B2-4AF7-9C45-7077CBFF2571}"/>
              </a:ext>
            </a:extLst>
          </p:cNvPr>
          <p:cNvSpPr>
            <a:spLocks noGrp="1"/>
          </p:cNvSpPr>
          <p:nvPr/>
        </p:nvSpPr>
        <p:spPr>
          <a:xfrm>
            <a:off x="904875" y="45434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Extensions and computational cost</a:t>
            </a:r>
          </a:p>
        </p:txBody>
      </p:sp>
      <p:sp>
        <p:nvSpPr>
          <p:cNvPr id="8" name="shape_4">
            <a:extLst>
              <a:ext uri="{FF2B5EF4-FFF2-40B4-BE49-F238E27FC236}">
                <a16:creationId xmlns:a16="http://schemas.microsoft.com/office/drawing/2014/main" id="{F3BC9AA3-481F-4995-BBDC-E8A1E9DA4B2E}"/>
              </a:ext>
            </a:extLst>
          </p:cNvPr>
          <p:cNvSpPr>
            <a:spLocks noGrp="1"/>
          </p:cNvSpPr>
          <p:nvPr/>
        </p:nvSpPr>
        <p:spPr>
          <a:xfrm>
            <a:off x="762000" y="2314575"/>
            <a:ext cx="10668000" cy="666750"/>
          </a:xfrm>
          <a:prstGeom prst="rect">
            <a:avLst/>
          </a:prstGeom>
          <a:solidFill>
            <a:srgbClr val="FFFFFF"/>
          </a:solidFill>
          <a:ln w="0">
            <a:solidFill>
              <a:srgbClr val="FFFFFF"/>
            </a:solidFill>
          </a:ln>
        </p:spPr>
        <p:txBody>
          <a:bodyPr/>
          <a:lstStyle/>
          <a:p>
            <a:endParaRPr lang="it-IT"/>
          </a:p>
        </p:txBody>
      </p:sp>
      <p:sp>
        <p:nvSpPr>
          <p:cNvPr id="9" name="text_5">
            <a:extLst>
              <a:ext uri="{FF2B5EF4-FFF2-40B4-BE49-F238E27FC236}">
                <a16:creationId xmlns:a16="http://schemas.microsoft.com/office/drawing/2014/main" id="{255698D4-902D-4050-9D51-A790D9D2F60C}"/>
              </a:ext>
            </a:extLst>
          </p:cNvPr>
          <p:cNvSpPr>
            <a:spLocks noGrp="1"/>
          </p:cNvSpPr>
          <p:nvPr/>
        </p:nvSpPr>
        <p:spPr>
          <a:xfrm>
            <a:off x="904875" y="2333625"/>
            <a:ext cx="10382250" cy="609600"/>
          </a:xfrm>
          <a:prstGeom prst="rect">
            <a:avLst/>
          </a:prstGeom>
          <a:noFill/>
          <a:ln w="0">
            <a:noFill/>
          </a:ln>
        </p:spPr>
        <p:txBody>
          <a:bodyPr anchor="ctr">
            <a:noAutofit/>
          </a:bodyPr>
          <a:lstStyle>
            <a:defPPr algn="ctr">
              <a:defRPr sz="2550" b="1">
                <a:solidFill>
                  <a:srgbClr val="087F83"/>
                </a:solidFill>
                <a:latin typeface="DejaVu Sans"/>
                <a:ea typeface="DejaVu Sans"/>
                <a:cs typeface="DejaVu Sans"/>
              </a:defRPr>
            </a:defPPr>
          </a:lstStyle>
          <a:p>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Backpropagation in a scalar network</a:t>
            </a:r>
          </a:p>
        </p:txBody>
      </p:sp>
    </p:spTree>
    <p:extLst>
      <p:ext uri="{BB962C8B-B14F-4D97-AF65-F5344CB8AC3E}">
        <p14:creationId xmlns:p14="http://schemas.microsoft.com/office/powerpoint/2010/main" val="65315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A5301279-74BE-463B-82AE-CE0C690F3658}"/>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We have a loss. We need its gradient.</a:t>
            </a:r>
          </a:p>
        </p:txBody>
      </p:sp>
      <p:sp>
        <p:nvSpPr>
          <p:cNvPr id="2" name="lead">
            <a:extLst>
              <a:ext uri="{FF2B5EF4-FFF2-40B4-BE49-F238E27FC236}">
                <a16:creationId xmlns:a16="http://schemas.microsoft.com/office/drawing/2014/main" id="{B35142DC-6069-4FE0-A357-567FD31F4B96}"/>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a:t>
            </a:r>
            <a:r>
              <a:rPr sz="2175" b="0" dirty="0">
                <a:solidFill>
                  <a:srgbClr val="FF0000"/>
                </a:solidFill>
                <a:latin typeface="DejaVu Sans"/>
                <a:ea typeface="DejaVu Sans"/>
                <a:cs typeface="DejaVu Sans"/>
              </a:rPr>
              <a:t>forward pass </a:t>
            </a:r>
            <a:r>
              <a:rPr sz="2175" b="0" dirty="0">
                <a:solidFill>
                  <a:srgbClr val="526276"/>
                </a:solidFill>
                <a:latin typeface="DejaVu Sans"/>
                <a:ea typeface="DejaVu Sans"/>
                <a:cs typeface="DejaVu Sans"/>
              </a:rPr>
              <a:t>evaluates the </a:t>
            </a:r>
            <a:r>
              <a:rPr sz="2175" b="0" dirty="0">
                <a:solidFill>
                  <a:srgbClr val="FF0000"/>
                </a:solidFill>
                <a:latin typeface="DejaVu Sans"/>
                <a:ea typeface="DejaVu Sans"/>
                <a:cs typeface="DejaVu Sans"/>
              </a:rPr>
              <a:t>loss </a:t>
            </a:r>
            <a:r>
              <a:rPr sz="2175" b="0" dirty="0">
                <a:solidFill>
                  <a:srgbClr val="526276"/>
                </a:solidFill>
                <a:latin typeface="DejaVu Sans"/>
                <a:ea typeface="DejaVu Sans"/>
                <a:cs typeface="DejaVu Sans"/>
              </a:rPr>
              <a:t>at the current parameters.</a:t>
            </a:r>
          </a:p>
        </p:txBody>
      </p:sp>
      <p:sp>
        <p:nvSpPr>
          <p:cNvPr id="3" name="footer_course">
            <a:extLst>
              <a:ext uri="{FF2B5EF4-FFF2-40B4-BE49-F238E27FC236}">
                <a16:creationId xmlns:a16="http://schemas.microsoft.com/office/drawing/2014/main" id="{4F557989-C9B3-44DB-B2D0-7A6E34DB49A0}"/>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7D78282-9872-4CC9-9B11-61DFF850B095}"/>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a:t>
            </a:r>
          </a:p>
        </p:txBody>
      </p:sp>
      <mc:AlternateContent xmlns:mc="http://schemas.openxmlformats.org/markup-compatibility/2006" xmlns:a14="http://schemas.microsoft.com/office/drawing/2010/main">
        <mc:Choice Requires="a14">
          <p:sp>
            <p:nvSpPr>
              <p:cNvPr id="5" name="equation_1" descr="\mathbf{x}\ \longrightarrow\ f_{\boldsymbol{\theta}}(\mathbf{x})\ \longrightarrow\ \mathcal{L}(\boldsymbol{\theta})">
                <a:extLst>
                  <a:ext uri="{FF2B5EF4-FFF2-40B4-BE49-F238E27FC236}">
                    <a16:creationId xmlns:a16="http://schemas.microsoft.com/office/drawing/2014/main" id="{E4EAC1F3-726D-4D86-8A68-7BD678B79793}"/>
                  </a:ext>
                </a:extLst>
              </p:cNvPr>
              <p:cNvSpPr>
                <a:spLocks noGrp="1"/>
              </p:cNvSpPr>
              <p:nvPr/>
            </p:nvSpPr>
            <p:spPr>
              <a:xfrm>
                <a:off x="762000" y="2076450"/>
                <a:ext cx="106680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limLow>
                        <m:limLowPr>
                          <m:ctrlPr>
                            <a:rPr lang="en-GB" sz="36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3600">
                                  <a:solidFill>
                                    <a:srgbClr val="087F83"/>
                                  </a:solidFill>
                                  <a:latin typeface="Cambria Math"/>
                                  <a:ea typeface="Cambria Math"/>
                                  <a:cs typeface="Cambria Math"/>
                                </a:rPr>
                              </m:ctrlPr>
                            </m:groupChrPr>
                            <m:e>
                              <m:r>
                                <a:rPr lang="en-GB" sz="3600">
                                  <a:solidFill>
                                    <a:srgbClr val="087F83"/>
                                  </a:solidFill>
                                  <a:latin typeface="Cambria Math"/>
                                  <a:ea typeface="Cambria Math"/>
                                  <a:cs typeface="Cambria Math"/>
                                </a:rPr>
                                <m:t>𝐱</m:t>
                              </m:r>
                            </m:e>
                          </m:groupChr>
                        </m:e>
                        <m:lim>
                          <m:r>
                            <m:rPr>
                              <m:sty m:val="p"/>
                            </m:rPr>
                            <a:rPr lang="it-IT" sz="3600" b="0" i="0" smtClean="0">
                              <a:solidFill>
                                <a:srgbClr val="087F83"/>
                              </a:solidFill>
                              <a:latin typeface="Cambria Math" panose="02040503050406030204" pitchFamily="18" charset="0"/>
                              <a:ea typeface="Cambria Math"/>
                            </a:rPr>
                            <m:t>input</m:t>
                          </m:r>
                        </m:lim>
                      </m:limLow>
                      <m:r>
                        <a:rPr lang="en-GB" sz="3600">
                          <a:solidFill>
                            <a:srgbClr val="087F83"/>
                          </a:solidFill>
                          <a:latin typeface="Cambria Math"/>
                          <a:ea typeface="Cambria Math"/>
                          <a:cs typeface="Cambria Math"/>
                        </a:rPr>
                        <m:t> ⟶</m:t>
                      </m:r>
                      <m:limLow>
                        <m:limLowPr>
                          <m:ctrlPr>
                            <a:rPr lang="en-GB" sz="36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3600" i="1">
                                  <a:solidFill>
                                    <a:srgbClr val="087F83"/>
                                  </a:solidFill>
                                  <a:latin typeface="Cambria Math" panose="02040503050406030204" pitchFamily="18" charset="0"/>
                                  <a:ea typeface="Cambria Math"/>
                                  <a:cs typeface="Cambria Math"/>
                                </a:rPr>
                              </m:ctrlPr>
                            </m:groupChrPr>
                            <m:e>
                              <m:sSub>
                                <m:sSubPr>
                                  <m:ctrlPr>
                                    <a:rPr lang="en-GB" sz="3600">
                                      <a:solidFill>
                                        <a:srgbClr val="087F83"/>
                                      </a:solidFill>
                                      <a:latin typeface="Cambria Math"/>
                                      <a:ea typeface="Cambria Math"/>
                                      <a:cs typeface="Cambria Math"/>
                                    </a:rPr>
                                  </m:ctrlPr>
                                </m:sSubPr>
                                <m:e>
                                  <m:r>
                                    <a:rPr lang="en-GB" sz="3600">
                                      <a:solidFill>
                                        <a:srgbClr val="087F83"/>
                                      </a:solidFill>
                                      <a:latin typeface="Cambria Math"/>
                                      <a:ea typeface="Cambria Math"/>
                                      <a:cs typeface="Cambria Math"/>
                                    </a:rPr>
                                    <m:t>𝑓</m:t>
                                  </m:r>
                                </m:e>
                                <m:sub>
                                  <m:r>
                                    <a:rPr lang="en-GB" sz="3600">
                                      <a:solidFill>
                                        <a:srgbClr val="087F83"/>
                                      </a:solidFill>
                                      <a:latin typeface="Cambria Math"/>
                                      <a:ea typeface="Cambria Math"/>
                                      <a:cs typeface="Cambria Math"/>
                                    </a:rPr>
                                    <m:t>𝛉</m:t>
                                  </m:r>
                                </m:sub>
                              </m:sSub>
                              <m:d>
                                <m:dPr>
                                  <m:ctrlPr>
                                    <a:rPr lang="en-GB" sz="3600">
                                      <a:solidFill>
                                        <a:srgbClr val="087F83"/>
                                      </a:solidFill>
                                      <a:latin typeface="Cambria Math"/>
                                      <a:ea typeface="Cambria Math"/>
                                      <a:cs typeface="Cambria Math"/>
                                    </a:rPr>
                                  </m:ctrlPr>
                                </m:dPr>
                                <m:e>
                                  <m:r>
                                    <a:rPr lang="en-GB" sz="3600">
                                      <a:solidFill>
                                        <a:srgbClr val="087F83"/>
                                      </a:solidFill>
                                      <a:latin typeface="Cambria Math"/>
                                      <a:ea typeface="Cambria Math"/>
                                      <a:cs typeface="Cambria Math"/>
                                    </a:rPr>
                                    <m:t>𝐱</m:t>
                                  </m:r>
                                </m:e>
                              </m:d>
                            </m:e>
                          </m:groupChr>
                        </m:e>
                        <m:lim>
                          <m:r>
                            <m:rPr>
                              <m:sty m:val="p"/>
                            </m:rPr>
                            <a:rPr lang="it-IT" sz="3600">
                              <a:solidFill>
                                <a:srgbClr val="087F83"/>
                              </a:solidFill>
                              <a:latin typeface="Cambria Math" panose="02040503050406030204" pitchFamily="18" charset="0"/>
                              <a:ea typeface="Cambria Math"/>
                              <a:cs typeface="Cambria Math"/>
                            </a:rPr>
                            <m:t>prediction</m:t>
                          </m:r>
                          <m:r>
                            <a:rPr lang="it-IT" sz="3600" b="0" i="0" smtClean="0">
                              <a:solidFill>
                                <a:srgbClr val="087F83"/>
                              </a:solidFill>
                              <a:latin typeface="Cambria Math" panose="02040503050406030204" pitchFamily="18" charset="0"/>
                              <a:ea typeface="Cambria Math"/>
                              <a:cs typeface="Cambria Math"/>
                            </a:rPr>
                            <m:t>/</m:t>
                          </m:r>
                          <m:r>
                            <m:rPr>
                              <m:sty m:val="p"/>
                            </m:rPr>
                            <a:rPr lang="it-IT" sz="3600">
                              <a:solidFill>
                                <a:srgbClr val="087F83"/>
                              </a:solidFill>
                              <a:latin typeface="Cambria Math" panose="02040503050406030204" pitchFamily="18" charset="0"/>
                              <a:ea typeface="Cambria Math"/>
                              <a:cs typeface="Cambria Math"/>
                            </a:rPr>
                            <m:t>score</m:t>
                          </m:r>
                        </m:lim>
                      </m:limLow>
                      <m:r>
                        <a:rPr lang="en-GB" sz="3600">
                          <a:solidFill>
                            <a:srgbClr val="087F83"/>
                          </a:solidFill>
                          <a:latin typeface="Cambria Math"/>
                          <a:ea typeface="Cambria Math"/>
                          <a:cs typeface="Cambria Math"/>
                        </a:rPr>
                        <m:t> ⟶</m:t>
                      </m:r>
                      <m:limLow>
                        <m:limLowPr>
                          <m:ctrlPr>
                            <a:rPr lang="en-GB" sz="36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3600">
                                  <a:solidFill>
                                    <a:srgbClr val="087F83"/>
                                  </a:solidFill>
                                  <a:latin typeface="Cambria Math"/>
                                  <a:ea typeface="Cambria Math"/>
                                  <a:cs typeface="Cambria Math"/>
                                </a:rPr>
                              </m:ctrlPr>
                            </m:groupChrPr>
                            <m:e>
                              <m:r>
                                <a:rPr lang="en-GB" sz="3600">
                                  <a:solidFill>
                                    <a:srgbClr val="087F83"/>
                                  </a:solidFill>
                                  <a:latin typeface="Cambria Math"/>
                                  <a:ea typeface="Cambria Math"/>
                                  <a:cs typeface="Cambria Math"/>
                                </a:rPr>
                                <m:t>ℒ</m:t>
                              </m:r>
                              <m:d>
                                <m:dPr>
                                  <m:ctrlPr>
                                    <a:rPr lang="en-GB" sz="3600">
                                      <a:solidFill>
                                        <a:srgbClr val="087F83"/>
                                      </a:solidFill>
                                      <a:latin typeface="Cambria Math"/>
                                      <a:ea typeface="Cambria Math"/>
                                      <a:cs typeface="Cambria Math"/>
                                    </a:rPr>
                                  </m:ctrlPr>
                                </m:dPr>
                                <m:e>
                                  <m:r>
                                    <a:rPr lang="en-GB" sz="3600">
                                      <a:solidFill>
                                        <a:srgbClr val="087F83"/>
                                      </a:solidFill>
                                      <a:latin typeface="Cambria Math"/>
                                      <a:ea typeface="Cambria Math"/>
                                      <a:cs typeface="Cambria Math"/>
                                    </a:rPr>
                                    <m:t>𝛉</m:t>
                                  </m:r>
                                </m:e>
                              </m:d>
                            </m:e>
                          </m:groupChr>
                        </m:e>
                        <m:lim>
                          <m:r>
                            <m:rPr>
                              <m:sty m:val="p"/>
                            </m:rPr>
                            <a:rPr lang="it-IT" sz="3600" b="0" i="0" smtClean="0">
                              <a:solidFill>
                                <a:srgbClr val="087F83"/>
                              </a:solidFill>
                              <a:latin typeface="Cambria Math" panose="02040503050406030204" pitchFamily="18" charset="0"/>
                              <a:ea typeface="Cambria Math"/>
                              <a:cs typeface="Cambria Math"/>
                            </a:rPr>
                            <m:t>loss</m:t>
                          </m:r>
                        </m:lim>
                      </m:limLow>
                    </m:oMath>
                  </m:oMathPara>
                </a14:m>
                <a:endParaRPr lang="en-GB" sz="3600" dirty="0"/>
              </a:p>
            </p:txBody>
          </p:sp>
        </mc:Choice>
        <mc:Fallback xmlns="">
          <p:sp>
            <p:nvSpPr>
              <p:cNvPr id="5" name="equation_1" descr="\mathbf{x}\ \longrightarrow\ f_{\boldsymbol{\theta}}(\mathbf{x})\ \longrightarrow\ \mathcal{L}(\boldsymbol{\theta})">
                <a:extLst>
                  <a:ext uri="{FF2B5EF4-FFF2-40B4-BE49-F238E27FC236}">
                    <a16:creationId xmlns:a16="http://schemas.microsoft.com/office/drawing/2014/main" id="{E4EAC1F3-726D-4D86-8A68-7BD678B79793}"/>
                  </a:ext>
                </a:extLst>
              </p:cNvPr>
              <p:cNvSpPr>
                <a:spLocks noGrp="1" noRot="1" noChangeAspect="1" noMove="1" noResize="1" noEditPoints="1" noAdjustHandles="1" noChangeArrowheads="1" noChangeShapeType="1" noTextEdit="1"/>
              </p:cNvSpPr>
              <p:nvPr/>
            </p:nvSpPr>
            <p:spPr>
              <a:xfrm>
                <a:off x="762000" y="2076450"/>
                <a:ext cx="10668000" cy="857250"/>
              </a:xfrm>
              <a:prstGeom prst="rect">
                <a:avLst/>
              </a:prstGeom>
              <a:blipFill>
                <a:blip r:embed="rId3"/>
                <a:stretch>
                  <a:fillRect t="-2143" b="-11429"/>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658A7AB0-CFAC-4F32-9256-1FEEA5AB0CC6}"/>
              </a:ext>
            </a:extLst>
          </p:cNvPr>
          <p:cNvSpPr>
            <a:spLocks noGrp="1"/>
          </p:cNvSpPr>
          <p:nvPr/>
        </p:nvSpPr>
        <p:spPr>
          <a:xfrm>
            <a:off x="666750" y="3533775"/>
            <a:ext cx="10858500" cy="685800"/>
          </a:xfrm>
          <a:prstGeom prst="rect">
            <a:avLst/>
          </a:prstGeom>
          <a:noFill/>
          <a:ln w="0">
            <a:noFill/>
          </a:ln>
        </p:spPr>
        <p:txBody>
          <a:bodyPr anchor="ctr">
            <a:noAutofit/>
          </a:bodyPr>
          <a:lstStyle>
            <a:defPPr algn="ctr">
              <a:defRPr sz="2025" b="0">
                <a:solidFill>
                  <a:srgbClr val="526276"/>
                </a:solidFill>
                <a:latin typeface="DejaVu Sans"/>
                <a:ea typeface="DejaVu Sans"/>
                <a:cs typeface="DejaVu Sans"/>
              </a:defRPr>
            </a:defPPr>
          </a:lstStyle>
          <a:p>
            <a:pPr algn="ctr">
              <a:defRPr sz="2025" b="0">
                <a:solidFill>
                  <a:srgbClr val="526276"/>
                </a:solidFill>
                <a:latin typeface="DejaVu Sans"/>
                <a:ea typeface="DejaVu Sans"/>
                <a:cs typeface="DejaVu Sans"/>
              </a:defRPr>
            </a:pPr>
            <a:r>
              <a:rPr lang="it-IT" sz="2025" b="0" dirty="0" err="1">
                <a:solidFill>
                  <a:srgbClr val="526276"/>
                </a:solidFill>
                <a:latin typeface="DejaVu Sans"/>
                <a:ea typeface="DejaVu Sans"/>
                <a:cs typeface="DejaVu Sans"/>
              </a:rPr>
              <a:t>When</a:t>
            </a:r>
            <a:r>
              <a:rPr lang="it-IT" sz="2025" b="0" dirty="0">
                <a:solidFill>
                  <a:srgbClr val="526276"/>
                </a:solidFill>
                <a:latin typeface="DejaVu Sans"/>
                <a:ea typeface="DejaVu Sans"/>
                <a:cs typeface="DejaVu Sans"/>
              </a:rPr>
              <a:t> </a:t>
            </a:r>
            <a:r>
              <a:rPr lang="it-IT" sz="2025" b="0" dirty="0" err="1">
                <a:solidFill>
                  <a:srgbClr val="526276"/>
                </a:solidFill>
                <a:latin typeface="DejaVu Sans"/>
                <a:ea typeface="DejaVu Sans"/>
                <a:cs typeface="DejaVu Sans"/>
              </a:rPr>
              <a:t>trying</a:t>
            </a:r>
            <a:r>
              <a:rPr lang="it-IT" sz="2025" b="0" dirty="0">
                <a:solidFill>
                  <a:srgbClr val="526276"/>
                </a:solidFill>
                <a:latin typeface="DejaVu Sans"/>
                <a:ea typeface="DejaVu Sans"/>
                <a:cs typeface="DejaVu Sans"/>
              </a:rPr>
              <a:t> t</a:t>
            </a:r>
            <a:r>
              <a:rPr sz="2025" b="0" dirty="0">
                <a:solidFill>
                  <a:srgbClr val="526276"/>
                </a:solidFill>
                <a:latin typeface="DejaVu Sans"/>
                <a:ea typeface="DejaVu Sans"/>
                <a:cs typeface="DejaVu Sans"/>
              </a:rPr>
              <a:t>o </a:t>
            </a:r>
            <a:r>
              <a:rPr sz="2025" b="0" dirty="0" err="1">
                <a:solidFill>
                  <a:srgbClr val="526276"/>
                </a:solidFill>
                <a:latin typeface="DejaVu Sans"/>
                <a:ea typeface="DejaVu Sans"/>
                <a:cs typeface="DejaVu Sans"/>
              </a:rPr>
              <a:t>minimise</a:t>
            </a:r>
            <a:r>
              <a:rPr sz="2025" b="0" dirty="0">
                <a:solidFill>
                  <a:srgbClr val="526276"/>
                </a:solidFill>
                <a:latin typeface="DejaVu Sans"/>
                <a:ea typeface="DejaVu Sans"/>
                <a:cs typeface="DejaVu Sans"/>
              </a:rPr>
              <a:t> the loss using </a:t>
            </a:r>
            <a:r>
              <a:rPr sz="2025" b="0" dirty="0">
                <a:solidFill>
                  <a:srgbClr val="FF0000"/>
                </a:solidFill>
                <a:latin typeface="DejaVu Sans"/>
                <a:ea typeface="DejaVu Sans"/>
                <a:cs typeface="DejaVu Sans"/>
              </a:rPr>
              <a:t>gradient descent</a:t>
            </a:r>
            <a:r>
              <a:rPr sz="2025" b="0" dirty="0">
                <a:solidFill>
                  <a:srgbClr val="526276"/>
                </a:solidFill>
                <a:latin typeface="DejaVu Sans"/>
                <a:ea typeface="DejaVu Sans"/>
                <a:cs typeface="DejaVu Sans"/>
              </a:rPr>
              <a:t>,</a:t>
            </a:r>
          </a:p>
          <a:p>
            <a:pPr algn="ctr">
              <a:defRPr sz="2025" b="0">
                <a:solidFill>
                  <a:srgbClr val="526276"/>
                </a:solidFill>
                <a:latin typeface="DejaVu Sans"/>
                <a:ea typeface="DejaVu Sans"/>
                <a:cs typeface="DejaVu Sans"/>
              </a:defRPr>
            </a:pPr>
            <a:r>
              <a:rPr sz="2025" b="0" dirty="0">
                <a:solidFill>
                  <a:srgbClr val="526276"/>
                </a:solidFill>
                <a:latin typeface="DejaVu Sans"/>
                <a:ea typeface="DejaVu Sans"/>
                <a:cs typeface="DejaVu Sans"/>
              </a:rPr>
              <a:t>we need its gradient with respect to the network parameters.</a:t>
            </a:r>
          </a:p>
        </p:txBody>
      </p:sp>
      <mc:AlternateContent xmlns:mc="http://schemas.openxmlformats.org/markup-compatibility/2006" xmlns:a14="http://schemas.microsoft.com/office/drawing/2010/main">
        <mc:Choice Requires="a14">
          <p:sp>
            <p:nvSpPr>
              <p:cNvPr id="7" name="equation_3" descr="\boldsymbol{\theta}^{(t+1)}=\boldsymbol{\theta}^{(t)}-\eta\nabla\mathcal{L}(\boldsymbol{\theta}^{(t)})">
                <a:extLst>
                  <a:ext uri="{FF2B5EF4-FFF2-40B4-BE49-F238E27FC236}">
                    <a16:creationId xmlns:a16="http://schemas.microsoft.com/office/drawing/2014/main" id="{D64B8906-91CC-4A0B-99FE-FEA996FA30ED}"/>
                  </a:ext>
                </a:extLst>
              </p:cNvPr>
              <p:cNvSpPr>
                <a:spLocks noGrp="1"/>
              </p:cNvSpPr>
              <p:nvPr/>
            </p:nvSpPr>
            <p:spPr>
              <a:xfrm>
                <a:off x="666750" y="4391025"/>
                <a:ext cx="10858500" cy="1000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3500">
                              <a:solidFill>
                                <a:srgbClr val="087F83"/>
                              </a:solidFill>
                              <a:latin typeface="Cambria Math"/>
                              <a:ea typeface="Cambria Math"/>
                              <a:cs typeface="Cambria Math"/>
                            </a:rPr>
                          </m:ctrlPr>
                        </m:sSupPr>
                        <m:e>
                          <m:r>
                            <a:rPr lang="en-GB" sz="3500">
                              <a:solidFill>
                                <a:srgbClr val="087F83"/>
                              </a:solidFill>
                              <a:latin typeface="Cambria Math"/>
                              <a:ea typeface="Cambria Math"/>
                              <a:cs typeface="Cambria Math"/>
                            </a:rPr>
                            <m:t>𝛉</m:t>
                          </m:r>
                        </m:e>
                        <m:sup>
                          <m:d>
                            <m:dPr>
                              <m:ctrlPr>
                                <a:rPr lang="en-GB" sz="3500">
                                  <a:solidFill>
                                    <a:srgbClr val="087F83"/>
                                  </a:solidFill>
                                  <a:latin typeface="Cambria Math"/>
                                  <a:ea typeface="Cambria Math"/>
                                  <a:cs typeface="Cambria Math"/>
                                </a:rPr>
                              </m:ctrlPr>
                            </m:dPr>
                            <m:e>
                              <m:r>
                                <a:rPr lang="en-GB" sz="3500">
                                  <a:solidFill>
                                    <a:srgbClr val="087F83"/>
                                  </a:solidFill>
                                  <a:latin typeface="Cambria Math"/>
                                  <a:ea typeface="Cambria Math"/>
                                  <a:cs typeface="Cambria Math"/>
                                </a:rPr>
                                <m:t>𝑡</m:t>
                              </m:r>
                              <m:r>
                                <a:rPr lang="en-GB" sz="3500">
                                  <a:solidFill>
                                    <a:srgbClr val="087F83"/>
                                  </a:solidFill>
                                  <a:latin typeface="Cambria Math"/>
                                  <a:ea typeface="Cambria Math"/>
                                  <a:cs typeface="Cambria Math"/>
                                </a:rPr>
                                <m:t>+1</m:t>
                              </m:r>
                            </m:e>
                          </m:d>
                        </m:sup>
                      </m:sSup>
                      <m:r>
                        <a:rPr lang="en-GB" sz="3500">
                          <a:solidFill>
                            <a:srgbClr val="087F83"/>
                          </a:solidFill>
                          <a:latin typeface="Cambria Math"/>
                          <a:ea typeface="Cambria Math"/>
                          <a:cs typeface="Cambria Math"/>
                        </a:rPr>
                        <m:t>=</m:t>
                      </m:r>
                      <m:sSup>
                        <m:sSupPr>
                          <m:ctrlPr>
                            <a:rPr lang="en-GB" sz="3500">
                              <a:solidFill>
                                <a:srgbClr val="087F83"/>
                              </a:solidFill>
                              <a:latin typeface="Cambria Math"/>
                              <a:ea typeface="Cambria Math"/>
                              <a:cs typeface="Cambria Math"/>
                            </a:rPr>
                          </m:ctrlPr>
                        </m:sSupPr>
                        <m:e>
                          <m:r>
                            <a:rPr lang="en-GB" sz="3500">
                              <a:solidFill>
                                <a:srgbClr val="087F83"/>
                              </a:solidFill>
                              <a:latin typeface="Cambria Math"/>
                              <a:ea typeface="Cambria Math"/>
                              <a:cs typeface="Cambria Math"/>
                            </a:rPr>
                            <m:t>𝛉</m:t>
                          </m:r>
                        </m:e>
                        <m:sup>
                          <m:d>
                            <m:dPr>
                              <m:ctrlPr>
                                <a:rPr lang="en-GB" sz="3500">
                                  <a:solidFill>
                                    <a:srgbClr val="087F83"/>
                                  </a:solidFill>
                                  <a:latin typeface="Cambria Math"/>
                                  <a:ea typeface="Cambria Math"/>
                                  <a:cs typeface="Cambria Math"/>
                                </a:rPr>
                              </m:ctrlPr>
                            </m:dPr>
                            <m:e>
                              <m:r>
                                <a:rPr lang="en-GB" sz="3500">
                                  <a:solidFill>
                                    <a:srgbClr val="087F83"/>
                                  </a:solidFill>
                                  <a:latin typeface="Cambria Math"/>
                                  <a:ea typeface="Cambria Math"/>
                                  <a:cs typeface="Cambria Math"/>
                                </a:rPr>
                                <m:t>𝑡</m:t>
                              </m:r>
                            </m:e>
                          </m:d>
                        </m:sup>
                      </m:sSup>
                      <m:r>
                        <a:rPr lang="en-GB" sz="3500">
                          <a:solidFill>
                            <a:srgbClr val="087F83"/>
                          </a:solidFill>
                          <a:latin typeface="Cambria Math"/>
                          <a:ea typeface="Cambria Math"/>
                          <a:cs typeface="Cambria Math"/>
                        </a:rPr>
                        <m:t>−</m:t>
                      </m:r>
                      <m:r>
                        <a:rPr lang="en-GB" sz="3500">
                          <a:solidFill>
                            <a:srgbClr val="087F83"/>
                          </a:solidFill>
                          <a:latin typeface="Cambria Math"/>
                          <a:ea typeface="Cambria Math"/>
                          <a:cs typeface="Cambria Math"/>
                        </a:rPr>
                        <m:t>𝜂</m:t>
                      </m:r>
                      <m:r>
                        <m:rPr>
                          <m:sty m:val="p"/>
                        </m:rPr>
                        <a:rPr lang="en-GB" sz="3500">
                          <a:solidFill>
                            <a:srgbClr val="087F83"/>
                          </a:solidFill>
                          <a:latin typeface="Cambria Math"/>
                          <a:ea typeface="Cambria Math"/>
                          <a:cs typeface="Cambria Math"/>
                        </a:rPr>
                        <m:t>∇</m:t>
                      </m:r>
                      <m:r>
                        <a:rPr lang="en-GB" sz="3500">
                          <a:solidFill>
                            <a:srgbClr val="087F83"/>
                          </a:solidFill>
                          <a:latin typeface="Cambria Math"/>
                          <a:ea typeface="Cambria Math"/>
                          <a:cs typeface="Cambria Math"/>
                        </a:rPr>
                        <m:t>ℒ</m:t>
                      </m:r>
                      <m:d>
                        <m:dPr>
                          <m:ctrlPr>
                            <a:rPr lang="en-GB" sz="3500" i="1">
                              <a:solidFill>
                                <a:srgbClr val="087F83"/>
                              </a:solidFill>
                              <a:latin typeface="Cambria Math" panose="02040503050406030204" pitchFamily="18" charset="0"/>
                              <a:ea typeface="Cambria Math"/>
                              <a:cs typeface="Cambria Math"/>
                            </a:rPr>
                          </m:ctrlPr>
                        </m:dPr>
                        <m:e>
                          <m:sSup>
                            <m:sSupPr>
                              <m:ctrlPr>
                                <a:rPr lang="en-GB" sz="3500">
                                  <a:solidFill>
                                    <a:srgbClr val="087F83"/>
                                  </a:solidFill>
                                  <a:latin typeface="Cambria Math"/>
                                  <a:ea typeface="Cambria Math"/>
                                  <a:cs typeface="Cambria Math"/>
                                </a:rPr>
                              </m:ctrlPr>
                            </m:sSupPr>
                            <m:e>
                              <m:r>
                                <a:rPr lang="en-GB" sz="3500">
                                  <a:solidFill>
                                    <a:srgbClr val="087F83"/>
                                  </a:solidFill>
                                  <a:latin typeface="Cambria Math"/>
                                  <a:ea typeface="Cambria Math"/>
                                  <a:cs typeface="Cambria Math"/>
                                </a:rPr>
                                <m:t>𝛉</m:t>
                              </m:r>
                            </m:e>
                            <m:sup>
                              <m:d>
                                <m:dPr>
                                  <m:ctrlPr>
                                    <a:rPr lang="en-GB" sz="3500">
                                      <a:solidFill>
                                        <a:srgbClr val="087F83"/>
                                      </a:solidFill>
                                      <a:latin typeface="Cambria Math"/>
                                      <a:ea typeface="Cambria Math"/>
                                      <a:cs typeface="Cambria Math"/>
                                    </a:rPr>
                                  </m:ctrlPr>
                                </m:dPr>
                                <m:e>
                                  <m:r>
                                    <a:rPr lang="en-GB" sz="3500">
                                      <a:solidFill>
                                        <a:srgbClr val="087F83"/>
                                      </a:solidFill>
                                      <a:latin typeface="Cambria Math"/>
                                      <a:ea typeface="Cambria Math"/>
                                      <a:cs typeface="Cambria Math"/>
                                    </a:rPr>
                                    <m:t>𝑡</m:t>
                                  </m:r>
                                </m:e>
                              </m:d>
                            </m:sup>
                          </m:sSup>
                        </m:e>
                      </m:d>
                    </m:oMath>
                  </m:oMathPara>
                </a14:m>
                <a:endParaRPr lang="en-GB" sz="3500" dirty="0"/>
              </a:p>
            </p:txBody>
          </p:sp>
        </mc:Choice>
        <mc:Fallback xmlns="">
          <p:sp>
            <p:nvSpPr>
              <p:cNvPr id="7" name="equation_3" descr="\boldsymbol{\theta}^{(t+1)}=\boldsymbol{\theta}^{(t)}-\eta\nabla\mathcal{L}(\boldsymbol{\theta}^{(t)})">
                <a:extLst>
                  <a:ext uri="{FF2B5EF4-FFF2-40B4-BE49-F238E27FC236}">
                    <a16:creationId xmlns:a16="http://schemas.microsoft.com/office/drawing/2014/main" id="{D64B8906-91CC-4A0B-99FE-FEA996FA30ED}"/>
                  </a:ext>
                </a:extLst>
              </p:cNvPr>
              <p:cNvSpPr>
                <a:spLocks noGrp="1" noRot="1" noChangeAspect="1" noMove="1" noResize="1" noEditPoints="1" noAdjustHandles="1" noChangeArrowheads="1" noChangeShapeType="1" noTextEdit="1"/>
              </p:cNvSpPr>
              <p:nvPr/>
            </p:nvSpPr>
            <p:spPr>
              <a:xfrm>
                <a:off x="666750" y="4391025"/>
                <a:ext cx="10858500" cy="1000125"/>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80C964F0-D64E-4873-8D25-DA4287EEA3D4}"/>
              </a:ext>
            </a:extLst>
          </p:cNvPr>
          <p:cNvSpPr>
            <a:spLocks noGrp="1"/>
          </p:cNvSpPr>
          <p:nvPr/>
        </p:nvSpPr>
        <p:spPr>
          <a:xfrm>
            <a:off x="571500" y="5934075"/>
            <a:ext cx="11049000" cy="495300"/>
          </a:xfrm>
          <a:prstGeom prst="rect">
            <a:avLst/>
          </a:prstGeom>
          <a:noFill/>
          <a:ln w="0">
            <a:noFill/>
          </a:ln>
        </p:spPr>
        <p:txBody>
          <a:bodyPr anchor="ctr">
            <a:noAutofit/>
          </a:bodyPr>
          <a:lstStyle>
            <a:defPPr algn="ctr">
              <a:defRPr sz="2100" b="1">
                <a:solidFill>
                  <a:srgbClr val="182D45"/>
                </a:solidFill>
                <a:latin typeface="DejaVu Sans"/>
                <a:ea typeface="DejaVu Sans"/>
                <a:cs typeface="DejaVu Sans"/>
              </a:defRPr>
            </a:defPPr>
          </a:lstStyle>
          <a:p>
            <a:pPr algn="ctr">
              <a:defRPr sz="2100" b="1">
                <a:solidFill>
                  <a:srgbClr val="182D45"/>
                </a:solidFill>
                <a:latin typeface="DejaVu Sans"/>
                <a:ea typeface="DejaVu Sans"/>
                <a:cs typeface="DejaVu Sans"/>
              </a:defRPr>
            </a:pPr>
            <a:r>
              <a:rPr sz="2100" b="1" dirty="0">
                <a:solidFill>
                  <a:srgbClr val="FF0000"/>
                </a:solidFill>
                <a:latin typeface="DejaVu Sans"/>
                <a:ea typeface="DejaVu Sans"/>
                <a:cs typeface="DejaVu Sans"/>
              </a:rPr>
              <a:t>How do we find a derivative for every weight and bias?</a:t>
            </a:r>
          </a:p>
        </p:txBody>
      </p:sp>
    </p:spTree>
    <p:extLst>
      <p:ext uri="{BB962C8B-B14F-4D97-AF65-F5344CB8AC3E}">
        <p14:creationId xmlns:p14="http://schemas.microsoft.com/office/powerpoint/2010/main" val="21655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title">
            <a:extLst>
              <a:ext uri="{FF2B5EF4-FFF2-40B4-BE49-F238E27FC236}">
                <a16:creationId xmlns:a16="http://schemas.microsoft.com/office/drawing/2014/main" id="{0A9F01EA-DBD3-4C5B-B0DA-1519132C0AE1}"/>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Example: a scalar network</a:t>
            </a:r>
          </a:p>
        </p:txBody>
      </p:sp>
      <p:sp>
        <p:nvSpPr>
          <p:cNvPr id="2" name="lead">
            <a:extLst>
              <a:ext uri="{FF2B5EF4-FFF2-40B4-BE49-F238E27FC236}">
                <a16:creationId xmlns:a16="http://schemas.microsoft.com/office/drawing/2014/main" id="{85C17A03-25A5-4D8E-A125-A8FAA8F3A517}"/>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it-IT" sz="2175" b="0" dirty="0">
                <a:solidFill>
                  <a:srgbClr val="FF0000"/>
                </a:solidFill>
                <a:latin typeface="DejaVu Sans"/>
                <a:ea typeface="DejaVu Sans"/>
                <a:cs typeface="DejaVu Sans"/>
              </a:rPr>
              <a:t>Architecture: </a:t>
            </a:r>
            <a:r>
              <a:rPr lang="it-IT" sz="2400" b="1" dirty="0">
                <a:solidFill>
                  <a:srgbClr val="FF0000"/>
                </a:solidFill>
                <a:latin typeface="DejaVu Sans"/>
                <a:ea typeface="DejaVu Sans"/>
                <a:cs typeface="DejaVu Sans"/>
              </a:rPr>
              <a:t>1 → 1 → 1 → 1</a:t>
            </a:r>
            <a:endParaRPr lang="it-IT" sz="2175" b="0" dirty="0">
              <a:solidFill>
                <a:srgbClr val="FF0000"/>
              </a:solidFill>
              <a:latin typeface="DejaVu Sans"/>
              <a:ea typeface="DejaVu Sans"/>
              <a:cs typeface="DejaVu Sans"/>
            </a:endParaRPr>
          </a:p>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Two hidden layers and an affine output. One neuron in each layer.</a:t>
            </a:r>
          </a:p>
        </p:txBody>
      </p:sp>
      <p:sp>
        <p:nvSpPr>
          <p:cNvPr id="3" name="footer_course">
            <a:extLst>
              <a:ext uri="{FF2B5EF4-FFF2-40B4-BE49-F238E27FC236}">
                <a16:creationId xmlns:a16="http://schemas.microsoft.com/office/drawing/2014/main" id="{A108FEF8-7493-41CC-B6F6-308E7A4DA2AC}"/>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FB0CC94-9436-42AA-86F6-748F90A2D117}"/>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4</a:t>
            </a:r>
          </a:p>
        </p:txBody>
      </p:sp>
      <p:sp>
        <p:nvSpPr>
          <p:cNvPr id="5" name="text_1">
            <a:extLst>
              <a:ext uri="{FF2B5EF4-FFF2-40B4-BE49-F238E27FC236}">
                <a16:creationId xmlns:a16="http://schemas.microsoft.com/office/drawing/2014/main" id="{0D6B62DB-3F56-4E6A-8B33-1AD94507D98D}"/>
              </a:ext>
            </a:extLst>
          </p:cNvPr>
          <p:cNvSpPr>
            <a:spLocks noGrp="1"/>
          </p:cNvSpPr>
          <p:nvPr/>
        </p:nvSpPr>
        <p:spPr>
          <a:xfrm>
            <a:off x="762000" y="1781175"/>
            <a:ext cx="1619250" cy="381000"/>
          </a:xfrm>
          <a:prstGeom prst="rect">
            <a:avLst/>
          </a:prstGeom>
          <a:noFill/>
          <a:ln w="0">
            <a:noFill/>
          </a:ln>
        </p:spPr>
        <p:txBody>
          <a:bodyPr anchor="ctr">
            <a:noAutofit/>
          </a:bodyPr>
          <a:lstStyle>
            <a:defPPr algn="ctr">
              <a:defRPr sz="1725" b="0">
                <a:solidFill>
                  <a:srgbClr val="182D45"/>
                </a:solidFill>
                <a:latin typeface="DejaVu Sans"/>
                <a:ea typeface="DejaVu Sans"/>
                <a:cs typeface="DejaVu Sans"/>
              </a:defRPr>
            </a:defPPr>
          </a:lstStyle>
          <a:p>
            <a:pPr algn="ctr">
              <a:defRPr sz="1725" b="0">
                <a:solidFill>
                  <a:srgbClr val="182D45"/>
                </a:solidFill>
                <a:latin typeface="DejaVu Sans"/>
                <a:ea typeface="DejaVu Sans"/>
                <a:cs typeface="DejaVu Sans"/>
              </a:defRPr>
            </a:pPr>
            <a:r>
              <a:rPr sz="1725" b="0">
                <a:solidFill>
                  <a:srgbClr val="182D45"/>
                </a:solidFill>
                <a:latin typeface="DejaVu Sans"/>
                <a:ea typeface="DejaVu Sans"/>
                <a:cs typeface="DejaVu Sans"/>
              </a:rPr>
              <a:t>Input</a:t>
            </a:r>
          </a:p>
        </p:txBody>
      </p:sp>
      <p:sp>
        <p:nvSpPr>
          <p:cNvPr id="6" name="text_2">
            <a:extLst>
              <a:ext uri="{FF2B5EF4-FFF2-40B4-BE49-F238E27FC236}">
                <a16:creationId xmlns:a16="http://schemas.microsoft.com/office/drawing/2014/main" id="{6F489474-5533-4156-9B5E-60A7251A49AE}"/>
              </a:ext>
            </a:extLst>
          </p:cNvPr>
          <p:cNvSpPr>
            <a:spLocks noGrp="1"/>
          </p:cNvSpPr>
          <p:nvPr/>
        </p:nvSpPr>
        <p:spPr>
          <a:xfrm>
            <a:off x="2952750" y="1781175"/>
            <a:ext cx="2476500" cy="381000"/>
          </a:xfrm>
          <a:prstGeom prst="rect">
            <a:avLst/>
          </a:prstGeom>
          <a:noFill/>
          <a:ln w="0">
            <a:noFill/>
          </a:ln>
        </p:spPr>
        <p:txBody>
          <a:bodyPr anchor="ctr">
            <a:noAutofit/>
          </a:bodyPr>
          <a:lstStyle>
            <a:defPPr algn="ctr">
              <a:defRPr sz="1725" b="0">
                <a:solidFill>
                  <a:srgbClr val="182D45"/>
                </a:solidFill>
                <a:latin typeface="DejaVu Sans"/>
                <a:ea typeface="DejaVu Sans"/>
                <a:cs typeface="DejaVu Sans"/>
              </a:defRPr>
            </a:defPPr>
          </a:lstStyle>
          <a:p>
            <a:pPr algn="ctr">
              <a:defRPr sz="1725" b="0">
                <a:solidFill>
                  <a:srgbClr val="182D45"/>
                </a:solidFill>
                <a:latin typeface="DejaVu Sans"/>
                <a:ea typeface="DejaVu Sans"/>
                <a:cs typeface="DejaVu Sans"/>
              </a:defRPr>
            </a:pPr>
            <a:r>
              <a:rPr sz="1725" b="0" dirty="0">
                <a:solidFill>
                  <a:srgbClr val="182D45"/>
                </a:solidFill>
                <a:latin typeface="DejaVu Sans"/>
                <a:ea typeface="DejaVu Sans"/>
                <a:cs typeface="DejaVu Sans"/>
              </a:rPr>
              <a:t>Hidden layer 1</a:t>
            </a:r>
          </a:p>
        </p:txBody>
      </p:sp>
      <p:sp>
        <p:nvSpPr>
          <p:cNvPr id="7" name="text_3">
            <a:extLst>
              <a:ext uri="{FF2B5EF4-FFF2-40B4-BE49-F238E27FC236}">
                <a16:creationId xmlns:a16="http://schemas.microsoft.com/office/drawing/2014/main" id="{4209B00F-F13C-4106-A889-D97AF89FE32C}"/>
              </a:ext>
            </a:extLst>
          </p:cNvPr>
          <p:cNvSpPr>
            <a:spLocks noGrp="1"/>
          </p:cNvSpPr>
          <p:nvPr/>
        </p:nvSpPr>
        <p:spPr>
          <a:xfrm>
            <a:off x="6096000" y="1781175"/>
            <a:ext cx="2476500" cy="381000"/>
          </a:xfrm>
          <a:prstGeom prst="rect">
            <a:avLst/>
          </a:prstGeom>
          <a:noFill/>
          <a:ln w="0">
            <a:noFill/>
          </a:ln>
        </p:spPr>
        <p:txBody>
          <a:bodyPr anchor="ctr">
            <a:noAutofit/>
          </a:bodyPr>
          <a:lstStyle>
            <a:defPPr algn="ctr">
              <a:defRPr sz="1725" b="0">
                <a:solidFill>
                  <a:srgbClr val="182D45"/>
                </a:solidFill>
                <a:latin typeface="DejaVu Sans"/>
                <a:ea typeface="DejaVu Sans"/>
                <a:cs typeface="DejaVu Sans"/>
              </a:defRPr>
            </a:defPPr>
          </a:lstStyle>
          <a:p>
            <a:pPr algn="ctr">
              <a:defRPr sz="1725" b="0">
                <a:solidFill>
                  <a:srgbClr val="182D45"/>
                </a:solidFill>
                <a:latin typeface="DejaVu Sans"/>
                <a:ea typeface="DejaVu Sans"/>
                <a:cs typeface="DejaVu Sans"/>
              </a:defRPr>
            </a:pPr>
            <a:r>
              <a:rPr sz="1725" b="0">
                <a:solidFill>
                  <a:srgbClr val="182D45"/>
                </a:solidFill>
                <a:latin typeface="DejaVu Sans"/>
                <a:ea typeface="DejaVu Sans"/>
                <a:cs typeface="DejaVu Sans"/>
              </a:rPr>
              <a:t>Hidden layer 2</a:t>
            </a:r>
          </a:p>
        </p:txBody>
      </p:sp>
      <p:sp>
        <p:nvSpPr>
          <p:cNvPr id="8" name="text_4">
            <a:extLst>
              <a:ext uri="{FF2B5EF4-FFF2-40B4-BE49-F238E27FC236}">
                <a16:creationId xmlns:a16="http://schemas.microsoft.com/office/drawing/2014/main" id="{0FB2BB59-F00F-42EA-813C-6BB0E2708B37}"/>
              </a:ext>
            </a:extLst>
          </p:cNvPr>
          <p:cNvSpPr>
            <a:spLocks noGrp="1"/>
          </p:cNvSpPr>
          <p:nvPr/>
        </p:nvSpPr>
        <p:spPr>
          <a:xfrm>
            <a:off x="9153525" y="1781175"/>
            <a:ext cx="2571750" cy="381000"/>
          </a:xfrm>
          <a:prstGeom prst="rect">
            <a:avLst/>
          </a:prstGeom>
          <a:noFill/>
          <a:ln w="0">
            <a:noFill/>
          </a:ln>
        </p:spPr>
        <p:txBody>
          <a:bodyPr anchor="ctr">
            <a:noAutofit/>
          </a:bodyPr>
          <a:lstStyle>
            <a:defPPr algn="ctr">
              <a:defRPr sz="1725" b="0">
                <a:solidFill>
                  <a:srgbClr val="182D45"/>
                </a:solidFill>
                <a:latin typeface="DejaVu Sans"/>
                <a:ea typeface="DejaVu Sans"/>
                <a:cs typeface="DejaVu Sans"/>
              </a:defRPr>
            </a:defPPr>
          </a:lstStyle>
          <a:p>
            <a:pPr algn="ctr">
              <a:defRPr sz="1725" b="0">
                <a:solidFill>
                  <a:srgbClr val="182D45"/>
                </a:solidFill>
                <a:latin typeface="DejaVu Sans"/>
                <a:ea typeface="DejaVu Sans"/>
                <a:cs typeface="DejaVu Sans"/>
              </a:defRPr>
            </a:pPr>
            <a:r>
              <a:rPr sz="1725" b="0">
                <a:solidFill>
                  <a:srgbClr val="182D45"/>
                </a:solidFill>
                <a:latin typeface="DejaVu Sans"/>
                <a:ea typeface="DejaVu Sans"/>
                <a:cs typeface="DejaVu Sans"/>
              </a:rPr>
              <a:t>Output layer 3</a:t>
            </a:r>
          </a:p>
        </p:txBody>
      </p:sp>
      <p:sp>
        <p:nvSpPr>
          <p:cNvPr id="9" name="shape_5">
            <a:extLst>
              <a:ext uri="{FF2B5EF4-FFF2-40B4-BE49-F238E27FC236}">
                <a16:creationId xmlns:a16="http://schemas.microsoft.com/office/drawing/2014/main" id="{2E7ED332-9BF0-4635-82EA-F5FC3E3DEA50}"/>
              </a:ext>
            </a:extLst>
          </p:cNvPr>
          <p:cNvSpPr>
            <a:spLocks noGrp="1"/>
          </p:cNvSpPr>
          <p:nvPr/>
        </p:nvSpPr>
        <p:spPr>
          <a:xfrm>
            <a:off x="1019175" y="2181225"/>
            <a:ext cx="1066800" cy="1066800"/>
          </a:xfrm>
          <a:prstGeom prst="ellipse">
            <a:avLst/>
          </a:prstGeom>
          <a:solidFill>
            <a:srgbClr val="FFFFFF"/>
          </a:solidFill>
          <a:ln w="2286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0" name="equation_6" descr="\phi_0(x)">
                <a:extLst>
                  <a:ext uri="{FF2B5EF4-FFF2-40B4-BE49-F238E27FC236}">
                    <a16:creationId xmlns:a16="http://schemas.microsoft.com/office/drawing/2014/main" id="{5ADF1075-A557-42A3-90F6-36723D7098BF}"/>
                  </a:ext>
                </a:extLst>
              </p:cNvPr>
              <p:cNvSpPr>
                <a:spLocks noGrp="1"/>
              </p:cNvSpPr>
              <p:nvPr/>
            </p:nvSpPr>
            <p:spPr>
              <a:xfrm>
                <a:off x="1047750" y="2381250"/>
                <a:ext cx="10096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0" i="1" smtClean="0">
                          <a:solidFill>
                            <a:srgbClr val="087F83"/>
                          </a:solidFill>
                          <a:latin typeface="Cambria Math" panose="02040503050406030204" pitchFamily="18" charset="0"/>
                          <a:ea typeface="Cambria Math"/>
                          <a:cs typeface="Cambria Math"/>
                        </a:rPr>
                        <m:t> </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𝜙</m:t>
                          </m:r>
                        </m:e>
                        <m:sub>
                          <m:r>
                            <a:rPr lang="en-GB" sz="2700">
                              <a:solidFill>
                                <a:srgbClr val="087F83"/>
                              </a:solidFill>
                              <a:latin typeface="Cambria Math"/>
                              <a:ea typeface="Cambria Math"/>
                              <a:cs typeface="Cambria Math"/>
                            </a:rPr>
                            <m:t>0</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oMath>
                  </m:oMathPara>
                </a14:m>
                <a:endParaRPr lang="en-GB" sz="2700" dirty="0"/>
              </a:p>
            </p:txBody>
          </p:sp>
        </mc:Choice>
        <mc:Fallback xmlns="">
          <p:sp>
            <p:nvSpPr>
              <p:cNvPr id="10" name="equation_6" descr="\phi_0(x)">
                <a:extLst>
                  <a:ext uri="{FF2B5EF4-FFF2-40B4-BE49-F238E27FC236}">
                    <a16:creationId xmlns:a16="http://schemas.microsoft.com/office/drawing/2014/main" id="{5ADF1075-A557-42A3-90F6-36723D7098BF}"/>
                  </a:ext>
                </a:extLst>
              </p:cNvPr>
              <p:cNvSpPr>
                <a:spLocks noGrp="1" noRot="1" noChangeAspect="1" noMove="1" noResize="1" noEditPoints="1" noAdjustHandles="1" noChangeArrowheads="1" noChangeShapeType="1" noTextEdit="1"/>
              </p:cNvSpPr>
              <p:nvPr/>
            </p:nvSpPr>
            <p:spPr>
              <a:xfrm>
                <a:off x="1047750" y="2381250"/>
                <a:ext cx="1009650" cy="647700"/>
              </a:xfrm>
              <a:prstGeom prst="rect">
                <a:avLst/>
              </a:prstGeom>
              <a:blipFill>
                <a:blip r:embed="rIdPhi0_4_equation_6"/>
                <a:stretch>
                  <a:fillRect/>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007378D1-6792-41E2-A747-B343F42FD199}"/>
              </a:ext>
            </a:extLst>
          </p:cNvPr>
          <p:cNvSpPr>
            <a:spLocks noGrp="1"/>
          </p:cNvSpPr>
          <p:nvPr/>
        </p:nvSpPr>
        <p:spPr>
          <a:xfrm>
            <a:off x="2105025" y="2714625"/>
            <a:ext cx="1895475" cy="476"/>
          </a:xfrm>
          <a:prstGeom prst="line">
            <a:avLst/>
          </a:prstGeom>
          <a:noFill/>
          <a:ln w="19050">
            <a:solidFill>
              <a:srgbClr val="B6C2CD"/>
            </a:solidFill>
            <a:tailEnd type="triangle" w="sm" len="sm"/>
          </a:ln>
        </p:spPr>
        <p:txBody>
          <a:bodyPr/>
          <a:lstStyle/>
          <a:p>
            <a:endParaRPr lang="it-IT"/>
          </a:p>
        </p:txBody>
      </p:sp>
      <p:sp>
        <p:nvSpPr>
          <p:cNvPr id="12" name="shape_8">
            <a:extLst>
              <a:ext uri="{FF2B5EF4-FFF2-40B4-BE49-F238E27FC236}">
                <a16:creationId xmlns:a16="http://schemas.microsoft.com/office/drawing/2014/main" id="{8FE8B4B1-F237-45D2-A75D-C30985C4A82C}"/>
              </a:ext>
            </a:extLst>
          </p:cNvPr>
          <p:cNvSpPr>
            <a:spLocks noGrp="1"/>
          </p:cNvSpPr>
          <p:nvPr/>
        </p:nvSpPr>
        <p:spPr>
          <a:xfrm>
            <a:off x="4019550" y="2181225"/>
            <a:ext cx="1066800" cy="1066800"/>
          </a:xfrm>
          <a:prstGeom prst="ellipse">
            <a:avLst/>
          </a:prstGeom>
          <a:solidFill>
            <a:srgbClr val="FFFFFF"/>
          </a:solidFill>
          <a:ln w="2286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3" name="equation_9" descr="\phi_1(x)">
                <a:extLst>
                  <a:ext uri="{FF2B5EF4-FFF2-40B4-BE49-F238E27FC236}">
                    <a16:creationId xmlns:a16="http://schemas.microsoft.com/office/drawing/2014/main" id="{446CAD59-835A-41AA-A799-5C931E2A9D6E}"/>
                  </a:ext>
                </a:extLst>
              </p:cNvPr>
              <p:cNvSpPr>
                <a:spLocks noGrp="1"/>
              </p:cNvSpPr>
              <p:nvPr/>
            </p:nvSpPr>
            <p:spPr>
              <a:xfrm>
                <a:off x="4048125" y="2381250"/>
                <a:ext cx="10096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0" i="1" smtClean="0">
                          <a:solidFill>
                            <a:srgbClr val="087F83"/>
                          </a:solidFill>
                          <a:latin typeface="Cambria Math" panose="02040503050406030204" pitchFamily="18" charset="0"/>
                          <a:ea typeface="Cambria Math"/>
                          <a:cs typeface="Cambria Math"/>
                        </a:rPr>
                        <m:t> </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𝜙</m:t>
                          </m:r>
                        </m:e>
                        <m:sub>
                          <m:r>
                            <a:rPr lang="en-GB" sz="2700">
                              <a:solidFill>
                                <a:srgbClr val="087F83"/>
                              </a:solidFill>
                              <a:latin typeface="Cambria Math"/>
                              <a:ea typeface="Cambria Math"/>
                              <a:cs typeface="Cambria Math"/>
                            </a:rPr>
                            <m:t>1</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oMath>
                  </m:oMathPara>
                </a14:m>
                <a:endParaRPr lang="en-GB" sz="2700" dirty="0"/>
              </a:p>
            </p:txBody>
          </p:sp>
        </mc:Choice>
        <mc:Fallback xmlns="">
          <p:sp>
            <p:nvSpPr>
              <p:cNvPr id="13" name="equation_9" descr="\phi_1(x)">
                <a:extLst>
                  <a:ext uri="{FF2B5EF4-FFF2-40B4-BE49-F238E27FC236}">
                    <a16:creationId xmlns:a16="http://schemas.microsoft.com/office/drawing/2014/main" id="{446CAD59-835A-41AA-A799-5C931E2A9D6E}"/>
                  </a:ext>
                </a:extLst>
              </p:cNvPr>
              <p:cNvSpPr>
                <a:spLocks noGrp="1" noRot="1" noChangeAspect="1" noMove="1" noResize="1" noEditPoints="1" noAdjustHandles="1" noChangeArrowheads="1" noChangeShapeType="1" noTextEdit="1"/>
              </p:cNvSpPr>
              <p:nvPr/>
            </p:nvSpPr>
            <p:spPr>
              <a:xfrm>
                <a:off x="4048125" y="2381250"/>
                <a:ext cx="1009650" cy="647700"/>
              </a:xfrm>
              <a:prstGeom prst="rect">
                <a:avLst/>
              </a:prstGeom>
              <a:blipFill>
                <a:blip r:embed="rId4"/>
                <a:stretch>
                  <a:fillRect/>
                </a:stretch>
              </a:blipFill>
              <a:ln w="0">
                <a:noFill/>
              </a:ln>
            </p:spPr>
            <p:txBody>
              <a:bodyPr/>
              <a:lstStyle/>
              <a:p>
                <a:r>
                  <a:rPr lang="it-IT">
                    <a:noFill/>
                  </a:rPr>
                  <a:t> </a:t>
                </a:r>
              </a:p>
            </p:txBody>
          </p:sp>
        </mc:Fallback>
      </mc:AlternateContent>
      <p:sp>
        <p:nvSpPr>
          <p:cNvPr id="14" name="line_10">
            <a:extLst>
              <a:ext uri="{FF2B5EF4-FFF2-40B4-BE49-F238E27FC236}">
                <a16:creationId xmlns:a16="http://schemas.microsoft.com/office/drawing/2014/main" id="{28E733FA-7D06-4A8F-BADD-FEE22865DDAD}"/>
              </a:ext>
            </a:extLst>
          </p:cNvPr>
          <p:cNvSpPr>
            <a:spLocks noGrp="1"/>
          </p:cNvSpPr>
          <p:nvPr/>
        </p:nvSpPr>
        <p:spPr>
          <a:xfrm>
            <a:off x="5105400" y="2714625"/>
            <a:ext cx="1895475" cy="476"/>
          </a:xfrm>
          <a:prstGeom prst="line">
            <a:avLst/>
          </a:prstGeom>
          <a:noFill/>
          <a:ln w="19050">
            <a:solidFill>
              <a:srgbClr val="B6C2CD"/>
            </a:solidFill>
            <a:tailEnd type="triangle" w="sm" len="sm"/>
          </a:ln>
        </p:spPr>
        <p:txBody>
          <a:bodyPr/>
          <a:lstStyle/>
          <a:p>
            <a:endParaRPr lang="it-IT"/>
          </a:p>
        </p:txBody>
      </p:sp>
      <p:sp>
        <p:nvSpPr>
          <p:cNvPr id="15" name="shape_11">
            <a:extLst>
              <a:ext uri="{FF2B5EF4-FFF2-40B4-BE49-F238E27FC236}">
                <a16:creationId xmlns:a16="http://schemas.microsoft.com/office/drawing/2014/main" id="{B92D9E52-3FB5-411C-9132-9E253DD332FA}"/>
              </a:ext>
            </a:extLst>
          </p:cNvPr>
          <p:cNvSpPr>
            <a:spLocks noGrp="1"/>
          </p:cNvSpPr>
          <p:nvPr/>
        </p:nvSpPr>
        <p:spPr>
          <a:xfrm>
            <a:off x="7019925" y="2181225"/>
            <a:ext cx="1066800" cy="1066800"/>
          </a:xfrm>
          <a:prstGeom prst="ellipse">
            <a:avLst/>
          </a:prstGeom>
          <a:solidFill>
            <a:srgbClr val="FFFFFF"/>
          </a:solidFill>
          <a:ln w="22860">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16" name="equation_12" descr="\phi_2(x)">
                <a:extLst>
                  <a:ext uri="{FF2B5EF4-FFF2-40B4-BE49-F238E27FC236}">
                    <a16:creationId xmlns:a16="http://schemas.microsoft.com/office/drawing/2014/main" id="{D6302447-03B5-4525-88F9-0AEAEC9DFF20}"/>
                  </a:ext>
                </a:extLst>
              </p:cNvPr>
              <p:cNvSpPr>
                <a:spLocks noGrp="1"/>
              </p:cNvSpPr>
              <p:nvPr/>
            </p:nvSpPr>
            <p:spPr>
              <a:xfrm>
                <a:off x="7048500" y="2381250"/>
                <a:ext cx="10096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0" i="1" smtClean="0">
                          <a:solidFill>
                            <a:srgbClr val="087F83"/>
                          </a:solidFill>
                          <a:latin typeface="Cambria Math" panose="02040503050406030204" pitchFamily="18" charset="0"/>
                          <a:ea typeface="Cambria Math"/>
                          <a:cs typeface="Cambria Math"/>
                        </a:rPr>
                        <m:t> </m:t>
                      </m:r>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𝜙</m:t>
                          </m:r>
                        </m:e>
                        <m:sub>
                          <m:r>
                            <a:rPr lang="en-GB" sz="2700">
                              <a:solidFill>
                                <a:srgbClr val="087F83"/>
                              </a:solidFill>
                              <a:latin typeface="Cambria Math"/>
                              <a:ea typeface="Cambria Math"/>
                              <a:cs typeface="Cambria Math"/>
                            </a:rPr>
                            <m:t>2</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𝑥</m:t>
                          </m:r>
                        </m:e>
                      </m:d>
                    </m:oMath>
                  </m:oMathPara>
                </a14:m>
                <a:endParaRPr lang="en-GB" sz="2700" dirty="0"/>
              </a:p>
            </p:txBody>
          </p:sp>
        </mc:Choice>
        <mc:Fallback xmlns="">
          <p:sp>
            <p:nvSpPr>
              <p:cNvPr id="16" name="equation_12" descr="\phi_2(x)">
                <a:extLst>
                  <a:ext uri="{FF2B5EF4-FFF2-40B4-BE49-F238E27FC236}">
                    <a16:creationId xmlns:a16="http://schemas.microsoft.com/office/drawing/2014/main" id="{D6302447-03B5-4525-88F9-0AEAEC9DFF20}"/>
                  </a:ext>
                </a:extLst>
              </p:cNvPr>
              <p:cNvSpPr>
                <a:spLocks noGrp="1" noRot="1" noChangeAspect="1" noMove="1" noResize="1" noEditPoints="1" noAdjustHandles="1" noChangeArrowheads="1" noChangeShapeType="1" noTextEdit="1"/>
              </p:cNvSpPr>
              <p:nvPr/>
            </p:nvSpPr>
            <p:spPr>
              <a:xfrm>
                <a:off x="7048500" y="2381250"/>
                <a:ext cx="1009650" cy="647700"/>
              </a:xfrm>
              <a:prstGeom prst="rect">
                <a:avLst/>
              </a:prstGeom>
              <a:blipFill>
                <a:blip r:embed="rId5"/>
                <a:stretch>
                  <a:fillRect/>
                </a:stretch>
              </a:blipFill>
              <a:ln w="0">
                <a:noFill/>
              </a:ln>
            </p:spPr>
            <p:txBody>
              <a:bodyPr/>
              <a:lstStyle/>
              <a:p>
                <a:r>
                  <a:rPr lang="it-IT">
                    <a:noFill/>
                  </a:rPr>
                  <a:t> </a:t>
                </a:r>
              </a:p>
            </p:txBody>
          </p:sp>
        </mc:Fallback>
      </mc:AlternateContent>
      <p:sp>
        <p:nvSpPr>
          <p:cNvPr id="17" name="line_13">
            <a:extLst>
              <a:ext uri="{FF2B5EF4-FFF2-40B4-BE49-F238E27FC236}">
                <a16:creationId xmlns:a16="http://schemas.microsoft.com/office/drawing/2014/main" id="{FA2A5F9C-6F54-4FC6-9B3F-8475F4EE7662}"/>
              </a:ext>
            </a:extLst>
          </p:cNvPr>
          <p:cNvSpPr>
            <a:spLocks noGrp="1"/>
          </p:cNvSpPr>
          <p:nvPr/>
        </p:nvSpPr>
        <p:spPr>
          <a:xfrm>
            <a:off x="8105775" y="2714625"/>
            <a:ext cx="1895475" cy="476"/>
          </a:xfrm>
          <a:prstGeom prst="line">
            <a:avLst/>
          </a:prstGeom>
          <a:noFill/>
          <a:ln w="19050">
            <a:solidFill>
              <a:srgbClr val="B6C2CD"/>
            </a:solidFill>
            <a:tailEnd type="triangle" w="sm" len="sm"/>
          </a:ln>
        </p:spPr>
        <p:txBody>
          <a:bodyPr/>
          <a:lstStyle/>
          <a:p>
            <a:endParaRPr lang="it-IT"/>
          </a:p>
        </p:txBody>
      </p:sp>
      <p:sp>
        <p:nvSpPr>
          <p:cNvPr id="18" name="shape_14">
            <a:extLst>
              <a:ext uri="{FF2B5EF4-FFF2-40B4-BE49-F238E27FC236}">
                <a16:creationId xmlns:a16="http://schemas.microsoft.com/office/drawing/2014/main" id="{55760C3F-E921-494A-B39A-6D2354B557E0}"/>
              </a:ext>
            </a:extLst>
          </p:cNvPr>
          <p:cNvSpPr>
            <a:spLocks noGrp="1"/>
          </p:cNvSpPr>
          <p:nvPr/>
        </p:nvSpPr>
        <p:spPr>
          <a:xfrm>
            <a:off x="10020300" y="2181225"/>
            <a:ext cx="1066800" cy="1066800"/>
          </a:xfrm>
          <a:prstGeom prst="ellipse">
            <a:avLst/>
          </a:prstGeom>
          <a:solidFill>
            <a:srgbClr val="FFFFFF"/>
          </a:solidFill>
          <a:ln w="22860">
            <a:solidFill>
              <a:srgbClr val="C45C28"/>
            </a:solidFill>
          </a:ln>
        </p:spPr>
        <p:txBody>
          <a:bodyPr/>
          <a:lstStyle/>
          <a:p>
            <a:endParaRPr lang="it-IT"/>
          </a:p>
        </p:txBody>
      </p:sp>
      <mc:AlternateContent xmlns:mc="http://schemas.openxmlformats.org/markup-compatibility/2006" xmlns:a14="http://schemas.microsoft.com/office/drawing/2010/main">
        <mc:Choice Requires="a14">
          <p:sp>
            <p:nvSpPr>
              <p:cNvPr id="19" name="equation_15" descr="a_3(x)">
                <a:extLst>
                  <a:ext uri="{FF2B5EF4-FFF2-40B4-BE49-F238E27FC236}">
                    <a16:creationId xmlns:a16="http://schemas.microsoft.com/office/drawing/2014/main" id="{7A852B1C-4067-4C75-8948-5B749D07DF47}"/>
                  </a:ext>
                </a:extLst>
              </p:cNvPr>
              <p:cNvSpPr>
                <a:spLocks noGrp="1"/>
              </p:cNvSpPr>
              <p:nvPr/>
            </p:nvSpPr>
            <p:spPr>
              <a:xfrm>
                <a:off x="10048875" y="2381250"/>
                <a:ext cx="10096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700" b="0" i="1" smtClean="0">
                          <a:solidFill>
                            <a:srgbClr val="C45C28"/>
                          </a:solidFill>
                          <a:latin typeface="Cambria Math" panose="02040503050406030204" pitchFamily="18" charset="0"/>
                          <a:ea typeface="Cambria Math"/>
                          <a:cs typeface="Cambria Math"/>
                        </a:rPr>
                        <m:t> </m:t>
                      </m:r>
                      <m:sSub>
                        <m:sSubPr>
                          <m:ctrlPr>
                            <a:rPr lang="en-GB" sz="2700">
                              <a:solidFill>
                                <a:srgbClr val="C45C28"/>
                              </a:solidFill>
                              <a:latin typeface="Cambria Math"/>
                              <a:ea typeface="Cambria Math"/>
                              <a:cs typeface="Cambria Math"/>
                            </a:rPr>
                          </m:ctrlPr>
                        </m:sSubPr>
                        <m:e>
                          <m:r>
                            <a:rPr lang="en-GB" sz="2700">
                              <a:solidFill>
                                <a:srgbClr val="C45C28"/>
                              </a:solidFill>
                              <a:latin typeface="Cambria Math"/>
                              <a:ea typeface="Cambria Math"/>
                              <a:cs typeface="Cambria Math"/>
                            </a:rPr>
                            <m:t>𝑎</m:t>
                          </m:r>
                        </m:e>
                        <m:sub>
                          <m:r>
                            <a:rPr lang="en-GB" sz="2700">
                              <a:solidFill>
                                <a:srgbClr val="C45C28"/>
                              </a:solidFill>
                              <a:latin typeface="Cambria Math"/>
                              <a:ea typeface="Cambria Math"/>
                              <a:cs typeface="Cambria Math"/>
                            </a:rPr>
                            <m:t>3</m:t>
                          </m:r>
                        </m:sub>
                      </m:sSub>
                      <m:d>
                        <m:dPr>
                          <m:ctrlPr>
                            <a:rPr lang="en-GB" sz="2700">
                              <a:solidFill>
                                <a:srgbClr val="C45C28"/>
                              </a:solidFill>
                              <a:latin typeface="Cambria Math"/>
                              <a:ea typeface="Cambria Math"/>
                              <a:cs typeface="Cambria Math"/>
                            </a:rPr>
                          </m:ctrlPr>
                        </m:dPr>
                        <m:e>
                          <m:r>
                            <a:rPr lang="en-GB" sz="2700">
                              <a:solidFill>
                                <a:srgbClr val="C45C28"/>
                              </a:solidFill>
                              <a:latin typeface="Cambria Math"/>
                              <a:ea typeface="Cambria Math"/>
                              <a:cs typeface="Cambria Math"/>
                            </a:rPr>
                            <m:t>𝑥</m:t>
                          </m:r>
                        </m:e>
                      </m:d>
                    </m:oMath>
                  </m:oMathPara>
                </a14:m>
                <a:endParaRPr lang="en-GB" sz="2700" dirty="0"/>
              </a:p>
            </p:txBody>
          </p:sp>
        </mc:Choice>
        <mc:Fallback xmlns="">
          <p:sp>
            <p:nvSpPr>
              <p:cNvPr id="19" name="equation_15" descr="a_3(x)">
                <a:extLst>
                  <a:ext uri="{FF2B5EF4-FFF2-40B4-BE49-F238E27FC236}">
                    <a16:creationId xmlns:a16="http://schemas.microsoft.com/office/drawing/2014/main" id="{7A852B1C-4067-4C75-8948-5B749D07DF47}"/>
                  </a:ext>
                </a:extLst>
              </p:cNvPr>
              <p:cNvSpPr>
                <a:spLocks noGrp="1" noRot="1" noChangeAspect="1" noMove="1" noResize="1" noEditPoints="1" noAdjustHandles="1" noChangeArrowheads="1" noChangeShapeType="1" noTextEdit="1"/>
              </p:cNvSpPr>
              <p:nvPr/>
            </p:nvSpPr>
            <p:spPr>
              <a:xfrm>
                <a:off x="10048875" y="2381250"/>
                <a:ext cx="1009650" cy="647700"/>
              </a:xfrm>
              <a:prstGeom prst="rect">
                <a:avLst/>
              </a:prstGeom>
              <a:blipFill>
                <a:blip r:embed="rId6"/>
                <a:stretch>
                  <a:fillRect/>
                </a:stretch>
              </a:blipFill>
              <a:ln w="0">
                <a:noFill/>
              </a:ln>
            </p:spPr>
            <p:txBody>
              <a:bodyPr/>
              <a:lstStyle/>
              <a:p>
                <a:r>
                  <a:rPr lang="it-IT">
                    <a:noFill/>
                  </a:rPr>
                  <a:t> </a:t>
                </a:r>
              </a:p>
            </p:txBody>
          </p:sp>
        </mc:Fallback>
      </mc:AlternateContent>
      <p:sp>
        <p:nvSpPr>
          <p:cNvPr id="20" name="text_16">
            <a:extLst>
              <a:ext uri="{FF2B5EF4-FFF2-40B4-BE49-F238E27FC236}">
                <a16:creationId xmlns:a16="http://schemas.microsoft.com/office/drawing/2014/main" id="{771EB5A6-8DD9-4C72-9460-65177EBC030D}"/>
              </a:ext>
            </a:extLst>
          </p:cNvPr>
          <p:cNvSpPr>
            <a:spLocks noGrp="1"/>
          </p:cNvSpPr>
          <p:nvPr/>
        </p:nvSpPr>
        <p:spPr>
          <a:xfrm>
            <a:off x="576262" y="4438650"/>
            <a:ext cx="4953000" cy="285750"/>
          </a:xfrm>
          <a:prstGeom prst="rect">
            <a:avLst/>
          </a:prstGeom>
          <a:noFill/>
          <a:ln w="0">
            <a:noFill/>
          </a:ln>
        </p:spPr>
        <p:txBody>
          <a:bodyPr anchor="ctr">
            <a:noAutofit/>
          </a:bodyPr>
          <a:lstStyle>
            <a:defPPr algn="ctr">
              <a:defRPr sz="1725" b="0">
                <a:solidFill>
                  <a:srgbClr val="526276"/>
                </a:solidFill>
                <a:latin typeface="DejaVu Sans"/>
                <a:ea typeface="DejaVu Sans"/>
                <a:cs typeface="DejaVu Sans"/>
              </a:defRPr>
            </a:defPPr>
          </a:lstStyle>
          <a:p>
            <a:pPr algn="ctr">
              <a:defRPr sz="1725" b="0">
                <a:solidFill>
                  <a:srgbClr val="526276"/>
                </a:solidFill>
                <a:latin typeface="DejaVu Sans"/>
                <a:ea typeface="DejaVu Sans"/>
                <a:cs typeface="DejaVu Sans"/>
              </a:defRPr>
            </a:pPr>
            <a:r>
              <a:rPr sz="1725" b="0" dirty="0" err="1">
                <a:solidFill>
                  <a:srgbClr val="FF0000"/>
                </a:solidFill>
                <a:latin typeface="DejaVu Sans"/>
                <a:ea typeface="DejaVu Sans"/>
                <a:cs typeface="DejaVu Sans"/>
              </a:rPr>
              <a:t>Preactivation</a:t>
            </a:r>
            <a:endParaRPr sz="1725" b="0" dirty="0">
              <a:solidFill>
                <a:srgbClr val="FF0000"/>
              </a:solidFill>
              <a:latin typeface="DejaVu Sans"/>
              <a:ea typeface="DejaVu Sans"/>
              <a:cs typeface="DejaVu Sans"/>
            </a:endParaRPr>
          </a:p>
        </p:txBody>
      </p:sp>
      <p:sp>
        <p:nvSpPr>
          <p:cNvPr id="21" name="text_17">
            <a:extLst>
              <a:ext uri="{FF2B5EF4-FFF2-40B4-BE49-F238E27FC236}">
                <a16:creationId xmlns:a16="http://schemas.microsoft.com/office/drawing/2014/main" id="{E83E0D47-71CE-42D5-BFB3-F3472F6E676B}"/>
              </a:ext>
            </a:extLst>
          </p:cNvPr>
          <p:cNvSpPr>
            <a:spLocks noGrp="1"/>
          </p:cNvSpPr>
          <p:nvPr/>
        </p:nvSpPr>
        <p:spPr>
          <a:xfrm>
            <a:off x="6381750" y="4438650"/>
            <a:ext cx="4953000" cy="285750"/>
          </a:xfrm>
          <a:prstGeom prst="rect">
            <a:avLst/>
          </a:prstGeom>
          <a:noFill/>
          <a:ln w="0">
            <a:noFill/>
          </a:ln>
        </p:spPr>
        <p:txBody>
          <a:bodyPr anchor="ctr">
            <a:noAutofit/>
          </a:bodyPr>
          <a:lstStyle>
            <a:defPPr algn="ctr">
              <a:defRPr sz="1725" b="0">
                <a:solidFill>
                  <a:srgbClr val="526276"/>
                </a:solidFill>
                <a:latin typeface="DejaVu Sans"/>
                <a:ea typeface="DejaVu Sans"/>
                <a:cs typeface="DejaVu Sans"/>
              </a:defRPr>
            </a:defPPr>
          </a:lstStyle>
          <a:p>
            <a:pPr algn="ctr">
              <a:defRPr sz="1725" b="0">
                <a:solidFill>
                  <a:srgbClr val="526276"/>
                </a:solidFill>
                <a:latin typeface="DejaVu Sans"/>
                <a:ea typeface="DejaVu Sans"/>
                <a:cs typeface="DejaVu Sans"/>
              </a:defRPr>
            </a:pPr>
            <a:r>
              <a:rPr sz="1725" b="0" dirty="0">
                <a:solidFill>
                  <a:srgbClr val="FF0000"/>
                </a:solidFill>
                <a:latin typeface="DejaVu Sans"/>
                <a:ea typeface="DejaVu Sans"/>
                <a:cs typeface="DejaVu Sans"/>
              </a:rPr>
              <a:t>Activation</a:t>
            </a:r>
          </a:p>
        </p:txBody>
      </p:sp>
      <mc:AlternateContent xmlns:mc="http://schemas.openxmlformats.org/markup-compatibility/2006" xmlns:a14="http://schemas.microsoft.com/office/drawing/2010/main">
        <mc:Choice Requires="a14">
          <p:sp>
            <p:nvSpPr>
              <p:cNvPr id="22" name="equation_18" descr="a_1(x)=\phi_0(x)w_1+b_1">
                <a:extLst>
                  <a:ext uri="{FF2B5EF4-FFF2-40B4-BE49-F238E27FC236}">
                    <a16:creationId xmlns:a16="http://schemas.microsoft.com/office/drawing/2014/main" id="{F3249D53-AECD-4D1C-BC53-C066F43AA1B5}"/>
                  </a:ext>
                </a:extLst>
              </p:cNvPr>
              <p:cNvSpPr>
                <a:spLocks noGrp="1"/>
              </p:cNvSpPr>
              <p:nvPr/>
            </p:nvSpPr>
            <p:spPr>
              <a:xfrm>
                <a:off x="666750" y="4743450"/>
                <a:ext cx="514350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0</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1</m:t>
                          </m:r>
                        </m:sub>
                      </m:sSub>
                    </m:oMath>
                  </m:oMathPara>
                </a14:m>
                <a:endParaRPr lang="en-GB" sz="2800" dirty="0"/>
              </a:p>
            </p:txBody>
          </p:sp>
        </mc:Choice>
        <mc:Fallback xmlns="">
          <p:sp>
            <p:nvSpPr>
              <p:cNvPr id="22" name="equation_18" descr="a_1(x)=\phi_0(x)w_1+b_1">
                <a:extLst>
                  <a:ext uri="{FF2B5EF4-FFF2-40B4-BE49-F238E27FC236}">
                    <a16:creationId xmlns:a16="http://schemas.microsoft.com/office/drawing/2014/main" id="{F3249D53-AECD-4D1C-BC53-C066F43AA1B5}"/>
                  </a:ext>
                </a:extLst>
              </p:cNvPr>
              <p:cNvSpPr>
                <a:spLocks noGrp="1" noRot="1" noChangeAspect="1" noMove="1" noResize="1" noEditPoints="1" noAdjustHandles="1" noChangeArrowheads="1" noChangeShapeType="1" noTextEdit="1"/>
              </p:cNvSpPr>
              <p:nvPr/>
            </p:nvSpPr>
            <p:spPr>
              <a:xfrm>
                <a:off x="666750" y="4743450"/>
                <a:ext cx="5143500" cy="5143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equation_19" descr="\phi_1(x)=\mathrm{ReLU}(a_1(x))">
                <a:extLst>
                  <a:ext uri="{FF2B5EF4-FFF2-40B4-BE49-F238E27FC236}">
                    <a16:creationId xmlns:a16="http://schemas.microsoft.com/office/drawing/2014/main" id="{C92DC9EF-E922-4B44-A68B-A16CFE5A56B4}"/>
                  </a:ext>
                </a:extLst>
              </p:cNvPr>
              <p:cNvSpPr>
                <a:spLocks noGrp="1"/>
              </p:cNvSpPr>
              <p:nvPr/>
            </p:nvSpPr>
            <p:spPr>
              <a:xfrm>
                <a:off x="6381750" y="4743450"/>
                <a:ext cx="514350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r>
                        <m:rPr>
                          <m:sty m:val="p"/>
                        </m:rPr>
                        <a:rPr lang="en-GB" sz="2800">
                          <a:solidFill>
                            <a:srgbClr val="087F83"/>
                          </a:solidFill>
                          <a:latin typeface="Cambria Math"/>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e>
                      </m:d>
                    </m:oMath>
                  </m:oMathPara>
                </a14:m>
                <a:endParaRPr lang="en-GB" sz="2800" dirty="0"/>
              </a:p>
            </p:txBody>
          </p:sp>
        </mc:Choice>
        <mc:Fallback xmlns="">
          <p:sp>
            <p:nvSpPr>
              <p:cNvPr id="23" name="equation_19" descr="\phi_1(x)=\mathrm{ReLU}(a_1(x))">
                <a:extLst>
                  <a:ext uri="{FF2B5EF4-FFF2-40B4-BE49-F238E27FC236}">
                    <a16:creationId xmlns:a16="http://schemas.microsoft.com/office/drawing/2014/main" id="{C92DC9EF-E922-4B44-A68B-A16CFE5A56B4}"/>
                  </a:ext>
                </a:extLst>
              </p:cNvPr>
              <p:cNvSpPr>
                <a:spLocks noGrp="1" noRot="1" noChangeAspect="1" noMove="1" noResize="1" noEditPoints="1" noAdjustHandles="1" noChangeArrowheads="1" noChangeShapeType="1" noTextEdit="1"/>
              </p:cNvSpPr>
              <p:nvPr/>
            </p:nvSpPr>
            <p:spPr>
              <a:xfrm>
                <a:off x="6381750" y="4743450"/>
                <a:ext cx="5143500" cy="5143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equation_20" descr="a_2(x)=\phi_1(x)w_2+b_2">
                <a:extLst>
                  <a:ext uri="{FF2B5EF4-FFF2-40B4-BE49-F238E27FC236}">
                    <a16:creationId xmlns:a16="http://schemas.microsoft.com/office/drawing/2014/main" id="{A1C0CA9F-C718-4530-8136-34475EA25757}"/>
                  </a:ext>
                </a:extLst>
              </p:cNvPr>
              <p:cNvSpPr>
                <a:spLocks noGrp="1"/>
              </p:cNvSpPr>
              <p:nvPr/>
            </p:nvSpPr>
            <p:spPr>
              <a:xfrm>
                <a:off x="666750" y="5314950"/>
                <a:ext cx="514350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2</m:t>
                          </m:r>
                        </m:sub>
                      </m:sSub>
                    </m:oMath>
                  </m:oMathPara>
                </a14:m>
                <a:endParaRPr lang="en-GB" sz="2800" dirty="0"/>
              </a:p>
            </p:txBody>
          </p:sp>
        </mc:Choice>
        <mc:Fallback xmlns="">
          <p:sp>
            <p:nvSpPr>
              <p:cNvPr id="24" name="equation_20" descr="a_2(x)=\phi_1(x)w_2+b_2">
                <a:extLst>
                  <a:ext uri="{FF2B5EF4-FFF2-40B4-BE49-F238E27FC236}">
                    <a16:creationId xmlns:a16="http://schemas.microsoft.com/office/drawing/2014/main" id="{A1C0CA9F-C718-4530-8136-34475EA25757}"/>
                  </a:ext>
                </a:extLst>
              </p:cNvPr>
              <p:cNvSpPr>
                <a:spLocks noGrp="1" noRot="1" noChangeAspect="1" noMove="1" noResize="1" noEditPoints="1" noAdjustHandles="1" noChangeArrowheads="1" noChangeShapeType="1" noTextEdit="1"/>
              </p:cNvSpPr>
              <p:nvPr/>
            </p:nvSpPr>
            <p:spPr>
              <a:xfrm>
                <a:off x="666750" y="5314950"/>
                <a:ext cx="5143500" cy="51435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equation_21" descr="\phi_2(x)=\mathrm{ReLU}(a_2(x))">
                <a:extLst>
                  <a:ext uri="{FF2B5EF4-FFF2-40B4-BE49-F238E27FC236}">
                    <a16:creationId xmlns:a16="http://schemas.microsoft.com/office/drawing/2014/main" id="{C2E31D76-EE6A-4415-8253-EF1FB39476C8}"/>
                  </a:ext>
                </a:extLst>
              </p:cNvPr>
              <p:cNvSpPr>
                <a:spLocks noGrp="1"/>
              </p:cNvSpPr>
              <p:nvPr/>
            </p:nvSpPr>
            <p:spPr>
              <a:xfrm>
                <a:off x="6381750" y="5314950"/>
                <a:ext cx="514350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r>
                        <m:rPr>
                          <m:sty m:val="p"/>
                        </m:rPr>
                        <a:rPr lang="en-GB" sz="2800">
                          <a:solidFill>
                            <a:srgbClr val="087F83"/>
                          </a:solidFill>
                          <a:latin typeface="Cambria Math"/>
                          <a:ea typeface="Cambria Math"/>
                          <a:cs typeface="Cambria Math"/>
                        </a:rPr>
                        <m:t>ReLU</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e>
                      </m:d>
                    </m:oMath>
                  </m:oMathPara>
                </a14:m>
                <a:endParaRPr lang="en-GB" sz="2800" dirty="0"/>
              </a:p>
            </p:txBody>
          </p:sp>
        </mc:Choice>
        <mc:Fallback xmlns="">
          <p:sp>
            <p:nvSpPr>
              <p:cNvPr id="25" name="equation_21" descr="\phi_2(x)=\mathrm{ReLU}(a_2(x))">
                <a:extLst>
                  <a:ext uri="{FF2B5EF4-FFF2-40B4-BE49-F238E27FC236}">
                    <a16:creationId xmlns:a16="http://schemas.microsoft.com/office/drawing/2014/main" id="{C2E31D76-EE6A-4415-8253-EF1FB39476C8}"/>
                  </a:ext>
                </a:extLst>
              </p:cNvPr>
              <p:cNvSpPr>
                <a:spLocks noGrp="1" noRot="1" noChangeAspect="1" noMove="1" noResize="1" noEditPoints="1" noAdjustHandles="1" noChangeArrowheads="1" noChangeShapeType="1" noTextEdit="1"/>
              </p:cNvSpPr>
              <p:nvPr/>
            </p:nvSpPr>
            <p:spPr>
              <a:xfrm>
                <a:off x="6381750" y="5314950"/>
                <a:ext cx="5143500" cy="514350"/>
              </a:xfrm>
              <a:prstGeom prst="rect">
                <a:avLst/>
              </a:prstGeom>
              <a:blipFill>
                <a:blip r:embed="rId1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equation_22" descr="a_3(x)=\phi_2(x)w_3+b_3=f_{\boldsymbol{\theta}}(x)">
                <a:extLst>
                  <a:ext uri="{FF2B5EF4-FFF2-40B4-BE49-F238E27FC236}">
                    <a16:creationId xmlns:a16="http://schemas.microsoft.com/office/drawing/2014/main" id="{2BC0681C-D7DD-4572-84F8-856F63257804}"/>
                  </a:ext>
                </a:extLst>
              </p:cNvPr>
              <p:cNvSpPr>
                <a:spLocks noGrp="1"/>
              </p:cNvSpPr>
              <p:nvPr/>
            </p:nvSpPr>
            <p:spPr>
              <a:xfrm>
                <a:off x="623887" y="5915025"/>
                <a:ext cx="10858500"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𝑎</m:t>
                          </m:r>
                        </m:e>
                        <m:sub>
                          <m:r>
                            <a:rPr lang="en-GB" sz="2900">
                              <a:solidFill>
                                <a:srgbClr val="087F83"/>
                              </a:solidFill>
                              <a:latin typeface="Cambria Math"/>
                              <a:ea typeface="Cambria Math"/>
                              <a:cs typeface="Cambria Math"/>
                            </a:rPr>
                            <m:t>3</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e>
                      </m:d>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𝜙</m:t>
                          </m:r>
                        </m:e>
                        <m:sub>
                          <m:r>
                            <a:rPr lang="en-GB" sz="2900">
                              <a:solidFill>
                                <a:srgbClr val="087F83"/>
                              </a:solidFill>
                              <a:latin typeface="Cambria Math"/>
                              <a:ea typeface="Cambria Math"/>
                              <a:cs typeface="Cambria Math"/>
                            </a:rPr>
                            <m:t>2</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e>
                      </m:d>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𝑤</m:t>
                          </m:r>
                        </m:e>
                        <m:sub>
                          <m:r>
                            <a:rPr lang="en-GB" sz="2900">
                              <a:solidFill>
                                <a:srgbClr val="087F83"/>
                              </a:solidFill>
                              <a:latin typeface="Cambria Math"/>
                              <a:ea typeface="Cambria Math"/>
                              <a:cs typeface="Cambria Math"/>
                            </a:rPr>
                            <m:t>3</m:t>
                          </m:r>
                        </m:sub>
                      </m:sSub>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𝑏</m:t>
                          </m:r>
                        </m:e>
                        <m:sub>
                          <m:r>
                            <a:rPr lang="en-GB" sz="2900">
                              <a:solidFill>
                                <a:srgbClr val="087F83"/>
                              </a:solidFill>
                              <a:latin typeface="Cambria Math"/>
                              <a:ea typeface="Cambria Math"/>
                              <a:cs typeface="Cambria Math"/>
                            </a:rPr>
                            <m:t>3</m:t>
                          </m:r>
                        </m:sub>
                      </m:sSub>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𝑓</m:t>
                          </m:r>
                        </m:e>
                        <m:sub>
                          <m:r>
                            <a:rPr lang="en-GB" sz="3200">
                              <a:solidFill>
                                <a:srgbClr val="087F83"/>
                              </a:solidFill>
                              <a:latin typeface="Cambria Math"/>
                              <a:ea typeface="Cambria Math"/>
                              <a:cs typeface="Cambria Math"/>
                            </a:rPr>
                            <m:t>𝛉</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𝑥</m:t>
                          </m:r>
                        </m:e>
                      </m:d>
                    </m:oMath>
                  </m:oMathPara>
                </a14:m>
                <a:endParaRPr lang="en-GB" sz="2900" dirty="0"/>
              </a:p>
            </p:txBody>
          </p:sp>
        </mc:Choice>
        <mc:Fallback xmlns="">
          <p:sp>
            <p:nvSpPr>
              <p:cNvPr id="26" name="equation_22" descr="a_3(x)=\phi_2(x)w_3+b_3=f_{\boldsymbol{\theta}}(x)">
                <a:extLst>
                  <a:ext uri="{FF2B5EF4-FFF2-40B4-BE49-F238E27FC236}">
                    <a16:creationId xmlns:a16="http://schemas.microsoft.com/office/drawing/2014/main" id="{2BC0681C-D7DD-4572-84F8-856F63257804}"/>
                  </a:ext>
                </a:extLst>
              </p:cNvPr>
              <p:cNvSpPr>
                <a:spLocks noGrp="1" noRot="1" noChangeAspect="1" noMove="1" noResize="1" noEditPoints="1" noAdjustHandles="1" noChangeArrowheads="1" noChangeShapeType="1" noTextEdit="1"/>
              </p:cNvSpPr>
              <p:nvPr/>
            </p:nvSpPr>
            <p:spPr>
              <a:xfrm>
                <a:off x="623887" y="5915025"/>
                <a:ext cx="10858500" cy="533400"/>
              </a:xfrm>
              <a:prstGeom prst="rect">
                <a:avLst/>
              </a:prstGeom>
              <a:blipFill>
                <a:blip r:embed="rId11"/>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 name="text_23">
                <a:extLst>
                  <a:ext uri="{FF2B5EF4-FFF2-40B4-BE49-F238E27FC236}">
                    <a16:creationId xmlns:a16="http://schemas.microsoft.com/office/drawing/2014/main" id="{5F4F1A73-C2BF-4180-B3D1-EF9D280A023D}"/>
                  </a:ext>
                </a:extLst>
              </p:cNvPr>
              <p:cNvSpPr>
                <a:spLocks noGrp="1"/>
              </p:cNvSpPr>
              <p:nvPr/>
            </p:nvSpPr>
            <p:spPr>
              <a:xfrm>
                <a:off x="571500" y="3314700"/>
                <a:ext cx="11049000" cy="304800"/>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lang="en-GB" sz="1875" b="1" dirty="0">
                    <a:solidFill>
                      <a:srgbClr val="182D45"/>
                    </a:solidFill>
                    <a:latin typeface="DejaVu Sans"/>
                    <a:ea typeface="DejaVu Sans"/>
                    <a:cs typeface="DejaVu Sans"/>
                  </a:rPr>
                  <a:t>We write </a:t>
                </a:r>
                <a14:m>
                  <m:oMath xmlns:m="http://schemas.openxmlformats.org/officeDocument/2006/math">
                    <m:r>
                      <a:rPr lang="en-GB" sz="1875" b="1" i="1" dirty="0" smtClean="0">
                        <a:solidFill>
                          <a:srgbClr val="182D45"/>
                        </a:solidFill>
                        <a:latin typeface="Cambria Math" panose="02040503050406030204" pitchFamily="18" charset="0"/>
                        <a:ea typeface="DejaVu Sans"/>
                        <a:cs typeface="DejaVu Sans"/>
                      </a:rPr>
                      <m:t>𝝓</m:t>
                    </m:r>
                    <m:r>
                      <a:rPr lang="en-GB" sz="1875" b="1" i="1" dirty="0" smtClean="0">
                        <a:solidFill>
                          <a:srgbClr val="182D45"/>
                        </a:solidFill>
                        <a:latin typeface="Cambria Math" panose="02040503050406030204" pitchFamily="18" charset="0"/>
                        <a:ea typeface="DejaVu Sans"/>
                        <a:cs typeface="DejaVu Sans"/>
                      </a:rPr>
                      <m:t>₀</m:t>
                    </m:r>
                    <m:d>
                      <m:dPr>
                        <m:ctrlPr>
                          <a:rPr lang="en-GB" sz="1875" b="1" i="1" dirty="0" smtClean="0">
                            <a:solidFill>
                              <a:srgbClr val="182D45"/>
                            </a:solidFill>
                            <a:latin typeface="Cambria Math" panose="02040503050406030204" pitchFamily="18" charset="0"/>
                            <a:ea typeface="DejaVu Sans"/>
                            <a:cs typeface="DejaVu Sans"/>
                          </a:rPr>
                        </m:ctrlPr>
                      </m:dPr>
                      <m:e>
                        <m:r>
                          <a:rPr lang="en-GB" sz="1875" b="1" i="1" dirty="0" smtClean="0">
                            <a:solidFill>
                              <a:srgbClr val="182D45"/>
                            </a:solidFill>
                            <a:latin typeface="Cambria Math" panose="02040503050406030204" pitchFamily="18" charset="0"/>
                            <a:ea typeface="DejaVu Sans"/>
                            <a:cs typeface="DejaVu Sans"/>
                          </a:rPr>
                          <m:t>𝒙</m:t>
                        </m:r>
                      </m:e>
                    </m:d>
                    <m:r>
                      <a:rPr lang="en-GB" sz="1875" b="1" i="1" dirty="0" smtClean="0">
                        <a:solidFill>
                          <a:srgbClr val="182D45"/>
                        </a:solidFill>
                        <a:latin typeface="Cambria Math" panose="02040503050406030204" pitchFamily="18" charset="0"/>
                        <a:ea typeface="DejaVu Sans"/>
                        <a:cs typeface="DejaVu Sans"/>
                      </a:rPr>
                      <m:t> = </m:t>
                    </m:r>
                    <m:r>
                      <a:rPr lang="en-GB" sz="1875" b="1" i="1" dirty="0" smtClean="0">
                        <a:solidFill>
                          <a:srgbClr val="182D45"/>
                        </a:solidFill>
                        <a:latin typeface="Cambria Math" panose="02040503050406030204" pitchFamily="18" charset="0"/>
                        <a:ea typeface="DejaVu Sans"/>
                        <a:cs typeface="DejaVu Sans"/>
                      </a:rPr>
                      <m:t>𝒙</m:t>
                    </m:r>
                  </m:oMath>
                </a14:m>
                <a:r>
                  <a:rPr lang="en-GB" sz="1875" b="1" dirty="0">
                    <a:solidFill>
                      <a:srgbClr val="182D45"/>
                    </a:solidFill>
                    <a:latin typeface="DejaVu Sans"/>
                    <a:ea typeface="DejaVu Sans"/>
                    <a:cs typeface="DejaVu Sans"/>
                  </a:rPr>
                  <a:t>. The index </a:t>
                </a:r>
                <a14:m>
                  <m:oMath xmlns:m="http://schemas.openxmlformats.org/officeDocument/2006/math">
                    <m:r>
                      <a:rPr lang="en-GB" i="1" dirty="0" smtClean="0">
                        <a:latin typeface="Cambria Math" panose="02040503050406030204" pitchFamily="18" charset="0"/>
                      </a:rPr>
                      <m:t>𝑟</m:t>
                    </m:r>
                  </m:oMath>
                </a14:m>
                <a:r>
                  <a:rPr lang="en-GB" sz="1875" b="1" dirty="0">
                    <a:solidFill>
                      <a:srgbClr val="182D45"/>
                    </a:solidFill>
                    <a:latin typeface="DejaVu Sans"/>
                    <a:ea typeface="DejaVu Sans"/>
                    <a:cs typeface="DejaVu Sans"/>
                  </a:rPr>
                  <a:t> identifies the layer.</a:t>
                </a:r>
                <a:endParaRPr sz="1875" b="1" dirty="0">
                  <a:solidFill>
                    <a:srgbClr val="182D45"/>
                  </a:solidFill>
                  <a:latin typeface="DejaVu Sans"/>
                  <a:ea typeface="DejaVu Sans"/>
                  <a:cs typeface="DejaVu Sans"/>
                </a:endParaRPr>
              </a:p>
            </p:txBody>
          </p:sp>
        </mc:Choice>
        <mc:Fallback xmlns="">
          <p:sp>
            <p:nvSpPr>
              <p:cNvPr id="27" name="text_23">
                <a:extLst>
                  <a:ext uri="{FF2B5EF4-FFF2-40B4-BE49-F238E27FC236}">
                    <a16:creationId xmlns:a16="http://schemas.microsoft.com/office/drawing/2014/main" id="{5F4F1A73-C2BF-4180-B3D1-EF9D280A023D}"/>
                  </a:ext>
                </a:extLst>
              </p:cNvPr>
              <p:cNvSpPr>
                <a:spLocks noGrp="1" noRot="1" noChangeAspect="1" noMove="1" noResize="1" noEditPoints="1" noAdjustHandles="1" noChangeArrowheads="1" noChangeShapeType="1" noTextEdit="1"/>
              </p:cNvSpPr>
              <p:nvPr/>
            </p:nvSpPr>
            <p:spPr>
              <a:xfrm>
                <a:off x="571500" y="3314700"/>
                <a:ext cx="11049000" cy="304800"/>
              </a:xfrm>
              <a:prstGeom prst="rect">
                <a:avLst/>
              </a:prstGeom>
              <a:blipFill>
                <a:blip r:embed="rId12"/>
                <a:stretch>
                  <a:fillRect t="-7937" b="-23810"/>
                </a:stretch>
              </a:blipFill>
              <a:ln w="0">
                <a:noFill/>
              </a:ln>
            </p:spPr>
            <p:txBody>
              <a:bodyPr/>
              <a:lstStyle/>
              <a:p>
                <a:r>
                  <a:rPr lang="it-IT">
                    <a:noFill/>
                  </a:rPr>
                  <a:t> </a:t>
                </a:r>
              </a:p>
            </p:txBody>
          </p:sp>
        </mc:Fallback>
      </mc:AlternateContent>
      <p:sp>
        <p:nvSpPr>
          <p:cNvPr id="29" name="parameter_caption">
            <a:extLst>
              <a:ext uri="{FF2B5EF4-FFF2-40B4-BE49-F238E27FC236}">
                <a16:creationId xmlns:a16="http://schemas.microsoft.com/office/drawing/2014/main" id="{70AE8949-6959-4EBB-96E8-7EE893293901}"/>
              </a:ext>
            </a:extLst>
          </p:cNvPr>
          <p:cNvSpPr>
            <a:spLocks noGrp="1"/>
          </p:cNvSpPr>
          <p:nvPr/>
        </p:nvSpPr>
        <p:spPr>
          <a:xfrm>
            <a:off x="571500" y="3667125"/>
            <a:ext cx="11049000" cy="285750"/>
          </a:xfrm>
          <a:prstGeom prst="rect">
            <a:avLst/>
          </a:prstGeom>
          <a:noFill/>
          <a:ln w="0">
            <a:noFill/>
          </a:ln>
        </p:spPr>
        <p:txBody>
          <a:bodyPr anchor="ctr">
            <a:noAutofit/>
          </a:bodyPr>
          <a:lstStyle>
            <a:defPPr algn="ctr">
              <a:defRPr sz="1875">
                <a:solidFill>
                  <a:srgbClr val="526276"/>
                </a:solidFill>
                <a:latin typeface="DejaVu Sans"/>
                <a:ea typeface="DejaVu Sans"/>
                <a:cs typeface="DejaVu Sans"/>
              </a:defRPr>
            </a:defPPr>
            <a:lvl1pPr algn="ctr">
              <a:defRPr sz="1875">
                <a:solidFill>
                  <a:srgbClr val="526276"/>
                </a:solidFill>
                <a:latin typeface="DejaVu Sans"/>
                <a:ea typeface="DejaVu Sans"/>
                <a:cs typeface="DejaVu Sans"/>
              </a:defRPr>
            </a:lvl1pPr>
            <a:lvl2pPr algn="ctr">
              <a:defRPr sz="1875">
                <a:solidFill>
                  <a:srgbClr val="526276"/>
                </a:solidFill>
                <a:latin typeface="DejaVu Sans"/>
                <a:ea typeface="DejaVu Sans"/>
                <a:cs typeface="DejaVu Sans"/>
              </a:defRPr>
            </a:lvl2pPr>
            <a:lvl3pPr algn="ctr">
              <a:defRPr sz="1875">
                <a:solidFill>
                  <a:srgbClr val="526276"/>
                </a:solidFill>
                <a:latin typeface="DejaVu Sans"/>
                <a:ea typeface="DejaVu Sans"/>
                <a:cs typeface="DejaVu Sans"/>
              </a:defRPr>
            </a:lvl3pPr>
            <a:lvl4pPr algn="ctr">
              <a:defRPr sz="1875">
                <a:solidFill>
                  <a:srgbClr val="526276"/>
                </a:solidFill>
                <a:latin typeface="DejaVu Sans"/>
                <a:ea typeface="DejaVu Sans"/>
                <a:cs typeface="DejaVu Sans"/>
              </a:defRPr>
            </a:lvl4pPr>
            <a:lvl5pPr algn="ctr">
              <a:defRPr sz="1875">
                <a:solidFill>
                  <a:srgbClr val="526276"/>
                </a:solidFill>
                <a:latin typeface="DejaVu Sans"/>
                <a:ea typeface="DejaVu Sans"/>
                <a:cs typeface="DejaVu Sans"/>
              </a:defRPr>
            </a:lvl5pPr>
            <a:lvl6pPr algn="ctr">
              <a:defRPr sz="1875">
                <a:solidFill>
                  <a:srgbClr val="526276"/>
                </a:solidFill>
                <a:latin typeface="DejaVu Sans"/>
                <a:ea typeface="DejaVu Sans"/>
                <a:cs typeface="DejaVu Sans"/>
              </a:defRPr>
            </a:lvl6pPr>
            <a:lvl7pPr algn="ctr">
              <a:defRPr sz="1875">
                <a:solidFill>
                  <a:srgbClr val="526276"/>
                </a:solidFill>
                <a:latin typeface="DejaVu Sans"/>
                <a:ea typeface="DejaVu Sans"/>
                <a:cs typeface="DejaVu Sans"/>
              </a:defRPr>
            </a:lvl7pPr>
            <a:lvl8pPr algn="ctr">
              <a:defRPr sz="1875">
                <a:solidFill>
                  <a:srgbClr val="526276"/>
                </a:solidFill>
                <a:latin typeface="DejaVu Sans"/>
                <a:ea typeface="DejaVu Sans"/>
                <a:cs typeface="DejaVu Sans"/>
              </a:defRPr>
            </a:lvl8pPr>
            <a:lvl9pPr algn="ctr">
              <a:defRPr sz="1875">
                <a:solidFill>
                  <a:srgbClr val="526276"/>
                </a:solidFill>
                <a:latin typeface="DejaVu Sans"/>
                <a:ea typeface="DejaVu Sans"/>
                <a:cs typeface="DejaVu Sans"/>
              </a:defRPr>
            </a:lvl9pPr>
          </a:lstStyle>
          <a:p>
            <a:pPr algn="ctr">
              <a:defRPr sz="1875">
                <a:solidFill>
                  <a:srgbClr val="526276"/>
                </a:solidFill>
                <a:latin typeface="DejaVu Sans"/>
                <a:ea typeface="DejaVu Sans"/>
                <a:cs typeface="DejaVu Sans"/>
              </a:defRPr>
            </a:pPr>
            <a:r>
              <a:rPr sz="1875">
                <a:solidFill>
                  <a:srgbClr val="526276"/>
                </a:solidFill>
                <a:latin typeface="DejaVu Sans"/>
                <a:ea typeface="DejaVu Sans"/>
                <a:cs typeface="DejaVu Sans"/>
              </a:rPr>
              <a:t>The parameter vector collects all weights and biases.</a:t>
            </a:r>
          </a:p>
        </p:txBody>
      </p:sp>
      <mc:AlternateContent xmlns:mc="http://schemas.openxmlformats.org/markup-compatibility/2006" xmlns:a14="http://schemas.microsoft.com/office/drawing/2010/main">
        <mc:Choice Requires="a14">
          <p:sp>
            <p:nvSpPr>
              <p:cNvPr id="30" name="parameter_definition" descr="\boldsymbol{\theta}=\left(b_1,w_1,b_2,w_2,b_3,w_3\right)^{\mathsf{T}}\in\mathbb{R}^{6}">
                <a:extLst>
                  <a:ext uri="{FF2B5EF4-FFF2-40B4-BE49-F238E27FC236}">
                    <a16:creationId xmlns:a16="http://schemas.microsoft.com/office/drawing/2014/main" id="{4673308F-93B4-437B-AFAA-EA8261A36BD3}"/>
                  </a:ext>
                </a:extLst>
              </p:cNvPr>
              <p:cNvSpPr>
                <a:spLocks noGrp="1"/>
              </p:cNvSpPr>
              <p:nvPr/>
            </p:nvSpPr>
            <p:spPr>
              <a:xfrm>
                <a:off x="571500" y="3971925"/>
                <a:ext cx="1104900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087F83"/>
                          </a:solidFill>
                          <a:latin typeface="Cambria Math"/>
                          <a:ea typeface="Cambria Math"/>
                          <a:cs typeface="Cambria Math"/>
                        </a:rPr>
                        <m:t>𝛉</m:t>
                      </m:r>
                      <m:r>
                        <a:rPr lang="en-GB" sz="2600">
                          <a:solidFill>
                            <a:srgbClr val="087F83"/>
                          </a:solidFill>
                          <a:latin typeface="Cambria Math"/>
                          <a:ea typeface="Cambria Math"/>
                          <a:cs typeface="Cambria Math"/>
                        </a:rPr>
                        <m:t>=</m:t>
                      </m:r>
                      <m:sSup>
                        <m:sSupPr>
                          <m:ctrlPr>
                            <a:rPr lang="en-GB" sz="2600" i="1">
                              <a:solidFill>
                                <a:srgbClr val="087F83"/>
                              </a:solidFill>
                              <a:latin typeface="Cambria Math" panose="02040503050406030204" pitchFamily="18" charset="0"/>
                              <a:ea typeface="Cambria Math"/>
                              <a:cs typeface="Cambria Math"/>
                            </a:rPr>
                          </m:ctrlPr>
                        </m:sSupPr>
                        <m:e>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1</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3</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3</m:t>
                                  </m:r>
                                </m:sub>
                              </m:sSub>
                            </m:e>
                          </m:d>
                        </m:e>
                        <m:sup>
                          <m:r>
                            <a:rPr lang="en-GB" sz="2600">
                              <a:solidFill>
                                <a:srgbClr val="087F83"/>
                              </a:solidFill>
                              <a:latin typeface="Cambria Math"/>
                              <a:ea typeface="Cambria Math"/>
                              <a:cs typeface="Cambria Math"/>
                            </a:rPr>
                            <m:t>𝖳</m:t>
                          </m:r>
                        </m:sup>
                      </m:sSup>
                      <m:r>
                        <a:rPr lang="en-GB" sz="2600">
                          <a:solidFill>
                            <a:srgbClr val="087F83"/>
                          </a:solidFill>
                          <a:latin typeface="Cambria Math"/>
                          <a:ea typeface="Cambria Math"/>
                          <a:cs typeface="Cambria Math"/>
                        </a:rPr>
                        <m:t>∈</m:t>
                      </m:r>
                      <m:sSup>
                        <m:sSupPr>
                          <m:ctrlPr>
                            <a:rPr lang="en-GB" sz="2600">
                              <a:solidFill>
                                <a:srgbClr val="087F83"/>
                              </a:solidFill>
                              <a:latin typeface="Cambria Math"/>
                              <a:ea typeface="Cambria Math"/>
                              <a:cs typeface="Cambria Math"/>
                            </a:rPr>
                          </m:ctrlPr>
                        </m:sSupPr>
                        <m:e>
                          <m:r>
                            <a:rPr lang="en-GB" sz="2600">
                              <a:solidFill>
                                <a:srgbClr val="087F83"/>
                              </a:solidFill>
                              <a:latin typeface="Cambria Math"/>
                              <a:ea typeface="Cambria Math"/>
                              <a:cs typeface="Cambria Math"/>
                            </a:rPr>
                            <m:t>ℝ</m:t>
                          </m:r>
                        </m:e>
                        <m:sup>
                          <m:r>
                            <a:rPr lang="en-GB" sz="2600">
                              <a:solidFill>
                                <a:srgbClr val="087F83"/>
                              </a:solidFill>
                              <a:latin typeface="Cambria Math"/>
                              <a:ea typeface="Cambria Math"/>
                              <a:cs typeface="Cambria Math"/>
                            </a:rPr>
                            <m:t>6</m:t>
                          </m:r>
                        </m:sup>
                      </m:sSup>
                    </m:oMath>
                  </m:oMathPara>
                </a14:m>
                <a:endParaRPr lang="en-GB" sz="2600" dirty="0"/>
              </a:p>
            </p:txBody>
          </p:sp>
        </mc:Choice>
        <mc:Fallback xmlns="">
          <p:sp>
            <p:nvSpPr>
              <p:cNvPr id="30" name="parameter_definition" descr="\boldsymbol{\theta}=\left(b_1,w_1,b_2,w_2,b_3,w_3\right)^{\mathsf{T}}\in\mathbb{R}^{6}">
                <a:extLst>
                  <a:ext uri="{FF2B5EF4-FFF2-40B4-BE49-F238E27FC236}">
                    <a16:creationId xmlns:a16="http://schemas.microsoft.com/office/drawing/2014/main" id="{4673308F-93B4-437B-AFAA-EA8261A36BD3}"/>
                  </a:ext>
                </a:extLst>
              </p:cNvPr>
              <p:cNvSpPr>
                <a:spLocks noGrp="1" noRot="1" noChangeAspect="1" noMove="1" noResize="1" noEditPoints="1" noAdjustHandles="1" noChangeArrowheads="1" noChangeShapeType="1" noTextEdit="1"/>
              </p:cNvSpPr>
              <p:nvPr/>
            </p:nvSpPr>
            <p:spPr>
              <a:xfrm>
                <a:off x="571500" y="3971925"/>
                <a:ext cx="11049000" cy="400050"/>
              </a:xfrm>
              <a:prstGeom prst="rect">
                <a:avLst/>
              </a:prstGeom>
              <a:blipFill>
                <a:blip r:embed="rId13"/>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316640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 name="title">
            <a:extLst>
              <a:ext uri="{FF2B5EF4-FFF2-40B4-BE49-F238E27FC236}">
                <a16:creationId xmlns:a16="http://schemas.microsoft.com/office/drawing/2014/main" id="{0200B9BA-3BE7-4111-AEF7-B7556AED09B6}"/>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First, save the forward values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1BEA4B2-F4F2-482B-B0F6-21232DF309A8}"/>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consider </a:t>
                </a:r>
                <a:r>
                  <a:rPr sz="2175" b="0" dirty="0">
                    <a:solidFill>
                      <a:srgbClr val="FF0000"/>
                    </a:solidFill>
                    <a:latin typeface="DejaVu Sans"/>
                    <a:ea typeface="DejaVu Sans"/>
                    <a:cs typeface="DejaVu Sans"/>
                  </a:rPr>
                  <a:t>regression</a:t>
                </a:r>
                <a:r>
                  <a:rPr sz="2175" b="0" dirty="0">
                    <a:solidFill>
                      <a:srgbClr val="526276"/>
                    </a:solidFill>
                    <a:latin typeface="DejaVu Sans"/>
                    <a:ea typeface="DejaVu Sans"/>
                    <a:cs typeface="DejaVu Sans"/>
                  </a:rPr>
                  <a:t> with the </a:t>
                </a:r>
                <a:r>
                  <a:rPr sz="2175" b="0" dirty="0">
                    <a:solidFill>
                      <a:srgbClr val="FF0000"/>
                    </a:solidFill>
                    <a:latin typeface="DejaVu Sans"/>
                    <a:ea typeface="DejaVu Sans"/>
                    <a:cs typeface="DejaVu Sans"/>
                  </a:rPr>
                  <a:t>squared loss</a:t>
                </a:r>
                <a:r>
                  <a:rPr sz="2175" b="0" dirty="0">
                    <a:solidFill>
                      <a:srgbClr val="526276"/>
                    </a:solidFill>
                    <a:latin typeface="DejaVu Sans"/>
                    <a:ea typeface="DejaVu Sans"/>
                    <a:cs typeface="DejaVu Sans"/>
                  </a:rPr>
                  <a:t>.</a:t>
                </a:r>
              </a:p>
              <a:p>
                <a:pPr algn="ctr">
                  <a:defRPr sz="2175" b="0">
                    <a:solidFill>
                      <a:srgbClr val="526276"/>
                    </a:solidFill>
                    <a:latin typeface="DejaVu Sans"/>
                    <a:ea typeface="DejaVu Sans"/>
                    <a:cs typeface="DejaVu Sans"/>
                  </a:defRPr>
                </a:pPr>
                <a:r>
                  <a:rPr sz="2175" b="0" dirty="0">
                    <a:solidFill>
                      <a:srgbClr val="FF0000"/>
                    </a:solidFill>
                    <a:latin typeface="DejaVu Sans"/>
                    <a:ea typeface="DejaVu Sans"/>
                    <a:cs typeface="DejaVu Sans"/>
                  </a:rPr>
                  <a:t>One fixed observation</a:t>
                </a:r>
                <a:r>
                  <a:rPr sz="2175" b="0" dirty="0">
                    <a:solidFill>
                      <a:srgbClr val="526276"/>
                    </a:solidFill>
                    <a:latin typeface="DejaVu Sans"/>
                    <a:ea typeface="DejaVu Sans"/>
                    <a:cs typeface="DejaVu Sans"/>
                  </a:rPr>
                  <a:t>: input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𝑥</m:t>
                    </m:r>
                    <m:r>
                      <a:rPr lang="it-IT" sz="2175" b="0" i="1" dirty="0" smtClean="0">
                        <a:solidFill>
                          <a:srgbClr val="526276"/>
                        </a:solidFill>
                        <a:latin typeface="Cambria Math" panose="02040503050406030204" pitchFamily="18" charset="0"/>
                        <a:ea typeface="DejaVu Sans"/>
                        <a:cs typeface="DejaVu Sans"/>
                      </a:rPr>
                      <m:t> = 2</m:t>
                    </m:r>
                  </m:oMath>
                </a14:m>
                <a:r>
                  <a:rPr sz="2175" b="0" dirty="0">
                    <a:solidFill>
                      <a:srgbClr val="526276"/>
                    </a:solidFill>
                    <a:latin typeface="DejaVu Sans"/>
                    <a:ea typeface="DejaVu Sans"/>
                    <a:cs typeface="DejaVu Sans"/>
                  </a:rPr>
                  <a:t>, target </a:t>
                </a:r>
                <a14:m>
                  <m:oMath xmlns:m="http://schemas.openxmlformats.org/officeDocument/2006/math">
                    <m:r>
                      <a:rPr lang="it-IT" sz="2175" b="0" i="1" dirty="0" smtClean="0">
                        <a:solidFill>
                          <a:srgbClr val="526276"/>
                        </a:solidFill>
                        <a:latin typeface="Cambria Math" panose="02040503050406030204" pitchFamily="18" charset="0"/>
                        <a:ea typeface="DejaVu Sans"/>
                        <a:cs typeface="DejaVu Sans"/>
                      </a:rPr>
                      <m:t>𝑦</m:t>
                    </m:r>
                    <m:r>
                      <a:rPr lang="it-IT" sz="2175" b="0" i="1" dirty="0" smtClean="0">
                        <a:solidFill>
                          <a:srgbClr val="526276"/>
                        </a:solidFill>
                        <a:latin typeface="Cambria Math" panose="02040503050406030204" pitchFamily="18" charset="0"/>
                        <a:ea typeface="DejaVu Sans"/>
                        <a:cs typeface="DejaVu Sans"/>
                      </a:rPr>
                      <m:t> = −2</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61BEA4B2-F4F2-482B-B0F6-21232DF309A8}"/>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3"/>
                <a:stretch>
                  <a:fillRect t="-5738" b="-16393"/>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1814BAEC-4534-4412-BF6F-07AB089A76B2}"/>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01408D3-15A2-4FB1-AEFF-3791F6C6D092}"/>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5</a:t>
            </a:r>
          </a:p>
        </p:txBody>
      </p:sp>
      <p:sp>
        <p:nvSpPr>
          <p:cNvPr id="5" name="note_box_1">
            <a:extLst>
              <a:ext uri="{FF2B5EF4-FFF2-40B4-BE49-F238E27FC236}">
                <a16:creationId xmlns:a16="http://schemas.microsoft.com/office/drawing/2014/main" id="{85599D23-B624-4E0D-97EB-4B7293514086}"/>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25313F"/>
            </a:solidFill>
          </a:ln>
        </p:spPr>
        <p:txBody>
          <a:bodyPr/>
          <a:lstStyle/>
          <a:p>
            <a:endParaRPr lang="it-IT"/>
          </a:p>
        </p:txBody>
      </p:sp>
      <mc:AlternateContent xmlns:mc="http://schemas.openxmlformats.org/markup-compatibility/2006" xmlns:a14="http://schemas.microsoft.com/office/drawing/2010/main">
        <mc:Choice Requires="a14">
          <p:sp>
            <p:nvSpPr>
              <p:cNvPr id="6" name="equation_2" descr="\phi_0(x)">
                <a:extLst>
                  <a:ext uri="{FF2B5EF4-FFF2-40B4-BE49-F238E27FC236}">
                    <a16:creationId xmlns:a16="http://schemas.microsoft.com/office/drawing/2014/main" id="{85966E47-7CFC-4146-BA65-D101F54CF1CE}"/>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5313F"/>
                              </a:solidFill>
                              <a:latin typeface="Cambria Math"/>
                              <a:ea typeface="Cambria Math"/>
                              <a:cs typeface="Cambria Math"/>
                            </a:rPr>
                          </m:ctrlPr>
                        </m:sSubPr>
                        <m:e>
                          <m:r>
                            <a:rPr lang="en-GB" sz="2200">
                              <a:solidFill>
                                <a:srgbClr val="25313F"/>
                              </a:solidFill>
                              <a:latin typeface="Cambria Math"/>
                              <a:ea typeface="Cambria Math"/>
                              <a:cs typeface="Cambria Math"/>
                            </a:rPr>
                            <m:t>𝜙</m:t>
                          </m:r>
                        </m:e>
                        <m:sub>
                          <m:r>
                            <a:rPr lang="en-GB" sz="2200">
                              <a:solidFill>
                                <a:srgbClr val="25313F"/>
                              </a:solidFill>
                              <a:latin typeface="Cambria Math"/>
                              <a:ea typeface="Cambria Math"/>
                              <a:cs typeface="Cambria Math"/>
                            </a:rPr>
                            <m:t>0</m:t>
                          </m:r>
                        </m:sub>
                      </m:sSub>
                      <m:d>
                        <m:dPr>
                          <m:ctrlPr>
                            <a:rPr lang="en-GB" sz="2200">
                              <a:solidFill>
                                <a:srgbClr val="25313F"/>
                              </a:solidFill>
                              <a:latin typeface="Cambria Math"/>
                              <a:ea typeface="Cambria Math"/>
                              <a:cs typeface="Cambria Math"/>
                            </a:rPr>
                          </m:ctrlPr>
                        </m:dPr>
                        <m:e>
                          <m:r>
                            <a:rPr lang="en-GB" sz="2200">
                              <a:solidFill>
                                <a:srgbClr val="25313F"/>
                              </a:solidFill>
                              <a:latin typeface="Cambria Math"/>
                              <a:ea typeface="Cambria Math"/>
                              <a:cs typeface="Cambria Math"/>
                            </a:rPr>
                            <m:t>𝑥</m:t>
                          </m:r>
                        </m:e>
                      </m:d>
                    </m:oMath>
                  </m:oMathPara>
                </a14:m>
                <a:endParaRPr lang="en-GB" sz="2200"/>
              </a:p>
            </p:txBody>
          </p:sp>
        </mc:Choice>
        <mc:Fallback xmlns="">
          <p:sp>
            <p:nvSpPr>
              <p:cNvPr id="6" name="equation_2" descr="\phi_0(x)">
                <a:extLst>
                  <a:ext uri="{FF2B5EF4-FFF2-40B4-BE49-F238E27FC236}">
                    <a16:creationId xmlns:a16="http://schemas.microsoft.com/office/drawing/2014/main" id="{85966E47-7CFC-4146-BA65-D101F54CF1CE}"/>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ation_3" descr="2">
                <a:extLst>
                  <a:ext uri="{FF2B5EF4-FFF2-40B4-BE49-F238E27FC236}">
                    <a16:creationId xmlns:a16="http://schemas.microsoft.com/office/drawing/2014/main" id="{1326125D-54C6-4D01-84E4-ED0A6DA1D42E}"/>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5313F"/>
                          </a:solidFill>
                          <a:latin typeface="Cambria Math"/>
                          <a:ea typeface="Cambria Math"/>
                          <a:cs typeface="Cambria Math"/>
                        </a:rPr>
                        <m:t>2</m:t>
                      </m:r>
                    </m:oMath>
                  </m:oMathPara>
                </a14:m>
                <a:endParaRPr lang="en-GB" sz="2400"/>
              </a:p>
            </p:txBody>
          </p:sp>
        </mc:Choice>
        <mc:Fallback xmlns="">
          <p:sp>
            <p:nvSpPr>
              <p:cNvPr id="7" name="equation_3" descr="2">
                <a:extLst>
                  <a:ext uri="{FF2B5EF4-FFF2-40B4-BE49-F238E27FC236}">
                    <a16:creationId xmlns:a16="http://schemas.microsoft.com/office/drawing/2014/main" id="{1326125D-54C6-4D01-84E4-ED0A6DA1D42E}"/>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5"/>
                <a:stretch>
                  <a:fillRect b="-13208"/>
                </a:stretch>
              </a:blipFill>
              <a:ln w="0">
                <a:noFill/>
              </a:ln>
            </p:spPr>
            <p:txBody>
              <a:bodyPr/>
              <a:lstStyle/>
              <a:p>
                <a:r>
                  <a:rPr lang="it-IT">
                    <a:noFill/>
                  </a:rPr>
                  <a:t> </a:t>
                </a:r>
              </a:p>
            </p:txBody>
          </p:sp>
        </mc:Fallback>
      </mc:AlternateContent>
      <p:sp>
        <p:nvSpPr>
          <p:cNvPr id="8" name="note_box_4">
            <a:extLst>
              <a:ext uri="{FF2B5EF4-FFF2-40B4-BE49-F238E27FC236}">
                <a16:creationId xmlns:a16="http://schemas.microsoft.com/office/drawing/2014/main" id="{D2C3A287-7F0D-492F-9577-9D4204AA3131}"/>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 name="equation_5" descr="a_1(x)">
                <a:extLst>
                  <a:ext uri="{FF2B5EF4-FFF2-40B4-BE49-F238E27FC236}">
                    <a16:creationId xmlns:a16="http://schemas.microsoft.com/office/drawing/2014/main" id="{C6FA0436-2E55-403C-A608-589C4BD529FB}"/>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9" name="equation_5" descr="a_1(x)">
                <a:extLst>
                  <a:ext uri="{FF2B5EF4-FFF2-40B4-BE49-F238E27FC236}">
                    <a16:creationId xmlns:a16="http://schemas.microsoft.com/office/drawing/2014/main" id="{C6FA0436-2E55-403C-A608-589C4BD529FB}"/>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
                <a:extLst>
                  <a:ext uri="{FF2B5EF4-FFF2-40B4-BE49-F238E27FC236}">
                    <a16:creationId xmlns:a16="http://schemas.microsoft.com/office/drawing/2014/main" id="{33ED7598-6E85-4CB8-8B28-67A2BC0996C1}"/>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0" name="equation_6" descr="?">
                <a:extLst>
                  <a:ext uri="{FF2B5EF4-FFF2-40B4-BE49-F238E27FC236}">
                    <a16:creationId xmlns:a16="http://schemas.microsoft.com/office/drawing/2014/main" id="{33ED7598-6E85-4CB8-8B28-67A2BC0996C1}"/>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7"/>
                <a:stretch>
                  <a:fillRect b="-13208"/>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02226882-A0E5-4464-9903-8D5BB2AA9224}"/>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12" name="text_8">
            <a:extLst>
              <a:ext uri="{FF2B5EF4-FFF2-40B4-BE49-F238E27FC236}">
                <a16:creationId xmlns:a16="http://schemas.microsoft.com/office/drawing/2014/main" id="{1F38F21F-8DDF-4B8E-BEF7-DD45520E1CC9}"/>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13" name="note_box_9">
            <a:extLst>
              <a:ext uri="{FF2B5EF4-FFF2-40B4-BE49-F238E27FC236}">
                <a16:creationId xmlns:a16="http://schemas.microsoft.com/office/drawing/2014/main" id="{CAE1C36F-12DC-41EE-84C4-24FE70E8EC2B}"/>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 name="equation_10" descr="\phi_1(x)">
                <a:extLst>
                  <a:ext uri="{FF2B5EF4-FFF2-40B4-BE49-F238E27FC236}">
                    <a16:creationId xmlns:a16="http://schemas.microsoft.com/office/drawing/2014/main" id="{F6BCD2F9-BAE0-4A2B-962F-FC12F05E808E}"/>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4" name="equation_10" descr="\phi_1(x)">
                <a:extLst>
                  <a:ext uri="{FF2B5EF4-FFF2-40B4-BE49-F238E27FC236}">
                    <a16:creationId xmlns:a16="http://schemas.microsoft.com/office/drawing/2014/main" id="{F6BCD2F9-BAE0-4A2B-962F-FC12F05E808E}"/>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
                <a:extLst>
                  <a:ext uri="{FF2B5EF4-FFF2-40B4-BE49-F238E27FC236}">
                    <a16:creationId xmlns:a16="http://schemas.microsoft.com/office/drawing/2014/main" id="{590DA2BE-9538-497B-9DB4-5ABE9EB11E43}"/>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5" name="equation_11" descr="?">
                <a:extLst>
                  <a:ext uri="{FF2B5EF4-FFF2-40B4-BE49-F238E27FC236}">
                    <a16:creationId xmlns:a16="http://schemas.microsoft.com/office/drawing/2014/main" id="{590DA2BE-9538-497B-9DB4-5ABE9EB11E43}"/>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9"/>
                <a:stretch>
                  <a:fillRect b="-13208"/>
                </a:stretch>
              </a:blipFill>
              <a:ln w="0">
                <a:noFill/>
              </a:ln>
            </p:spPr>
            <p:txBody>
              <a:bodyPr/>
              <a:lstStyle/>
              <a:p>
                <a:r>
                  <a:rPr lang="it-IT">
                    <a:noFill/>
                  </a:rPr>
                  <a:t> </a:t>
                </a:r>
              </a:p>
            </p:txBody>
          </p:sp>
        </mc:Fallback>
      </mc:AlternateContent>
      <p:sp>
        <p:nvSpPr>
          <p:cNvPr id="16" name="line_12">
            <a:extLst>
              <a:ext uri="{FF2B5EF4-FFF2-40B4-BE49-F238E27FC236}">
                <a16:creationId xmlns:a16="http://schemas.microsoft.com/office/drawing/2014/main" id="{97FDC1D5-5403-40E4-AF57-F987FE1D54AC}"/>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17" name="text_13">
            <a:extLst>
              <a:ext uri="{FF2B5EF4-FFF2-40B4-BE49-F238E27FC236}">
                <a16:creationId xmlns:a16="http://schemas.microsoft.com/office/drawing/2014/main" id="{E69D777D-1825-4A38-851C-19F633CDE4B8}"/>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18" name="note_box_14">
            <a:extLst>
              <a:ext uri="{FF2B5EF4-FFF2-40B4-BE49-F238E27FC236}">
                <a16:creationId xmlns:a16="http://schemas.microsoft.com/office/drawing/2014/main" id="{46D2C91A-F07A-4ABC-B38B-205D39BBF4CB}"/>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9" name="equation_15" descr="a_2(x)">
                <a:extLst>
                  <a:ext uri="{FF2B5EF4-FFF2-40B4-BE49-F238E27FC236}">
                    <a16:creationId xmlns:a16="http://schemas.microsoft.com/office/drawing/2014/main" id="{91CCF30D-9C64-4954-8026-BE837DCA715C}"/>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9" name="equation_15" descr="a_2(x)">
                <a:extLst>
                  <a:ext uri="{FF2B5EF4-FFF2-40B4-BE49-F238E27FC236}">
                    <a16:creationId xmlns:a16="http://schemas.microsoft.com/office/drawing/2014/main" id="{91CCF30D-9C64-4954-8026-BE837DCA715C}"/>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16" descr="?">
                <a:extLst>
                  <a:ext uri="{FF2B5EF4-FFF2-40B4-BE49-F238E27FC236}">
                    <a16:creationId xmlns:a16="http://schemas.microsoft.com/office/drawing/2014/main" id="{D613CDE7-D447-496D-8C84-A341ED4893EF}"/>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0" name="equation_16" descr="?">
                <a:extLst>
                  <a:ext uri="{FF2B5EF4-FFF2-40B4-BE49-F238E27FC236}">
                    <a16:creationId xmlns:a16="http://schemas.microsoft.com/office/drawing/2014/main" id="{D613CDE7-D447-496D-8C84-A341ED4893EF}"/>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11"/>
                <a:stretch>
                  <a:fillRect b="-13208"/>
                </a:stretch>
              </a:blipFill>
              <a:ln w="0">
                <a:noFill/>
              </a:ln>
            </p:spPr>
            <p:txBody>
              <a:bodyPr/>
              <a:lstStyle/>
              <a:p>
                <a:r>
                  <a:rPr lang="it-IT">
                    <a:noFill/>
                  </a:rPr>
                  <a:t> </a:t>
                </a:r>
              </a:p>
            </p:txBody>
          </p:sp>
        </mc:Fallback>
      </mc:AlternateContent>
      <p:sp>
        <p:nvSpPr>
          <p:cNvPr id="21" name="line_17">
            <a:extLst>
              <a:ext uri="{FF2B5EF4-FFF2-40B4-BE49-F238E27FC236}">
                <a16:creationId xmlns:a16="http://schemas.microsoft.com/office/drawing/2014/main" id="{2F2B6E4B-0D5C-45FA-BCDA-F965F5A38CF6}"/>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22" name="text_18">
            <a:extLst>
              <a:ext uri="{FF2B5EF4-FFF2-40B4-BE49-F238E27FC236}">
                <a16:creationId xmlns:a16="http://schemas.microsoft.com/office/drawing/2014/main" id="{7B1FD077-356A-4D37-A65B-4D7502416C98}"/>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3" name="note_box_19">
            <a:extLst>
              <a:ext uri="{FF2B5EF4-FFF2-40B4-BE49-F238E27FC236}">
                <a16:creationId xmlns:a16="http://schemas.microsoft.com/office/drawing/2014/main" id="{0BB6F16F-5747-408F-903B-F448A21B78DB}"/>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 name="equation_20" descr="\phi_2(x)">
                <a:extLst>
                  <a:ext uri="{FF2B5EF4-FFF2-40B4-BE49-F238E27FC236}">
                    <a16:creationId xmlns:a16="http://schemas.microsoft.com/office/drawing/2014/main" id="{62AE3B9A-EB34-4189-B8B9-0C26CC04AA57}"/>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4" name="equation_20" descr="\phi_2(x)">
                <a:extLst>
                  <a:ext uri="{FF2B5EF4-FFF2-40B4-BE49-F238E27FC236}">
                    <a16:creationId xmlns:a16="http://schemas.microsoft.com/office/drawing/2014/main" id="{62AE3B9A-EB34-4189-B8B9-0C26CC04AA57}"/>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equation_21" descr="?">
                <a:extLst>
                  <a:ext uri="{FF2B5EF4-FFF2-40B4-BE49-F238E27FC236}">
                    <a16:creationId xmlns:a16="http://schemas.microsoft.com/office/drawing/2014/main" id="{5CEC238A-32F1-491C-8478-B0F18ED84B98}"/>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5" name="equation_21" descr="?">
                <a:extLst>
                  <a:ext uri="{FF2B5EF4-FFF2-40B4-BE49-F238E27FC236}">
                    <a16:creationId xmlns:a16="http://schemas.microsoft.com/office/drawing/2014/main" id="{5CEC238A-32F1-491C-8478-B0F18ED84B98}"/>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283F5806-1765-4378-9862-84237BD287FF}"/>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27" name="text_23">
            <a:extLst>
              <a:ext uri="{FF2B5EF4-FFF2-40B4-BE49-F238E27FC236}">
                <a16:creationId xmlns:a16="http://schemas.microsoft.com/office/drawing/2014/main" id="{92C15F55-17C0-4506-B27B-B388EA5E1D96}"/>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28" name="note_box_24">
            <a:extLst>
              <a:ext uri="{FF2B5EF4-FFF2-40B4-BE49-F238E27FC236}">
                <a16:creationId xmlns:a16="http://schemas.microsoft.com/office/drawing/2014/main" id="{5BDB8EDD-AD61-42CA-84C0-20FD6617544C}"/>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 name="equation_25" descr="a_3(x)">
                <a:extLst>
                  <a:ext uri="{FF2B5EF4-FFF2-40B4-BE49-F238E27FC236}">
                    <a16:creationId xmlns:a16="http://schemas.microsoft.com/office/drawing/2014/main" id="{26B60D55-07A6-445E-928F-0BDD58B97561}"/>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9" name="equation_25" descr="a_3(x)">
                <a:extLst>
                  <a:ext uri="{FF2B5EF4-FFF2-40B4-BE49-F238E27FC236}">
                    <a16:creationId xmlns:a16="http://schemas.microsoft.com/office/drawing/2014/main" id="{26B60D55-07A6-445E-928F-0BDD58B97561}"/>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equation_26" descr="?">
                <a:extLst>
                  <a:ext uri="{FF2B5EF4-FFF2-40B4-BE49-F238E27FC236}">
                    <a16:creationId xmlns:a16="http://schemas.microsoft.com/office/drawing/2014/main" id="{ACD946DE-8D5D-405D-A77B-1E96A177A2D2}"/>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0" name="equation_26" descr="?">
                <a:extLst>
                  <a:ext uri="{FF2B5EF4-FFF2-40B4-BE49-F238E27FC236}">
                    <a16:creationId xmlns:a16="http://schemas.microsoft.com/office/drawing/2014/main" id="{ACD946DE-8D5D-405D-A77B-1E96A177A2D2}"/>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31" name="line_27">
            <a:extLst>
              <a:ext uri="{FF2B5EF4-FFF2-40B4-BE49-F238E27FC236}">
                <a16:creationId xmlns:a16="http://schemas.microsoft.com/office/drawing/2014/main" id="{75895FC5-4415-4C17-AF07-D27E33A6AC35}"/>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32" name="text_28">
            <a:extLst>
              <a:ext uri="{FF2B5EF4-FFF2-40B4-BE49-F238E27FC236}">
                <a16:creationId xmlns:a16="http://schemas.microsoft.com/office/drawing/2014/main" id="{6435E6D2-0243-449D-BFC4-6D6E2BAF53D9}"/>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33" name="note_box_29">
            <a:extLst>
              <a:ext uri="{FF2B5EF4-FFF2-40B4-BE49-F238E27FC236}">
                <a16:creationId xmlns:a16="http://schemas.microsoft.com/office/drawing/2014/main" id="{7D4795DF-4DA9-47D6-AE8A-4EEF6CBDF342}"/>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 name="equation_30" descr="\mathcal{L}_{\mathrm{sq}}">
                <a:extLst>
                  <a:ext uri="{FF2B5EF4-FFF2-40B4-BE49-F238E27FC236}">
                    <a16:creationId xmlns:a16="http://schemas.microsoft.com/office/drawing/2014/main" id="{08CC2CB9-1DF0-4EC5-96B9-4CD13AE199BF}"/>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34" name="equation_30" descr="\mathcal{L}_{\mathrm{sq}}">
                <a:extLst>
                  <a:ext uri="{FF2B5EF4-FFF2-40B4-BE49-F238E27FC236}">
                    <a16:creationId xmlns:a16="http://schemas.microsoft.com/office/drawing/2014/main" id="{08CC2CB9-1DF0-4EC5-96B9-4CD13AE199BF}"/>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 name="equation_31" descr="?">
                <a:extLst>
                  <a:ext uri="{FF2B5EF4-FFF2-40B4-BE49-F238E27FC236}">
                    <a16:creationId xmlns:a16="http://schemas.microsoft.com/office/drawing/2014/main" id="{89E46997-16A0-4C69-B34A-CD28B796C715}"/>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5" name="equation_31" descr="?">
                <a:extLst>
                  <a:ext uri="{FF2B5EF4-FFF2-40B4-BE49-F238E27FC236}">
                    <a16:creationId xmlns:a16="http://schemas.microsoft.com/office/drawing/2014/main" id="{89E46997-16A0-4C69-B34A-CD28B796C715}"/>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36" name="line_32">
            <a:extLst>
              <a:ext uri="{FF2B5EF4-FFF2-40B4-BE49-F238E27FC236}">
                <a16:creationId xmlns:a16="http://schemas.microsoft.com/office/drawing/2014/main" id="{AB4FB0C9-A9A8-4539-AD62-5E05D57BAE55}"/>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37" name="text_33">
            <a:extLst>
              <a:ext uri="{FF2B5EF4-FFF2-40B4-BE49-F238E27FC236}">
                <a16:creationId xmlns:a16="http://schemas.microsoft.com/office/drawing/2014/main" id="{491CB7B6-522D-4312-9FAD-D54730FA70F6}"/>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38" name="note_box_34">
            <a:extLst>
              <a:ext uri="{FF2B5EF4-FFF2-40B4-BE49-F238E27FC236}">
                <a16:creationId xmlns:a16="http://schemas.microsoft.com/office/drawing/2014/main" id="{93DD4C1C-6121-4ABA-95A8-EA879CAAB531}"/>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9" name="equation_35" descr="w_1=1">
                <a:extLst>
                  <a:ext uri="{FF2B5EF4-FFF2-40B4-BE49-F238E27FC236}">
                    <a16:creationId xmlns:a16="http://schemas.microsoft.com/office/drawing/2014/main" id="{D8620122-5788-43F2-8868-93B6B843E89B}"/>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39" name="equation_35" descr="w_1=1">
                <a:extLst>
                  <a:ext uri="{FF2B5EF4-FFF2-40B4-BE49-F238E27FC236}">
                    <a16:creationId xmlns:a16="http://schemas.microsoft.com/office/drawing/2014/main" id="{D8620122-5788-43F2-8868-93B6B843E89B}"/>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40" name="line_36">
            <a:extLst>
              <a:ext uri="{FF2B5EF4-FFF2-40B4-BE49-F238E27FC236}">
                <a16:creationId xmlns:a16="http://schemas.microsoft.com/office/drawing/2014/main" id="{7A385DCE-11D5-4A70-8342-13D746968E32}"/>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41" name="note_box_37">
            <a:extLst>
              <a:ext uri="{FF2B5EF4-FFF2-40B4-BE49-F238E27FC236}">
                <a16:creationId xmlns:a16="http://schemas.microsoft.com/office/drawing/2014/main" id="{9BCA689C-2F95-468C-8353-8B32BC72AF79}"/>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2" name="equation_38" descr="b_1=1">
                <a:extLst>
                  <a:ext uri="{FF2B5EF4-FFF2-40B4-BE49-F238E27FC236}">
                    <a16:creationId xmlns:a16="http://schemas.microsoft.com/office/drawing/2014/main" id="{616D288D-BA3A-4311-9A8B-53AA7192F2C7}"/>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2" name="equation_38" descr="b_1=1">
                <a:extLst>
                  <a:ext uri="{FF2B5EF4-FFF2-40B4-BE49-F238E27FC236}">
                    <a16:creationId xmlns:a16="http://schemas.microsoft.com/office/drawing/2014/main" id="{616D288D-BA3A-4311-9A8B-53AA7192F2C7}"/>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43" name="line_39">
            <a:extLst>
              <a:ext uri="{FF2B5EF4-FFF2-40B4-BE49-F238E27FC236}">
                <a16:creationId xmlns:a16="http://schemas.microsoft.com/office/drawing/2014/main" id="{19464FE3-C23E-49F6-BD76-D21D93BA4CD9}"/>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44" name="note_box_40">
            <a:extLst>
              <a:ext uri="{FF2B5EF4-FFF2-40B4-BE49-F238E27FC236}">
                <a16:creationId xmlns:a16="http://schemas.microsoft.com/office/drawing/2014/main" id="{DEA29DBA-7C91-43A7-B6FD-AC10F8662030}"/>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5" name="equation_41" descr="w_2=2">
                <a:extLst>
                  <a:ext uri="{FF2B5EF4-FFF2-40B4-BE49-F238E27FC236}">
                    <a16:creationId xmlns:a16="http://schemas.microsoft.com/office/drawing/2014/main" id="{558AEDBB-3B8F-4CA9-83F9-8745591211BB}"/>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45" name="equation_41" descr="w_2=2">
                <a:extLst>
                  <a:ext uri="{FF2B5EF4-FFF2-40B4-BE49-F238E27FC236}">
                    <a16:creationId xmlns:a16="http://schemas.microsoft.com/office/drawing/2014/main" id="{558AEDBB-3B8F-4CA9-83F9-8745591211BB}"/>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46" name="line_42">
            <a:extLst>
              <a:ext uri="{FF2B5EF4-FFF2-40B4-BE49-F238E27FC236}">
                <a16:creationId xmlns:a16="http://schemas.microsoft.com/office/drawing/2014/main" id="{1E8F0248-8382-4460-B5BA-8AA56A0CCB62}"/>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47" name="note_box_43">
            <a:extLst>
              <a:ext uri="{FF2B5EF4-FFF2-40B4-BE49-F238E27FC236}">
                <a16:creationId xmlns:a16="http://schemas.microsoft.com/office/drawing/2014/main" id="{F2FEAEA1-8D71-4A39-903B-741A4B2DF977}"/>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8" name="equation_44" descr="b_2=-1">
                <a:extLst>
                  <a:ext uri="{FF2B5EF4-FFF2-40B4-BE49-F238E27FC236}">
                    <a16:creationId xmlns:a16="http://schemas.microsoft.com/office/drawing/2014/main" id="{B3D76A04-8451-4BE1-9528-6C4963B297C1}"/>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8" name="equation_44" descr="b_2=-1">
                <a:extLst>
                  <a:ext uri="{FF2B5EF4-FFF2-40B4-BE49-F238E27FC236}">
                    <a16:creationId xmlns:a16="http://schemas.microsoft.com/office/drawing/2014/main" id="{B3D76A04-8451-4BE1-9528-6C4963B297C1}"/>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49" name="line_45">
            <a:extLst>
              <a:ext uri="{FF2B5EF4-FFF2-40B4-BE49-F238E27FC236}">
                <a16:creationId xmlns:a16="http://schemas.microsoft.com/office/drawing/2014/main" id="{5AB9B6EC-E786-457B-89DB-860D492FABA7}"/>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50" name="note_box_46">
            <a:extLst>
              <a:ext uri="{FF2B5EF4-FFF2-40B4-BE49-F238E27FC236}">
                <a16:creationId xmlns:a16="http://schemas.microsoft.com/office/drawing/2014/main" id="{A31F8936-AED2-4E99-9B8E-4D07B7DE4B05}"/>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1" name="equation_47" descr="w_3=-1">
                <a:extLst>
                  <a:ext uri="{FF2B5EF4-FFF2-40B4-BE49-F238E27FC236}">
                    <a16:creationId xmlns:a16="http://schemas.microsoft.com/office/drawing/2014/main" id="{0DF9DDDD-1EE4-474F-BB90-9743CFDF4592}"/>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1" name="equation_47" descr="w_3=-1">
                <a:extLst>
                  <a:ext uri="{FF2B5EF4-FFF2-40B4-BE49-F238E27FC236}">
                    <a16:creationId xmlns:a16="http://schemas.microsoft.com/office/drawing/2014/main" id="{0DF9DDDD-1EE4-474F-BB90-9743CFDF4592}"/>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52" name="line_48">
            <a:extLst>
              <a:ext uri="{FF2B5EF4-FFF2-40B4-BE49-F238E27FC236}">
                <a16:creationId xmlns:a16="http://schemas.microsoft.com/office/drawing/2014/main" id="{FC707AAD-00C8-41CB-9F44-9ACF1FD93878}"/>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53" name="note_box_49">
            <a:extLst>
              <a:ext uri="{FF2B5EF4-FFF2-40B4-BE49-F238E27FC236}">
                <a16:creationId xmlns:a16="http://schemas.microsoft.com/office/drawing/2014/main" id="{C8CBEF29-4056-4A95-ABDC-DBCF77EEEF20}"/>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4" name="equation_50" descr="b_3=2">
                <a:extLst>
                  <a:ext uri="{FF2B5EF4-FFF2-40B4-BE49-F238E27FC236}">
                    <a16:creationId xmlns:a16="http://schemas.microsoft.com/office/drawing/2014/main" id="{61ED001C-CEE4-4AC1-90AA-ABBD5CAB584E}"/>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54" name="equation_50" descr="b_3=2">
                <a:extLst>
                  <a:ext uri="{FF2B5EF4-FFF2-40B4-BE49-F238E27FC236}">
                    <a16:creationId xmlns:a16="http://schemas.microsoft.com/office/drawing/2014/main" id="{61ED001C-CEE4-4AC1-90AA-ABBD5CAB584E}"/>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55" name="line_51">
            <a:extLst>
              <a:ext uri="{FF2B5EF4-FFF2-40B4-BE49-F238E27FC236}">
                <a16:creationId xmlns:a16="http://schemas.microsoft.com/office/drawing/2014/main" id="{E76849A9-DB96-434A-B370-D2B120B20222}"/>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56" name="equation_52" descr="y=-2">
                <a:extLst>
                  <a:ext uri="{FF2B5EF4-FFF2-40B4-BE49-F238E27FC236}">
                    <a16:creationId xmlns:a16="http://schemas.microsoft.com/office/drawing/2014/main" id="{069EAB46-3EA0-4292-A78F-91CD05ED9133}"/>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56" name="equation_52" descr="y=-2">
                <a:extLst>
                  <a:ext uri="{FF2B5EF4-FFF2-40B4-BE49-F238E27FC236}">
                    <a16:creationId xmlns:a16="http://schemas.microsoft.com/office/drawing/2014/main" id="{069EAB46-3EA0-4292-A78F-91CD05ED9133}"/>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57" name="line_53">
            <a:extLst>
              <a:ext uri="{FF2B5EF4-FFF2-40B4-BE49-F238E27FC236}">
                <a16:creationId xmlns:a16="http://schemas.microsoft.com/office/drawing/2014/main" id="{2011ED23-1669-4DF2-B53B-0DE636683054}"/>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58" name="note_brace_54">
            <a:extLst>
              <a:ext uri="{FF2B5EF4-FFF2-40B4-BE49-F238E27FC236}">
                <a16:creationId xmlns:a16="http://schemas.microsoft.com/office/drawing/2014/main" id="{037FF365-D9EC-4127-9EB3-164096CCC110}"/>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59" name="text_55">
            <a:extLst>
              <a:ext uri="{FF2B5EF4-FFF2-40B4-BE49-F238E27FC236}">
                <a16:creationId xmlns:a16="http://schemas.microsoft.com/office/drawing/2014/main" id="{65738EF4-0531-490A-A749-B3A7865CBDC8}"/>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60" name="note_brace_56">
            <a:extLst>
              <a:ext uri="{FF2B5EF4-FFF2-40B4-BE49-F238E27FC236}">
                <a16:creationId xmlns:a16="http://schemas.microsoft.com/office/drawing/2014/main" id="{193F257E-D8CF-47F4-8226-A27CC5C93521}"/>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61" name="text_57">
            <a:extLst>
              <a:ext uri="{FF2B5EF4-FFF2-40B4-BE49-F238E27FC236}">
                <a16:creationId xmlns:a16="http://schemas.microsoft.com/office/drawing/2014/main" id="{BD06855B-81F8-4CA5-805E-8F21E00BC5B0}"/>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2" name="note_brace_58">
            <a:extLst>
              <a:ext uri="{FF2B5EF4-FFF2-40B4-BE49-F238E27FC236}">
                <a16:creationId xmlns:a16="http://schemas.microsoft.com/office/drawing/2014/main" id="{C598C397-325B-4991-93DE-377D3F5F3E24}"/>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63" name="text_59">
            <a:extLst>
              <a:ext uri="{FF2B5EF4-FFF2-40B4-BE49-F238E27FC236}">
                <a16:creationId xmlns:a16="http://schemas.microsoft.com/office/drawing/2014/main" id="{774281B7-F219-4EC2-A101-502F820CC207}"/>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64" name="text_60">
            <a:extLst>
              <a:ext uri="{FF2B5EF4-FFF2-40B4-BE49-F238E27FC236}">
                <a16:creationId xmlns:a16="http://schemas.microsoft.com/office/drawing/2014/main" id="{27123C61-9487-43FD-8495-3D67D0168CDF}"/>
              </a:ext>
            </a:extLst>
          </p:cNvPr>
          <p:cNvSpPr>
            <a:spLocks noGrp="1"/>
          </p:cNvSpPr>
          <p:nvPr/>
        </p:nvSpPr>
        <p:spPr>
          <a:xfrm>
            <a:off x="666750" y="5391150"/>
            <a:ext cx="10858500" cy="609600"/>
          </a:xfrm>
          <a:prstGeom prst="rect">
            <a:avLst/>
          </a:prstGeom>
          <a:noFill/>
          <a:ln w="0">
            <a:noFill/>
          </a:ln>
        </p:spPr>
        <p:txBody>
          <a:bodyPr anchor="ctr">
            <a:noAutofit/>
          </a:bodyPr>
          <a:lstStyle>
            <a:defPPr algn="ctr">
              <a:defRPr sz="2100" b="0">
                <a:solidFill>
                  <a:srgbClr val="526276"/>
                </a:solidFill>
                <a:latin typeface="DejaVu Sans"/>
                <a:ea typeface="DejaVu Sans"/>
                <a:cs typeface="DejaVu Sans"/>
              </a:defRPr>
            </a:defP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We will calculate one quantity at a time, from left to right.</a:t>
            </a:r>
          </a:p>
        </p:txBody>
      </p:sp>
      <p:sp>
        <p:nvSpPr>
          <p:cNvPr id="65" name="shape_61">
            <a:extLst>
              <a:ext uri="{FF2B5EF4-FFF2-40B4-BE49-F238E27FC236}">
                <a16:creationId xmlns:a16="http://schemas.microsoft.com/office/drawing/2014/main" id="{8967AFBB-5BB4-45B2-9D21-0BA4711DA79E}"/>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66" name="note_box_62">
            <a:extLst>
              <a:ext uri="{FF2B5EF4-FFF2-40B4-BE49-F238E27FC236}">
                <a16:creationId xmlns:a16="http://schemas.microsoft.com/office/drawing/2014/main" id="{D8DE965D-DAAA-4FF0-863E-67C24EBDF834}"/>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7" name="equation_63" descr="\phi_0(x)">
                <a:extLst>
                  <a:ext uri="{FF2B5EF4-FFF2-40B4-BE49-F238E27FC236}">
                    <a16:creationId xmlns:a16="http://schemas.microsoft.com/office/drawing/2014/main" id="{DE374D56-C5D7-4BFB-9ED6-198182D23B29}"/>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0</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67" name="equation_63" descr="\phi_0(x)">
                <a:extLst>
                  <a:ext uri="{FF2B5EF4-FFF2-40B4-BE49-F238E27FC236}">
                    <a16:creationId xmlns:a16="http://schemas.microsoft.com/office/drawing/2014/main" id="{DE374D56-C5D7-4BFB-9ED6-198182D23B29}"/>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25"/>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8" name="equation_64" descr="2">
                <a:extLst>
                  <a:ext uri="{FF2B5EF4-FFF2-40B4-BE49-F238E27FC236}">
                    <a16:creationId xmlns:a16="http://schemas.microsoft.com/office/drawing/2014/main" id="{B982450E-E63E-453E-AE42-06AFFD79D543}"/>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2</m:t>
                      </m:r>
                    </m:oMath>
                  </m:oMathPara>
                </a14:m>
                <a:endParaRPr lang="en-GB" sz="2400"/>
              </a:p>
            </p:txBody>
          </p:sp>
        </mc:Choice>
        <mc:Fallback xmlns="">
          <p:sp>
            <p:nvSpPr>
              <p:cNvPr id="68" name="equation_64" descr="2">
                <a:extLst>
                  <a:ext uri="{FF2B5EF4-FFF2-40B4-BE49-F238E27FC236}">
                    <a16:creationId xmlns:a16="http://schemas.microsoft.com/office/drawing/2014/main" id="{B982450E-E63E-453E-AE42-06AFFD79D543}"/>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26"/>
                <a:stretch>
                  <a:fillRect b="-13208"/>
                </a:stretch>
              </a:blipFill>
              <a:ln w="0">
                <a:noFill/>
              </a:ln>
            </p:spPr>
            <p:txBody>
              <a:bodyPr/>
              <a:lstStyle/>
              <a:p>
                <a:r>
                  <a:rPr lang="it-IT">
                    <a:noFill/>
                  </a:rPr>
                  <a:t> </a:t>
                </a:r>
              </a:p>
            </p:txBody>
          </p:sp>
        </mc:Fallback>
      </mc:AlternateContent>
      <p:sp>
        <p:nvSpPr>
          <p:cNvPr id="69" name="note_box_65">
            <a:extLst>
              <a:ext uri="{FF2B5EF4-FFF2-40B4-BE49-F238E27FC236}">
                <a16:creationId xmlns:a16="http://schemas.microsoft.com/office/drawing/2014/main" id="{21276BDB-FF30-4AD4-8266-54E44ACF477D}"/>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a_1(x)">
                <a:extLst>
                  <a:ext uri="{FF2B5EF4-FFF2-40B4-BE49-F238E27FC236}">
                    <a16:creationId xmlns:a16="http://schemas.microsoft.com/office/drawing/2014/main" id="{24EB6476-6F5B-4A41-B515-F1E6C88C748F}"/>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1</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70" name="equation_66" descr="a_1(x)">
                <a:extLst>
                  <a:ext uri="{FF2B5EF4-FFF2-40B4-BE49-F238E27FC236}">
                    <a16:creationId xmlns:a16="http://schemas.microsoft.com/office/drawing/2014/main" id="{24EB6476-6F5B-4A41-B515-F1E6C88C748F}"/>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27"/>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1" name="equation_67" descr="?">
                <a:extLst>
                  <a:ext uri="{FF2B5EF4-FFF2-40B4-BE49-F238E27FC236}">
                    <a16:creationId xmlns:a16="http://schemas.microsoft.com/office/drawing/2014/main" id="{5CB07B29-85D5-4457-B15D-BC45C8E7E274}"/>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71" name="equation_67" descr="?">
                <a:extLst>
                  <a:ext uri="{FF2B5EF4-FFF2-40B4-BE49-F238E27FC236}">
                    <a16:creationId xmlns:a16="http://schemas.microsoft.com/office/drawing/2014/main" id="{5CB07B29-85D5-4457-B15D-BC45C8E7E274}"/>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28"/>
                <a:stretch>
                  <a:fillRect b="-13208"/>
                </a:stretch>
              </a:blipFill>
              <a:ln w="0">
                <a:noFill/>
              </a:ln>
            </p:spPr>
            <p:txBody>
              <a:bodyPr/>
              <a:lstStyle/>
              <a:p>
                <a:r>
                  <a:rPr lang="it-IT">
                    <a:noFill/>
                  </a:rPr>
                  <a:t> </a:t>
                </a:r>
              </a:p>
            </p:txBody>
          </p:sp>
        </mc:Fallback>
      </mc:AlternateContent>
      <p:sp>
        <p:nvSpPr>
          <p:cNvPr id="72" name="line_68">
            <a:extLst>
              <a:ext uri="{FF2B5EF4-FFF2-40B4-BE49-F238E27FC236}">
                <a16:creationId xmlns:a16="http://schemas.microsoft.com/office/drawing/2014/main" id="{621D33EC-6155-44E4-8A56-6A60411820FA}"/>
              </a:ext>
            </a:extLst>
          </p:cNvPr>
          <p:cNvSpPr>
            <a:spLocks noGrp="1"/>
          </p:cNvSpPr>
          <p:nvPr/>
        </p:nvSpPr>
        <p:spPr>
          <a:xfrm>
            <a:off x="1571625" y="3143250"/>
            <a:ext cx="358378" cy="476"/>
          </a:xfrm>
          <a:prstGeom prst="line">
            <a:avLst/>
          </a:prstGeom>
          <a:noFill/>
          <a:ln w="13335">
            <a:solidFill>
              <a:srgbClr val="235C99"/>
            </a:solidFill>
            <a:tailEnd type="triangle" w="sm" len="sm"/>
          </a:ln>
        </p:spPr>
        <p:txBody>
          <a:bodyPr/>
          <a:lstStyle/>
          <a:p>
            <a:endParaRPr lang="it-IT"/>
          </a:p>
        </p:txBody>
      </p:sp>
      <p:sp>
        <p:nvSpPr>
          <p:cNvPr id="73" name="text_69">
            <a:extLst>
              <a:ext uri="{FF2B5EF4-FFF2-40B4-BE49-F238E27FC236}">
                <a16:creationId xmlns:a16="http://schemas.microsoft.com/office/drawing/2014/main" id="{DD6CD7EB-DBD1-449F-8024-8664C927A5BE}"/>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74" name="note_box_70">
            <a:extLst>
              <a:ext uri="{FF2B5EF4-FFF2-40B4-BE49-F238E27FC236}">
                <a16:creationId xmlns:a16="http://schemas.microsoft.com/office/drawing/2014/main" id="{9280334A-B518-4D98-8D89-DED633EA1CDE}"/>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5" name="equation_71" descr="\phi_1(x)">
                <a:extLst>
                  <a:ext uri="{FF2B5EF4-FFF2-40B4-BE49-F238E27FC236}">
                    <a16:creationId xmlns:a16="http://schemas.microsoft.com/office/drawing/2014/main" id="{5CEA2B75-7CB6-496A-892C-5B4CD13C943F}"/>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75" name="equation_71" descr="\phi_1(x)">
                <a:extLst>
                  <a:ext uri="{FF2B5EF4-FFF2-40B4-BE49-F238E27FC236}">
                    <a16:creationId xmlns:a16="http://schemas.microsoft.com/office/drawing/2014/main" id="{5CEA2B75-7CB6-496A-892C-5B4CD13C943F}"/>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6" name="equation_72" descr="?">
                <a:extLst>
                  <a:ext uri="{FF2B5EF4-FFF2-40B4-BE49-F238E27FC236}">
                    <a16:creationId xmlns:a16="http://schemas.microsoft.com/office/drawing/2014/main" id="{29FE596E-9B1D-4CBE-A95E-A198C38E7B8E}"/>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76" name="equation_72" descr="?">
                <a:extLst>
                  <a:ext uri="{FF2B5EF4-FFF2-40B4-BE49-F238E27FC236}">
                    <a16:creationId xmlns:a16="http://schemas.microsoft.com/office/drawing/2014/main" id="{29FE596E-9B1D-4CBE-A95E-A198C38E7B8E}"/>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9"/>
                <a:stretch>
                  <a:fillRect b="-13208"/>
                </a:stretch>
              </a:blipFill>
              <a:ln w="0">
                <a:noFill/>
              </a:ln>
            </p:spPr>
            <p:txBody>
              <a:bodyPr/>
              <a:lstStyle/>
              <a:p>
                <a:r>
                  <a:rPr lang="it-IT">
                    <a:noFill/>
                  </a:rPr>
                  <a:t> </a:t>
                </a:r>
              </a:p>
            </p:txBody>
          </p:sp>
        </mc:Fallback>
      </mc:AlternateContent>
      <p:sp>
        <p:nvSpPr>
          <p:cNvPr id="77" name="line_73">
            <a:extLst>
              <a:ext uri="{FF2B5EF4-FFF2-40B4-BE49-F238E27FC236}">
                <a16:creationId xmlns:a16="http://schemas.microsoft.com/office/drawing/2014/main" id="{F44B0813-B4A5-4E7D-B8D6-6069C1011DA4}"/>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78" name="text_74">
            <a:extLst>
              <a:ext uri="{FF2B5EF4-FFF2-40B4-BE49-F238E27FC236}">
                <a16:creationId xmlns:a16="http://schemas.microsoft.com/office/drawing/2014/main" id="{5EAA1869-02C3-405D-B492-7A4BE5A8A16B}"/>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79" name="note_box_75">
            <a:extLst>
              <a:ext uri="{FF2B5EF4-FFF2-40B4-BE49-F238E27FC236}">
                <a16:creationId xmlns:a16="http://schemas.microsoft.com/office/drawing/2014/main" id="{674D27EF-D653-4B29-9499-2267DCD8209D}"/>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0" name="equation_76" descr="a_2(x)">
                <a:extLst>
                  <a:ext uri="{FF2B5EF4-FFF2-40B4-BE49-F238E27FC236}">
                    <a16:creationId xmlns:a16="http://schemas.microsoft.com/office/drawing/2014/main" id="{0AE8DD78-E4DE-4DD9-B54E-5BEB5DDA7214}"/>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80" name="equation_76" descr="a_2(x)">
                <a:extLst>
                  <a:ext uri="{FF2B5EF4-FFF2-40B4-BE49-F238E27FC236}">
                    <a16:creationId xmlns:a16="http://schemas.microsoft.com/office/drawing/2014/main" id="{0AE8DD78-E4DE-4DD9-B54E-5BEB5DDA7214}"/>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1" name="equation_77" descr="?">
                <a:extLst>
                  <a:ext uri="{FF2B5EF4-FFF2-40B4-BE49-F238E27FC236}">
                    <a16:creationId xmlns:a16="http://schemas.microsoft.com/office/drawing/2014/main" id="{80250E46-2A4E-403D-BBF6-CAB3AFF37674}"/>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81" name="equation_77" descr="?">
                <a:extLst>
                  <a:ext uri="{FF2B5EF4-FFF2-40B4-BE49-F238E27FC236}">
                    <a16:creationId xmlns:a16="http://schemas.microsoft.com/office/drawing/2014/main" id="{80250E46-2A4E-403D-BBF6-CAB3AFF37674}"/>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11"/>
                <a:stretch>
                  <a:fillRect b="-13208"/>
                </a:stretch>
              </a:blipFill>
              <a:ln w="0">
                <a:noFill/>
              </a:ln>
            </p:spPr>
            <p:txBody>
              <a:bodyPr/>
              <a:lstStyle/>
              <a:p>
                <a:r>
                  <a:rPr lang="it-IT">
                    <a:noFill/>
                  </a:rPr>
                  <a:t> </a:t>
                </a:r>
              </a:p>
            </p:txBody>
          </p:sp>
        </mc:Fallback>
      </mc:AlternateContent>
      <p:sp>
        <p:nvSpPr>
          <p:cNvPr id="82" name="line_78">
            <a:extLst>
              <a:ext uri="{FF2B5EF4-FFF2-40B4-BE49-F238E27FC236}">
                <a16:creationId xmlns:a16="http://schemas.microsoft.com/office/drawing/2014/main" id="{64DD6134-747C-436D-A38E-FA5A79169525}"/>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83" name="text_79">
            <a:extLst>
              <a:ext uri="{FF2B5EF4-FFF2-40B4-BE49-F238E27FC236}">
                <a16:creationId xmlns:a16="http://schemas.microsoft.com/office/drawing/2014/main" id="{F49C8F27-B6A7-4DD9-9E99-3D84E17EFA0F}"/>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84" name="note_box_80">
            <a:extLst>
              <a:ext uri="{FF2B5EF4-FFF2-40B4-BE49-F238E27FC236}">
                <a16:creationId xmlns:a16="http://schemas.microsoft.com/office/drawing/2014/main" id="{CC332C5D-7CB5-4445-BDC2-8B45640228D9}"/>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5" name="equation_81" descr="\phi_2(x)">
                <a:extLst>
                  <a:ext uri="{FF2B5EF4-FFF2-40B4-BE49-F238E27FC236}">
                    <a16:creationId xmlns:a16="http://schemas.microsoft.com/office/drawing/2014/main" id="{5C6DD4C9-32A5-436A-B9CC-B40C71B744CA}"/>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85" name="equation_81" descr="\phi_2(x)">
                <a:extLst>
                  <a:ext uri="{FF2B5EF4-FFF2-40B4-BE49-F238E27FC236}">
                    <a16:creationId xmlns:a16="http://schemas.microsoft.com/office/drawing/2014/main" id="{5C6DD4C9-32A5-436A-B9CC-B40C71B744CA}"/>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6" name="equation_82" descr="?">
                <a:extLst>
                  <a:ext uri="{FF2B5EF4-FFF2-40B4-BE49-F238E27FC236}">
                    <a16:creationId xmlns:a16="http://schemas.microsoft.com/office/drawing/2014/main" id="{0181390D-1998-4B9D-80CF-A5575D06057D}"/>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86" name="equation_82" descr="?">
                <a:extLst>
                  <a:ext uri="{FF2B5EF4-FFF2-40B4-BE49-F238E27FC236}">
                    <a16:creationId xmlns:a16="http://schemas.microsoft.com/office/drawing/2014/main" id="{0181390D-1998-4B9D-80CF-A5575D06057D}"/>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87" name="line_83">
            <a:extLst>
              <a:ext uri="{FF2B5EF4-FFF2-40B4-BE49-F238E27FC236}">
                <a16:creationId xmlns:a16="http://schemas.microsoft.com/office/drawing/2014/main" id="{48425BC7-CEF2-4FC0-82F7-5072C35E1231}"/>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88" name="text_84">
            <a:extLst>
              <a:ext uri="{FF2B5EF4-FFF2-40B4-BE49-F238E27FC236}">
                <a16:creationId xmlns:a16="http://schemas.microsoft.com/office/drawing/2014/main" id="{8752E3EC-F54F-42CE-89D4-ABDD8AE83394}"/>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89" name="note_box_85">
            <a:extLst>
              <a:ext uri="{FF2B5EF4-FFF2-40B4-BE49-F238E27FC236}">
                <a16:creationId xmlns:a16="http://schemas.microsoft.com/office/drawing/2014/main" id="{420BF234-CBDE-4202-B1A6-3E33293AD580}"/>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0" name="equation_86" descr="a_3(x)">
                <a:extLst>
                  <a:ext uri="{FF2B5EF4-FFF2-40B4-BE49-F238E27FC236}">
                    <a16:creationId xmlns:a16="http://schemas.microsoft.com/office/drawing/2014/main" id="{FD565793-A04B-4B99-9669-601C8F6834DD}"/>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90" name="equation_86" descr="a_3(x)">
                <a:extLst>
                  <a:ext uri="{FF2B5EF4-FFF2-40B4-BE49-F238E27FC236}">
                    <a16:creationId xmlns:a16="http://schemas.microsoft.com/office/drawing/2014/main" id="{FD565793-A04B-4B99-9669-601C8F6834DD}"/>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1" name="equation_87" descr="?">
                <a:extLst>
                  <a:ext uri="{FF2B5EF4-FFF2-40B4-BE49-F238E27FC236}">
                    <a16:creationId xmlns:a16="http://schemas.microsoft.com/office/drawing/2014/main" id="{4F70CC16-A2F5-4207-9E42-F437CBE0394D}"/>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91" name="equation_87" descr="?">
                <a:extLst>
                  <a:ext uri="{FF2B5EF4-FFF2-40B4-BE49-F238E27FC236}">
                    <a16:creationId xmlns:a16="http://schemas.microsoft.com/office/drawing/2014/main" id="{4F70CC16-A2F5-4207-9E42-F437CBE0394D}"/>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92" name="line_88">
            <a:extLst>
              <a:ext uri="{FF2B5EF4-FFF2-40B4-BE49-F238E27FC236}">
                <a16:creationId xmlns:a16="http://schemas.microsoft.com/office/drawing/2014/main" id="{831C2E32-21F9-4EA5-A9AD-6E5CC736760E}"/>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93" name="text_89">
            <a:extLst>
              <a:ext uri="{FF2B5EF4-FFF2-40B4-BE49-F238E27FC236}">
                <a16:creationId xmlns:a16="http://schemas.microsoft.com/office/drawing/2014/main" id="{5A0D7105-9D01-4074-B318-CD4FAF9178FA}"/>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94" name="note_box_90">
            <a:extLst>
              <a:ext uri="{FF2B5EF4-FFF2-40B4-BE49-F238E27FC236}">
                <a16:creationId xmlns:a16="http://schemas.microsoft.com/office/drawing/2014/main" id="{2D43AB66-CA3D-4154-97B9-3DEA09019A87}"/>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5" name="equation_91" descr="\mathcal{L}_{\mathrm{sq}}">
                <a:extLst>
                  <a:ext uri="{FF2B5EF4-FFF2-40B4-BE49-F238E27FC236}">
                    <a16:creationId xmlns:a16="http://schemas.microsoft.com/office/drawing/2014/main" id="{EDC3BD1E-0D7E-4FE2-B83E-D955816A07EC}"/>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95" name="equation_91" descr="\mathcal{L}_{\mathrm{sq}}">
                <a:extLst>
                  <a:ext uri="{FF2B5EF4-FFF2-40B4-BE49-F238E27FC236}">
                    <a16:creationId xmlns:a16="http://schemas.microsoft.com/office/drawing/2014/main" id="{EDC3BD1E-0D7E-4FE2-B83E-D955816A07EC}"/>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6" name="equation_92" descr="?">
                <a:extLst>
                  <a:ext uri="{FF2B5EF4-FFF2-40B4-BE49-F238E27FC236}">
                    <a16:creationId xmlns:a16="http://schemas.microsoft.com/office/drawing/2014/main" id="{D1C9E99D-C450-4522-9576-F33794DE284C}"/>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96" name="equation_92" descr="?">
                <a:extLst>
                  <a:ext uri="{FF2B5EF4-FFF2-40B4-BE49-F238E27FC236}">
                    <a16:creationId xmlns:a16="http://schemas.microsoft.com/office/drawing/2014/main" id="{D1C9E99D-C450-4522-9576-F33794DE284C}"/>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97" name="line_93">
            <a:extLst>
              <a:ext uri="{FF2B5EF4-FFF2-40B4-BE49-F238E27FC236}">
                <a16:creationId xmlns:a16="http://schemas.microsoft.com/office/drawing/2014/main" id="{63036579-9BCB-4C92-9633-2A1E5CC48E8C}"/>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98" name="text_94">
            <a:extLst>
              <a:ext uri="{FF2B5EF4-FFF2-40B4-BE49-F238E27FC236}">
                <a16:creationId xmlns:a16="http://schemas.microsoft.com/office/drawing/2014/main" id="{5FF0CDB0-A0F2-41F9-90A7-2689602C3C23}"/>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99" name="note_box_95">
            <a:extLst>
              <a:ext uri="{FF2B5EF4-FFF2-40B4-BE49-F238E27FC236}">
                <a16:creationId xmlns:a16="http://schemas.microsoft.com/office/drawing/2014/main" id="{D0D80C04-52ED-467B-B740-4CA3B9AAF7FC}"/>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00" name="equation_96" descr="w_1=1">
                <a:extLst>
                  <a:ext uri="{FF2B5EF4-FFF2-40B4-BE49-F238E27FC236}">
                    <a16:creationId xmlns:a16="http://schemas.microsoft.com/office/drawing/2014/main" id="{FAF49766-9821-4FA2-957A-B8DD6BE53001}"/>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1</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100" name="equation_96" descr="w_1=1">
                <a:extLst>
                  <a:ext uri="{FF2B5EF4-FFF2-40B4-BE49-F238E27FC236}">
                    <a16:creationId xmlns:a16="http://schemas.microsoft.com/office/drawing/2014/main" id="{FAF49766-9821-4FA2-957A-B8DD6BE53001}"/>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29"/>
                <a:stretch>
                  <a:fillRect/>
                </a:stretch>
              </a:blipFill>
              <a:ln w="0">
                <a:noFill/>
              </a:ln>
            </p:spPr>
            <p:txBody>
              <a:bodyPr/>
              <a:lstStyle/>
              <a:p>
                <a:r>
                  <a:rPr lang="it-IT">
                    <a:noFill/>
                  </a:rPr>
                  <a:t> </a:t>
                </a:r>
              </a:p>
            </p:txBody>
          </p:sp>
        </mc:Fallback>
      </mc:AlternateContent>
      <p:sp>
        <p:nvSpPr>
          <p:cNvPr id="101" name="line_97">
            <a:extLst>
              <a:ext uri="{FF2B5EF4-FFF2-40B4-BE49-F238E27FC236}">
                <a16:creationId xmlns:a16="http://schemas.microsoft.com/office/drawing/2014/main" id="{439BDA37-5578-4381-9432-B7D9A3247D0E}"/>
              </a:ext>
            </a:extLst>
          </p:cNvPr>
          <p:cNvSpPr>
            <a:spLocks noGrp="1"/>
          </p:cNvSpPr>
          <p:nvPr/>
        </p:nvSpPr>
        <p:spPr>
          <a:xfrm flipV="1">
            <a:off x="2052399" y="3543300"/>
            <a:ext cx="391954" cy="252413"/>
          </a:xfrm>
          <a:prstGeom prst="line">
            <a:avLst/>
          </a:prstGeom>
          <a:noFill/>
          <a:ln w="12383">
            <a:solidFill>
              <a:srgbClr val="235C99"/>
            </a:solidFill>
            <a:tailEnd type="triangle" w="sm" len="sm"/>
          </a:ln>
        </p:spPr>
        <p:txBody>
          <a:bodyPr/>
          <a:lstStyle/>
          <a:p>
            <a:endParaRPr lang="it-IT"/>
          </a:p>
        </p:txBody>
      </p:sp>
      <p:sp>
        <p:nvSpPr>
          <p:cNvPr id="102" name="note_box_98">
            <a:extLst>
              <a:ext uri="{FF2B5EF4-FFF2-40B4-BE49-F238E27FC236}">
                <a16:creationId xmlns:a16="http://schemas.microsoft.com/office/drawing/2014/main" id="{BE62931F-5E15-436F-AA57-938970DDE56F}"/>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03" name="equation_99" descr="b_1=1">
                <a:extLst>
                  <a:ext uri="{FF2B5EF4-FFF2-40B4-BE49-F238E27FC236}">
                    <a16:creationId xmlns:a16="http://schemas.microsoft.com/office/drawing/2014/main" id="{78236B05-2323-4B8B-A9B7-62B886B2780F}"/>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1</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103" name="equation_99" descr="b_1=1">
                <a:extLst>
                  <a:ext uri="{FF2B5EF4-FFF2-40B4-BE49-F238E27FC236}">
                    <a16:creationId xmlns:a16="http://schemas.microsoft.com/office/drawing/2014/main" id="{78236B05-2323-4B8B-A9B7-62B886B2780F}"/>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30"/>
                <a:stretch>
                  <a:fillRect/>
                </a:stretch>
              </a:blipFill>
              <a:ln w="0">
                <a:noFill/>
              </a:ln>
            </p:spPr>
            <p:txBody>
              <a:bodyPr/>
              <a:lstStyle/>
              <a:p>
                <a:r>
                  <a:rPr lang="it-IT">
                    <a:noFill/>
                  </a:rPr>
                  <a:t> </a:t>
                </a:r>
              </a:p>
            </p:txBody>
          </p:sp>
        </mc:Fallback>
      </mc:AlternateContent>
      <p:sp>
        <p:nvSpPr>
          <p:cNvPr id="104" name="line_100">
            <a:extLst>
              <a:ext uri="{FF2B5EF4-FFF2-40B4-BE49-F238E27FC236}">
                <a16:creationId xmlns:a16="http://schemas.microsoft.com/office/drawing/2014/main" id="{A425C60D-D2E6-4DEA-9FA5-32BAA58F63A9}"/>
              </a:ext>
            </a:extLst>
          </p:cNvPr>
          <p:cNvSpPr>
            <a:spLocks noGrp="1"/>
          </p:cNvSpPr>
          <p:nvPr/>
        </p:nvSpPr>
        <p:spPr>
          <a:xfrm flipH="1" flipV="1">
            <a:off x="2653903" y="3543300"/>
            <a:ext cx="391954" cy="252413"/>
          </a:xfrm>
          <a:prstGeom prst="line">
            <a:avLst/>
          </a:prstGeom>
          <a:noFill/>
          <a:ln w="12383">
            <a:solidFill>
              <a:srgbClr val="235C99"/>
            </a:solidFill>
            <a:tailEnd type="triangle" w="sm" len="sm"/>
          </a:ln>
        </p:spPr>
        <p:txBody>
          <a:bodyPr/>
          <a:lstStyle/>
          <a:p>
            <a:endParaRPr lang="it-IT"/>
          </a:p>
        </p:txBody>
      </p:sp>
      <p:sp>
        <p:nvSpPr>
          <p:cNvPr id="105" name="note_box_101">
            <a:extLst>
              <a:ext uri="{FF2B5EF4-FFF2-40B4-BE49-F238E27FC236}">
                <a16:creationId xmlns:a16="http://schemas.microsoft.com/office/drawing/2014/main" id="{D039252C-9446-4341-9ACE-0BA44EB999D9}"/>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06" name="equation_102" descr="w_2=2">
                <a:extLst>
                  <a:ext uri="{FF2B5EF4-FFF2-40B4-BE49-F238E27FC236}">
                    <a16:creationId xmlns:a16="http://schemas.microsoft.com/office/drawing/2014/main" id="{17D055B4-E0ED-4573-AA26-AC081DF131E6}"/>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106" name="equation_102" descr="w_2=2">
                <a:extLst>
                  <a:ext uri="{FF2B5EF4-FFF2-40B4-BE49-F238E27FC236}">
                    <a16:creationId xmlns:a16="http://schemas.microsoft.com/office/drawing/2014/main" id="{17D055B4-E0ED-4573-AA26-AC081DF131E6}"/>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107" name="line_103">
            <a:extLst>
              <a:ext uri="{FF2B5EF4-FFF2-40B4-BE49-F238E27FC236}">
                <a16:creationId xmlns:a16="http://schemas.microsoft.com/office/drawing/2014/main" id="{A696B54F-9308-4E75-8898-A3793ABADC20}"/>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108" name="note_box_104">
            <a:extLst>
              <a:ext uri="{FF2B5EF4-FFF2-40B4-BE49-F238E27FC236}">
                <a16:creationId xmlns:a16="http://schemas.microsoft.com/office/drawing/2014/main" id="{D923560E-B428-48BF-93A7-025598795904}"/>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09" name="equation_105" descr="b_2=-1">
                <a:extLst>
                  <a:ext uri="{FF2B5EF4-FFF2-40B4-BE49-F238E27FC236}">
                    <a16:creationId xmlns:a16="http://schemas.microsoft.com/office/drawing/2014/main" id="{4A983F75-A5D3-437E-9FE4-E620985B0D50}"/>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109" name="equation_105" descr="b_2=-1">
                <a:extLst>
                  <a:ext uri="{FF2B5EF4-FFF2-40B4-BE49-F238E27FC236}">
                    <a16:creationId xmlns:a16="http://schemas.microsoft.com/office/drawing/2014/main" id="{4A983F75-A5D3-437E-9FE4-E620985B0D50}"/>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110" name="line_106">
            <a:extLst>
              <a:ext uri="{FF2B5EF4-FFF2-40B4-BE49-F238E27FC236}">
                <a16:creationId xmlns:a16="http://schemas.microsoft.com/office/drawing/2014/main" id="{45C620B8-B0CB-43B6-B329-CACEDB410B26}"/>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111" name="note_box_107">
            <a:extLst>
              <a:ext uri="{FF2B5EF4-FFF2-40B4-BE49-F238E27FC236}">
                <a16:creationId xmlns:a16="http://schemas.microsoft.com/office/drawing/2014/main" id="{4E257E54-F2F7-4EA1-8D2C-18B7748C0F4E}"/>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2" name="equation_108" descr="w_3=-1">
                <a:extLst>
                  <a:ext uri="{FF2B5EF4-FFF2-40B4-BE49-F238E27FC236}">
                    <a16:creationId xmlns:a16="http://schemas.microsoft.com/office/drawing/2014/main" id="{EDB6463A-D580-42E5-A3D3-D50D28288AF0}"/>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112" name="equation_108" descr="w_3=-1">
                <a:extLst>
                  <a:ext uri="{FF2B5EF4-FFF2-40B4-BE49-F238E27FC236}">
                    <a16:creationId xmlns:a16="http://schemas.microsoft.com/office/drawing/2014/main" id="{EDB6463A-D580-42E5-A3D3-D50D28288AF0}"/>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113" name="line_109">
            <a:extLst>
              <a:ext uri="{FF2B5EF4-FFF2-40B4-BE49-F238E27FC236}">
                <a16:creationId xmlns:a16="http://schemas.microsoft.com/office/drawing/2014/main" id="{38A97E69-FE24-4CF8-A0EB-46391675DD99}"/>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114" name="note_box_110">
            <a:extLst>
              <a:ext uri="{FF2B5EF4-FFF2-40B4-BE49-F238E27FC236}">
                <a16:creationId xmlns:a16="http://schemas.microsoft.com/office/drawing/2014/main" id="{7244FA60-D9CE-4D7B-9600-CF92E04DFD2B}"/>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5" name="equation_111" descr="b_3=2">
                <a:extLst>
                  <a:ext uri="{FF2B5EF4-FFF2-40B4-BE49-F238E27FC236}">
                    <a16:creationId xmlns:a16="http://schemas.microsoft.com/office/drawing/2014/main" id="{B3275DEF-9E67-4C4F-BA21-F448505C08C2}"/>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115" name="equation_111" descr="b_3=2">
                <a:extLst>
                  <a:ext uri="{FF2B5EF4-FFF2-40B4-BE49-F238E27FC236}">
                    <a16:creationId xmlns:a16="http://schemas.microsoft.com/office/drawing/2014/main" id="{B3275DEF-9E67-4C4F-BA21-F448505C08C2}"/>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116" name="line_112">
            <a:extLst>
              <a:ext uri="{FF2B5EF4-FFF2-40B4-BE49-F238E27FC236}">
                <a16:creationId xmlns:a16="http://schemas.microsoft.com/office/drawing/2014/main" id="{4909998A-8D96-4009-8EBA-4AF5E2C199FE}"/>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17" name="equation_113" descr="y=-2">
                <a:extLst>
                  <a:ext uri="{FF2B5EF4-FFF2-40B4-BE49-F238E27FC236}">
                    <a16:creationId xmlns:a16="http://schemas.microsoft.com/office/drawing/2014/main" id="{4902437A-E6CC-437D-BF43-369458960363}"/>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117" name="equation_113" descr="y=-2">
                <a:extLst>
                  <a:ext uri="{FF2B5EF4-FFF2-40B4-BE49-F238E27FC236}">
                    <a16:creationId xmlns:a16="http://schemas.microsoft.com/office/drawing/2014/main" id="{4902437A-E6CC-437D-BF43-369458960363}"/>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118" name="line_114">
            <a:extLst>
              <a:ext uri="{FF2B5EF4-FFF2-40B4-BE49-F238E27FC236}">
                <a16:creationId xmlns:a16="http://schemas.microsoft.com/office/drawing/2014/main" id="{CD07E6C7-18E3-4CBB-AC47-0AD8F4E6C209}"/>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119" name="note_brace_115">
            <a:extLst>
              <a:ext uri="{FF2B5EF4-FFF2-40B4-BE49-F238E27FC236}">
                <a16:creationId xmlns:a16="http://schemas.microsoft.com/office/drawing/2014/main" id="{5FD61A03-1A6E-45B8-8DDD-9A14A45A0F62}"/>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20" name="text_116">
            <a:extLst>
              <a:ext uri="{FF2B5EF4-FFF2-40B4-BE49-F238E27FC236}">
                <a16:creationId xmlns:a16="http://schemas.microsoft.com/office/drawing/2014/main" id="{E314DA11-DEBD-4969-90B8-CBA6F1130A97}"/>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21" name="note_brace_117">
            <a:extLst>
              <a:ext uri="{FF2B5EF4-FFF2-40B4-BE49-F238E27FC236}">
                <a16:creationId xmlns:a16="http://schemas.microsoft.com/office/drawing/2014/main" id="{07CDB04C-2A8E-4F38-A6F4-710FE5A087DD}"/>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22" name="text_118">
            <a:extLst>
              <a:ext uri="{FF2B5EF4-FFF2-40B4-BE49-F238E27FC236}">
                <a16:creationId xmlns:a16="http://schemas.microsoft.com/office/drawing/2014/main" id="{4509F2D3-10E0-4A94-A047-74703CC68F2C}"/>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23" name="note_brace_119">
            <a:extLst>
              <a:ext uri="{FF2B5EF4-FFF2-40B4-BE49-F238E27FC236}">
                <a16:creationId xmlns:a16="http://schemas.microsoft.com/office/drawing/2014/main" id="{AA0B68EF-1A45-4F08-83C5-16F248B1AF11}"/>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124" name="text_120">
            <a:extLst>
              <a:ext uri="{FF2B5EF4-FFF2-40B4-BE49-F238E27FC236}">
                <a16:creationId xmlns:a16="http://schemas.microsoft.com/office/drawing/2014/main" id="{23978D9B-984C-4B4F-B8DC-4EE6A5373B6C}"/>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25" name="equation_121" descr="a_1(x)=\phi_0(x)w_1+b_1=\ ?">
                <a:extLst>
                  <a:ext uri="{FF2B5EF4-FFF2-40B4-BE49-F238E27FC236}">
                    <a16:creationId xmlns:a16="http://schemas.microsoft.com/office/drawing/2014/main" id="{EAAA3002-ED52-4E85-9134-D8C14E5D5B1F}"/>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0</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1</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1</m:t>
                          </m:r>
                        </m:sub>
                      </m:sSub>
                      <m:r>
                        <a:rPr lang="en-GB" sz="3100">
                          <a:solidFill>
                            <a:srgbClr val="AB4910"/>
                          </a:solidFill>
                          <a:latin typeface="Cambria Math"/>
                          <a:ea typeface="Cambria Math"/>
                          <a:cs typeface="Cambria Math"/>
                        </a:rPr>
                        <m:t>= ?</m:t>
                      </m:r>
                    </m:oMath>
                  </m:oMathPara>
                </a14:m>
                <a:endParaRPr lang="en-GB" sz="3100"/>
              </a:p>
            </p:txBody>
          </p:sp>
        </mc:Choice>
        <mc:Fallback xmlns="">
          <p:sp>
            <p:nvSpPr>
              <p:cNvPr id="125" name="equation_121" descr="a_1(x)=\phi_0(x)w_1+b_1=\ ?">
                <a:extLst>
                  <a:ext uri="{FF2B5EF4-FFF2-40B4-BE49-F238E27FC236}">
                    <a16:creationId xmlns:a16="http://schemas.microsoft.com/office/drawing/2014/main" id="{EAAA3002-ED52-4E85-9134-D8C14E5D5B1F}"/>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31"/>
                <a:stretch>
                  <a:fillRect/>
                </a:stretch>
              </a:blipFill>
              <a:ln w="0">
                <a:noFill/>
              </a:ln>
            </p:spPr>
            <p:txBody>
              <a:bodyPr/>
              <a:lstStyle/>
              <a:p>
                <a:r>
                  <a:rPr lang="it-IT">
                    <a:noFill/>
                  </a:rPr>
                  <a:t> </a:t>
                </a:r>
              </a:p>
            </p:txBody>
          </p:sp>
        </mc:Fallback>
      </mc:AlternateContent>
      <p:sp>
        <p:nvSpPr>
          <p:cNvPr id="126" name="text_122">
            <a:extLst>
              <a:ext uri="{FF2B5EF4-FFF2-40B4-BE49-F238E27FC236}">
                <a16:creationId xmlns:a16="http://schemas.microsoft.com/office/drawing/2014/main" id="{975AC44B-A5F0-4EE1-BBAB-5F4983D820F9}"/>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127" name="shape_123">
            <a:extLst>
              <a:ext uri="{FF2B5EF4-FFF2-40B4-BE49-F238E27FC236}">
                <a16:creationId xmlns:a16="http://schemas.microsoft.com/office/drawing/2014/main" id="{DE48483E-0085-4936-8125-20C8343D7052}"/>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28" name="note_box_124">
            <a:extLst>
              <a:ext uri="{FF2B5EF4-FFF2-40B4-BE49-F238E27FC236}">
                <a16:creationId xmlns:a16="http://schemas.microsoft.com/office/drawing/2014/main" id="{C0194767-7B66-4573-A5E5-43E1415C70FA}"/>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9" name="equation_125" descr="\phi_0(x)">
                <a:extLst>
                  <a:ext uri="{FF2B5EF4-FFF2-40B4-BE49-F238E27FC236}">
                    <a16:creationId xmlns:a16="http://schemas.microsoft.com/office/drawing/2014/main" id="{D4CF444C-876E-453D-8E10-18448F8BCBEA}"/>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0</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129" name="equation_125" descr="\phi_0(x)">
                <a:extLst>
                  <a:ext uri="{FF2B5EF4-FFF2-40B4-BE49-F238E27FC236}">
                    <a16:creationId xmlns:a16="http://schemas.microsoft.com/office/drawing/2014/main" id="{D4CF444C-876E-453D-8E10-18448F8BCBEA}"/>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25"/>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0" name="equation_126" descr="2">
                <a:extLst>
                  <a:ext uri="{FF2B5EF4-FFF2-40B4-BE49-F238E27FC236}">
                    <a16:creationId xmlns:a16="http://schemas.microsoft.com/office/drawing/2014/main" id="{C4A85BAD-31F7-48D1-99E5-D9DFB9EA0039}"/>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2</m:t>
                      </m:r>
                    </m:oMath>
                  </m:oMathPara>
                </a14:m>
                <a:endParaRPr lang="en-GB" sz="2400"/>
              </a:p>
            </p:txBody>
          </p:sp>
        </mc:Choice>
        <mc:Fallback xmlns="">
          <p:sp>
            <p:nvSpPr>
              <p:cNvPr id="130" name="equation_126" descr="2">
                <a:extLst>
                  <a:ext uri="{FF2B5EF4-FFF2-40B4-BE49-F238E27FC236}">
                    <a16:creationId xmlns:a16="http://schemas.microsoft.com/office/drawing/2014/main" id="{C4A85BAD-31F7-48D1-99E5-D9DFB9EA0039}"/>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26"/>
                <a:stretch>
                  <a:fillRect b="-13208"/>
                </a:stretch>
              </a:blipFill>
              <a:ln w="0">
                <a:noFill/>
              </a:ln>
            </p:spPr>
            <p:txBody>
              <a:bodyPr/>
              <a:lstStyle/>
              <a:p>
                <a:r>
                  <a:rPr lang="it-IT">
                    <a:noFill/>
                  </a:rPr>
                  <a:t> </a:t>
                </a:r>
              </a:p>
            </p:txBody>
          </p:sp>
        </mc:Fallback>
      </mc:AlternateContent>
      <p:sp>
        <p:nvSpPr>
          <p:cNvPr id="131" name="note_box_127">
            <a:extLst>
              <a:ext uri="{FF2B5EF4-FFF2-40B4-BE49-F238E27FC236}">
                <a16:creationId xmlns:a16="http://schemas.microsoft.com/office/drawing/2014/main" id="{34C07EC6-6682-4CE8-B7A4-BFA9B7A748F8}"/>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32" name="equation_128" descr="a_1(x)">
                <a:extLst>
                  <a:ext uri="{FF2B5EF4-FFF2-40B4-BE49-F238E27FC236}">
                    <a16:creationId xmlns:a16="http://schemas.microsoft.com/office/drawing/2014/main" id="{75F223CE-219B-4200-9045-71D1F1892CBF}"/>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1</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132" name="equation_128" descr="a_1(x)">
                <a:extLst>
                  <a:ext uri="{FF2B5EF4-FFF2-40B4-BE49-F238E27FC236}">
                    <a16:creationId xmlns:a16="http://schemas.microsoft.com/office/drawing/2014/main" id="{75F223CE-219B-4200-9045-71D1F1892CBF}"/>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27"/>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3" name="equation_129" descr="3">
                <a:extLst>
                  <a:ext uri="{FF2B5EF4-FFF2-40B4-BE49-F238E27FC236}">
                    <a16:creationId xmlns:a16="http://schemas.microsoft.com/office/drawing/2014/main" id="{5FA07740-7932-4611-B5AD-C7094BF5CED4}"/>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3</m:t>
                      </m:r>
                    </m:oMath>
                  </m:oMathPara>
                </a14:m>
                <a:endParaRPr lang="en-GB" sz="2400"/>
              </a:p>
            </p:txBody>
          </p:sp>
        </mc:Choice>
        <mc:Fallback xmlns="">
          <p:sp>
            <p:nvSpPr>
              <p:cNvPr id="133" name="equation_129" descr="3">
                <a:extLst>
                  <a:ext uri="{FF2B5EF4-FFF2-40B4-BE49-F238E27FC236}">
                    <a16:creationId xmlns:a16="http://schemas.microsoft.com/office/drawing/2014/main" id="{5FA07740-7932-4611-B5AD-C7094BF5CED4}"/>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32"/>
                <a:stretch>
                  <a:fillRect b="-13208"/>
                </a:stretch>
              </a:blipFill>
              <a:ln w="0">
                <a:noFill/>
              </a:ln>
            </p:spPr>
            <p:txBody>
              <a:bodyPr/>
              <a:lstStyle/>
              <a:p>
                <a:r>
                  <a:rPr lang="it-IT">
                    <a:noFill/>
                  </a:rPr>
                  <a:t> </a:t>
                </a:r>
              </a:p>
            </p:txBody>
          </p:sp>
        </mc:Fallback>
      </mc:AlternateContent>
      <p:sp>
        <p:nvSpPr>
          <p:cNvPr id="134" name="line_130">
            <a:extLst>
              <a:ext uri="{FF2B5EF4-FFF2-40B4-BE49-F238E27FC236}">
                <a16:creationId xmlns:a16="http://schemas.microsoft.com/office/drawing/2014/main" id="{CB4939AA-3E0D-4167-BCE4-6C482AD59E64}"/>
              </a:ext>
            </a:extLst>
          </p:cNvPr>
          <p:cNvSpPr>
            <a:spLocks noGrp="1"/>
          </p:cNvSpPr>
          <p:nvPr/>
        </p:nvSpPr>
        <p:spPr>
          <a:xfrm>
            <a:off x="1571625" y="3143250"/>
            <a:ext cx="358378" cy="476"/>
          </a:xfrm>
          <a:prstGeom prst="line">
            <a:avLst/>
          </a:prstGeom>
          <a:noFill/>
          <a:ln w="13335">
            <a:solidFill>
              <a:srgbClr val="235C99"/>
            </a:solidFill>
            <a:tailEnd type="triangle" w="sm" len="sm"/>
          </a:ln>
        </p:spPr>
        <p:txBody>
          <a:bodyPr/>
          <a:lstStyle/>
          <a:p>
            <a:endParaRPr lang="it-IT"/>
          </a:p>
        </p:txBody>
      </p:sp>
      <p:sp>
        <p:nvSpPr>
          <p:cNvPr id="135" name="text_131">
            <a:extLst>
              <a:ext uri="{FF2B5EF4-FFF2-40B4-BE49-F238E27FC236}">
                <a16:creationId xmlns:a16="http://schemas.microsoft.com/office/drawing/2014/main" id="{C4A281C9-2835-476A-B660-A2F7F0BC1CC9}"/>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136" name="note_box_132">
            <a:extLst>
              <a:ext uri="{FF2B5EF4-FFF2-40B4-BE49-F238E27FC236}">
                <a16:creationId xmlns:a16="http://schemas.microsoft.com/office/drawing/2014/main" id="{08F1681A-55B8-4D34-9DEF-C9312F758652}"/>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7" name="equation_133" descr="\phi_1(x)">
                <a:extLst>
                  <a:ext uri="{FF2B5EF4-FFF2-40B4-BE49-F238E27FC236}">
                    <a16:creationId xmlns:a16="http://schemas.microsoft.com/office/drawing/2014/main" id="{0CAFBC10-F27F-41DF-A119-032230DBABEC}"/>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37" name="equation_133" descr="\phi_1(x)">
                <a:extLst>
                  <a:ext uri="{FF2B5EF4-FFF2-40B4-BE49-F238E27FC236}">
                    <a16:creationId xmlns:a16="http://schemas.microsoft.com/office/drawing/2014/main" id="{0CAFBC10-F27F-41DF-A119-032230DBABEC}"/>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8" name="equation_134" descr="?">
                <a:extLst>
                  <a:ext uri="{FF2B5EF4-FFF2-40B4-BE49-F238E27FC236}">
                    <a16:creationId xmlns:a16="http://schemas.microsoft.com/office/drawing/2014/main" id="{C102202F-5006-4B48-840C-D5D940CDA6FF}"/>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38" name="equation_134" descr="?">
                <a:extLst>
                  <a:ext uri="{FF2B5EF4-FFF2-40B4-BE49-F238E27FC236}">
                    <a16:creationId xmlns:a16="http://schemas.microsoft.com/office/drawing/2014/main" id="{C102202F-5006-4B48-840C-D5D940CDA6FF}"/>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9"/>
                <a:stretch>
                  <a:fillRect b="-13208"/>
                </a:stretch>
              </a:blipFill>
              <a:ln w="0">
                <a:noFill/>
              </a:ln>
            </p:spPr>
            <p:txBody>
              <a:bodyPr/>
              <a:lstStyle/>
              <a:p>
                <a:r>
                  <a:rPr lang="it-IT">
                    <a:noFill/>
                  </a:rPr>
                  <a:t> </a:t>
                </a:r>
              </a:p>
            </p:txBody>
          </p:sp>
        </mc:Fallback>
      </mc:AlternateContent>
      <p:sp>
        <p:nvSpPr>
          <p:cNvPr id="139" name="line_135">
            <a:extLst>
              <a:ext uri="{FF2B5EF4-FFF2-40B4-BE49-F238E27FC236}">
                <a16:creationId xmlns:a16="http://schemas.microsoft.com/office/drawing/2014/main" id="{C58B8898-50DF-4C9A-AB8B-9B876C15A906}"/>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140" name="text_136">
            <a:extLst>
              <a:ext uri="{FF2B5EF4-FFF2-40B4-BE49-F238E27FC236}">
                <a16:creationId xmlns:a16="http://schemas.microsoft.com/office/drawing/2014/main" id="{D4C5544B-1EB2-406B-A235-039101253389}"/>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141" name="note_box_137">
            <a:extLst>
              <a:ext uri="{FF2B5EF4-FFF2-40B4-BE49-F238E27FC236}">
                <a16:creationId xmlns:a16="http://schemas.microsoft.com/office/drawing/2014/main" id="{8FC93888-00E0-4867-99BF-7A6597A548A8}"/>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2" name="equation_138" descr="a_2(x)">
                <a:extLst>
                  <a:ext uri="{FF2B5EF4-FFF2-40B4-BE49-F238E27FC236}">
                    <a16:creationId xmlns:a16="http://schemas.microsoft.com/office/drawing/2014/main" id="{736C7C78-91E9-4EEB-A3FB-6B5BE0DB1236}"/>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42" name="equation_138" descr="a_2(x)">
                <a:extLst>
                  <a:ext uri="{FF2B5EF4-FFF2-40B4-BE49-F238E27FC236}">
                    <a16:creationId xmlns:a16="http://schemas.microsoft.com/office/drawing/2014/main" id="{736C7C78-91E9-4EEB-A3FB-6B5BE0DB1236}"/>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3" name="equation_139" descr="?">
                <a:extLst>
                  <a:ext uri="{FF2B5EF4-FFF2-40B4-BE49-F238E27FC236}">
                    <a16:creationId xmlns:a16="http://schemas.microsoft.com/office/drawing/2014/main" id="{BBB6A2EA-D122-4873-9A0C-BEC71C376BDD}"/>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43" name="equation_139" descr="?">
                <a:extLst>
                  <a:ext uri="{FF2B5EF4-FFF2-40B4-BE49-F238E27FC236}">
                    <a16:creationId xmlns:a16="http://schemas.microsoft.com/office/drawing/2014/main" id="{BBB6A2EA-D122-4873-9A0C-BEC71C376BDD}"/>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11"/>
                <a:stretch>
                  <a:fillRect b="-13208"/>
                </a:stretch>
              </a:blipFill>
              <a:ln w="0">
                <a:noFill/>
              </a:ln>
            </p:spPr>
            <p:txBody>
              <a:bodyPr/>
              <a:lstStyle/>
              <a:p>
                <a:r>
                  <a:rPr lang="it-IT">
                    <a:noFill/>
                  </a:rPr>
                  <a:t> </a:t>
                </a:r>
              </a:p>
            </p:txBody>
          </p:sp>
        </mc:Fallback>
      </mc:AlternateContent>
      <p:sp>
        <p:nvSpPr>
          <p:cNvPr id="144" name="line_140">
            <a:extLst>
              <a:ext uri="{FF2B5EF4-FFF2-40B4-BE49-F238E27FC236}">
                <a16:creationId xmlns:a16="http://schemas.microsoft.com/office/drawing/2014/main" id="{48085BA0-DC13-40FB-BF7C-74799495ECDA}"/>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145" name="text_141">
            <a:extLst>
              <a:ext uri="{FF2B5EF4-FFF2-40B4-BE49-F238E27FC236}">
                <a16:creationId xmlns:a16="http://schemas.microsoft.com/office/drawing/2014/main" id="{95652E02-DDD3-4B36-9365-CAF213302CF7}"/>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146" name="note_box_142">
            <a:extLst>
              <a:ext uri="{FF2B5EF4-FFF2-40B4-BE49-F238E27FC236}">
                <a16:creationId xmlns:a16="http://schemas.microsoft.com/office/drawing/2014/main" id="{C5950992-A382-4FEA-8413-4A09A1478171}"/>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7" name="equation_143" descr="\phi_2(x)">
                <a:extLst>
                  <a:ext uri="{FF2B5EF4-FFF2-40B4-BE49-F238E27FC236}">
                    <a16:creationId xmlns:a16="http://schemas.microsoft.com/office/drawing/2014/main" id="{BAC69091-4CEF-470C-B682-7461EF12580B}"/>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47" name="equation_143" descr="\phi_2(x)">
                <a:extLst>
                  <a:ext uri="{FF2B5EF4-FFF2-40B4-BE49-F238E27FC236}">
                    <a16:creationId xmlns:a16="http://schemas.microsoft.com/office/drawing/2014/main" id="{BAC69091-4CEF-470C-B682-7461EF12580B}"/>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8" name="equation_144" descr="?">
                <a:extLst>
                  <a:ext uri="{FF2B5EF4-FFF2-40B4-BE49-F238E27FC236}">
                    <a16:creationId xmlns:a16="http://schemas.microsoft.com/office/drawing/2014/main" id="{700EF3CF-FD1A-425C-8296-70AA4CB24118}"/>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48" name="equation_144" descr="?">
                <a:extLst>
                  <a:ext uri="{FF2B5EF4-FFF2-40B4-BE49-F238E27FC236}">
                    <a16:creationId xmlns:a16="http://schemas.microsoft.com/office/drawing/2014/main" id="{700EF3CF-FD1A-425C-8296-70AA4CB24118}"/>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149" name="line_145">
            <a:extLst>
              <a:ext uri="{FF2B5EF4-FFF2-40B4-BE49-F238E27FC236}">
                <a16:creationId xmlns:a16="http://schemas.microsoft.com/office/drawing/2014/main" id="{1BD5B2B7-04A0-4EB9-9440-D05DB5C15175}"/>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150" name="text_146">
            <a:extLst>
              <a:ext uri="{FF2B5EF4-FFF2-40B4-BE49-F238E27FC236}">
                <a16:creationId xmlns:a16="http://schemas.microsoft.com/office/drawing/2014/main" id="{18386CD5-81CB-4ECB-8C89-69D6503A37DC}"/>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151" name="note_box_147">
            <a:extLst>
              <a:ext uri="{FF2B5EF4-FFF2-40B4-BE49-F238E27FC236}">
                <a16:creationId xmlns:a16="http://schemas.microsoft.com/office/drawing/2014/main" id="{18D6DD59-E831-45AC-B3CB-1E79DF529AD4}"/>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2" name="equation_148" descr="a_3(x)">
                <a:extLst>
                  <a:ext uri="{FF2B5EF4-FFF2-40B4-BE49-F238E27FC236}">
                    <a16:creationId xmlns:a16="http://schemas.microsoft.com/office/drawing/2014/main" id="{75C13161-9337-4BAD-BFEB-4D815FB7FF55}"/>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52" name="equation_148" descr="a_3(x)">
                <a:extLst>
                  <a:ext uri="{FF2B5EF4-FFF2-40B4-BE49-F238E27FC236}">
                    <a16:creationId xmlns:a16="http://schemas.microsoft.com/office/drawing/2014/main" id="{75C13161-9337-4BAD-BFEB-4D815FB7FF55}"/>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3" name="equation_149" descr="?">
                <a:extLst>
                  <a:ext uri="{FF2B5EF4-FFF2-40B4-BE49-F238E27FC236}">
                    <a16:creationId xmlns:a16="http://schemas.microsoft.com/office/drawing/2014/main" id="{C91E29BC-388D-4C4E-9A93-94DA79B09DD0}"/>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53" name="equation_149" descr="?">
                <a:extLst>
                  <a:ext uri="{FF2B5EF4-FFF2-40B4-BE49-F238E27FC236}">
                    <a16:creationId xmlns:a16="http://schemas.microsoft.com/office/drawing/2014/main" id="{C91E29BC-388D-4C4E-9A93-94DA79B09DD0}"/>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154" name="line_150">
            <a:extLst>
              <a:ext uri="{FF2B5EF4-FFF2-40B4-BE49-F238E27FC236}">
                <a16:creationId xmlns:a16="http://schemas.microsoft.com/office/drawing/2014/main" id="{961C4AC9-4C55-4DD7-A7EE-34B8D95D52E0}"/>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155" name="text_151">
            <a:extLst>
              <a:ext uri="{FF2B5EF4-FFF2-40B4-BE49-F238E27FC236}">
                <a16:creationId xmlns:a16="http://schemas.microsoft.com/office/drawing/2014/main" id="{9F2D0C0A-B63D-4347-9BE0-88692238CE91}"/>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156" name="note_box_152">
            <a:extLst>
              <a:ext uri="{FF2B5EF4-FFF2-40B4-BE49-F238E27FC236}">
                <a16:creationId xmlns:a16="http://schemas.microsoft.com/office/drawing/2014/main" id="{A1D53DB5-1C40-460D-B7CC-EBCF814087DE}"/>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7" name="equation_153" descr="\mathcal{L}_{\mathrm{sq}}">
                <a:extLst>
                  <a:ext uri="{FF2B5EF4-FFF2-40B4-BE49-F238E27FC236}">
                    <a16:creationId xmlns:a16="http://schemas.microsoft.com/office/drawing/2014/main" id="{915428D8-B0E9-4D13-999B-19E52FDE4BF6}"/>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157" name="equation_153" descr="\mathcal{L}_{\mathrm{sq}}">
                <a:extLst>
                  <a:ext uri="{FF2B5EF4-FFF2-40B4-BE49-F238E27FC236}">
                    <a16:creationId xmlns:a16="http://schemas.microsoft.com/office/drawing/2014/main" id="{915428D8-B0E9-4D13-999B-19E52FDE4BF6}"/>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8" name="equation_154" descr="?">
                <a:extLst>
                  <a:ext uri="{FF2B5EF4-FFF2-40B4-BE49-F238E27FC236}">
                    <a16:creationId xmlns:a16="http://schemas.microsoft.com/office/drawing/2014/main" id="{E9D5DEB1-5A67-4D62-BCA3-F9ED7073C137}"/>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158" name="equation_154" descr="?">
                <a:extLst>
                  <a:ext uri="{FF2B5EF4-FFF2-40B4-BE49-F238E27FC236}">
                    <a16:creationId xmlns:a16="http://schemas.microsoft.com/office/drawing/2014/main" id="{E9D5DEB1-5A67-4D62-BCA3-F9ED7073C137}"/>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159" name="line_155">
            <a:extLst>
              <a:ext uri="{FF2B5EF4-FFF2-40B4-BE49-F238E27FC236}">
                <a16:creationId xmlns:a16="http://schemas.microsoft.com/office/drawing/2014/main" id="{CE8F6183-E648-444D-B8B2-59567F893BFB}"/>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160" name="text_156">
            <a:extLst>
              <a:ext uri="{FF2B5EF4-FFF2-40B4-BE49-F238E27FC236}">
                <a16:creationId xmlns:a16="http://schemas.microsoft.com/office/drawing/2014/main" id="{2F6B1402-9A08-477D-8C96-BB28D5165E7E}"/>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161" name="note_box_157">
            <a:extLst>
              <a:ext uri="{FF2B5EF4-FFF2-40B4-BE49-F238E27FC236}">
                <a16:creationId xmlns:a16="http://schemas.microsoft.com/office/drawing/2014/main" id="{8716714F-BA6F-4B4B-8A88-EFB2CD2DAEC1}"/>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62" name="equation_158" descr="w_1=1">
                <a:extLst>
                  <a:ext uri="{FF2B5EF4-FFF2-40B4-BE49-F238E27FC236}">
                    <a16:creationId xmlns:a16="http://schemas.microsoft.com/office/drawing/2014/main" id="{F6D82DBE-0F4F-42EE-B5DB-155DF7128A79}"/>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1</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162" name="equation_158" descr="w_1=1">
                <a:extLst>
                  <a:ext uri="{FF2B5EF4-FFF2-40B4-BE49-F238E27FC236}">
                    <a16:creationId xmlns:a16="http://schemas.microsoft.com/office/drawing/2014/main" id="{F6D82DBE-0F4F-42EE-B5DB-155DF7128A79}"/>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29"/>
                <a:stretch>
                  <a:fillRect/>
                </a:stretch>
              </a:blipFill>
              <a:ln w="0">
                <a:noFill/>
              </a:ln>
            </p:spPr>
            <p:txBody>
              <a:bodyPr/>
              <a:lstStyle/>
              <a:p>
                <a:r>
                  <a:rPr lang="it-IT">
                    <a:noFill/>
                  </a:rPr>
                  <a:t> </a:t>
                </a:r>
              </a:p>
            </p:txBody>
          </p:sp>
        </mc:Fallback>
      </mc:AlternateContent>
      <p:sp>
        <p:nvSpPr>
          <p:cNvPr id="163" name="line_159">
            <a:extLst>
              <a:ext uri="{FF2B5EF4-FFF2-40B4-BE49-F238E27FC236}">
                <a16:creationId xmlns:a16="http://schemas.microsoft.com/office/drawing/2014/main" id="{DDCEB7A0-1E54-47BE-A2AB-F1692B04D67D}"/>
              </a:ext>
            </a:extLst>
          </p:cNvPr>
          <p:cNvSpPr>
            <a:spLocks noGrp="1"/>
          </p:cNvSpPr>
          <p:nvPr/>
        </p:nvSpPr>
        <p:spPr>
          <a:xfrm flipV="1">
            <a:off x="2052399" y="3543300"/>
            <a:ext cx="391954" cy="252413"/>
          </a:xfrm>
          <a:prstGeom prst="line">
            <a:avLst/>
          </a:prstGeom>
          <a:noFill/>
          <a:ln w="12383">
            <a:solidFill>
              <a:srgbClr val="235C99"/>
            </a:solidFill>
            <a:tailEnd type="triangle" w="sm" len="sm"/>
          </a:ln>
        </p:spPr>
        <p:txBody>
          <a:bodyPr/>
          <a:lstStyle/>
          <a:p>
            <a:endParaRPr lang="it-IT"/>
          </a:p>
        </p:txBody>
      </p:sp>
      <p:sp>
        <p:nvSpPr>
          <p:cNvPr id="164" name="note_box_160">
            <a:extLst>
              <a:ext uri="{FF2B5EF4-FFF2-40B4-BE49-F238E27FC236}">
                <a16:creationId xmlns:a16="http://schemas.microsoft.com/office/drawing/2014/main" id="{13E0B300-B132-42EC-8435-457A2A92994E}"/>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65" name="equation_161" descr="b_1=1">
                <a:extLst>
                  <a:ext uri="{FF2B5EF4-FFF2-40B4-BE49-F238E27FC236}">
                    <a16:creationId xmlns:a16="http://schemas.microsoft.com/office/drawing/2014/main" id="{4DF1E25D-D3CF-4067-BCDC-83D6EA283FAD}"/>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1</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165" name="equation_161" descr="b_1=1">
                <a:extLst>
                  <a:ext uri="{FF2B5EF4-FFF2-40B4-BE49-F238E27FC236}">
                    <a16:creationId xmlns:a16="http://schemas.microsoft.com/office/drawing/2014/main" id="{4DF1E25D-D3CF-4067-BCDC-83D6EA283FAD}"/>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30"/>
                <a:stretch>
                  <a:fillRect/>
                </a:stretch>
              </a:blipFill>
              <a:ln w="0">
                <a:noFill/>
              </a:ln>
            </p:spPr>
            <p:txBody>
              <a:bodyPr/>
              <a:lstStyle/>
              <a:p>
                <a:r>
                  <a:rPr lang="it-IT">
                    <a:noFill/>
                  </a:rPr>
                  <a:t> </a:t>
                </a:r>
              </a:p>
            </p:txBody>
          </p:sp>
        </mc:Fallback>
      </mc:AlternateContent>
      <p:sp>
        <p:nvSpPr>
          <p:cNvPr id="166" name="line_162">
            <a:extLst>
              <a:ext uri="{FF2B5EF4-FFF2-40B4-BE49-F238E27FC236}">
                <a16:creationId xmlns:a16="http://schemas.microsoft.com/office/drawing/2014/main" id="{F6E357D5-3295-4D26-977E-844A23AB922D}"/>
              </a:ext>
            </a:extLst>
          </p:cNvPr>
          <p:cNvSpPr>
            <a:spLocks noGrp="1"/>
          </p:cNvSpPr>
          <p:nvPr/>
        </p:nvSpPr>
        <p:spPr>
          <a:xfrm flipH="1" flipV="1">
            <a:off x="2653903" y="3543300"/>
            <a:ext cx="391954" cy="252413"/>
          </a:xfrm>
          <a:prstGeom prst="line">
            <a:avLst/>
          </a:prstGeom>
          <a:noFill/>
          <a:ln w="12383">
            <a:solidFill>
              <a:srgbClr val="235C99"/>
            </a:solidFill>
            <a:tailEnd type="triangle" w="sm" len="sm"/>
          </a:ln>
        </p:spPr>
        <p:txBody>
          <a:bodyPr/>
          <a:lstStyle/>
          <a:p>
            <a:endParaRPr lang="it-IT"/>
          </a:p>
        </p:txBody>
      </p:sp>
      <p:sp>
        <p:nvSpPr>
          <p:cNvPr id="167" name="note_box_163">
            <a:extLst>
              <a:ext uri="{FF2B5EF4-FFF2-40B4-BE49-F238E27FC236}">
                <a16:creationId xmlns:a16="http://schemas.microsoft.com/office/drawing/2014/main" id="{3EDDED6D-807D-44FE-9350-B7E935A7D18D}"/>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8" name="equation_164" descr="w_2=2">
                <a:extLst>
                  <a:ext uri="{FF2B5EF4-FFF2-40B4-BE49-F238E27FC236}">
                    <a16:creationId xmlns:a16="http://schemas.microsoft.com/office/drawing/2014/main" id="{F92C60B7-6DBB-466A-9555-95CD9B56F764}"/>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168" name="equation_164" descr="w_2=2">
                <a:extLst>
                  <a:ext uri="{FF2B5EF4-FFF2-40B4-BE49-F238E27FC236}">
                    <a16:creationId xmlns:a16="http://schemas.microsoft.com/office/drawing/2014/main" id="{F92C60B7-6DBB-466A-9555-95CD9B56F764}"/>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169" name="line_165">
            <a:extLst>
              <a:ext uri="{FF2B5EF4-FFF2-40B4-BE49-F238E27FC236}">
                <a16:creationId xmlns:a16="http://schemas.microsoft.com/office/drawing/2014/main" id="{B16CF9A7-CE88-43E8-98F6-72E78FB8AABD}"/>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170" name="note_box_166">
            <a:extLst>
              <a:ext uri="{FF2B5EF4-FFF2-40B4-BE49-F238E27FC236}">
                <a16:creationId xmlns:a16="http://schemas.microsoft.com/office/drawing/2014/main" id="{DB431284-A597-427A-949A-EAF697922B62}"/>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71" name="equation_167" descr="b_2=-1">
                <a:extLst>
                  <a:ext uri="{FF2B5EF4-FFF2-40B4-BE49-F238E27FC236}">
                    <a16:creationId xmlns:a16="http://schemas.microsoft.com/office/drawing/2014/main" id="{4C949EDF-EE6C-4192-A3D4-C2260315D972}"/>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171" name="equation_167" descr="b_2=-1">
                <a:extLst>
                  <a:ext uri="{FF2B5EF4-FFF2-40B4-BE49-F238E27FC236}">
                    <a16:creationId xmlns:a16="http://schemas.microsoft.com/office/drawing/2014/main" id="{4C949EDF-EE6C-4192-A3D4-C2260315D972}"/>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172" name="line_168">
            <a:extLst>
              <a:ext uri="{FF2B5EF4-FFF2-40B4-BE49-F238E27FC236}">
                <a16:creationId xmlns:a16="http://schemas.microsoft.com/office/drawing/2014/main" id="{6D764492-F1EA-410E-9F28-2D2D46A22D5A}"/>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173" name="note_box_169">
            <a:extLst>
              <a:ext uri="{FF2B5EF4-FFF2-40B4-BE49-F238E27FC236}">
                <a16:creationId xmlns:a16="http://schemas.microsoft.com/office/drawing/2014/main" id="{ECD70301-4464-4A77-9B7F-C98D2C0CB404}"/>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74" name="equation_170" descr="w_3=-1">
                <a:extLst>
                  <a:ext uri="{FF2B5EF4-FFF2-40B4-BE49-F238E27FC236}">
                    <a16:creationId xmlns:a16="http://schemas.microsoft.com/office/drawing/2014/main" id="{58B2D283-91C6-4B54-B6DF-2542F710631E}"/>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174" name="equation_170" descr="w_3=-1">
                <a:extLst>
                  <a:ext uri="{FF2B5EF4-FFF2-40B4-BE49-F238E27FC236}">
                    <a16:creationId xmlns:a16="http://schemas.microsoft.com/office/drawing/2014/main" id="{58B2D283-91C6-4B54-B6DF-2542F710631E}"/>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175" name="line_171">
            <a:extLst>
              <a:ext uri="{FF2B5EF4-FFF2-40B4-BE49-F238E27FC236}">
                <a16:creationId xmlns:a16="http://schemas.microsoft.com/office/drawing/2014/main" id="{26AF05D3-CC7B-4861-A05E-E1A9FC57CFAA}"/>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176" name="note_box_172">
            <a:extLst>
              <a:ext uri="{FF2B5EF4-FFF2-40B4-BE49-F238E27FC236}">
                <a16:creationId xmlns:a16="http://schemas.microsoft.com/office/drawing/2014/main" id="{FEB46B58-2E4E-4039-BE07-7CD570AA2000}"/>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77" name="equation_173" descr="b_3=2">
                <a:extLst>
                  <a:ext uri="{FF2B5EF4-FFF2-40B4-BE49-F238E27FC236}">
                    <a16:creationId xmlns:a16="http://schemas.microsoft.com/office/drawing/2014/main" id="{4C5D4284-4BF1-4B83-83E7-5BE8D5A06D75}"/>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177" name="equation_173" descr="b_3=2">
                <a:extLst>
                  <a:ext uri="{FF2B5EF4-FFF2-40B4-BE49-F238E27FC236}">
                    <a16:creationId xmlns:a16="http://schemas.microsoft.com/office/drawing/2014/main" id="{4C5D4284-4BF1-4B83-83E7-5BE8D5A06D75}"/>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178" name="line_174">
            <a:extLst>
              <a:ext uri="{FF2B5EF4-FFF2-40B4-BE49-F238E27FC236}">
                <a16:creationId xmlns:a16="http://schemas.microsoft.com/office/drawing/2014/main" id="{4EC8B77C-4C43-4C1B-A6C6-D7321E01F134}"/>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79" name="equation_175" descr="y=-2">
                <a:extLst>
                  <a:ext uri="{FF2B5EF4-FFF2-40B4-BE49-F238E27FC236}">
                    <a16:creationId xmlns:a16="http://schemas.microsoft.com/office/drawing/2014/main" id="{BC5705DE-2FF8-443F-A650-F64D636732C0}"/>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179" name="equation_175" descr="y=-2">
                <a:extLst>
                  <a:ext uri="{FF2B5EF4-FFF2-40B4-BE49-F238E27FC236}">
                    <a16:creationId xmlns:a16="http://schemas.microsoft.com/office/drawing/2014/main" id="{BC5705DE-2FF8-443F-A650-F64D636732C0}"/>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180" name="line_176">
            <a:extLst>
              <a:ext uri="{FF2B5EF4-FFF2-40B4-BE49-F238E27FC236}">
                <a16:creationId xmlns:a16="http://schemas.microsoft.com/office/drawing/2014/main" id="{295AE96B-CC3A-458F-A2F9-E68A32961CBB}"/>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181" name="note_brace_177">
            <a:extLst>
              <a:ext uri="{FF2B5EF4-FFF2-40B4-BE49-F238E27FC236}">
                <a16:creationId xmlns:a16="http://schemas.microsoft.com/office/drawing/2014/main" id="{93FA330F-420D-416F-A55F-70F9ECD37E6A}"/>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82" name="text_178">
            <a:extLst>
              <a:ext uri="{FF2B5EF4-FFF2-40B4-BE49-F238E27FC236}">
                <a16:creationId xmlns:a16="http://schemas.microsoft.com/office/drawing/2014/main" id="{B67A8A61-FC86-48C1-9B3B-77C6DBE6FC45}"/>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83" name="note_brace_179">
            <a:extLst>
              <a:ext uri="{FF2B5EF4-FFF2-40B4-BE49-F238E27FC236}">
                <a16:creationId xmlns:a16="http://schemas.microsoft.com/office/drawing/2014/main" id="{D1DACCA7-4FCB-4995-B5B9-927156DC9601}"/>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84" name="text_180">
            <a:extLst>
              <a:ext uri="{FF2B5EF4-FFF2-40B4-BE49-F238E27FC236}">
                <a16:creationId xmlns:a16="http://schemas.microsoft.com/office/drawing/2014/main" id="{60ACA736-59D1-45F5-BAFC-28C3B68156B0}"/>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85" name="note_brace_181">
            <a:extLst>
              <a:ext uri="{FF2B5EF4-FFF2-40B4-BE49-F238E27FC236}">
                <a16:creationId xmlns:a16="http://schemas.microsoft.com/office/drawing/2014/main" id="{453A2492-B8F5-45C0-97C2-4675D8A285DE}"/>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186" name="text_182">
            <a:extLst>
              <a:ext uri="{FF2B5EF4-FFF2-40B4-BE49-F238E27FC236}">
                <a16:creationId xmlns:a16="http://schemas.microsoft.com/office/drawing/2014/main" id="{1BC86875-5C1C-423E-A885-F50A7451F167}"/>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87" name="equation_183" descr="a_1(x)=\phi_0(x)w_1+b_1=2\cdot1+1=3">
                <a:extLst>
                  <a:ext uri="{FF2B5EF4-FFF2-40B4-BE49-F238E27FC236}">
                    <a16:creationId xmlns:a16="http://schemas.microsoft.com/office/drawing/2014/main" id="{30C45221-1B7D-4DAB-8F74-795474317777}"/>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0</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1</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1</m:t>
                          </m:r>
                        </m:sub>
                      </m:sSub>
                      <m:r>
                        <a:rPr lang="en-GB" sz="3100">
                          <a:solidFill>
                            <a:srgbClr val="AB4910"/>
                          </a:solidFill>
                          <a:latin typeface="Cambria Math"/>
                          <a:ea typeface="Cambria Math"/>
                          <a:cs typeface="Cambria Math"/>
                        </a:rPr>
                        <m:t>=2⋅1+1=3</m:t>
                      </m:r>
                    </m:oMath>
                  </m:oMathPara>
                </a14:m>
                <a:endParaRPr lang="en-GB" sz="3100"/>
              </a:p>
            </p:txBody>
          </p:sp>
        </mc:Choice>
        <mc:Fallback xmlns="">
          <p:sp>
            <p:nvSpPr>
              <p:cNvPr id="187" name="equation_183" descr="a_1(x)=\phi_0(x)w_1+b_1=2\cdot1+1=3">
                <a:extLst>
                  <a:ext uri="{FF2B5EF4-FFF2-40B4-BE49-F238E27FC236}">
                    <a16:creationId xmlns:a16="http://schemas.microsoft.com/office/drawing/2014/main" id="{30C45221-1B7D-4DAB-8F74-795474317777}"/>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33"/>
                <a:stretch>
                  <a:fillRect/>
                </a:stretch>
              </a:blipFill>
              <a:ln w="0">
                <a:noFill/>
              </a:ln>
            </p:spPr>
            <p:txBody>
              <a:bodyPr/>
              <a:lstStyle/>
              <a:p>
                <a:r>
                  <a:rPr lang="it-IT">
                    <a:noFill/>
                  </a:rPr>
                  <a:t> </a:t>
                </a:r>
              </a:p>
            </p:txBody>
          </p:sp>
        </mc:Fallback>
      </mc:AlternateContent>
      <p:sp>
        <p:nvSpPr>
          <p:cNvPr id="188" name="shape_184">
            <a:extLst>
              <a:ext uri="{FF2B5EF4-FFF2-40B4-BE49-F238E27FC236}">
                <a16:creationId xmlns:a16="http://schemas.microsoft.com/office/drawing/2014/main" id="{5E11769B-22DC-46F7-954A-3D353105CCBD}"/>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89" name="note_box_185">
            <a:extLst>
              <a:ext uri="{FF2B5EF4-FFF2-40B4-BE49-F238E27FC236}">
                <a16:creationId xmlns:a16="http://schemas.microsoft.com/office/drawing/2014/main" id="{EF1C72B6-5A7C-4DE4-BF2B-0C4DA0097C78}"/>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90" name="equation_186" descr="\phi_0(x)">
                <a:extLst>
                  <a:ext uri="{FF2B5EF4-FFF2-40B4-BE49-F238E27FC236}">
                    <a16:creationId xmlns:a16="http://schemas.microsoft.com/office/drawing/2014/main" id="{70113298-D068-41B9-AB4A-6919D8FC4E6C}"/>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190" name="equation_186" descr="\phi_0(x)">
                <a:extLst>
                  <a:ext uri="{FF2B5EF4-FFF2-40B4-BE49-F238E27FC236}">
                    <a16:creationId xmlns:a16="http://schemas.microsoft.com/office/drawing/2014/main" id="{70113298-D068-41B9-AB4A-6919D8FC4E6C}"/>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1" name="equation_187" descr="2">
                <a:extLst>
                  <a:ext uri="{FF2B5EF4-FFF2-40B4-BE49-F238E27FC236}">
                    <a16:creationId xmlns:a16="http://schemas.microsoft.com/office/drawing/2014/main" id="{6E3E5200-E8FE-4D6D-A32C-BF2FC8C720C4}"/>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191" name="equation_187" descr="2">
                <a:extLst>
                  <a:ext uri="{FF2B5EF4-FFF2-40B4-BE49-F238E27FC236}">
                    <a16:creationId xmlns:a16="http://schemas.microsoft.com/office/drawing/2014/main" id="{6E3E5200-E8FE-4D6D-A32C-BF2FC8C720C4}"/>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192" name="note_box_188">
            <a:extLst>
              <a:ext uri="{FF2B5EF4-FFF2-40B4-BE49-F238E27FC236}">
                <a16:creationId xmlns:a16="http://schemas.microsoft.com/office/drawing/2014/main" id="{684429C3-5531-4033-BB88-49D23C987D78}"/>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93" name="equation_189" descr="a_1(x)">
                <a:extLst>
                  <a:ext uri="{FF2B5EF4-FFF2-40B4-BE49-F238E27FC236}">
                    <a16:creationId xmlns:a16="http://schemas.microsoft.com/office/drawing/2014/main" id="{880DA261-48D3-4919-A016-B26005FF664A}"/>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1</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193" name="equation_189" descr="a_1(x)">
                <a:extLst>
                  <a:ext uri="{FF2B5EF4-FFF2-40B4-BE49-F238E27FC236}">
                    <a16:creationId xmlns:a16="http://schemas.microsoft.com/office/drawing/2014/main" id="{880DA261-48D3-4919-A016-B26005FF664A}"/>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3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4" name="equation_190" descr="3">
                <a:extLst>
                  <a:ext uri="{FF2B5EF4-FFF2-40B4-BE49-F238E27FC236}">
                    <a16:creationId xmlns:a16="http://schemas.microsoft.com/office/drawing/2014/main" id="{014C2378-F12B-48B2-A3D2-4A8CC99BA851}"/>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194" name="equation_190" descr="3">
                <a:extLst>
                  <a:ext uri="{FF2B5EF4-FFF2-40B4-BE49-F238E27FC236}">
                    <a16:creationId xmlns:a16="http://schemas.microsoft.com/office/drawing/2014/main" id="{014C2378-F12B-48B2-A3D2-4A8CC99BA851}"/>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37"/>
                <a:stretch>
                  <a:fillRect b="-13208"/>
                </a:stretch>
              </a:blipFill>
              <a:ln w="0">
                <a:noFill/>
              </a:ln>
            </p:spPr>
            <p:txBody>
              <a:bodyPr/>
              <a:lstStyle/>
              <a:p>
                <a:r>
                  <a:rPr lang="it-IT">
                    <a:noFill/>
                  </a:rPr>
                  <a:t> </a:t>
                </a:r>
              </a:p>
            </p:txBody>
          </p:sp>
        </mc:Fallback>
      </mc:AlternateContent>
      <p:sp>
        <p:nvSpPr>
          <p:cNvPr id="195" name="line_191">
            <a:extLst>
              <a:ext uri="{FF2B5EF4-FFF2-40B4-BE49-F238E27FC236}">
                <a16:creationId xmlns:a16="http://schemas.microsoft.com/office/drawing/2014/main" id="{FDAABF32-2390-4F4E-AC0C-E734DA8A3665}"/>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196" name="text_192">
            <a:extLst>
              <a:ext uri="{FF2B5EF4-FFF2-40B4-BE49-F238E27FC236}">
                <a16:creationId xmlns:a16="http://schemas.microsoft.com/office/drawing/2014/main" id="{4F5F912C-82E3-4EDC-A118-41F5769084A0}"/>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197" name="note_box_193">
            <a:extLst>
              <a:ext uri="{FF2B5EF4-FFF2-40B4-BE49-F238E27FC236}">
                <a16:creationId xmlns:a16="http://schemas.microsoft.com/office/drawing/2014/main" id="{AF5F6AB8-A8E5-4B2B-B755-26A5F984075D}"/>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98" name="equation_194" descr="\phi_1(x)">
                <a:extLst>
                  <a:ext uri="{FF2B5EF4-FFF2-40B4-BE49-F238E27FC236}">
                    <a16:creationId xmlns:a16="http://schemas.microsoft.com/office/drawing/2014/main" id="{2A56460F-9707-4322-B9FD-582997417EE7}"/>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𝜙</m:t>
                          </m:r>
                        </m:e>
                        <m:sub>
                          <m:r>
                            <a:rPr lang="en-GB" sz="2200">
                              <a:solidFill>
                                <a:srgbClr val="AB4910"/>
                              </a:solidFill>
                              <a:latin typeface="Cambria Math"/>
                              <a:ea typeface="Cambria Math"/>
                              <a:cs typeface="Cambria Math"/>
                            </a:rPr>
                            <m:t>1</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198" name="equation_194" descr="\phi_1(x)">
                <a:extLst>
                  <a:ext uri="{FF2B5EF4-FFF2-40B4-BE49-F238E27FC236}">
                    <a16:creationId xmlns:a16="http://schemas.microsoft.com/office/drawing/2014/main" id="{2A56460F-9707-4322-B9FD-582997417EE7}"/>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3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9" name="equation_195" descr="?">
                <a:extLst>
                  <a:ext uri="{FF2B5EF4-FFF2-40B4-BE49-F238E27FC236}">
                    <a16:creationId xmlns:a16="http://schemas.microsoft.com/office/drawing/2014/main" id="{001C31AD-AE8D-478E-8105-7EFC4EDDC69A}"/>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199" name="equation_195" descr="?">
                <a:extLst>
                  <a:ext uri="{FF2B5EF4-FFF2-40B4-BE49-F238E27FC236}">
                    <a16:creationId xmlns:a16="http://schemas.microsoft.com/office/drawing/2014/main" id="{001C31AD-AE8D-478E-8105-7EFC4EDDC69A}"/>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39"/>
                <a:stretch>
                  <a:fillRect b="-13208"/>
                </a:stretch>
              </a:blipFill>
              <a:ln w="0">
                <a:noFill/>
              </a:ln>
            </p:spPr>
            <p:txBody>
              <a:bodyPr/>
              <a:lstStyle/>
              <a:p>
                <a:r>
                  <a:rPr lang="it-IT">
                    <a:noFill/>
                  </a:rPr>
                  <a:t> </a:t>
                </a:r>
              </a:p>
            </p:txBody>
          </p:sp>
        </mc:Fallback>
      </mc:AlternateContent>
      <p:sp>
        <p:nvSpPr>
          <p:cNvPr id="200" name="line_196">
            <a:extLst>
              <a:ext uri="{FF2B5EF4-FFF2-40B4-BE49-F238E27FC236}">
                <a16:creationId xmlns:a16="http://schemas.microsoft.com/office/drawing/2014/main" id="{E67D9FAF-2F23-4DFF-B282-912C9274C56A}"/>
              </a:ext>
            </a:extLst>
          </p:cNvPr>
          <p:cNvSpPr>
            <a:spLocks noGrp="1"/>
          </p:cNvSpPr>
          <p:nvPr/>
        </p:nvSpPr>
        <p:spPr>
          <a:xfrm>
            <a:off x="3168253" y="3143250"/>
            <a:ext cx="358378" cy="476"/>
          </a:xfrm>
          <a:prstGeom prst="line">
            <a:avLst/>
          </a:prstGeom>
          <a:noFill/>
          <a:ln w="13335">
            <a:solidFill>
              <a:srgbClr val="235C99"/>
            </a:solidFill>
            <a:tailEnd type="triangle" w="sm" len="sm"/>
          </a:ln>
        </p:spPr>
        <p:txBody>
          <a:bodyPr/>
          <a:lstStyle/>
          <a:p>
            <a:endParaRPr lang="it-IT"/>
          </a:p>
        </p:txBody>
      </p:sp>
      <p:sp>
        <p:nvSpPr>
          <p:cNvPr id="201" name="text_197">
            <a:extLst>
              <a:ext uri="{FF2B5EF4-FFF2-40B4-BE49-F238E27FC236}">
                <a16:creationId xmlns:a16="http://schemas.microsoft.com/office/drawing/2014/main" id="{6421BAEE-C78B-400F-8901-48F8A957EB2D}"/>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ReLU</a:t>
            </a:r>
          </a:p>
        </p:txBody>
      </p:sp>
      <p:sp>
        <p:nvSpPr>
          <p:cNvPr id="202" name="note_box_198">
            <a:extLst>
              <a:ext uri="{FF2B5EF4-FFF2-40B4-BE49-F238E27FC236}">
                <a16:creationId xmlns:a16="http://schemas.microsoft.com/office/drawing/2014/main" id="{DDFFF05A-326F-4846-8D06-FB6FED9C16A1}"/>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3" name="equation_199" descr="a_2(x)">
                <a:extLst>
                  <a:ext uri="{FF2B5EF4-FFF2-40B4-BE49-F238E27FC236}">
                    <a16:creationId xmlns:a16="http://schemas.microsoft.com/office/drawing/2014/main" id="{8BAFF7AD-52D1-4B85-B116-B45F3485EA9C}"/>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03" name="equation_199" descr="a_2(x)">
                <a:extLst>
                  <a:ext uri="{FF2B5EF4-FFF2-40B4-BE49-F238E27FC236}">
                    <a16:creationId xmlns:a16="http://schemas.microsoft.com/office/drawing/2014/main" id="{8BAFF7AD-52D1-4B85-B116-B45F3485EA9C}"/>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4" name="equation_200" descr="?">
                <a:extLst>
                  <a:ext uri="{FF2B5EF4-FFF2-40B4-BE49-F238E27FC236}">
                    <a16:creationId xmlns:a16="http://schemas.microsoft.com/office/drawing/2014/main" id="{FAFC4F8D-5E58-4AE8-BB48-765383286F77}"/>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04" name="equation_200" descr="?">
                <a:extLst>
                  <a:ext uri="{FF2B5EF4-FFF2-40B4-BE49-F238E27FC236}">
                    <a16:creationId xmlns:a16="http://schemas.microsoft.com/office/drawing/2014/main" id="{FAFC4F8D-5E58-4AE8-BB48-765383286F77}"/>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11"/>
                <a:stretch>
                  <a:fillRect b="-13208"/>
                </a:stretch>
              </a:blipFill>
              <a:ln w="0">
                <a:noFill/>
              </a:ln>
            </p:spPr>
            <p:txBody>
              <a:bodyPr/>
              <a:lstStyle/>
              <a:p>
                <a:r>
                  <a:rPr lang="it-IT">
                    <a:noFill/>
                  </a:rPr>
                  <a:t> </a:t>
                </a:r>
              </a:p>
            </p:txBody>
          </p:sp>
        </mc:Fallback>
      </mc:AlternateContent>
      <p:sp>
        <p:nvSpPr>
          <p:cNvPr id="205" name="line_201">
            <a:extLst>
              <a:ext uri="{FF2B5EF4-FFF2-40B4-BE49-F238E27FC236}">
                <a16:creationId xmlns:a16="http://schemas.microsoft.com/office/drawing/2014/main" id="{EBF433E9-C15C-46FC-92CA-31E7A0F08665}"/>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206" name="text_202">
            <a:extLst>
              <a:ext uri="{FF2B5EF4-FFF2-40B4-BE49-F238E27FC236}">
                <a16:creationId xmlns:a16="http://schemas.microsoft.com/office/drawing/2014/main" id="{5F0D8B11-4D21-4DFB-BCFC-0C0DBD737205}"/>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07" name="note_box_203">
            <a:extLst>
              <a:ext uri="{FF2B5EF4-FFF2-40B4-BE49-F238E27FC236}">
                <a16:creationId xmlns:a16="http://schemas.microsoft.com/office/drawing/2014/main" id="{B038C57E-10F5-4D4E-A9BF-B21FD53BF36D}"/>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8" name="equation_204" descr="\phi_2(x)">
                <a:extLst>
                  <a:ext uri="{FF2B5EF4-FFF2-40B4-BE49-F238E27FC236}">
                    <a16:creationId xmlns:a16="http://schemas.microsoft.com/office/drawing/2014/main" id="{B6E12EB1-D332-4C23-8E15-BC020BB972AF}"/>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08" name="equation_204" descr="\phi_2(x)">
                <a:extLst>
                  <a:ext uri="{FF2B5EF4-FFF2-40B4-BE49-F238E27FC236}">
                    <a16:creationId xmlns:a16="http://schemas.microsoft.com/office/drawing/2014/main" id="{B6E12EB1-D332-4C23-8E15-BC020BB972AF}"/>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9" name="equation_205" descr="?">
                <a:extLst>
                  <a:ext uri="{FF2B5EF4-FFF2-40B4-BE49-F238E27FC236}">
                    <a16:creationId xmlns:a16="http://schemas.microsoft.com/office/drawing/2014/main" id="{D58E9D1A-D360-41FD-9DBA-C1902711B5A7}"/>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09" name="equation_205" descr="?">
                <a:extLst>
                  <a:ext uri="{FF2B5EF4-FFF2-40B4-BE49-F238E27FC236}">
                    <a16:creationId xmlns:a16="http://schemas.microsoft.com/office/drawing/2014/main" id="{D58E9D1A-D360-41FD-9DBA-C1902711B5A7}"/>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210" name="line_206">
            <a:extLst>
              <a:ext uri="{FF2B5EF4-FFF2-40B4-BE49-F238E27FC236}">
                <a16:creationId xmlns:a16="http://schemas.microsoft.com/office/drawing/2014/main" id="{7940F139-E18F-41C5-8DDE-F440278837ED}"/>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211" name="text_207">
            <a:extLst>
              <a:ext uri="{FF2B5EF4-FFF2-40B4-BE49-F238E27FC236}">
                <a16:creationId xmlns:a16="http://schemas.microsoft.com/office/drawing/2014/main" id="{393BEEFC-0678-4F22-8520-3DD4738F2029}"/>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212" name="note_box_208">
            <a:extLst>
              <a:ext uri="{FF2B5EF4-FFF2-40B4-BE49-F238E27FC236}">
                <a16:creationId xmlns:a16="http://schemas.microsoft.com/office/drawing/2014/main" id="{9A763AE4-7D6B-4FFF-A5CE-CF7C9C948B76}"/>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3" name="equation_209" descr="a_3(x)">
                <a:extLst>
                  <a:ext uri="{FF2B5EF4-FFF2-40B4-BE49-F238E27FC236}">
                    <a16:creationId xmlns:a16="http://schemas.microsoft.com/office/drawing/2014/main" id="{6F2C011F-F9CC-46CD-8D3A-222D6CB11029}"/>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13" name="equation_209" descr="a_3(x)">
                <a:extLst>
                  <a:ext uri="{FF2B5EF4-FFF2-40B4-BE49-F238E27FC236}">
                    <a16:creationId xmlns:a16="http://schemas.microsoft.com/office/drawing/2014/main" id="{6F2C011F-F9CC-46CD-8D3A-222D6CB11029}"/>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4" name="equation_210" descr="?">
                <a:extLst>
                  <a:ext uri="{FF2B5EF4-FFF2-40B4-BE49-F238E27FC236}">
                    <a16:creationId xmlns:a16="http://schemas.microsoft.com/office/drawing/2014/main" id="{B08920CC-B2C0-4D2C-98BB-6D75090FFC8D}"/>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14" name="equation_210" descr="?">
                <a:extLst>
                  <a:ext uri="{FF2B5EF4-FFF2-40B4-BE49-F238E27FC236}">
                    <a16:creationId xmlns:a16="http://schemas.microsoft.com/office/drawing/2014/main" id="{B08920CC-B2C0-4D2C-98BB-6D75090FFC8D}"/>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215" name="line_211">
            <a:extLst>
              <a:ext uri="{FF2B5EF4-FFF2-40B4-BE49-F238E27FC236}">
                <a16:creationId xmlns:a16="http://schemas.microsoft.com/office/drawing/2014/main" id="{3A9175DA-D267-4FD5-B714-F26E4C9BD112}"/>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216" name="text_212">
            <a:extLst>
              <a:ext uri="{FF2B5EF4-FFF2-40B4-BE49-F238E27FC236}">
                <a16:creationId xmlns:a16="http://schemas.microsoft.com/office/drawing/2014/main" id="{F4BD1806-1801-4C61-9306-985E290F8B7A}"/>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17" name="note_box_213">
            <a:extLst>
              <a:ext uri="{FF2B5EF4-FFF2-40B4-BE49-F238E27FC236}">
                <a16:creationId xmlns:a16="http://schemas.microsoft.com/office/drawing/2014/main" id="{3F443E0D-89EF-494A-88C3-C40FEEBE2B7A}"/>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8" name="equation_214" descr="\mathcal{L}_{\mathrm{sq}}">
                <a:extLst>
                  <a:ext uri="{FF2B5EF4-FFF2-40B4-BE49-F238E27FC236}">
                    <a16:creationId xmlns:a16="http://schemas.microsoft.com/office/drawing/2014/main" id="{B2D50904-E3C5-43B9-8D96-677EB2C4591D}"/>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218" name="equation_214" descr="\mathcal{L}_{\mathrm{sq}}">
                <a:extLst>
                  <a:ext uri="{FF2B5EF4-FFF2-40B4-BE49-F238E27FC236}">
                    <a16:creationId xmlns:a16="http://schemas.microsoft.com/office/drawing/2014/main" id="{B2D50904-E3C5-43B9-8D96-677EB2C4591D}"/>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9" name="equation_215" descr="?">
                <a:extLst>
                  <a:ext uri="{FF2B5EF4-FFF2-40B4-BE49-F238E27FC236}">
                    <a16:creationId xmlns:a16="http://schemas.microsoft.com/office/drawing/2014/main" id="{F6DA5FA0-F1FA-41B3-83E8-80751DB372C9}"/>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19" name="equation_215" descr="?">
                <a:extLst>
                  <a:ext uri="{FF2B5EF4-FFF2-40B4-BE49-F238E27FC236}">
                    <a16:creationId xmlns:a16="http://schemas.microsoft.com/office/drawing/2014/main" id="{F6DA5FA0-F1FA-41B3-83E8-80751DB372C9}"/>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220" name="line_216">
            <a:extLst>
              <a:ext uri="{FF2B5EF4-FFF2-40B4-BE49-F238E27FC236}">
                <a16:creationId xmlns:a16="http://schemas.microsoft.com/office/drawing/2014/main" id="{58316BEF-9DCA-47B9-89B0-DD9BBA7C8B4A}"/>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221" name="text_217">
            <a:extLst>
              <a:ext uri="{FF2B5EF4-FFF2-40B4-BE49-F238E27FC236}">
                <a16:creationId xmlns:a16="http://schemas.microsoft.com/office/drawing/2014/main" id="{0F2478DF-7023-4369-8134-C1F0950D9DA4}"/>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222" name="note_box_218">
            <a:extLst>
              <a:ext uri="{FF2B5EF4-FFF2-40B4-BE49-F238E27FC236}">
                <a16:creationId xmlns:a16="http://schemas.microsoft.com/office/drawing/2014/main" id="{1BBDC39A-6989-4A9F-9A0B-A28763D8FE62}"/>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3" name="equation_219" descr="w_1=1">
                <a:extLst>
                  <a:ext uri="{FF2B5EF4-FFF2-40B4-BE49-F238E27FC236}">
                    <a16:creationId xmlns:a16="http://schemas.microsoft.com/office/drawing/2014/main" id="{F1D8ECC5-2CE3-4874-9C33-2080F4C2BE44}"/>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23" name="equation_219" descr="w_1=1">
                <a:extLst>
                  <a:ext uri="{FF2B5EF4-FFF2-40B4-BE49-F238E27FC236}">
                    <a16:creationId xmlns:a16="http://schemas.microsoft.com/office/drawing/2014/main" id="{F1D8ECC5-2CE3-4874-9C33-2080F4C2BE44}"/>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224" name="line_220">
            <a:extLst>
              <a:ext uri="{FF2B5EF4-FFF2-40B4-BE49-F238E27FC236}">
                <a16:creationId xmlns:a16="http://schemas.microsoft.com/office/drawing/2014/main" id="{083F4D5B-C7E0-4438-93A6-9FA36DC96CB5}"/>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225" name="note_box_221">
            <a:extLst>
              <a:ext uri="{FF2B5EF4-FFF2-40B4-BE49-F238E27FC236}">
                <a16:creationId xmlns:a16="http://schemas.microsoft.com/office/drawing/2014/main" id="{75F1D5D6-B17A-421A-AFFB-5A22AEDFC9F9}"/>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6" name="equation_222" descr="b_1=1">
                <a:extLst>
                  <a:ext uri="{FF2B5EF4-FFF2-40B4-BE49-F238E27FC236}">
                    <a16:creationId xmlns:a16="http://schemas.microsoft.com/office/drawing/2014/main" id="{66F3599C-07E2-4E1D-8AEF-D94479105699}"/>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26" name="equation_222" descr="b_1=1">
                <a:extLst>
                  <a:ext uri="{FF2B5EF4-FFF2-40B4-BE49-F238E27FC236}">
                    <a16:creationId xmlns:a16="http://schemas.microsoft.com/office/drawing/2014/main" id="{66F3599C-07E2-4E1D-8AEF-D94479105699}"/>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227" name="line_223">
            <a:extLst>
              <a:ext uri="{FF2B5EF4-FFF2-40B4-BE49-F238E27FC236}">
                <a16:creationId xmlns:a16="http://schemas.microsoft.com/office/drawing/2014/main" id="{C480E0AB-30BA-4485-B4E4-0D3E76A4312B}"/>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228" name="note_box_224">
            <a:extLst>
              <a:ext uri="{FF2B5EF4-FFF2-40B4-BE49-F238E27FC236}">
                <a16:creationId xmlns:a16="http://schemas.microsoft.com/office/drawing/2014/main" id="{4723866F-6405-452B-AFEE-68120FA151D8}"/>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9" name="equation_225" descr="w_2=2">
                <a:extLst>
                  <a:ext uri="{FF2B5EF4-FFF2-40B4-BE49-F238E27FC236}">
                    <a16:creationId xmlns:a16="http://schemas.microsoft.com/office/drawing/2014/main" id="{89E869FE-5D23-4C44-B4EF-B3263CBCC4C0}"/>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229" name="equation_225" descr="w_2=2">
                <a:extLst>
                  <a:ext uri="{FF2B5EF4-FFF2-40B4-BE49-F238E27FC236}">
                    <a16:creationId xmlns:a16="http://schemas.microsoft.com/office/drawing/2014/main" id="{89E869FE-5D23-4C44-B4EF-B3263CBCC4C0}"/>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230" name="line_226">
            <a:extLst>
              <a:ext uri="{FF2B5EF4-FFF2-40B4-BE49-F238E27FC236}">
                <a16:creationId xmlns:a16="http://schemas.microsoft.com/office/drawing/2014/main" id="{751DD525-2C48-4AAE-82DF-4FD2628E5AA9}"/>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231" name="note_box_227">
            <a:extLst>
              <a:ext uri="{FF2B5EF4-FFF2-40B4-BE49-F238E27FC236}">
                <a16:creationId xmlns:a16="http://schemas.microsoft.com/office/drawing/2014/main" id="{6C2E9B8F-5280-4BE0-8D28-0B769F897CFB}"/>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32" name="equation_228" descr="b_2=-1">
                <a:extLst>
                  <a:ext uri="{FF2B5EF4-FFF2-40B4-BE49-F238E27FC236}">
                    <a16:creationId xmlns:a16="http://schemas.microsoft.com/office/drawing/2014/main" id="{2333C89D-49C4-4751-A91E-5544E12CCAF4}"/>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32" name="equation_228" descr="b_2=-1">
                <a:extLst>
                  <a:ext uri="{FF2B5EF4-FFF2-40B4-BE49-F238E27FC236}">
                    <a16:creationId xmlns:a16="http://schemas.microsoft.com/office/drawing/2014/main" id="{2333C89D-49C4-4751-A91E-5544E12CCAF4}"/>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233" name="line_229">
            <a:extLst>
              <a:ext uri="{FF2B5EF4-FFF2-40B4-BE49-F238E27FC236}">
                <a16:creationId xmlns:a16="http://schemas.microsoft.com/office/drawing/2014/main" id="{CC9790BB-36E2-4EEC-8CA0-7A7255FD949C}"/>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234" name="note_box_230">
            <a:extLst>
              <a:ext uri="{FF2B5EF4-FFF2-40B4-BE49-F238E27FC236}">
                <a16:creationId xmlns:a16="http://schemas.microsoft.com/office/drawing/2014/main" id="{4912ABC5-E7F3-40B3-BE61-08024CA1AD76}"/>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35" name="equation_231" descr="w_3=-1">
                <a:extLst>
                  <a:ext uri="{FF2B5EF4-FFF2-40B4-BE49-F238E27FC236}">
                    <a16:creationId xmlns:a16="http://schemas.microsoft.com/office/drawing/2014/main" id="{508A19DB-81CA-4B21-A1F0-8FC0DCFD0586}"/>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35" name="equation_231" descr="w_3=-1">
                <a:extLst>
                  <a:ext uri="{FF2B5EF4-FFF2-40B4-BE49-F238E27FC236}">
                    <a16:creationId xmlns:a16="http://schemas.microsoft.com/office/drawing/2014/main" id="{508A19DB-81CA-4B21-A1F0-8FC0DCFD0586}"/>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236" name="line_232">
            <a:extLst>
              <a:ext uri="{FF2B5EF4-FFF2-40B4-BE49-F238E27FC236}">
                <a16:creationId xmlns:a16="http://schemas.microsoft.com/office/drawing/2014/main" id="{B2A6CF33-688D-4F0A-87CD-70DC98B2C980}"/>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237" name="note_box_233">
            <a:extLst>
              <a:ext uri="{FF2B5EF4-FFF2-40B4-BE49-F238E27FC236}">
                <a16:creationId xmlns:a16="http://schemas.microsoft.com/office/drawing/2014/main" id="{CED228EF-71D8-450D-9AF1-374E1A4FBFD6}"/>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38" name="equation_234" descr="b_3=2">
                <a:extLst>
                  <a:ext uri="{FF2B5EF4-FFF2-40B4-BE49-F238E27FC236}">
                    <a16:creationId xmlns:a16="http://schemas.microsoft.com/office/drawing/2014/main" id="{4D272DB6-3503-453E-87CF-23FAD5F2BA57}"/>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238" name="equation_234" descr="b_3=2">
                <a:extLst>
                  <a:ext uri="{FF2B5EF4-FFF2-40B4-BE49-F238E27FC236}">
                    <a16:creationId xmlns:a16="http://schemas.microsoft.com/office/drawing/2014/main" id="{4D272DB6-3503-453E-87CF-23FAD5F2BA57}"/>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239" name="line_235">
            <a:extLst>
              <a:ext uri="{FF2B5EF4-FFF2-40B4-BE49-F238E27FC236}">
                <a16:creationId xmlns:a16="http://schemas.microsoft.com/office/drawing/2014/main" id="{09D87870-624F-44AE-AF57-4EFE620D9E7B}"/>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40" name="equation_236" descr="y=-2">
                <a:extLst>
                  <a:ext uri="{FF2B5EF4-FFF2-40B4-BE49-F238E27FC236}">
                    <a16:creationId xmlns:a16="http://schemas.microsoft.com/office/drawing/2014/main" id="{0B6B0BB6-4243-499F-A72D-B634C9C900BB}"/>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240" name="equation_236" descr="y=-2">
                <a:extLst>
                  <a:ext uri="{FF2B5EF4-FFF2-40B4-BE49-F238E27FC236}">
                    <a16:creationId xmlns:a16="http://schemas.microsoft.com/office/drawing/2014/main" id="{0B6B0BB6-4243-499F-A72D-B634C9C900BB}"/>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241" name="line_237">
            <a:extLst>
              <a:ext uri="{FF2B5EF4-FFF2-40B4-BE49-F238E27FC236}">
                <a16:creationId xmlns:a16="http://schemas.microsoft.com/office/drawing/2014/main" id="{8E324ED6-87ED-4BAF-8DD3-D3B8F1F9A5A5}"/>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242" name="note_brace_238">
            <a:extLst>
              <a:ext uri="{FF2B5EF4-FFF2-40B4-BE49-F238E27FC236}">
                <a16:creationId xmlns:a16="http://schemas.microsoft.com/office/drawing/2014/main" id="{D31F8A7A-AB09-434F-9F81-AD9E6412F324}"/>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243" name="text_239">
            <a:extLst>
              <a:ext uri="{FF2B5EF4-FFF2-40B4-BE49-F238E27FC236}">
                <a16:creationId xmlns:a16="http://schemas.microsoft.com/office/drawing/2014/main" id="{4E34ACE9-CB99-475D-B85B-73A3A570D5B5}"/>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44" name="note_brace_240">
            <a:extLst>
              <a:ext uri="{FF2B5EF4-FFF2-40B4-BE49-F238E27FC236}">
                <a16:creationId xmlns:a16="http://schemas.microsoft.com/office/drawing/2014/main" id="{F1C726E0-D89C-43E0-9F88-87990C839111}"/>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245" name="text_241">
            <a:extLst>
              <a:ext uri="{FF2B5EF4-FFF2-40B4-BE49-F238E27FC236}">
                <a16:creationId xmlns:a16="http://schemas.microsoft.com/office/drawing/2014/main" id="{F89FB547-E611-4C07-BBFD-E399417BA4CE}"/>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46" name="note_brace_242">
            <a:extLst>
              <a:ext uri="{FF2B5EF4-FFF2-40B4-BE49-F238E27FC236}">
                <a16:creationId xmlns:a16="http://schemas.microsoft.com/office/drawing/2014/main" id="{07246483-BD4E-4952-AFD7-86DACF876C71}"/>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247" name="text_243">
            <a:extLst>
              <a:ext uri="{FF2B5EF4-FFF2-40B4-BE49-F238E27FC236}">
                <a16:creationId xmlns:a16="http://schemas.microsoft.com/office/drawing/2014/main" id="{D1158D72-FF5A-4FEF-B9B4-2BCB653ED926}"/>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248" name="equation_244" descr="\phi_1(x)=\mathrm{ReLU}(a_1(x))=\ ?">
                <a:extLst>
                  <a:ext uri="{FF2B5EF4-FFF2-40B4-BE49-F238E27FC236}">
                    <a16:creationId xmlns:a16="http://schemas.microsoft.com/office/drawing/2014/main" id="{84FB35A5-D4EF-40A9-B547-AEB8C0DB8520}"/>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e>
                      </m:d>
                      <m:r>
                        <a:rPr lang="en-GB" sz="3100">
                          <a:solidFill>
                            <a:srgbClr val="AB4910"/>
                          </a:solidFill>
                          <a:latin typeface="Cambria Math"/>
                          <a:ea typeface="Cambria Math"/>
                          <a:cs typeface="Cambria Math"/>
                        </a:rPr>
                        <m:t>= ?</m:t>
                      </m:r>
                    </m:oMath>
                  </m:oMathPara>
                </a14:m>
                <a:endParaRPr lang="en-GB" sz="3100"/>
              </a:p>
            </p:txBody>
          </p:sp>
        </mc:Choice>
        <mc:Fallback xmlns="">
          <p:sp>
            <p:nvSpPr>
              <p:cNvPr id="248" name="equation_244" descr="\phi_1(x)=\mathrm{ReLU}(a_1(x))=\ ?">
                <a:extLst>
                  <a:ext uri="{FF2B5EF4-FFF2-40B4-BE49-F238E27FC236}">
                    <a16:creationId xmlns:a16="http://schemas.microsoft.com/office/drawing/2014/main" id="{84FB35A5-D4EF-40A9-B547-AEB8C0DB8520}"/>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40"/>
                <a:stretch>
                  <a:fillRect/>
                </a:stretch>
              </a:blipFill>
              <a:ln w="0">
                <a:noFill/>
              </a:ln>
            </p:spPr>
            <p:txBody>
              <a:bodyPr/>
              <a:lstStyle/>
              <a:p>
                <a:r>
                  <a:rPr lang="it-IT">
                    <a:noFill/>
                  </a:rPr>
                  <a:t> </a:t>
                </a:r>
              </a:p>
            </p:txBody>
          </p:sp>
        </mc:Fallback>
      </mc:AlternateContent>
      <p:sp>
        <p:nvSpPr>
          <p:cNvPr id="249" name="text_245">
            <a:extLst>
              <a:ext uri="{FF2B5EF4-FFF2-40B4-BE49-F238E27FC236}">
                <a16:creationId xmlns:a16="http://schemas.microsoft.com/office/drawing/2014/main" id="{EEC47BED-90F6-495F-AFC5-4F01DF426868}"/>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250" name="shape_246">
            <a:extLst>
              <a:ext uri="{FF2B5EF4-FFF2-40B4-BE49-F238E27FC236}">
                <a16:creationId xmlns:a16="http://schemas.microsoft.com/office/drawing/2014/main" id="{330605E7-5494-4CDA-A617-E22E188585EF}"/>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51" name="note_box_247">
            <a:extLst>
              <a:ext uri="{FF2B5EF4-FFF2-40B4-BE49-F238E27FC236}">
                <a16:creationId xmlns:a16="http://schemas.microsoft.com/office/drawing/2014/main" id="{CCEF5BCE-977F-45C4-BFB3-90C6D4D82972}"/>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2" name="equation_248" descr="\phi_0(x)">
                <a:extLst>
                  <a:ext uri="{FF2B5EF4-FFF2-40B4-BE49-F238E27FC236}">
                    <a16:creationId xmlns:a16="http://schemas.microsoft.com/office/drawing/2014/main" id="{7FFA7A98-179E-4AD4-BBF4-B5123C6EE0D6}"/>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52" name="equation_248" descr="\phi_0(x)">
                <a:extLst>
                  <a:ext uri="{FF2B5EF4-FFF2-40B4-BE49-F238E27FC236}">
                    <a16:creationId xmlns:a16="http://schemas.microsoft.com/office/drawing/2014/main" id="{7FFA7A98-179E-4AD4-BBF4-B5123C6EE0D6}"/>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3" name="equation_249" descr="2">
                <a:extLst>
                  <a:ext uri="{FF2B5EF4-FFF2-40B4-BE49-F238E27FC236}">
                    <a16:creationId xmlns:a16="http://schemas.microsoft.com/office/drawing/2014/main" id="{48213A5B-9F10-4FE1-9D4B-F3F89A99BA97}"/>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253" name="equation_249" descr="2">
                <a:extLst>
                  <a:ext uri="{FF2B5EF4-FFF2-40B4-BE49-F238E27FC236}">
                    <a16:creationId xmlns:a16="http://schemas.microsoft.com/office/drawing/2014/main" id="{48213A5B-9F10-4FE1-9D4B-F3F89A99BA97}"/>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254" name="note_box_250">
            <a:extLst>
              <a:ext uri="{FF2B5EF4-FFF2-40B4-BE49-F238E27FC236}">
                <a16:creationId xmlns:a16="http://schemas.microsoft.com/office/drawing/2014/main" id="{478AAA39-B414-4142-94EF-9023A80460C3}"/>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5" name="equation_251" descr="a_1(x)">
                <a:extLst>
                  <a:ext uri="{FF2B5EF4-FFF2-40B4-BE49-F238E27FC236}">
                    <a16:creationId xmlns:a16="http://schemas.microsoft.com/office/drawing/2014/main" id="{60659124-FEEF-454B-91DC-B11D9D8F1694}"/>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1</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255" name="equation_251" descr="a_1(x)">
                <a:extLst>
                  <a:ext uri="{FF2B5EF4-FFF2-40B4-BE49-F238E27FC236}">
                    <a16:creationId xmlns:a16="http://schemas.microsoft.com/office/drawing/2014/main" id="{60659124-FEEF-454B-91DC-B11D9D8F1694}"/>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3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6" name="equation_252" descr="3">
                <a:extLst>
                  <a:ext uri="{FF2B5EF4-FFF2-40B4-BE49-F238E27FC236}">
                    <a16:creationId xmlns:a16="http://schemas.microsoft.com/office/drawing/2014/main" id="{03ACE4AB-A139-4433-B662-816148695C13}"/>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256" name="equation_252" descr="3">
                <a:extLst>
                  <a:ext uri="{FF2B5EF4-FFF2-40B4-BE49-F238E27FC236}">
                    <a16:creationId xmlns:a16="http://schemas.microsoft.com/office/drawing/2014/main" id="{03ACE4AB-A139-4433-B662-816148695C13}"/>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37"/>
                <a:stretch>
                  <a:fillRect b="-13208"/>
                </a:stretch>
              </a:blipFill>
              <a:ln w="0">
                <a:noFill/>
              </a:ln>
            </p:spPr>
            <p:txBody>
              <a:bodyPr/>
              <a:lstStyle/>
              <a:p>
                <a:r>
                  <a:rPr lang="it-IT">
                    <a:noFill/>
                  </a:rPr>
                  <a:t> </a:t>
                </a:r>
              </a:p>
            </p:txBody>
          </p:sp>
        </mc:Fallback>
      </mc:AlternateContent>
      <p:sp>
        <p:nvSpPr>
          <p:cNvPr id="257" name="line_253">
            <a:extLst>
              <a:ext uri="{FF2B5EF4-FFF2-40B4-BE49-F238E27FC236}">
                <a16:creationId xmlns:a16="http://schemas.microsoft.com/office/drawing/2014/main" id="{6B862D48-90A1-451D-8266-789E74CBAAA2}"/>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258" name="text_254">
            <a:extLst>
              <a:ext uri="{FF2B5EF4-FFF2-40B4-BE49-F238E27FC236}">
                <a16:creationId xmlns:a16="http://schemas.microsoft.com/office/drawing/2014/main" id="{5FCF6BF1-EB71-467D-A72F-CAE79A1525DD}"/>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59" name="note_box_255">
            <a:extLst>
              <a:ext uri="{FF2B5EF4-FFF2-40B4-BE49-F238E27FC236}">
                <a16:creationId xmlns:a16="http://schemas.microsoft.com/office/drawing/2014/main" id="{A26E5540-393C-4E2C-9490-8DA8B8699EF7}"/>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60" name="equation_256" descr="\phi_1(x)">
                <a:extLst>
                  <a:ext uri="{FF2B5EF4-FFF2-40B4-BE49-F238E27FC236}">
                    <a16:creationId xmlns:a16="http://schemas.microsoft.com/office/drawing/2014/main" id="{02FFC8CC-4E48-4790-ACF9-1348897DDC64}"/>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𝜙</m:t>
                          </m:r>
                        </m:e>
                        <m:sub>
                          <m:r>
                            <a:rPr lang="en-GB" sz="2200">
                              <a:solidFill>
                                <a:srgbClr val="AB4910"/>
                              </a:solidFill>
                              <a:latin typeface="Cambria Math"/>
                              <a:ea typeface="Cambria Math"/>
                              <a:cs typeface="Cambria Math"/>
                            </a:rPr>
                            <m:t>1</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260" name="equation_256" descr="\phi_1(x)">
                <a:extLst>
                  <a:ext uri="{FF2B5EF4-FFF2-40B4-BE49-F238E27FC236}">
                    <a16:creationId xmlns:a16="http://schemas.microsoft.com/office/drawing/2014/main" id="{02FFC8CC-4E48-4790-ACF9-1348897DDC64}"/>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3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1" name="equation_257" descr="3">
                <a:extLst>
                  <a:ext uri="{FF2B5EF4-FFF2-40B4-BE49-F238E27FC236}">
                    <a16:creationId xmlns:a16="http://schemas.microsoft.com/office/drawing/2014/main" id="{3D7F27BA-28E7-4E4B-A212-16F8C45DA7A4}"/>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3</m:t>
                      </m:r>
                    </m:oMath>
                  </m:oMathPara>
                </a14:m>
                <a:endParaRPr lang="en-GB" sz="2400"/>
              </a:p>
            </p:txBody>
          </p:sp>
        </mc:Choice>
        <mc:Fallback xmlns="">
          <p:sp>
            <p:nvSpPr>
              <p:cNvPr id="261" name="equation_257" descr="3">
                <a:extLst>
                  <a:ext uri="{FF2B5EF4-FFF2-40B4-BE49-F238E27FC236}">
                    <a16:creationId xmlns:a16="http://schemas.microsoft.com/office/drawing/2014/main" id="{3D7F27BA-28E7-4E4B-A212-16F8C45DA7A4}"/>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41"/>
                <a:stretch>
                  <a:fillRect b="-13208"/>
                </a:stretch>
              </a:blipFill>
              <a:ln w="0">
                <a:noFill/>
              </a:ln>
            </p:spPr>
            <p:txBody>
              <a:bodyPr/>
              <a:lstStyle/>
              <a:p>
                <a:r>
                  <a:rPr lang="it-IT">
                    <a:noFill/>
                  </a:rPr>
                  <a:t> </a:t>
                </a:r>
              </a:p>
            </p:txBody>
          </p:sp>
        </mc:Fallback>
      </mc:AlternateContent>
      <p:sp>
        <p:nvSpPr>
          <p:cNvPr id="262" name="line_258">
            <a:extLst>
              <a:ext uri="{FF2B5EF4-FFF2-40B4-BE49-F238E27FC236}">
                <a16:creationId xmlns:a16="http://schemas.microsoft.com/office/drawing/2014/main" id="{1274ADCF-EA24-4A9F-B76F-42BED22A891E}"/>
              </a:ext>
            </a:extLst>
          </p:cNvPr>
          <p:cNvSpPr>
            <a:spLocks noGrp="1"/>
          </p:cNvSpPr>
          <p:nvPr/>
        </p:nvSpPr>
        <p:spPr>
          <a:xfrm>
            <a:off x="3168253" y="3143250"/>
            <a:ext cx="358378" cy="476"/>
          </a:xfrm>
          <a:prstGeom prst="line">
            <a:avLst/>
          </a:prstGeom>
          <a:noFill/>
          <a:ln w="13335">
            <a:solidFill>
              <a:srgbClr val="235C99"/>
            </a:solidFill>
            <a:tailEnd type="triangle" w="sm" len="sm"/>
          </a:ln>
        </p:spPr>
        <p:txBody>
          <a:bodyPr/>
          <a:lstStyle/>
          <a:p>
            <a:endParaRPr lang="it-IT"/>
          </a:p>
        </p:txBody>
      </p:sp>
      <p:sp>
        <p:nvSpPr>
          <p:cNvPr id="263" name="text_259">
            <a:extLst>
              <a:ext uri="{FF2B5EF4-FFF2-40B4-BE49-F238E27FC236}">
                <a16:creationId xmlns:a16="http://schemas.microsoft.com/office/drawing/2014/main" id="{8399ECCD-F225-4F8C-BF29-4634C2D2B5CD}"/>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ReLU</a:t>
            </a:r>
          </a:p>
        </p:txBody>
      </p:sp>
      <p:sp>
        <p:nvSpPr>
          <p:cNvPr id="264" name="note_box_260">
            <a:extLst>
              <a:ext uri="{FF2B5EF4-FFF2-40B4-BE49-F238E27FC236}">
                <a16:creationId xmlns:a16="http://schemas.microsoft.com/office/drawing/2014/main" id="{83EA3564-94B6-4EB7-85F7-081D2D8B75A0}"/>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5" name="equation_261" descr="a_2(x)">
                <a:extLst>
                  <a:ext uri="{FF2B5EF4-FFF2-40B4-BE49-F238E27FC236}">
                    <a16:creationId xmlns:a16="http://schemas.microsoft.com/office/drawing/2014/main" id="{AEC7F7A3-557B-4242-8E88-8BEE264A7DC3}"/>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65" name="equation_261" descr="a_2(x)">
                <a:extLst>
                  <a:ext uri="{FF2B5EF4-FFF2-40B4-BE49-F238E27FC236}">
                    <a16:creationId xmlns:a16="http://schemas.microsoft.com/office/drawing/2014/main" id="{AEC7F7A3-557B-4242-8E88-8BEE264A7DC3}"/>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6" name="equation_262" descr="?">
                <a:extLst>
                  <a:ext uri="{FF2B5EF4-FFF2-40B4-BE49-F238E27FC236}">
                    <a16:creationId xmlns:a16="http://schemas.microsoft.com/office/drawing/2014/main" id="{44112D25-512B-4A45-AFDD-83F335BD81FD}"/>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66" name="equation_262" descr="?">
                <a:extLst>
                  <a:ext uri="{FF2B5EF4-FFF2-40B4-BE49-F238E27FC236}">
                    <a16:creationId xmlns:a16="http://schemas.microsoft.com/office/drawing/2014/main" id="{44112D25-512B-4A45-AFDD-83F335BD81FD}"/>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11"/>
                <a:stretch>
                  <a:fillRect b="-13208"/>
                </a:stretch>
              </a:blipFill>
              <a:ln w="0">
                <a:noFill/>
              </a:ln>
            </p:spPr>
            <p:txBody>
              <a:bodyPr/>
              <a:lstStyle/>
              <a:p>
                <a:r>
                  <a:rPr lang="it-IT">
                    <a:noFill/>
                  </a:rPr>
                  <a:t> </a:t>
                </a:r>
              </a:p>
            </p:txBody>
          </p:sp>
        </mc:Fallback>
      </mc:AlternateContent>
      <p:sp>
        <p:nvSpPr>
          <p:cNvPr id="267" name="line_263">
            <a:extLst>
              <a:ext uri="{FF2B5EF4-FFF2-40B4-BE49-F238E27FC236}">
                <a16:creationId xmlns:a16="http://schemas.microsoft.com/office/drawing/2014/main" id="{7E2E0306-22D5-43B7-85C8-56072FBFC364}"/>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268" name="text_264">
            <a:extLst>
              <a:ext uri="{FF2B5EF4-FFF2-40B4-BE49-F238E27FC236}">
                <a16:creationId xmlns:a16="http://schemas.microsoft.com/office/drawing/2014/main" id="{699F72A8-B95A-4E63-B565-11C957545012}"/>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69" name="note_box_265">
            <a:extLst>
              <a:ext uri="{FF2B5EF4-FFF2-40B4-BE49-F238E27FC236}">
                <a16:creationId xmlns:a16="http://schemas.microsoft.com/office/drawing/2014/main" id="{4B53C248-603A-4B4D-B953-A15F9B7B9EAF}"/>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0" name="equation_266" descr="\phi_2(x)">
                <a:extLst>
                  <a:ext uri="{FF2B5EF4-FFF2-40B4-BE49-F238E27FC236}">
                    <a16:creationId xmlns:a16="http://schemas.microsoft.com/office/drawing/2014/main" id="{E6463E04-7C0E-49ED-A7E5-8F43E77CE37A}"/>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70" name="equation_266" descr="\phi_2(x)">
                <a:extLst>
                  <a:ext uri="{FF2B5EF4-FFF2-40B4-BE49-F238E27FC236}">
                    <a16:creationId xmlns:a16="http://schemas.microsoft.com/office/drawing/2014/main" id="{E6463E04-7C0E-49ED-A7E5-8F43E77CE37A}"/>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1" name="equation_267" descr="?">
                <a:extLst>
                  <a:ext uri="{FF2B5EF4-FFF2-40B4-BE49-F238E27FC236}">
                    <a16:creationId xmlns:a16="http://schemas.microsoft.com/office/drawing/2014/main" id="{443F08BE-54EC-4E4A-A152-E81EB80A71E7}"/>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71" name="equation_267" descr="?">
                <a:extLst>
                  <a:ext uri="{FF2B5EF4-FFF2-40B4-BE49-F238E27FC236}">
                    <a16:creationId xmlns:a16="http://schemas.microsoft.com/office/drawing/2014/main" id="{443F08BE-54EC-4E4A-A152-E81EB80A71E7}"/>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272" name="line_268">
            <a:extLst>
              <a:ext uri="{FF2B5EF4-FFF2-40B4-BE49-F238E27FC236}">
                <a16:creationId xmlns:a16="http://schemas.microsoft.com/office/drawing/2014/main" id="{62645C6E-5AE4-4996-8307-F0D0BB858050}"/>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273" name="text_269">
            <a:extLst>
              <a:ext uri="{FF2B5EF4-FFF2-40B4-BE49-F238E27FC236}">
                <a16:creationId xmlns:a16="http://schemas.microsoft.com/office/drawing/2014/main" id="{41F62083-C3C8-437C-877B-958E7155553D}"/>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274" name="note_box_270">
            <a:extLst>
              <a:ext uri="{FF2B5EF4-FFF2-40B4-BE49-F238E27FC236}">
                <a16:creationId xmlns:a16="http://schemas.microsoft.com/office/drawing/2014/main" id="{FDF0E1E8-A10F-48AF-98AB-5541AC67D935}"/>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5" name="equation_271" descr="a_3(x)">
                <a:extLst>
                  <a:ext uri="{FF2B5EF4-FFF2-40B4-BE49-F238E27FC236}">
                    <a16:creationId xmlns:a16="http://schemas.microsoft.com/office/drawing/2014/main" id="{91D0CF58-7DC5-4015-BA18-BA34F9DCB65B}"/>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275" name="equation_271" descr="a_3(x)">
                <a:extLst>
                  <a:ext uri="{FF2B5EF4-FFF2-40B4-BE49-F238E27FC236}">
                    <a16:creationId xmlns:a16="http://schemas.microsoft.com/office/drawing/2014/main" id="{91D0CF58-7DC5-4015-BA18-BA34F9DCB65B}"/>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6" name="equation_272" descr="?">
                <a:extLst>
                  <a:ext uri="{FF2B5EF4-FFF2-40B4-BE49-F238E27FC236}">
                    <a16:creationId xmlns:a16="http://schemas.microsoft.com/office/drawing/2014/main" id="{B14ABBEF-44E7-47B2-852C-EEA5C43F7EB4}"/>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76" name="equation_272" descr="?">
                <a:extLst>
                  <a:ext uri="{FF2B5EF4-FFF2-40B4-BE49-F238E27FC236}">
                    <a16:creationId xmlns:a16="http://schemas.microsoft.com/office/drawing/2014/main" id="{B14ABBEF-44E7-47B2-852C-EEA5C43F7EB4}"/>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277" name="line_273">
            <a:extLst>
              <a:ext uri="{FF2B5EF4-FFF2-40B4-BE49-F238E27FC236}">
                <a16:creationId xmlns:a16="http://schemas.microsoft.com/office/drawing/2014/main" id="{DC497877-464F-4872-8969-05047DB391A5}"/>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278" name="text_274">
            <a:extLst>
              <a:ext uri="{FF2B5EF4-FFF2-40B4-BE49-F238E27FC236}">
                <a16:creationId xmlns:a16="http://schemas.microsoft.com/office/drawing/2014/main" id="{60366E31-A21B-4131-96A7-38A8A5914C86}"/>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279" name="note_box_275">
            <a:extLst>
              <a:ext uri="{FF2B5EF4-FFF2-40B4-BE49-F238E27FC236}">
                <a16:creationId xmlns:a16="http://schemas.microsoft.com/office/drawing/2014/main" id="{1726B92D-4B80-4B35-84A6-0984A9EEFC2C}"/>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0" name="equation_276" descr="\mathcal{L}_{\mathrm{sq}}">
                <a:extLst>
                  <a:ext uri="{FF2B5EF4-FFF2-40B4-BE49-F238E27FC236}">
                    <a16:creationId xmlns:a16="http://schemas.microsoft.com/office/drawing/2014/main" id="{26CA8C32-EA9D-4FB9-AFB4-3F491FD7B47E}"/>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280" name="equation_276" descr="\mathcal{L}_{\mathrm{sq}}">
                <a:extLst>
                  <a:ext uri="{FF2B5EF4-FFF2-40B4-BE49-F238E27FC236}">
                    <a16:creationId xmlns:a16="http://schemas.microsoft.com/office/drawing/2014/main" id="{26CA8C32-EA9D-4FB9-AFB4-3F491FD7B47E}"/>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1" name="equation_277" descr="?">
                <a:extLst>
                  <a:ext uri="{FF2B5EF4-FFF2-40B4-BE49-F238E27FC236}">
                    <a16:creationId xmlns:a16="http://schemas.microsoft.com/office/drawing/2014/main" id="{4CA0EF6B-2214-45EB-A5AF-D527ECABC077}"/>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281" name="equation_277" descr="?">
                <a:extLst>
                  <a:ext uri="{FF2B5EF4-FFF2-40B4-BE49-F238E27FC236}">
                    <a16:creationId xmlns:a16="http://schemas.microsoft.com/office/drawing/2014/main" id="{4CA0EF6B-2214-45EB-A5AF-D527ECABC077}"/>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282" name="line_278">
            <a:extLst>
              <a:ext uri="{FF2B5EF4-FFF2-40B4-BE49-F238E27FC236}">
                <a16:creationId xmlns:a16="http://schemas.microsoft.com/office/drawing/2014/main" id="{EAEFF90D-4B92-4CAB-A452-DC3EFB54FA1E}"/>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283" name="text_279">
            <a:extLst>
              <a:ext uri="{FF2B5EF4-FFF2-40B4-BE49-F238E27FC236}">
                <a16:creationId xmlns:a16="http://schemas.microsoft.com/office/drawing/2014/main" id="{975F052D-9291-4098-8A5C-A3FBF7867AB0}"/>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284" name="note_box_280">
            <a:extLst>
              <a:ext uri="{FF2B5EF4-FFF2-40B4-BE49-F238E27FC236}">
                <a16:creationId xmlns:a16="http://schemas.microsoft.com/office/drawing/2014/main" id="{2DA49BDD-BC4D-416A-B6AB-979B56385861}"/>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5" name="equation_281" descr="w_1=1">
                <a:extLst>
                  <a:ext uri="{FF2B5EF4-FFF2-40B4-BE49-F238E27FC236}">
                    <a16:creationId xmlns:a16="http://schemas.microsoft.com/office/drawing/2014/main" id="{BE2B1E20-45BC-46A5-A8C0-132F057CE0B0}"/>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85" name="equation_281" descr="w_1=1">
                <a:extLst>
                  <a:ext uri="{FF2B5EF4-FFF2-40B4-BE49-F238E27FC236}">
                    <a16:creationId xmlns:a16="http://schemas.microsoft.com/office/drawing/2014/main" id="{BE2B1E20-45BC-46A5-A8C0-132F057CE0B0}"/>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286" name="line_282">
            <a:extLst>
              <a:ext uri="{FF2B5EF4-FFF2-40B4-BE49-F238E27FC236}">
                <a16:creationId xmlns:a16="http://schemas.microsoft.com/office/drawing/2014/main" id="{11DBA790-7661-4E9E-B3DD-5323A6377916}"/>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287" name="note_box_283">
            <a:extLst>
              <a:ext uri="{FF2B5EF4-FFF2-40B4-BE49-F238E27FC236}">
                <a16:creationId xmlns:a16="http://schemas.microsoft.com/office/drawing/2014/main" id="{8B80B62E-9608-45C4-B711-BF9365F2B472}"/>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8" name="equation_284" descr="b_1=1">
                <a:extLst>
                  <a:ext uri="{FF2B5EF4-FFF2-40B4-BE49-F238E27FC236}">
                    <a16:creationId xmlns:a16="http://schemas.microsoft.com/office/drawing/2014/main" id="{B94BB698-AE64-451D-A8C6-4E33799FDE9A}"/>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88" name="equation_284" descr="b_1=1">
                <a:extLst>
                  <a:ext uri="{FF2B5EF4-FFF2-40B4-BE49-F238E27FC236}">
                    <a16:creationId xmlns:a16="http://schemas.microsoft.com/office/drawing/2014/main" id="{B94BB698-AE64-451D-A8C6-4E33799FDE9A}"/>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289" name="line_285">
            <a:extLst>
              <a:ext uri="{FF2B5EF4-FFF2-40B4-BE49-F238E27FC236}">
                <a16:creationId xmlns:a16="http://schemas.microsoft.com/office/drawing/2014/main" id="{1D439587-8352-4B04-9D92-CCD228BA9EEE}"/>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290" name="note_box_286">
            <a:extLst>
              <a:ext uri="{FF2B5EF4-FFF2-40B4-BE49-F238E27FC236}">
                <a16:creationId xmlns:a16="http://schemas.microsoft.com/office/drawing/2014/main" id="{92E007FD-AB0B-4498-8551-E6F98152A91D}"/>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1" name="equation_287" descr="w_2=2">
                <a:extLst>
                  <a:ext uri="{FF2B5EF4-FFF2-40B4-BE49-F238E27FC236}">
                    <a16:creationId xmlns:a16="http://schemas.microsoft.com/office/drawing/2014/main" id="{E62CC609-A73F-4154-9032-59CEEF94E012}"/>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291" name="equation_287" descr="w_2=2">
                <a:extLst>
                  <a:ext uri="{FF2B5EF4-FFF2-40B4-BE49-F238E27FC236}">
                    <a16:creationId xmlns:a16="http://schemas.microsoft.com/office/drawing/2014/main" id="{E62CC609-A73F-4154-9032-59CEEF94E012}"/>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292" name="line_288">
            <a:extLst>
              <a:ext uri="{FF2B5EF4-FFF2-40B4-BE49-F238E27FC236}">
                <a16:creationId xmlns:a16="http://schemas.microsoft.com/office/drawing/2014/main" id="{4F3B5511-32D9-4AFC-890D-269B8923D6C8}"/>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293" name="note_box_289">
            <a:extLst>
              <a:ext uri="{FF2B5EF4-FFF2-40B4-BE49-F238E27FC236}">
                <a16:creationId xmlns:a16="http://schemas.microsoft.com/office/drawing/2014/main" id="{F1C5C3EB-610F-404B-B8B9-3CDDAB7289FB}"/>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4" name="equation_290" descr="b_2=-1">
                <a:extLst>
                  <a:ext uri="{FF2B5EF4-FFF2-40B4-BE49-F238E27FC236}">
                    <a16:creationId xmlns:a16="http://schemas.microsoft.com/office/drawing/2014/main" id="{5115F720-F139-488F-A158-01758E862B49}"/>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94" name="equation_290" descr="b_2=-1">
                <a:extLst>
                  <a:ext uri="{FF2B5EF4-FFF2-40B4-BE49-F238E27FC236}">
                    <a16:creationId xmlns:a16="http://schemas.microsoft.com/office/drawing/2014/main" id="{5115F720-F139-488F-A158-01758E862B49}"/>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295" name="line_291">
            <a:extLst>
              <a:ext uri="{FF2B5EF4-FFF2-40B4-BE49-F238E27FC236}">
                <a16:creationId xmlns:a16="http://schemas.microsoft.com/office/drawing/2014/main" id="{3A883309-3859-4CF5-B2D4-4FD3151A6140}"/>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296" name="note_box_292">
            <a:extLst>
              <a:ext uri="{FF2B5EF4-FFF2-40B4-BE49-F238E27FC236}">
                <a16:creationId xmlns:a16="http://schemas.microsoft.com/office/drawing/2014/main" id="{9EEA1A0D-AD4D-4648-875B-9F3A7E3BF286}"/>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7" name="equation_293" descr="w_3=-1">
                <a:extLst>
                  <a:ext uri="{FF2B5EF4-FFF2-40B4-BE49-F238E27FC236}">
                    <a16:creationId xmlns:a16="http://schemas.microsoft.com/office/drawing/2014/main" id="{B36C98C1-2AC2-4DDA-87A4-8081615BD4EC}"/>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297" name="equation_293" descr="w_3=-1">
                <a:extLst>
                  <a:ext uri="{FF2B5EF4-FFF2-40B4-BE49-F238E27FC236}">
                    <a16:creationId xmlns:a16="http://schemas.microsoft.com/office/drawing/2014/main" id="{B36C98C1-2AC2-4DDA-87A4-8081615BD4EC}"/>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298" name="line_294">
            <a:extLst>
              <a:ext uri="{FF2B5EF4-FFF2-40B4-BE49-F238E27FC236}">
                <a16:creationId xmlns:a16="http://schemas.microsoft.com/office/drawing/2014/main" id="{6F96B79B-3C5E-411E-BC70-3F5F71CFC254}"/>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299" name="note_box_295">
            <a:extLst>
              <a:ext uri="{FF2B5EF4-FFF2-40B4-BE49-F238E27FC236}">
                <a16:creationId xmlns:a16="http://schemas.microsoft.com/office/drawing/2014/main" id="{E736D92D-4CF5-41BB-B50A-02DA0E31B2E7}"/>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00" name="equation_296" descr="b_3=2">
                <a:extLst>
                  <a:ext uri="{FF2B5EF4-FFF2-40B4-BE49-F238E27FC236}">
                    <a16:creationId xmlns:a16="http://schemas.microsoft.com/office/drawing/2014/main" id="{A17FBCD9-358A-4453-9BC7-337C1E502AED}"/>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300" name="equation_296" descr="b_3=2">
                <a:extLst>
                  <a:ext uri="{FF2B5EF4-FFF2-40B4-BE49-F238E27FC236}">
                    <a16:creationId xmlns:a16="http://schemas.microsoft.com/office/drawing/2014/main" id="{A17FBCD9-358A-4453-9BC7-337C1E502AED}"/>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301" name="line_297">
            <a:extLst>
              <a:ext uri="{FF2B5EF4-FFF2-40B4-BE49-F238E27FC236}">
                <a16:creationId xmlns:a16="http://schemas.microsoft.com/office/drawing/2014/main" id="{0F06814E-FF4D-4B48-BD08-2E9D40736AC2}"/>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02" name="equation_298" descr="y=-2">
                <a:extLst>
                  <a:ext uri="{FF2B5EF4-FFF2-40B4-BE49-F238E27FC236}">
                    <a16:creationId xmlns:a16="http://schemas.microsoft.com/office/drawing/2014/main" id="{9048B93D-3114-4F48-B559-033FFEE698D3}"/>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302" name="equation_298" descr="y=-2">
                <a:extLst>
                  <a:ext uri="{FF2B5EF4-FFF2-40B4-BE49-F238E27FC236}">
                    <a16:creationId xmlns:a16="http://schemas.microsoft.com/office/drawing/2014/main" id="{9048B93D-3114-4F48-B559-033FFEE698D3}"/>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303" name="line_299">
            <a:extLst>
              <a:ext uri="{FF2B5EF4-FFF2-40B4-BE49-F238E27FC236}">
                <a16:creationId xmlns:a16="http://schemas.microsoft.com/office/drawing/2014/main" id="{C9AC5C23-8549-4EEC-A549-3B20259873A3}"/>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304" name="note_brace_300">
            <a:extLst>
              <a:ext uri="{FF2B5EF4-FFF2-40B4-BE49-F238E27FC236}">
                <a16:creationId xmlns:a16="http://schemas.microsoft.com/office/drawing/2014/main" id="{BB8134D3-15A3-42FD-A68C-8AD03481BD2D}"/>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05" name="text_301">
            <a:extLst>
              <a:ext uri="{FF2B5EF4-FFF2-40B4-BE49-F238E27FC236}">
                <a16:creationId xmlns:a16="http://schemas.microsoft.com/office/drawing/2014/main" id="{B96E26F0-E706-4F30-ACBC-A1658081FDE8}"/>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06" name="note_brace_302">
            <a:extLst>
              <a:ext uri="{FF2B5EF4-FFF2-40B4-BE49-F238E27FC236}">
                <a16:creationId xmlns:a16="http://schemas.microsoft.com/office/drawing/2014/main" id="{3A2BEC07-94B8-4CF1-AC92-A7BCF31BF9B5}"/>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07" name="text_303">
            <a:extLst>
              <a:ext uri="{FF2B5EF4-FFF2-40B4-BE49-F238E27FC236}">
                <a16:creationId xmlns:a16="http://schemas.microsoft.com/office/drawing/2014/main" id="{D8F4770A-F983-4BBA-99A0-228EB18A621C}"/>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08" name="note_brace_304">
            <a:extLst>
              <a:ext uri="{FF2B5EF4-FFF2-40B4-BE49-F238E27FC236}">
                <a16:creationId xmlns:a16="http://schemas.microsoft.com/office/drawing/2014/main" id="{7BFC1ACD-CFED-4BEC-A389-1B2415E8D8F0}"/>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309" name="text_305">
            <a:extLst>
              <a:ext uri="{FF2B5EF4-FFF2-40B4-BE49-F238E27FC236}">
                <a16:creationId xmlns:a16="http://schemas.microsoft.com/office/drawing/2014/main" id="{48231052-6B97-4632-B3C6-52C7CC8B2699}"/>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10" name="equation_306" descr="\phi_1(x)=\mathrm{ReLU}(a_1(x))=\mathrm{ReLU}(3)=3">
                <a:extLst>
                  <a:ext uri="{FF2B5EF4-FFF2-40B4-BE49-F238E27FC236}">
                    <a16:creationId xmlns:a16="http://schemas.microsoft.com/office/drawing/2014/main" id="{5FD81731-C250-4ED4-B32F-6596D10E3F9E}"/>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3</m:t>
                          </m:r>
                        </m:e>
                      </m:d>
                      <m:r>
                        <a:rPr lang="en-GB" sz="3100">
                          <a:solidFill>
                            <a:srgbClr val="AB4910"/>
                          </a:solidFill>
                          <a:latin typeface="Cambria Math"/>
                          <a:ea typeface="Cambria Math"/>
                          <a:cs typeface="Cambria Math"/>
                        </a:rPr>
                        <m:t>=3</m:t>
                      </m:r>
                    </m:oMath>
                  </m:oMathPara>
                </a14:m>
                <a:endParaRPr lang="en-GB" sz="3100"/>
              </a:p>
            </p:txBody>
          </p:sp>
        </mc:Choice>
        <mc:Fallback xmlns="">
          <p:sp>
            <p:nvSpPr>
              <p:cNvPr id="310" name="equation_306" descr="\phi_1(x)=\mathrm{ReLU}(a_1(x))=\mathrm{ReLU}(3)=3">
                <a:extLst>
                  <a:ext uri="{FF2B5EF4-FFF2-40B4-BE49-F238E27FC236}">
                    <a16:creationId xmlns:a16="http://schemas.microsoft.com/office/drawing/2014/main" id="{5FD81731-C250-4ED4-B32F-6596D10E3F9E}"/>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42"/>
                <a:stretch>
                  <a:fillRect/>
                </a:stretch>
              </a:blipFill>
              <a:ln w="0">
                <a:noFill/>
              </a:ln>
            </p:spPr>
            <p:txBody>
              <a:bodyPr/>
              <a:lstStyle/>
              <a:p>
                <a:r>
                  <a:rPr lang="it-IT">
                    <a:noFill/>
                  </a:rPr>
                  <a:t> </a:t>
                </a:r>
              </a:p>
            </p:txBody>
          </p:sp>
        </mc:Fallback>
      </mc:AlternateContent>
      <p:sp>
        <p:nvSpPr>
          <p:cNvPr id="311" name="shape_307">
            <a:extLst>
              <a:ext uri="{FF2B5EF4-FFF2-40B4-BE49-F238E27FC236}">
                <a16:creationId xmlns:a16="http://schemas.microsoft.com/office/drawing/2014/main" id="{04EB63E2-EC35-467C-97B9-3A1D9DB6FF0F}"/>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12" name="note_box_308">
            <a:extLst>
              <a:ext uri="{FF2B5EF4-FFF2-40B4-BE49-F238E27FC236}">
                <a16:creationId xmlns:a16="http://schemas.microsoft.com/office/drawing/2014/main" id="{3EF9F30E-032A-43BF-8756-B11A85B8139F}"/>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3" name="equation_309" descr="\phi_0(x)">
                <a:extLst>
                  <a:ext uri="{FF2B5EF4-FFF2-40B4-BE49-F238E27FC236}">
                    <a16:creationId xmlns:a16="http://schemas.microsoft.com/office/drawing/2014/main" id="{75CC8429-2C16-4BA1-9C06-A392FED7E003}"/>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13" name="equation_309" descr="\phi_0(x)">
                <a:extLst>
                  <a:ext uri="{FF2B5EF4-FFF2-40B4-BE49-F238E27FC236}">
                    <a16:creationId xmlns:a16="http://schemas.microsoft.com/office/drawing/2014/main" id="{75CC8429-2C16-4BA1-9C06-A392FED7E003}"/>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4" name="equation_310" descr="2">
                <a:extLst>
                  <a:ext uri="{FF2B5EF4-FFF2-40B4-BE49-F238E27FC236}">
                    <a16:creationId xmlns:a16="http://schemas.microsoft.com/office/drawing/2014/main" id="{2EB6A9DB-1B33-4DB5-87C6-162097301A69}"/>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314" name="equation_310" descr="2">
                <a:extLst>
                  <a:ext uri="{FF2B5EF4-FFF2-40B4-BE49-F238E27FC236}">
                    <a16:creationId xmlns:a16="http://schemas.microsoft.com/office/drawing/2014/main" id="{2EB6A9DB-1B33-4DB5-87C6-162097301A69}"/>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315" name="note_box_311">
            <a:extLst>
              <a:ext uri="{FF2B5EF4-FFF2-40B4-BE49-F238E27FC236}">
                <a16:creationId xmlns:a16="http://schemas.microsoft.com/office/drawing/2014/main" id="{F1C458C1-535B-469C-B429-C8F11EE703A8}"/>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6" name="equation_312" descr="a_1(x)">
                <a:extLst>
                  <a:ext uri="{FF2B5EF4-FFF2-40B4-BE49-F238E27FC236}">
                    <a16:creationId xmlns:a16="http://schemas.microsoft.com/office/drawing/2014/main" id="{A747BEE2-EF92-4015-92C1-0938879AE746}"/>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16" name="equation_312" descr="a_1(x)">
                <a:extLst>
                  <a:ext uri="{FF2B5EF4-FFF2-40B4-BE49-F238E27FC236}">
                    <a16:creationId xmlns:a16="http://schemas.microsoft.com/office/drawing/2014/main" id="{A747BEE2-EF92-4015-92C1-0938879AE746}"/>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7" name="equation_313" descr="3">
                <a:extLst>
                  <a:ext uri="{FF2B5EF4-FFF2-40B4-BE49-F238E27FC236}">
                    <a16:creationId xmlns:a16="http://schemas.microsoft.com/office/drawing/2014/main" id="{B2EE82A6-CC51-486A-A62D-D40608F1BDF1}"/>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317" name="equation_313" descr="3">
                <a:extLst>
                  <a:ext uri="{FF2B5EF4-FFF2-40B4-BE49-F238E27FC236}">
                    <a16:creationId xmlns:a16="http://schemas.microsoft.com/office/drawing/2014/main" id="{B2EE82A6-CC51-486A-A62D-D40608F1BDF1}"/>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318" name="line_314">
            <a:extLst>
              <a:ext uri="{FF2B5EF4-FFF2-40B4-BE49-F238E27FC236}">
                <a16:creationId xmlns:a16="http://schemas.microsoft.com/office/drawing/2014/main" id="{3D3F10FF-6A94-41F0-A48D-9BDA06319CBF}"/>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319" name="text_315">
            <a:extLst>
              <a:ext uri="{FF2B5EF4-FFF2-40B4-BE49-F238E27FC236}">
                <a16:creationId xmlns:a16="http://schemas.microsoft.com/office/drawing/2014/main" id="{19609444-23E5-4B70-A08C-982BB0C0183E}"/>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320" name="note_box_316">
            <a:extLst>
              <a:ext uri="{FF2B5EF4-FFF2-40B4-BE49-F238E27FC236}">
                <a16:creationId xmlns:a16="http://schemas.microsoft.com/office/drawing/2014/main" id="{990198D6-70D2-4681-89AE-00284204E88B}"/>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1" name="equation_317" descr="\phi_1(x)">
                <a:extLst>
                  <a:ext uri="{FF2B5EF4-FFF2-40B4-BE49-F238E27FC236}">
                    <a16:creationId xmlns:a16="http://schemas.microsoft.com/office/drawing/2014/main" id="{5295D717-DF8B-4AF4-BE8C-E0EE68FA9ED3}"/>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1</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321" name="equation_317" descr="\phi_1(x)">
                <a:extLst>
                  <a:ext uri="{FF2B5EF4-FFF2-40B4-BE49-F238E27FC236}">
                    <a16:creationId xmlns:a16="http://schemas.microsoft.com/office/drawing/2014/main" id="{5295D717-DF8B-4AF4-BE8C-E0EE68FA9ED3}"/>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4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2" name="equation_318" descr="3">
                <a:extLst>
                  <a:ext uri="{FF2B5EF4-FFF2-40B4-BE49-F238E27FC236}">
                    <a16:creationId xmlns:a16="http://schemas.microsoft.com/office/drawing/2014/main" id="{BCF7AEF1-5714-4A47-BE21-0877826D2697}"/>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322" name="equation_318" descr="3">
                <a:extLst>
                  <a:ext uri="{FF2B5EF4-FFF2-40B4-BE49-F238E27FC236}">
                    <a16:creationId xmlns:a16="http://schemas.microsoft.com/office/drawing/2014/main" id="{BCF7AEF1-5714-4A47-BE21-0877826D2697}"/>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45"/>
                <a:stretch>
                  <a:fillRect b="-13208"/>
                </a:stretch>
              </a:blipFill>
              <a:ln w="0">
                <a:noFill/>
              </a:ln>
            </p:spPr>
            <p:txBody>
              <a:bodyPr/>
              <a:lstStyle/>
              <a:p>
                <a:r>
                  <a:rPr lang="it-IT">
                    <a:noFill/>
                  </a:rPr>
                  <a:t> </a:t>
                </a:r>
              </a:p>
            </p:txBody>
          </p:sp>
        </mc:Fallback>
      </mc:AlternateContent>
      <p:sp>
        <p:nvSpPr>
          <p:cNvPr id="323" name="line_319">
            <a:extLst>
              <a:ext uri="{FF2B5EF4-FFF2-40B4-BE49-F238E27FC236}">
                <a16:creationId xmlns:a16="http://schemas.microsoft.com/office/drawing/2014/main" id="{B57A6D76-BB16-4DB5-AFD4-12B79E51DCD4}"/>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324" name="text_320">
            <a:extLst>
              <a:ext uri="{FF2B5EF4-FFF2-40B4-BE49-F238E27FC236}">
                <a16:creationId xmlns:a16="http://schemas.microsoft.com/office/drawing/2014/main" id="{26816FF4-8566-4866-8CDD-7132CFC47CBA}"/>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325" name="note_box_321">
            <a:extLst>
              <a:ext uri="{FF2B5EF4-FFF2-40B4-BE49-F238E27FC236}">
                <a16:creationId xmlns:a16="http://schemas.microsoft.com/office/drawing/2014/main" id="{CC556964-446E-49E7-A573-20C73FC4BA39}"/>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26" name="equation_322" descr="a_2(x)">
                <a:extLst>
                  <a:ext uri="{FF2B5EF4-FFF2-40B4-BE49-F238E27FC236}">
                    <a16:creationId xmlns:a16="http://schemas.microsoft.com/office/drawing/2014/main" id="{72893E05-9EBC-437C-A998-D7A759B1AAAF}"/>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2</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326" name="equation_322" descr="a_2(x)">
                <a:extLst>
                  <a:ext uri="{FF2B5EF4-FFF2-40B4-BE49-F238E27FC236}">
                    <a16:creationId xmlns:a16="http://schemas.microsoft.com/office/drawing/2014/main" id="{72893E05-9EBC-437C-A998-D7A759B1AAAF}"/>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4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7" name="equation_323" descr="?">
                <a:extLst>
                  <a:ext uri="{FF2B5EF4-FFF2-40B4-BE49-F238E27FC236}">
                    <a16:creationId xmlns:a16="http://schemas.microsoft.com/office/drawing/2014/main" id="{7BE52B5E-78E3-4F5D-8013-6D892DECE8CE}"/>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327" name="equation_323" descr="?">
                <a:extLst>
                  <a:ext uri="{FF2B5EF4-FFF2-40B4-BE49-F238E27FC236}">
                    <a16:creationId xmlns:a16="http://schemas.microsoft.com/office/drawing/2014/main" id="{7BE52B5E-78E3-4F5D-8013-6D892DECE8CE}"/>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47"/>
                <a:stretch>
                  <a:fillRect b="-13208"/>
                </a:stretch>
              </a:blipFill>
              <a:ln w="0">
                <a:noFill/>
              </a:ln>
            </p:spPr>
            <p:txBody>
              <a:bodyPr/>
              <a:lstStyle/>
              <a:p>
                <a:r>
                  <a:rPr lang="it-IT">
                    <a:noFill/>
                  </a:rPr>
                  <a:t> </a:t>
                </a:r>
              </a:p>
            </p:txBody>
          </p:sp>
        </mc:Fallback>
      </mc:AlternateContent>
      <p:sp>
        <p:nvSpPr>
          <p:cNvPr id="328" name="line_324">
            <a:extLst>
              <a:ext uri="{FF2B5EF4-FFF2-40B4-BE49-F238E27FC236}">
                <a16:creationId xmlns:a16="http://schemas.microsoft.com/office/drawing/2014/main" id="{BE312CC3-1FFC-4F2A-A8E9-697671067B3E}"/>
              </a:ext>
            </a:extLst>
          </p:cNvPr>
          <p:cNvSpPr>
            <a:spLocks noGrp="1"/>
          </p:cNvSpPr>
          <p:nvPr/>
        </p:nvSpPr>
        <p:spPr>
          <a:xfrm>
            <a:off x="4764881" y="3143250"/>
            <a:ext cx="358378" cy="476"/>
          </a:xfrm>
          <a:prstGeom prst="line">
            <a:avLst/>
          </a:prstGeom>
          <a:noFill/>
          <a:ln w="13335">
            <a:solidFill>
              <a:srgbClr val="235C99"/>
            </a:solidFill>
            <a:tailEnd type="triangle" w="sm" len="sm"/>
          </a:ln>
        </p:spPr>
        <p:txBody>
          <a:bodyPr/>
          <a:lstStyle/>
          <a:p>
            <a:endParaRPr lang="it-IT"/>
          </a:p>
        </p:txBody>
      </p:sp>
      <p:sp>
        <p:nvSpPr>
          <p:cNvPr id="329" name="text_325">
            <a:extLst>
              <a:ext uri="{FF2B5EF4-FFF2-40B4-BE49-F238E27FC236}">
                <a16:creationId xmlns:a16="http://schemas.microsoft.com/office/drawing/2014/main" id="{E688B825-7BAC-4688-9AF4-18B9A1EE362C}"/>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330" name="note_box_326">
            <a:extLst>
              <a:ext uri="{FF2B5EF4-FFF2-40B4-BE49-F238E27FC236}">
                <a16:creationId xmlns:a16="http://schemas.microsoft.com/office/drawing/2014/main" id="{057BD530-E921-426C-B50D-D050166EBCAE}"/>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1" name="equation_327" descr="\phi_2(x)">
                <a:extLst>
                  <a:ext uri="{FF2B5EF4-FFF2-40B4-BE49-F238E27FC236}">
                    <a16:creationId xmlns:a16="http://schemas.microsoft.com/office/drawing/2014/main" id="{17682350-462A-4D43-B7A0-61B29341BF43}"/>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31" name="equation_327" descr="\phi_2(x)">
                <a:extLst>
                  <a:ext uri="{FF2B5EF4-FFF2-40B4-BE49-F238E27FC236}">
                    <a16:creationId xmlns:a16="http://schemas.microsoft.com/office/drawing/2014/main" id="{17682350-462A-4D43-B7A0-61B29341BF43}"/>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2" name="equation_328" descr="?">
                <a:extLst>
                  <a:ext uri="{FF2B5EF4-FFF2-40B4-BE49-F238E27FC236}">
                    <a16:creationId xmlns:a16="http://schemas.microsoft.com/office/drawing/2014/main" id="{20CB56EC-F77E-4A07-B462-9BDBFA495246}"/>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32" name="equation_328" descr="?">
                <a:extLst>
                  <a:ext uri="{FF2B5EF4-FFF2-40B4-BE49-F238E27FC236}">
                    <a16:creationId xmlns:a16="http://schemas.microsoft.com/office/drawing/2014/main" id="{20CB56EC-F77E-4A07-B462-9BDBFA495246}"/>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333" name="line_329">
            <a:extLst>
              <a:ext uri="{FF2B5EF4-FFF2-40B4-BE49-F238E27FC236}">
                <a16:creationId xmlns:a16="http://schemas.microsoft.com/office/drawing/2014/main" id="{09529B9D-3F0C-40D0-BF19-E9BB2E5CB1B3}"/>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334" name="text_330">
            <a:extLst>
              <a:ext uri="{FF2B5EF4-FFF2-40B4-BE49-F238E27FC236}">
                <a16:creationId xmlns:a16="http://schemas.microsoft.com/office/drawing/2014/main" id="{386BB28F-DA10-4843-92A9-8E2AFB5490CF}"/>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335" name="note_box_331">
            <a:extLst>
              <a:ext uri="{FF2B5EF4-FFF2-40B4-BE49-F238E27FC236}">
                <a16:creationId xmlns:a16="http://schemas.microsoft.com/office/drawing/2014/main" id="{122ECDDC-8334-4980-BB34-3B9BC073E1AE}"/>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6" name="equation_332" descr="a_3(x)">
                <a:extLst>
                  <a:ext uri="{FF2B5EF4-FFF2-40B4-BE49-F238E27FC236}">
                    <a16:creationId xmlns:a16="http://schemas.microsoft.com/office/drawing/2014/main" id="{0E226D29-B872-49A7-A597-C928AA4BBBC4}"/>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36" name="equation_332" descr="a_3(x)">
                <a:extLst>
                  <a:ext uri="{FF2B5EF4-FFF2-40B4-BE49-F238E27FC236}">
                    <a16:creationId xmlns:a16="http://schemas.microsoft.com/office/drawing/2014/main" id="{0E226D29-B872-49A7-A597-C928AA4BBBC4}"/>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7" name="equation_333" descr="?">
                <a:extLst>
                  <a:ext uri="{FF2B5EF4-FFF2-40B4-BE49-F238E27FC236}">
                    <a16:creationId xmlns:a16="http://schemas.microsoft.com/office/drawing/2014/main" id="{235E52EA-0DFE-4814-B026-2C4A21EBE9DC}"/>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37" name="equation_333" descr="?">
                <a:extLst>
                  <a:ext uri="{FF2B5EF4-FFF2-40B4-BE49-F238E27FC236}">
                    <a16:creationId xmlns:a16="http://schemas.microsoft.com/office/drawing/2014/main" id="{235E52EA-0DFE-4814-B026-2C4A21EBE9DC}"/>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338" name="line_334">
            <a:extLst>
              <a:ext uri="{FF2B5EF4-FFF2-40B4-BE49-F238E27FC236}">
                <a16:creationId xmlns:a16="http://schemas.microsoft.com/office/drawing/2014/main" id="{DC083100-46BD-4135-87B9-0D9BE00FB522}"/>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339" name="text_335">
            <a:extLst>
              <a:ext uri="{FF2B5EF4-FFF2-40B4-BE49-F238E27FC236}">
                <a16:creationId xmlns:a16="http://schemas.microsoft.com/office/drawing/2014/main" id="{8421148B-90D7-4339-A383-D6EDF4DD32DF}"/>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340" name="note_box_336">
            <a:extLst>
              <a:ext uri="{FF2B5EF4-FFF2-40B4-BE49-F238E27FC236}">
                <a16:creationId xmlns:a16="http://schemas.microsoft.com/office/drawing/2014/main" id="{3CB03892-D37A-45C2-B57C-FE72E852C4E4}"/>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1" name="equation_337" descr="\mathcal{L}_{\mathrm{sq}}">
                <a:extLst>
                  <a:ext uri="{FF2B5EF4-FFF2-40B4-BE49-F238E27FC236}">
                    <a16:creationId xmlns:a16="http://schemas.microsoft.com/office/drawing/2014/main" id="{44A151E3-B2D6-4AF0-A0F6-20F79DF0EDE3}"/>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341" name="equation_337" descr="\mathcal{L}_{\mathrm{sq}}">
                <a:extLst>
                  <a:ext uri="{FF2B5EF4-FFF2-40B4-BE49-F238E27FC236}">
                    <a16:creationId xmlns:a16="http://schemas.microsoft.com/office/drawing/2014/main" id="{44A151E3-B2D6-4AF0-A0F6-20F79DF0EDE3}"/>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2" name="equation_338" descr="?">
                <a:extLst>
                  <a:ext uri="{FF2B5EF4-FFF2-40B4-BE49-F238E27FC236}">
                    <a16:creationId xmlns:a16="http://schemas.microsoft.com/office/drawing/2014/main" id="{C98D13BE-078E-4394-A729-9E304A5550BA}"/>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42" name="equation_338" descr="?">
                <a:extLst>
                  <a:ext uri="{FF2B5EF4-FFF2-40B4-BE49-F238E27FC236}">
                    <a16:creationId xmlns:a16="http://schemas.microsoft.com/office/drawing/2014/main" id="{C98D13BE-078E-4394-A729-9E304A5550BA}"/>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343" name="line_339">
            <a:extLst>
              <a:ext uri="{FF2B5EF4-FFF2-40B4-BE49-F238E27FC236}">
                <a16:creationId xmlns:a16="http://schemas.microsoft.com/office/drawing/2014/main" id="{4D1B5FED-F01D-408A-AA96-0A24870F93D8}"/>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344" name="text_340">
            <a:extLst>
              <a:ext uri="{FF2B5EF4-FFF2-40B4-BE49-F238E27FC236}">
                <a16:creationId xmlns:a16="http://schemas.microsoft.com/office/drawing/2014/main" id="{28A506F3-FB8E-4F08-B897-AA26FDC00601}"/>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345" name="note_box_341">
            <a:extLst>
              <a:ext uri="{FF2B5EF4-FFF2-40B4-BE49-F238E27FC236}">
                <a16:creationId xmlns:a16="http://schemas.microsoft.com/office/drawing/2014/main" id="{B4918625-43C5-4B94-BD30-1726CB43C65E}"/>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46" name="equation_342" descr="w_1=1">
                <a:extLst>
                  <a:ext uri="{FF2B5EF4-FFF2-40B4-BE49-F238E27FC236}">
                    <a16:creationId xmlns:a16="http://schemas.microsoft.com/office/drawing/2014/main" id="{6E33B451-4323-42AF-9C00-D363135B712A}"/>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346" name="equation_342" descr="w_1=1">
                <a:extLst>
                  <a:ext uri="{FF2B5EF4-FFF2-40B4-BE49-F238E27FC236}">
                    <a16:creationId xmlns:a16="http://schemas.microsoft.com/office/drawing/2014/main" id="{6E33B451-4323-42AF-9C00-D363135B712A}"/>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347" name="line_343">
            <a:extLst>
              <a:ext uri="{FF2B5EF4-FFF2-40B4-BE49-F238E27FC236}">
                <a16:creationId xmlns:a16="http://schemas.microsoft.com/office/drawing/2014/main" id="{D6558962-C170-4196-A370-F596D7E8DB60}"/>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348" name="note_box_344">
            <a:extLst>
              <a:ext uri="{FF2B5EF4-FFF2-40B4-BE49-F238E27FC236}">
                <a16:creationId xmlns:a16="http://schemas.microsoft.com/office/drawing/2014/main" id="{35E3D606-DE24-492C-9960-2F48746C0B26}"/>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49" name="equation_345" descr="b_1=1">
                <a:extLst>
                  <a:ext uri="{FF2B5EF4-FFF2-40B4-BE49-F238E27FC236}">
                    <a16:creationId xmlns:a16="http://schemas.microsoft.com/office/drawing/2014/main" id="{8A33FF89-D33C-452F-A007-0E00759CFA24}"/>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349" name="equation_345" descr="b_1=1">
                <a:extLst>
                  <a:ext uri="{FF2B5EF4-FFF2-40B4-BE49-F238E27FC236}">
                    <a16:creationId xmlns:a16="http://schemas.microsoft.com/office/drawing/2014/main" id="{8A33FF89-D33C-452F-A007-0E00759CFA24}"/>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350" name="line_346">
            <a:extLst>
              <a:ext uri="{FF2B5EF4-FFF2-40B4-BE49-F238E27FC236}">
                <a16:creationId xmlns:a16="http://schemas.microsoft.com/office/drawing/2014/main" id="{BC099EC3-90CC-4442-B180-17AE8BA3C713}"/>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351" name="note_box_347">
            <a:extLst>
              <a:ext uri="{FF2B5EF4-FFF2-40B4-BE49-F238E27FC236}">
                <a16:creationId xmlns:a16="http://schemas.microsoft.com/office/drawing/2014/main" id="{C2E95DAC-263D-4058-B19C-0F1A0A2FAC28}"/>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52" name="equation_348" descr="w_2=2">
                <a:extLst>
                  <a:ext uri="{FF2B5EF4-FFF2-40B4-BE49-F238E27FC236}">
                    <a16:creationId xmlns:a16="http://schemas.microsoft.com/office/drawing/2014/main" id="{A48104EB-8205-4865-B00F-505109E60932}"/>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2</m:t>
                          </m:r>
                        </m:sub>
                      </m:sSub>
                      <m:r>
                        <a:rPr lang="en-GB" sz="1650">
                          <a:solidFill>
                            <a:srgbClr val="235C99"/>
                          </a:solidFill>
                          <a:latin typeface="Cambria Math"/>
                          <a:ea typeface="Cambria Math"/>
                          <a:cs typeface="Cambria Math"/>
                        </a:rPr>
                        <m:t>=2</m:t>
                      </m:r>
                    </m:oMath>
                  </m:oMathPara>
                </a14:m>
                <a:endParaRPr lang="en-GB" sz="1650"/>
              </a:p>
            </p:txBody>
          </p:sp>
        </mc:Choice>
        <mc:Fallback xmlns="">
          <p:sp>
            <p:nvSpPr>
              <p:cNvPr id="352" name="equation_348" descr="w_2=2">
                <a:extLst>
                  <a:ext uri="{FF2B5EF4-FFF2-40B4-BE49-F238E27FC236}">
                    <a16:creationId xmlns:a16="http://schemas.microsoft.com/office/drawing/2014/main" id="{A48104EB-8205-4865-B00F-505109E60932}"/>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48"/>
                <a:stretch>
                  <a:fillRect/>
                </a:stretch>
              </a:blipFill>
              <a:ln w="0">
                <a:noFill/>
              </a:ln>
            </p:spPr>
            <p:txBody>
              <a:bodyPr/>
              <a:lstStyle/>
              <a:p>
                <a:r>
                  <a:rPr lang="it-IT">
                    <a:noFill/>
                  </a:rPr>
                  <a:t> </a:t>
                </a:r>
              </a:p>
            </p:txBody>
          </p:sp>
        </mc:Fallback>
      </mc:AlternateContent>
      <p:sp>
        <p:nvSpPr>
          <p:cNvPr id="353" name="line_349">
            <a:extLst>
              <a:ext uri="{FF2B5EF4-FFF2-40B4-BE49-F238E27FC236}">
                <a16:creationId xmlns:a16="http://schemas.microsoft.com/office/drawing/2014/main" id="{2CFD6D38-2473-49D0-A3A3-848C578C08ED}"/>
              </a:ext>
            </a:extLst>
          </p:cNvPr>
          <p:cNvSpPr>
            <a:spLocks noGrp="1"/>
          </p:cNvSpPr>
          <p:nvPr/>
        </p:nvSpPr>
        <p:spPr>
          <a:xfrm flipV="1">
            <a:off x="5245656" y="3543300"/>
            <a:ext cx="391954" cy="252413"/>
          </a:xfrm>
          <a:prstGeom prst="line">
            <a:avLst/>
          </a:prstGeom>
          <a:noFill/>
          <a:ln w="12383">
            <a:solidFill>
              <a:srgbClr val="235C99"/>
            </a:solidFill>
            <a:tailEnd type="triangle" w="sm" len="sm"/>
          </a:ln>
        </p:spPr>
        <p:txBody>
          <a:bodyPr/>
          <a:lstStyle/>
          <a:p>
            <a:endParaRPr lang="it-IT"/>
          </a:p>
        </p:txBody>
      </p:sp>
      <p:sp>
        <p:nvSpPr>
          <p:cNvPr id="354" name="note_box_350">
            <a:extLst>
              <a:ext uri="{FF2B5EF4-FFF2-40B4-BE49-F238E27FC236}">
                <a16:creationId xmlns:a16="http://schemas.microsoft.com/office/drawing/2014/main" id="{D7108230-680B-4E03-B33A-ABE621F9906A}"/>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55" name="equation_351" descr="b_2=-1">
                <a:extLst>
                  <a:ext uri="{FF2B5EF4-FFF2-40B4-BE49-F238E27FC236}">
                    <a16:creationId xmlns:a16="http://schemas.microsoft.com/office/drawing/2014/main" id="{D492AC84-2338-4B5F-8E65-9CBC397ECEDE}"/>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2</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355" name="equation_351" descr="b_2=-1">
                <a:extLst>
                  <a:ext uri="{FF2B5EF4-FFF2-40B4-BE49-F238E27FC236}">
                    <a16:creationId xmlns:a16="http://schemas.microsoft.com/office/drawing/2014/main" id="{D492AC84-2338-4B5F-8E65-9CBC397ECEDE}"/>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49"/>
                <a:stretch>
                  <a:fillRect l="-6569" r="-730"/>
                </a:stretch>
              </a:blipFill>
              <a:ln w="0">
                <a:noFill/>
              </a:ln>
            </p:spPr>
            <p:txBody>
              <a:bodyPr/>
              <a:lstStyle/>
              <a:p>
                <a:r>
                  <a:rPr lang="it-IT">
                    <a:noFill/>
                  </a:rPr>
                  <a:t> </a:t>
                </a:r>
              </a:p>
            </p:txBody>
          </p:sp>
        </mc:Fallback>
      </mc:AlternateContent>
      <p:sp>
        <p:nvSpPr>
          <p:cNvPr id="356" name="line_352">
            <a:extLst>
              <a:ext uri="{FF2B5EF4-FFF2-40B4-BE49-F238E27FC236}">
                <a16:creationId xmlns:a16="http://schemas.microsoft.com/office/drawing/2014/main" id="{0A7BE8CF-9173-4764-B5BB-C93622BB62FC}"/>
              </a:ext>
            </a:extLst>
          </p:cNvPr>
          <p:cNvSpPr>
            <a:spLocks noGrp="1"/>
          </p:cNvSpPr>
          <p:nvPr/>
        </p:nvSpPr>
        <p:spPr>
          <a:xfrm flipH="1" flipV="1">
            <a:off x="5847159" y="3543300"/>
            <a:ext cx="391954" cy="252413"/>
          </a:xfrm>
          <a:prstGeom prst="line">
            <a:avLst/>
          </a:prstGeom>
          <a:noFill/>
          <a:ln w="12383">
            <a:solidFill>
              <a:srgbClr val="235C99"/>
            </a:solidFill>
            <a:tailEnd type="triangle" w="sm" len="sm"/>
          </a:ln>
        </p:spPr>
        <p:txBody>
          <a:bodyPr/>
          <a:lstStyle/>
          <a:p>
            <a:endParaRPr lang="it-IT"/>
          </a:p>
        </p:txBody>
      </p:sp>
      <p:sp>
        <p:nvSpPr>
          <p:cNvPr id="357" name="note_box_353">
            <a:extLst>
              <a:ext uri="{FF2B5EF4-FFF2-40B4-BE49-F238E27FC236}">
                <a16:creationId xmlns:a16="http://schemas.microsoft.com/office/drawing/2014/main" id="{6693A3AF-1912-4CEE-A6BA-C56E4091B3B6}"/>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58" name="equation_354" descr="w_3=-1">
                <a:extLst>
                  <a:ext uri="{FF2B5EF4-FFF2-40B4-BE49-F238E27FC236}">
                    <a16:creationId xmlns:a16="http://schemas.microsoft.com/office/drawing/2014/main" id="{34C8C5C2-7B85-44A2-8180-759DBDACFE20}"/>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358" name="equation_354" descr="w_3=-1">
                <a:extLst>
                  <a:ext uri="{FF2B5EF4-FFF2-40B4-BE49-F238E27FC236}">
                    <a16:creationId xmlns:a16="http://schemas.microsoft.com/office/drawing/2014/main" id="{34C8C5C2-7B85-44A2-8180-759DBDACFE20}"/>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359" name="line_355">
            <a:extLst>
              <a:ext uri="{FF2B5EF4-FFF2-40B4-BE49-F238E27FC236}">
                <a16:creationId xmlns:a16="http://schemas.microsoft.com/office/drawing/2014/main" id="{86B0FF39-2EC1-4D23-A22A-FE4C20E2658B}"/>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360" name="note_box_356">
            <a:extLst>
              <a:ext uri="{FF2B5EF4-FFF2-40B4-BE49-F238E27FC236}">
                <a16:creationId xmlns:a16="http://schemas.microsoft.com/office/drawing/2014/main" id="{F6476AB0-E95D-4755-A59E-55DF855EC4BE}"/>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61" name="equation_357" descr="b_3=2">
                <a:extLst>
                  <a:ext uri="{FF2B5EF4-FFF2-40B4-BE49-F238E27FC236}">
                    <a16:creationId xmlns:a16="http://schemas.microsoft.com/office/drawing/2014/main" id="{F5A78E28-432A-4CFC-8A19-C0A73636439F}"/>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361" name="equation_357" descr="b_3=2">
                <a:extLst>
                  <a:ext uri="{FF2B5EF4-FFF2-40B4-BE49-F238E27FC236}">
                    <a16:creationId xmlns:a16="http://schemas.microsoft.com/office/drawing/2014/main" id="{F5A78E28-432A-4CFC-8A19-C0A73636439F}"/>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362" name="line_358">
            <a:extLst>
              <a:ext uri="{FF2B5EF4-FFF2-40B4-BE49-F238E27FC236}">
                <a16:creationId xmlns:a16="http://schemas.microsoft.com/office/drawing/2014/main" id="{04F417AF-D7A3-4F8E-925E-DB579DF3CA5C}"/>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63" name="equation_359" descr="y=-2">
                <a:extLst>
                  <a:ext uri="{FF2B5EF4-FFF2-40B4-BE49-F238E27FC236}">
                    <a16:creationId xmlns:a16="http://schemas.microsoft.com/office/drawing/2014/main" id="{5279750A-AF55-4E47-AA60-33D7BAB2A967}"/>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363" name="equation_359" descr="y=-2">
                <a:extLst>
                  <a:ext uri="{FF2B5EF4-FFF2-40B4-BE49-F238E27FC236}">
                    <a16:creationId xmlns:a16="http://schemas.microsoft.com/office/drawing/2014/main" id="{5279750A-AF55-4E47-AA60-33D7BAB2A967}"/>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364" name="line_360">
            <a:extLst>
              <a:ext uri="{FF2B5EF4-FFF2-40B4-BE49-F238E27FC236}">
                <a16:creationId xmlns:a16="http://schemas.microsoft.com/office/drawing/2014/main" id="{BFFB8FE7-B9C6-4720-9D6A-ABC65441E158}"/>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365" name="note_brace_361">
            <a:extLst>
              <a:ext uri="{FF2B5EF4-FFF2-40B4-BE49-F238E27FC236}">
                <a16:creationId xmlns:a16="http://schemas.microsoft.com/office/drawing/2014/main" id="{96ED3FB7-DF1B-41CB-BA2A-7FE56A5B52C4}"/>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66" name="text_362">
            <a:extLst>
              <a:ext uri="{FF2B5EF4-FFF2-40B4-BE49-F238E27FC236}">
                <a16:creationId xmlns:a16="http://schemas.microsoft.com/office/drawing/2014/main" id="{221DC8B4-7855-4463-99CF-73AF553C553F}"/>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67" name="note_brace_363">
            <a:extLst>
              <a:ext uri="{FF2B5EF4-FFF2-40B4-BE49-F238E27FC236}">
                <a16:creationId xmlns:a16="http://schemas.microsoft.com/office/drawing/2014/main" id="{EC74D6C2-59E4-42B7-877E-B73BD1FFE2B3}"/>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68" name="text_364">
            <a:extLst>
              <a:ext uri="{FF2B5EF4-FFF2-40B4-BE49-F238E27FC236}">
                <a16:creationId xmlns:a16="http://schemas.microsoft.com/office/drawing/2014/main" id="{30A66D11-6926-4DF1-89AE-10FDAF6CB62C}"/>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69" name="note_brace_365">
            <a:extLst>
              <a:ext uri="{FF2B5EF4-FFF2-40B4-BE49-F238E27FC236}">
                <a16:creationId xmlns:a16="http://schemas.microsoft.com/office/drawing/2014/main" id="{36861AEB-9EB3-4C6A-BA40-49A21D3C5601}"/>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370" name="text_366">
            <a:extLst>
              <a:ext uri="{FF2B5EF4-FFF2-40B4-BE49-F238E27FC236}">
                <a16:creationId xmlns:a16="http://schemas.microsoft.com/office/drawing/2014/main" id="{244E4873-5035-49EF-8CC2-17080C31D407}"/>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71" name="equation_367" descr="a_2(x)=\phi_1(x)w_2+b_2=\ ?">
                <a:extLst>
                  <a:ext uri="{FF2B5EF4-FFF2-40B4-BE49-F238E27FC236}">
                    <a16:creationId xmlns:a16="http://schemas.microsoft.com/office/drawing/2014/main" id="{D56398D2-E8B5-4933-B4C5-A2F12D78A181}"/>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2</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2</m:t>
                          </m:r>
                        </m:sub>
                      </m:sSub>
                      <m:r>
                        <a:rPr lang="en-GB" sz="3100">
                          <a:solidFill>
                            <a:srgbClr val="AB4910"/>
                          </a:solidFill>
                          <a:latin typeface="Cambria Math"/>
                          <a:ea typeface="Cambria Math"/>
                          <a:cs typeface="Cambria Math"/>
                        </a:rPr>
                        <m:t>= ?</m:t>
                      </m:r>
                    </m:oMath>
                  </m:oMathPara>
                </a14:m>
                <a:endParaRPr lang="en-GB" sz="3100"/>
              </a:p>
            </p:txBody>
          </p:sp>
        </mc:Choice>
        <mc:Fallback xmlns="">
          <p:sp>
            <p:nvSpPr>
              <p:cNvPr id="371" name="equation_367" descr="a_2(x)=\phi_1(x)w_2+b_2=\ ?">
                <a:extLst>
                  <a:ext uri="{FF2B5EF4-FFF2-40B4-BE49-F238E27FC236}">
                    <a16:creationId xmlns:a16="http://schemas.microsoft.com/office/drawing/2014/main" id="{D56398D2-E8B5-4933-B4C5-A2F12D78A181}"/>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50"/>
                <a:stretch>
                  <a:fillRect/>
                </a:stretch>
              </a:blipFill>
              <a:ln w="0">
                <a:noFill/>
              </a:ln>
            </p:spPr>
            <p:txBody>
              <a:bodyPr/>
              <a:lstStyle/>
              <a:p>
                <a:r>
                  <a:rPr lang="it-IT">
                    <a:noFill/>
                  </a:rPr>
                  <a:t> </a:t>
                </a:r>
              </a:p>
            </p:txBody>
          </p:sp>
        </mc:Fallback>
      </mc:AlternateContent>
      <p:sp>
        <p:nvSpPr>
          <p:cNvPr id="372" name="text_368">
            <a:extLst>
              <a:ext uri="{FF2B5EF4-FFF2-40B4-BE49-F238E27FC236}">
                <a16:creationId xmlns:a16="http://schemas.microsoft.com/office/drawing/2014/main" id="{C27CD2DA-D65A-43C5-8BFA-7C820221E043}"/>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373" name="shape_369">
            <a:extLst>
              <a:ext uri="{FF2B5EF4-FFF2-40B4-BE49-F238E27FC236}">
                <a16:creationId xmlns:a16="http://schemas.microsoft.com/office/drawing/2014/main" id="{F2DC9354-F7CD-46C8-BF16-2EA4E18BC03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74" name="note_box_370">
            <a:extLst>
              <a:ext uri="{FF2B5EF4-FFF2-40B4-BE49-F238E27FC236}">
                <a16:creationId xmlns:a16="http://schemas.microsoft.com/office/drawing/2014/main" id="{95DD92E7-0339-409C-84DF-8EB89A9F62D6}"/>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5" name="equation_371" descr="\phi_0(x)">
                <a:extLst>
                  <a:ext uri="{FF2B5EF4-FFF2-40B4-BE49-F238E27FC236}">
                    <a16:creationId xmlns:a16="http://schemas.microsoft.com/office/drawing/2014/main" id="{914C9310-CC4A-4A22-960D-3D4F9D6FCA45}"/>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75" name="equation_371" descr="\phi_0(x)">
                <a:extLst>
                  <a:ext uri="{FF2B5EF4-FFF2-40B4-BE49-F238E27FC236}">
                    <a16:creationId xmlns:a16="http://schemas.microsoft.com/office/drawing/2014/main" id="{914C9310-CC4A-4A22-960D-3D4F9D6FCA45}"/>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6" name="equation_372" descr="2">
                <a:extLst>
                  <a:ext uri="{FF2B5EF4-FFF2-40B4-BE49-F238E27FC236}">
                    <a16:creationId xmlns:a16="http://schemas.microsoft.com/office/drawing/2014/main" id="{C420CEF5-ED2A-4FBB-A359-D680F2E62EF3}"/>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376" name="equation_372" descr="2">
                <a:extLst>
                  <a:ext uri="{FF2B5EF4-FFF2-40B4-BE49-F238E27FC236}">
                    <a16:creationId xmlns:a16="http://schemas.microsoft.com/office/drawing/2014/main" id="{C420CEF5-ED2A-4FBB-A359-D680F2E62EF3}"/>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377" name="note_box_373">
            <a:extLst>
              <a:ext uri="{FF2B5EF4-FFF2-40B4-BE49-F238E27FC236}">
                <a16:creationId xmlns:a16="http://schemas.microsoft.com/office/drawing/2014/main" id="{07D54035-8123-41A7-BF51-2DC79557F313}"/>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8" name="equation_374" descr="a_1(x)">
                <a:extLst>
                  <a:ext uri="{FF2B5EF4-FFF2-40B4-BE49-F238E27FC236}">
                    <a16:creationId xmlns:a16="http://schemas.microsoft.com/office/drawing/2014/main" id="{4A9B6571-C540-4E38-80D7-6B2423E90FFF}"/>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78" name="equation_374" descr="a_1(x)">
                <a:extLst>
                  <a:ext uri="{FF2B5EF4-FFF2-40B4-BE49-F238E27FC236}">
                    <a16:creationId xmlns:a16="http://schemas.microsoft.com/office/drawing/2014/main" id="{4A9B6571-C540-4E38-80D7-6B2423E90FFF}"/>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9" name="equation_375" descr="3">
                <a:extLst>
                  <a:ext uri="{FF2B5EF4-FFF2-40B4-BE49-F238E27FC236}">
                    <a16:creationId xmlns:a16="http://schemas.microsoft.com/office/drawing/2014/main" id="{61513E7E-0F67-4B7B-B0E6-A5B3D939DA90}"/>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379" name="equation_375" descr="3">
                <a:extLst>
                  <a:ext uri="{FF2B5EF4-FFF2-40B4-BE49-F238E27FC236}">
                    <a16:creationId xmlns:a16="http://schemas.microsoft.com/office/drawing/2014/main" id="{61513E7E-0F67-4B7B-B0E6-A5B3D939DA90}"/>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380" name="line_376">
            <a:extLst>
              <a:ext uri="{FF2B5EF4-FFF2-40B4-BE49-F238E27FC236}">
                <a16:creationId xmlns:a16="http://schemas.microsoft.com/office/drawing/2014/main" id="{5F0BAF78-FCC3-406D-ADAC-FC27B33F13D3}"/>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381" name="text_377">
            <a:extLst>
              <a:ext uri="{FF2B5EF4-FFF2-40B4-BE49-F238E27FC236}">
                <a16:creationId xmlns:a16="http://schemas.microsoft.com/office/drawing/2014/main" id="{9AD3D06F-F499-4A2C-BA40-556D15ACC09A}"/>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382" name="note_box_378">
            <a:extLst>
              <a:ext uri="{FF2B5EF4-FFF2-40B4-BE49-F238E27FC236}">
                <a16:creationId xmlns:a16="http://schemas.microsoft.com/office/drawing/2014/main" id="{A5538C4D-1C29-4D4B-90C2-FDF05678EC1B}"/>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83" name="equation_379" descr="\phi_1(x)">
                <a:extLst>
                  <a:ext uri="{FF2B5EF4-FFF2-40B4-BE49-F238E27FC236}">
                    <a16:creationId xmlns:a16="http://schemas.microsoft.com/office/drawing/2014/main" id="{27B3320B-321B-486A-BE04-E3BB13DD9F39}"/>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1</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383" name="equation_379" descr="\phi_1(x)">
                <a:extLst>
                  <a:ext uri="{FF2B5EF4-FFF2-40B4-BE49-F238E27FC236}">
                    <a16:creationId xmlns:a16="http://schemas.microsoft.com/office/drawing/2014/main" id="{27B3320B-321B-486A-BE04-E3BB13DD9F39}"/>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4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4" name="equation_380" descr="3">
                <a:extLst>
                  <a:ext uri="{FF2B5EF4-FFF2-40B4-BE49-F238E27FC236}">
                    <a16:creationId xmlns:a16="http://schemas.microsoft.com/office/drawing/2014/main" id="{E81D71C6-9984-4E98-9B79-B7D81B22891E}"/>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384" name="equation_380" descr="3">
                <a:extLst>
                  <a:ext uri="{FF2B5EF4-FFF2-40B4-BE49-F238E27FC236}">
                    <a16:creationId xmlns:a16="http://schemas.microsoft.com/office/drawing/2014/main" id="{E81D71C6-9984-4E98-9B79-B7D81B22891E}"/>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45"/>
                <a:stretch>
                  <a:fillRect b="-13208"/>
                </a:stretch>
              </a:blipFill>
              <a:ln w="0">
                <a:noFill/>
              </a:ln>
            </p:spPr>
            <p:txBody>
              <a:bodyPr/>
              <a:lstStyle/>
              <a:p>
                <a:r>
                  <a:rPr lang="it-IT">
                    <a:noFill/>
                  </a:rPr>
                  <a:t> </a:t>
                </a:r>
              </a:p>
            </p:txBody>
          </p:sp>
        </mc:Fallback>
      </mc:AlternateContent>
      <p:sp>
        <p:nvSpPr>
          <p:cNvPr id="385" name="line_381">
            <a:extLst>
              <a:ext uri="{FF2B5EF4-FFF2-40B4-BE49-F238E27FC236}">
                <a16:creationId xmlns:a16="http://schemas.microsoft.com/office/drawing/2014/main" id="{E856EE59-C097-41C8-ADBD-3CDEBC94C03C}"/>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386" name="text_382">
            <a:extLst>
              <a:ext uri="{FF2B5EF4-FFF2-40B4-BE49-F238E27FC236}">
                <a16:creationId xmlns:a16="http://schemas.microsoft.com/office/drawing/2014/main" id="{0C20592C-B6FB-4C81-A767-17EA2CBD502D}"/>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387" name="note_box_383">
            <a:extLst>
              <a:ext uri="{FF2B5EF4-FFF2-40B4-BE49-F238E27FC236}">
                <a16:creationId xmlns:a16="http://schemas.microsoft.com/office/drawing/2014/main" id="{2685AC50-5501-4461-8696-C06E76A78BF4}"/>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88" name="equation_384" descr="a_2(x)">
                <a:extLst>
                  <a:ext uri="{FF2B5EF4-FFF2-40B4-BE49-F238E27FC236}">
                    <a16:creationId xmlns:a16="http://schemas.microsoft.com/office/drawing/2014/main" id="{90DD1142-8E35-4B4D-BEE6-1FBA09121C64}"/>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2</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388" name="equation_384" descr="a_2(x)">
                <a:extLst>
                  <a:ext uri="{FF2B5EF4-FFF2-40B4-BE49-F238E27FC236}">
                    <a16:creationId xmlns:a16="http://schemas.microsoft.com/office/drawing/2014/main" id="{90DD1142-8E35-4B4D-BEE6-1FBA09121C64}"/>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4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9" name="equation_385" descr="5">
                <a:extLst>
                  <a:ext uri="{FF2B5EF4-FFF2-40B4-BE49-F238E27FC236}">
                    <a16:creationId xmlns:a16="http://schemas.microsoft.com/office/drawing/2014/main" id="{E6030059-029C-4441-A51E-3092207D36EF}"/>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5</m:t>
                      </m:r>
                    </m:oMath>
                  </m:oMathPara>
                </a14:m>
                <a:endParaRPr lang="en-GB" sz="2400"/>
              </a:p>
            </p:txBody>
          </p:sp>
        </mc:Choice>
        <mc:Fallback xmlns="">
          <p:sp>
            <p:nvSpPr>
              <p:cNvPr id="389" name="equation_385" descr="5">
                <a:extLst>
                  <a:ext uri="{FF2B5EF4-FFF2-40B4-BE49-F238E27FC236}">
                    <a16:creationId xmlns:a16="http://schemas.microsoft.com/office/drawing/2014/main" id="{E6030059-029C-4441-A51E-3092207D36EF}"/>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51"/>
                <a:stretch>
                  <a:fillRect t="-5660" b="-15094"/>
                </a:stretch>
              </a:blipFill>
              <a:ln w="0">
                <a:noFill/>
              </a:ln>
            </p:spPr>
            <p:txBody>
              <a:bodyPr/>
              <a:lstStyle/>
              <a:p>
                <a:r>
                  <a:rPr lang="it-IT">
                    <a:noFill/>
                  </a:rPr>
                  <a:t> </a:t>
                </a:r>
              </a:p>
            </p:txBody>
          </p:sp>
        </mc:Fallback>
      </mc:AlternateContent>
      <p:sp>
        <p:nvSpPr>
          <p:cNvPr id="390" name="line_386">
            <a:extLst>
              <a:ext uri="{FF2B5EF4-FFF2-40B4-BE49-F238E27FC236}">
                <a16:creationId xmlns:a16="http://schemas.microsoft.com/office/drawing/2014/main" id="{97E2F444-85D9-4EA3-B5A7-6A58FAA3682D}"/>
              </a:ext>
            </a:extLst>
          </p:cNvPr>
          <p:cNvSpPr>
            <a:spLocks noGrp="1"/>
          </p:cNvSpPr>
          <p:nvPr/>
        </p:nvSpPr>
        <p:spPr>
          <a:xfrm>
            <a:off x="4764881" y="3143250"/>
            <a:ext cx="358378" cy="476"/>
          </a:xfrm>
          <a:prstGeom prst="line">
            <a:avLst/>
          </a:prstGeom>
          <a:noFill/>
          <a:ln w="13335">
            <a:solidFill>
              <a:srgbClr val="235C99"/>
            </a:solidFill>
            <a:tailEnd type="triangle" w="sm" len="sm"/>
          </a:ln>
        </p:spPr>
        <p:txBody>
          <a:bodyPr/>
          <a:lstStyle/>
          <a:p>
            <a:endParaRPr lang="it-IT"/>
          </a:p>
        </p:txBody>
      </p:sp>
      <p:sp>
        <p:nvSpPr>
          <p:cNvPr id="391" name="text_387">
            <a:extLst>
              <a:ext uri="{FF2B5EF4-FFF2-40B4-BE49-F238E27FC236}">
                <a16:creationId xmlns:a16="http://schemas.microsoft.com/office/drawing/2014/main" id="{CEBCAAB8-3254-4992-AC09-62E9B7CA56E5}"/>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392" name="note_box_388">
            <a:extLst>
              <a:ext uri="{FF2B5EF4-FFF2-40B4-BE49-F238E27FC236}">
                <a16:creationId xmlns:a16="http://schemas.microsoft.com/office/drawing/2014/main" id="{C541CC49-FC0F-4F75-A414-D08E25AFF7DB}"/>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93" name="equation_389" descr="\phi_2(x)">
                <a:extLst>
                  <a:ext uri="{FF2B5EF4-FFF2-40B4-BE49-F238E27FC236}">
                    <a16:creationId xmlns:a16="http://schemas.microsoft.com/office/drawing/2014/main" id="{836C2734-3FBB-4C09-8B61-173250F70319}"/>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93" name="equation_389" descr="\phi_2(x)">
                <a:extLst>
                  <a:ext uri="{FF2B5EF4-FFF2-40B4-BE49-F238E27FC236}">
                    <a16:creationId xmlns:a16="http://schemas.microsoft.com/office/drawing/2014/main" id="{836C2734-3FBB-4C09-8B61-173250F70319}"/>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94" name="equation_390" descr="?">
                <a:extLst>
                  <a:ext uri="{FF2B5EF4-FFF2-40B4-BE49-F238E27FC236}">
                    <a16:creationId xmlns:a16="http://schemas.microsoft.com/office/drawing/2014/main" id="{916B8680-F338-4610-857B-FDCE39284649}"/>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94" name="equation_390" descr="?">
                <a:extLst>
                  <a:ext uri="{FF2B5EF4-FFF2-40B4-BE49-F238E27FC236}">
                    <a16:creationId xmlns:a16="http://schemas.microsoft.com/office/drawing/2014/main" id="{916B8680-F338-4610-857B-FDCE39284649}"/>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13"/>
                <a:stretch>
                  <a:fillRect b="-13208"/>
                </a:stretch>
              </a:blipFill>
              <a:ln w="0">
                <a:noFill/>
              </a:ln>
            </p:spPr>
            <p:txBody>
              <a:bodyPr/>
              <a:lstStyle/>
              <a:p>
                <a:r>
                  <a:rPr lang="it-IT">
                    <a:noFill/>
                  </a:rPr>
                  <a:t> </a:t>
                </a:r>
              </a:p>
            </p:txBody>
          </p:sp>
        </mc:Fallback>
      </mc:AlternateContent>
      <p:sp>
        <p:nvSpPr>
          <p:cNvPr id="395" name="line_391">
            <a:extLst>
              <a:ext uri="{FF2B5EF4-FFF2-40B4-BE49-F238E27FC236}">
                <a16:creationId xmlns:a16="http://schemas.microsoft.com/office/drawing/2014/main" id="{32886C09-8031-45D0-8D9C-6D7FED7B7A7C}"/>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396" name="text_392">
            <a:extLst>
              <a:ext uri="{FF2B5EF4-FFF2-40B4-BE49-F238E27FC236}">
                <a16:creationId xmlns:a16="http://schemas.microsoft.com/office/drawing/2014/main" id="{FACF90FD-E46C-4040-AEC6-9312633C32F2}"/>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397" name="note_box_393">
            <a:extLst>
              <a:ext uri="{FF2B5EF4-FFF2-40B4-BE49-F238E27FC236}">
                <a16:creationId xmlns:a16="http://schemas.microsoft.com/office/drawing/2014/main" id="{B559E4BF-6EBD-4987-B8FC-9A84A88FB286}"/>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98" name="equation_394" descr="a_3(x)">
                <a:extLst>
                  <a:ext uri="{FF2B5EF4-FFF2-40B4-BE49-F238E27FC236}">
                    <a16:creationId xmlns:a16="http://schemas.microsoft.com/office/drawing/2014/main" id="{9B9094DE-87DC-435B-93A2-47F1CBFC782B}"/>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398" name="equation_394" descr="a_3(x)">
                <a:extLst>
                  <a:ext uri="{FF2B5EF4-FFF2-40B4-BE49-F238E27FC236}">
                    <a16:creationId xmlns:a16="http://schemas.microsoft.com/office/drawing/2014/main" id="{9B9094DE-87DC-435B-93A2-47F1CBFC782B}"/>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99" name="equation_395" descr="?">
                <a:extLst>
                  <a:ext uri="{FF2B5EF4-FFF2-40B4-BE49-F238E27FC236}">
                    <a16:creationId xmlns:a16="http://schemas.microsoft.com/office/drawing/2014/main" id="{7B793548-A2CA-4810-8D55-B56DD3D2EE4E}"/>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399" name="equation_395" descr="?">
                <a:extLst>
                  <a:ext uri="{FF2B5EF4-FFF2-40B4-BE49-F238E27FC236}">
                    <a16:creationId xmlns:a16="http://schemas.microsoft.com/office/drawing/2014/main" id="{7B793548-A2CA-4810-8D55-B56DD3D2EE4E}"/>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400" name="line_396">
            <a:extLst>
              <a:ext uri="{FF2B5EF4-FFF2-40B4-BE49-F238E27FC236}">
                <a16:creationId xmlns:a16="http://schemas.microsoft.com/office/drawing/2014/main" id="{81BC0CAA-5A42-4DBA-9601-4F7AEBA3A8D4}"/>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401" name="text_397">
            <a:extLst>
              <a:ext uri="{FF2B5EF4-FFF2-40B4-BE49-F238E27FC236}">
                <a16:creationId xmlns:a16="http://schemas.microsoft.com/office/drawing/2014/main" id="{C41EEE4F-A06E-4BCA-8ECD-3A033B28BD25}"/>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402" name="note_box_398">
            <a:extLst>
              <a:ext uri="{FF2B5EF4-FFF2-40B4-BE49-F238E27FC236}">
                <a16:creationId xmlns:a16="http://schemas.microsoft.com/office/drawing/2014/main" id="{95DD2CA8-36FE-4E06-A300-3669354B3C78}"/>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03" name="equation_399" descr="\mathcal{L}_{\mathrm{sq}}">
                <a:extLst>
                  <a:ext uri="{FF2B5EF4-FFF2-40B4-BE49-F238E27FC236}">
                    <a16:creationId xmlns:a16="http://schemas.microsoft.com/office/drawing/2014/main" id="{69DCA526-1647-48C8-B679-A77E9BC7BE51}"/>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403" name="equation_399" descr="\mathcal{L}_{\mathrm{sq}}">
                <a:extLst>
                  <a:ext uri="{FF2B5EF4-FFF2-40B4-BE49-F238E27FC236}">
                    <a16:creationId xmlns:a16="http://schemas.microsoft.com/office/drawing/2014/main" id="{69DCA526-1647-48C8-B679-A77E9BC7BE51}"/>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04" name="equation_400" descr="?">
                <a:extLst>
                  <a:ext uri="{FF2B5EF4-FFF2-40B4-BE49-F238E27FC236}">
                    <a16:creationId xmlns:a16="http://schemas.microsoft.com/office/drawing/2014/main" id="{21C6DDD9-92B2-4B0B-8BDD-A2D482580B11}"/>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404" name="equation_400" descr="?">
                <a:extLst>
                  <a:ext uri="{FF2B5EF4-FFF2-40B4-BE49-F238E27FC236}">
                    <a16:creationId xmlns:a16="http://schemas.microsoft.com/office/drawing/2014/main" id="{21C6DDD9-92B2-4B0B-8BDD-A2D482580B11}"/>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405" name="line_401">
            <a:extLst>
              <a:ext uri="{FF2B5EF4-FFF2-40B4-BE49-F238E27FC236}">
                <a16:creationId xmlns:a16="http://schemas.microsoft.com/office/drawing/2014/main" id="{2FB2280A-678C-4AF0-B512-987DA862BFF5}"/>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406" name="text_402">
            <a:extLst>
              <a:ext uri="{FF2B5EF4-FFF2-40B4-BE49-F238E27FC236}">
                <a16:creationId xmlns:a16="http://schemas.microsoft.com/office/drawing/2014/main" id="{B9AA724F-3094-4FDC-BD35-2E3F833C1D26}"/>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407" name="note_box_403">
            <a:extLst>
              <a:ext uri="{FF2B5EF4-FFF2-40B4-BE49-F238E27FC236}">
                <a16:creationId xmlns:a16="http://schemas.microsoft.com/office/drawing/2014/main" id="{9BB9A072-2455-463D-B66D-CD98BE312B40}"/>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08" name="equation_404" descr="w_1=1">
                <a:extLst>
                  <a:ext uri="{FF2B5EF4-FFF2-40B4-BE49-F238E27FC236}">
                    <a16:creationId xmlns:a16="http://schemas.microsoft.com/office/drawing/2014/main" id="{72CA822B-1BFC-4069-BCF3-ECEA83BD7709}"/>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08" name="equation_404" descr="w_1=1">
                <a:extLst>
                  <a:ext uri="{FF2B5EF4-FFF2-40B4-BE49-F238E27FC236}">
                    <a16:creationId xmlns:a16="http://schemas.microsoft.com/office/drawing/2014/main" id="{72CA822B-1BFC-4069-BCF3-ECEA83BD7709}"/>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409" name="line_405">
            <a:extLst>
              <a:ext uri="{FF2B5EF4-FFF2-40B4-BE49-F238E27FC236}">
                <a16:creationId xmlns:a16="http://schemas.microsoft.com/office/drawing/2014/main" id="{69243C87-9149-4298-A6DC-431CABE9E9AF}"/>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410" name="note_box_406">
            <a:extLst>
              <a:ext uri="{FF2B5EF4-FFF2-40B4-BE49-F238E27FC236}">
                <a16:creationId xmlns:a16="http://schemas.microsoft.com/office/drawing/2014/main" id="{F4376A59-C5B7-48AF-B538-403A436E0E28}"/>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11" name="equation_407" descr="b_1=1">
                <a:extLst>
                  <a:ext uri="{FF2B5EF4-FFF2-40B4-BE49-F238E27FC236}">
                    <a16:creationId xmlns:a16="http://schemas.microsoft.com/office/drawing/2014/main" id="{96CF3B37-C452-4119-80C4-8F13EE3C8725}"/>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11" name="equation_407" descr="b_1=1">
                <a:extLst>
                  <a:ext uri="{FF2B5EF4-FFF2-40B4-BE49-F238E27FC236}">
                    <a16:creationId xmlns:a16="http://schemas.microsoft.com/office/drawing/2014/main" id="{96CF3B37-C452-4119-80C4-8F13EE3C8725}"/>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412" name="line_408">
            <a:extLst>
              <a:ext uri="{FF2B5EF4-FFF2-40B4-BE49-F238E27FC236}">
                <a16:creationId xmlns:a16="http://schemas.microsoft.com/office/drawing/2014/main" id="{8A46B4C0-5583-4F0C-A1D3-C19C1C7609C8}"/>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413" name="note_box_409">
            <a:extLst>
              <a:ext uri="{FF2B5EF4-FFF2-40B4-BE49-F238E27FC236}">
                <a16:creationId xmlns:a16="http://schemas.microsoft.com/office/drawing/2014/main" id="{8622F8D2-F0B9-4F78-B5E4-D34CEA92A440}"/>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14" name="equation_410" descr="w_2=2">
                <a:extLst>
                  <a:ext uri="{FF2B5EF4-FFF2-40B4-BE49-F238E27FC236}">
                    <a16:creationId xmlns:a16="http://schemas.microsoft.com/office/drawing/2014/main" id="{545F50AC-5B50-45CB-9676-D1CED24DDB58}"/>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2</m:t>
                          </m:r>
                        </m:sub>
                      </m:sSub>
                      <m:r>
                        <a:rPr lang="en-GB" sz="1650">
                          <a:solidFill>
                            <a:srgbClr val="235C99"/>
                          </a:solidFill>
                          <a:latin typeface="Cambria Math"/>
                          <a:ea typeface="Cambria Math"/>
                          <a:cs typeface="Cambria Math"/>
                        </a:rPr>
                        <m:t>=2</m:t>
                      </m:r>
                    </m:oMath>
                  </m:oMathPara>
                </a14:m>
                <a:endParaRPr lang="en-GB" sz="1650"/>
              </a:p>
            </p:txBody>
          </p:sp>
        </mc:Choice>
        <mc:Fallback xmlns="">
          <p:sp>
            <p:nvSpPr>
              <p:cNvPr id="414" name="equation_410" descr="w_2=2">
                <a:extLst>
                  <a:ext uri="{FF2B5EF4-FFF2-40B4-BE49-F238E27FC236}">
                    <a16:creationId xmlns:a16="http://schemas.microsoft.com/office/drawing/2014/main" id="{545F50AC-5B50-45CB-9676-D1CED24DDB58}"/>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48"/>
                <a:stretch>
                  <a:fillRect/>
                </a:stretch>
              </a:blipFill>
              <a:ln w="0">
                <a:noFill/>
              </a:ln>
            </p:spPr>
            <p:txBody>
              <a:bodyPr/>
              <a:lstStyle/>
              <a:p>
                <a:r>
                  <a:rPr lang="it-IT">
                    <a:noFill/>
                  </a:rPr>
                  <a:t> </a:t>
                </a:r>
              </a:p>
            </p:txBody>
          </p:sp>
        </mc:Fallback>
      </mc:AlternateContent>
      <p:sp>
        <p:nvSpPr>
          <p:cNvPr id="415" name="line_411">
            <a:extLst>
              <a:ext uri="{FF2B5EF4-FFF2-40B4-BE49-F238E27FC236}">
                <a16:creationId xmlns:a16="http://schemas.microsoft.com/office/drawing/2014/main" id="{6991C0E4-A000-468B-9BEA-7F4DD6A4F8E1}"/>
              </a:ext>
            </a:extLst>
          </p:cNvPr>
          <p:cNvSpPr>
            <a:spLocks noGrp="1"/>
          </p:cNvSpPr>
          <p:nvPr/>
        </p:nvSpPr>
        <p:spPr>
          <a:xfrm flipV="1">
            <a:off x="5245656" y="3543300"/>
            <a:ext cx="391954" cy="252413"/>
          </a:xfrm>
          <a:prstGeom prst="line">
            <a:avLst/>
          </a:prstGeom>
          <a:noFill/>
          <a:ln w="12383">
            <a:solidFill>
              <a:srgbClr val="235C99"/>
            </a:solidFill>
            <a:tailEnd type="triangle" w="sm" len="sm"/>
          </a:ln>
        </p:spPr>
        <p:txBody>
          <a:bodyPr/>
          <a:lstStyle/>
          <a:p>
            <a:endParaRPr lang="it-IT"/>
          </a:p>
        </p:txBody>
      </p:sp>
      <p:sp>
        <p:nvSpPr>
          <p:cNvPr id="416" name="note_box_412">
            <a:extLst>
              <a:ext uri="{FF2B5EF4-FFF2-40B4-BE49-F238E27FC236}">
                <a16:creationId xmlns:a16="http://schemas.microsoft.com/office/drawing/2014/main" id="{1EFD030D-23A5-40CF-B6F0-779BF4990325}"/>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17" name="equation_413" descr="b_2=-1">
                <a:extLst>
                  <a:ext uri="{FF2B5EF4-FFF2-40B4-BE49-F238E27FC236}">
                    <a16:creationId xmlns:a16="http://schemas.microsoft.com/office/drawing/2014/main" id="{7FEE67D3-CA5A-45F7-B993-74B1FDC7CA03}"/>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2</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417" name="equation_413" descr="b_2=-1">
                <a:extLst>
                  <a:ext uri="{FF2B5EF4-FFF2-40B4-BE49-F238E27FC236}">
                    <a16:creationId xmlns:a16="http://schemas.microsoft.com/office/drawing/2014/main" id="{7FEE67D3-CA5A-45F7-B993-74B1FDC7CA03}"/>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49"/>
                <a:stretch>
                  <a:fillRect l="-6569" r="-730"/>
                </a:stretch>
              </a:blipFill>
              <a:ln w="0">
                <a:noFill/>
              </a:ln>
            </p:spPr>
            <p:txBody>
              <a:bodyPr/>
              <a:lstStyle/>
              <a:p>
                <a:r>
                  <a:rPr lang="it-IT">
                    <a:noFill/>
                  </a:rPr>
                  <a:t> </a:t>
                </a:r>
              </a:p>
            </p:txBody>
          </p:sp>
        </mc:Fallback>
      </mc:AlternateContent>
      <p:sp>
        <p:nvSpPr>
          <p:cNvPr id="418" name="line_414">
            <a:extLst>
              <a:ext uri="{FF2B5EF4-FFF2-40B4-BE49-F238E27FC236}">
                <a16:creationId xmlns:a16="http://schemas.microsoft.com/office/drawing/2014/main" id="{958DBB50-9E48-45CE-B4FE-93A59321E40B}"/>
              </a:ext>
            </a:extLst>
          </p:cNvPr>
          <p:cNvSpPr>
            <a:spLocks noGrp="1"/>
          </p:cNvSpPr>
          <p:nvPr/>
        </p:nvSpPr>
        <p:spPr>
          <a:xfrm flipH="1" flipV="1">
            <a:off x="5847159" y="3543300"/>
            <a:ext cx="391954" cy="252413"/>
          </a:xfrm>
          <a:prstGeom prst="line">
            <a:avLst/>
          </a:prstGeom>
          <a:noFill/>
          <a:ln w="12383">
            <a:solidFill>
              <a:srgbClr val="235C99"/>
            </a:solidFill>
            <a:tailEnd type="triangle" w="sm" len="sm"/>
          </a:ln>
        </p:spPr>
        <p:txBody>
          <a:bodyPr/>
          <a:lstStyle/>
          <a:p>
            <a:endParaRPr lang="it-IT"/>
          </a:p>
        </p:txBody>
      </p:sp>
      <p:sp>
        <p:nvSpPr>
          <p:cNvPr id="419" name="note_box_415">
            <a:extLst>
              <a:ext uri="{FF2B5EF4-FFF2-40B4-BE49-F238E27FC236}">
                <a16:creationId xmlns:a16="http://schemas.microsoft.com/office/drawing/2014/main" id="{8C06A942-ADD9-4E3C-9FB3-2F03B92AFDCD}"/>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20" name="equation_416" descr="w_3=-1">
                <a:extLst>
                  <a:ext uri="{FF2B5EF4-FFF2-40B4-BE49-F238E27FC236}">
                    <a16:creationId xmlns:a16="http://schemas.microsoft.com/office/drawing/2014/main" id="{F3D35E0D-4695-4B93-816D-B7EB150DABB8}"/>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20" name="equation_416" descr="w_3=-1">
                <a:extLst>
                  <a:ext uri="{FF2B5EF4-FFF2-40B4-BE49-F238E27FC236}">
                    <a16:creationId xmlns:a16="http://schemas.microsoft.com/office/drawing/2014/main" id="{F3D35E0D-4695-4B93-816D-B7EB150DABB8}"/>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421" name="line_417">
            <a:extLst>
              <a:ext uri="{FF2B5EF4-FFF2-40B4-BE49-F238E27FC236}">
                <a16:creationId xmlns:a16="http://schemas.microsoft.com/office/drawing/2014/main" id="{8D4B4ED9-06D4-49CF-9320-A3C1A3F634E1}"/>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422" name="note_box_418">
            <a:extLst>
              <a:ext uri="{FF2B5EF4-FFF2-40B4-BE49-F238E27FC236}">
                <a16:creationId xmlns:a16="http://schemas.microsoft.com/office/drawing/2014/main" id="{B4516B8F-DBE5-4B96-9F1A-4BBE13F4B9B2}"/>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23" name="equation_419" descr="b_3=2">
                <a:extLst>
                  <a:ext uri="{FF2B5EF4-FFF2-40B4-BE49-F238E27FC236}">
                    <a16:creationId xmlns:a16="http://schemas.microsoft.com/office/drawing/2014/main" id="{CED4AE0C-18B5-4049-A94B-CC095CBB8064}"/>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423" name="equation_419" descr="b_3=2">
                <a:extLst>
                  <a:ext uri="{FF2B5EF4-FFF2-40B4-BE49-F238E27FC236}">
                    <a16:creationId xmlns:a16="http://schemas.microsoft.com/office/drawing/2014/main" id="{CED4AE0C-18B5-4049-A94B-CC095CBB8064}"/>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424" name="line_420">
            <a:extLst>
              <a:ext uri="{FF2B5EF4-FFF2-40B4-BE49-F238E27FC236}">
                <a16:creationId xmlns:a16="http://schemas.microsoft.com/office/drawing/2014/main" id="{F9408849-4982-4860-9EB4-2467A9D701D6}"/>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425" name="equation_421" descr="y=-2">
                <a:extLst>
                  <a:ext uri="{FF2B5EF4-FFF2-40B4-BE49-F238E27FC236}">
                    <a16:creationId xmlns:a16="http://schemas.microsoft.com/office/drawing/2014/main" id="{A15C6A1B-3C20-4889-9A25-03B92BE5C616}"/>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425" name="equation_421" descr="y=-2">
                <a:extLst>
                  <a:ext uri="{FF2B5EF4-FFF2-40B4-BE49-F238E27FC236}">
                    <a16:creationId xmlns:a16="http://schemas.microsoft.com/office/drawing/2014/main" id="{A15C6A1B-3C20-4889-9A25-03B92BE5C616}"/>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426" name="line_422">
            <a:extLst>
              <a:ext uri="{FF2B5EF4-FFF2-40B4-BE49-F238E27FC236}">
                <a16:creationId xmlns:a16="http://schemas.microsoft.com/office/drawing/2014/main" id="{1E4C99D7-CEB7-48B5-B75D-2F136FAA9695}"/>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427" name="note_brace_423">
            <a:extLst>
              <a:ext uri="{FF2B5EF4-FFF2-40B4-BE49-F238E27FC236}">
                <a16:creationId xmlns:a16="http://schemas.microsoft.com/office/drawing/2014/main" id="{2BC45655-E721-4643-B0DB-0ADF84345C33}"/>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428" name="text_424">
            <a:extLst>
              <a:ext uri="{FF2B5EF4-FFF2-40B4-BE49-F238E27FC236}">
                <a16:creationId xmlns:a16="http://schemas.microsoft.com/office/drawing/2014/main" id="{0D2DD439-89ED-41D6-A293-55CA04A20E2B}"/>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429" name="note_brace_425">
            <a:extLst>
              <a:ext uri="{FF2B5EF4-FFF2-40B4-BE49-F238E27FC236}">
                <a16:creationId xmlns:a16="http://schemas.microsoft.com/office/drawing/2014/main" id="{2B43625A-FFF2-41A1-B995-7069F37591DC}"/>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430" name="text_426">
            <a:extLst>
              <a:ext uri="{FF2B5EF4-FFF2-40B4-BE49-F238E27FC236}">
                <a16:creationId xmlns:a16="http://schemas.microsoft.com/office/drawing/2014/main" id="{FA194039-3844-4344-8551-3B016CC93283}"/>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431" name="note_brace_427">
            <a:extLst>
              <a:ext uri="{FF2B5EF4-FFF2-40B4-BE49-F238E27FC236}">
                <a16:creationId xmlns:a16="http://schemas.microsoft.com/office/drawing/2014/main" id="{F05310A0-CEB0-4A59-A13D-D9BBF785C189}"/>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432" name="text_428">
            <a:extLst>
              <a:ext uri="{FF2B5EF4-FFF2-40B4-BE49-F238E27FC236}">
                <a16:creationId xmlns:a16="http://schemas.microsoft.com/office/drawing/2014/main" id="{B3B13CAD-3F2B-4209-9D3E-48A2D48DC19B}"/>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433" name="equation_429" descr="a_2(x)=\phi_1(x)w_2+b_2=3\cdot2-1=5">
                <a:extLst>
                  <a:ext uri="{FF2B5EF4-FFF2-40B4-BE49-F238E27FC236}">
                    <a16:creationId xmlns:a16="http://schemas.microsoft.com/office/drawing/2014/main" id="{03378CB4-B393-4D66-8605-509EEF72628F}"/>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1</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2</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2</m:t>
                          </m:r>
                        </m:sub>
                      </m:sSub>
                      <m:r>
                        <a:rPr lang="en-GB" sz="3100">
                          <a:solidFill>
                            <a:srgbClr val="AB4910"/>
                          </a:solidFill>
                          <a:latin typeface="Cambria Math"/>
                          <a:ea typeface="Cambria Math"/>
                          <a:cs typeface="Cambria Math"/>
                        </a:rPr>
                        <m:t>=3⋅2−1=5</m:t>
                      </m:r>
                    </m:oMath>
                  </m:oMathPara>
                </a14:m>
                <a:endParaRPr lang="en-GB" sz="3100"/>
              </a:p>
            </p:txBody>
          </p:sp>
        </mc:Choice>
        <mc:Fallback xmlns="">
          <p:sp>
            <p:nvSpPr>
              <p:cNvPr id="433" name="equation_429" descr="a_2(x)=\phi_1(x)w_2+b_2=3\cdot2-1=5">
                <a:extLst>
                  <a:ext uri="{FF2B5EF4-FFF2-40B4-BE49-F238E27FC236}">
                    <a16:creationId xmlns:a16="http://schemas.microsoft.com/office/drawing/2014/main" id="{03378CB4-B393-4D66-8605-509EEF72628F}"/>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52"/>
                <a:stretch>
                  <a:fillRect/>
                </a:stretch>
              </a:blipFill>
              <a:ln w="0">
                <a:noFill/>
              </a:ln>
            </p:spPr>
            <p:txBody>
              <a:bodyPr/>
              <a:lstStyle/>
              <a:p>
                <a:r>
                  <a:rPr lang="it-IT">
                    <a:noFill/>
                  </a:rPr>
                  <a:t> </a:t>
                </a:r>
              </a:p>
            </p:txBody>
          </p:sp>
        </mc:Fallback>
      </mc:AlternateContent>
      <p:sp>
        <p:nvSpPr>
          <p:cNvPr id="434" name="shape_430">
            <a:extLst>
              <a:ext uri="{FF2B5EF4-FFF2-40B4-BE49-F238E27FC236}">
                <a16:creationId xmlns:a16="http://schemas.microsoft.com/office/drawing/2014/main" id="{9FD92709-7E3D-4EE5-A88B-8A06F298D671}"/>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435" name="note_box_431">
            <a:extLst>
              <a:ext uri="{FF2B5EF4-FFF2-40B4-BE49-F238E27FC236}">
                <a16:creationId xmlns:a16="http://schemas.microsoft.com/office/drawing/2014/main" id="{0F2D2A68-B683-43E2-846E-D45129A4E951}"/>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36" name="equation_432" descr="\phi_0(x)">
                <a:extLst>
                  <a:ext uri="{FF2B5EF4-FFF2-40B4-BE49-F238E27FC236}">
                    <a16:creationId xmlns:a16="http://schemas.microsoft.com/office/drawing/2014/main" id="{D92F72DE-E49E-4CCB-8AB5-F257F92EDF76}"/>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436" name="equation_432" descr="\phi_0(x)">
                <a:extLst>
                  <a:ext uri="{FF2B5EF4-FFF2-40B4-BE49-F238E27FC236}">
                    <a16:creationId xmlns:a16="http://schemas.microsoft.com/office/drawing/2014/main" id="{D92F72DE-E49E-4CCB-8AB5-F257F92EDF76}"/>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37" name="equation_433" descr="2">
                <a:extLst>
                  <a:ext uri="{FF2B5EF4-FFF2-40B4-BE49-F238E27FC236}">
                    <a16:creationId xmlns:a16="http://schemas.microsoft.com/office/drawing/2014/main" id="{D175B048-9F6B-46BE-8A61-1909AFCA87C7}"/>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437" name="equation_433" descr="2">
                <a:extLst>
                  <a:ext uri="{FF2B5EF4-FFF2-40B4-BE49-F238E27FC236}">
                    <a16:creationId xmlns:a16="http://schemas.microsoft.com/office/drawing/2014/main" id="{D175B048-9F6B-46BE-8A61-1909AFCA87C7}"/>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438" name="note_box_434">
            <a:extLst>
              <a:ext uri="{FF2B5EF4-FFF2-40B4-BE49-F238E27FC236}">
                <a16:creationId xmlns:a16="http://schemas.microsoft.com/office/drawing/2014/main" id="{0729324A-6986-40A1-A557-F34F3133730D}"/>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39" name="equation_435" descr="a_1(x)">
                <a:extLst>
                  <a:ext uri="{FF2B5EF4-FFF2-40B4-BE49-F238E27FC236}">
                    <a16:creationId xmlns:a16="http://schemas.microsoft.com/office/drawing/2014/main" id="{2DC40FAF-AF71-4C4F-B50D-9A49846E209F}"/>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439" name="equation_435" descr="a_1(x)">
                <a:extLst>
                  <a:ext uri="{FF2B5EF4-FFF2-40B4-BE49-F238E27FC236}">
                    <a16:creationId xmlns:a16="http://schemas.microsoft.com/office/drawing/2014/main" id="{2DC40FAF-AF71-4C4F-B50D-9A49846E209F}"/>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40" name="equation_436" descr="3">
                <a:extLst>
                  <a:ext uri="{FF2B5EF4-FFF2-40B4-BE49-F238E27FC236}">
                    <a16:creationId xmlns:a16="http://schemas.microsoft.com/office/drawing/2014/main" id="{B9D23D70-80AA-40BE-80A2-D3F95A02FF8E}"/>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440" name="equation_436" descr="3">
                <a:extLst>
                  <a:ext uri="{FF2B5EF4-FFF2-40B4-BE49-F238E27FC236}">
                    <a16:creationId xmlns:a16="http://schemas.microsoft.com/office/drawing/2014/main" id="{B9D23D70-80AA-40BE-80A2-D3F95A02FF8E}"/>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441" name="line_437">
            <a:extLst>
              <a:ext uri="{FF2B5EF4-FFF2-40B4-BE49-F238E27FC236}">
                <a16:creationId xmlns:a16="http://schemas.microsoft.com/office/drawing/2014/main" id="{0FF821CC-2B16-4450-B8BD-40E2992154E2}"/>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442" name="text_438">
            <a:extLst>
              <a:ext uri="{FF2B5EF4-FFF2-40B4-BE49-F238E27FC236}">
                <a16:creationId xmlns:a16="http://schemas.microsoft.com/office/drawing/2014/main" id="{C33DEC68-2B41-41A7-90B5-32778D247828}"/>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443" name="note_box_439">
            <a:extLst>
              <a:ext uri="{FF2B5EF4-FFF2-40B4-BE49-F238E27FC236}">
                <a16:creationId xmlns:a16="http://schemas.microsoft.com/office/drawing/2014/main" id="{35045BB6-381D-4F71-BF50-6C915F29F97C}"/>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44" name="equation_440" descr="\phi_1(x)">
                <a:extLst>
                  <a:ext uri="{FF2B5EF4-FFF2-40B4-BE49-F238E27FC236}">
                    <a16:creationId xmlns:a16="http://schemas.microsoft.com/office/drawing/2014/main" id="{743C1396-9255-4DD6-8FDD-AADA11661395}"/>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444" name="equation_440" descr="\phi_1(x)">
                <a:extLst>
                  <a:ext uri="{FF2B5EF4-FFF2-40B4-BE49-F238E27FC236}">
                    <a16:creationId xmlns:a16="http://schemas.microsoft.com/office/drawing/2014/main" id="{743C1396-9255-4DD6-8FDD-AADA11661395}"/>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45" name="equation_441" descr="3">
                <a:extLst>
                  <a:ext uri="{FF2B5EF4-FFF2-40B4-BE49-F238E27FC236}">
                    <a16:creationId xmlns:a16="http://schemas.microsoft.com/office/drawing/2014/main" id="{B9669D3C-8A90-467E-8295-1424A5CC217C}"/>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445" name="equation_441" descr="3">
                <a:extLst>
                  <a:ext uri="{FF2B5EF4-FFF2-40B4-BE49-F238E27FC236}">
                    <a16:creationId xmlns:a16="http://schemas.microsoft.com/office/drawing/2014/main" id="{B9669D3C-8A90-467E-8295-1424A5CC217C}"/>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446" name="line_442">
            <a:extLst>
              <a:ext uri="{FF2B5EF4-FFF2-40B4-BE49-F238E27FC236}">
                <a16:creationId xmlns:a16="http://schemas.microsoft.com/office/drawing/2014/main" id="{ADC6E271-7778-42D4-ACD3-DFF2CFA3D429}"/>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447" name="text_443">
            <a:extLst>
              <a:ext uri="{FF2B5EF4-FFF2-40B4-BE49-F238E27FC236}">
                <a16:creationId xmlns:a16="http://schemas.microsoft.com/office/drawing/2014/main" id="{9B5080AD-E377-4243-BB7D-431563B89DC7}"/>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448" name="note_box_444">
            <a:extLst>
              <a:ext uri="{FF2B5EF4-FFF2-40B4-BE49-F238E27FC236}">
                <a16:creationId xmlns:a16="http://schemas.microsoft.com/office/drawing/2014/main" id="{22AAD5CC-DD94-4687-9E85-34A7D2311757}"/>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49" name="equation_445" descr="a_2(x)">
                <a:extLst>
                  <a:ext uri="{FF2B5EF4-FFF2-40B4-BE49-F238E27FC236}">
                    <a16:creationId xmlns:a16="http://schemas.microsoft.com/office/drawing/2014/main" id="{C35C92B0-3795-428C-9272-1671A823526B}"/>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2</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449" name="equation_445" descr="a_2(x)">
                <a:extLst>
                  <a:ext uri="{FF2B5EF4-FFF2-40B4-BE49-F238E27FC236}">
                    <a16:creationId xmlns:a16="http://schemas.microsoft.com/office/drawing/2014/main" id="{C35C92B0-3795-428C-9272-1671A823526B}"/>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5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0" name="equation_446" descr="5">
                <a:extLst>
                  <a:ext uri="{FF2B5EF4-FFF2-40B4-BE49-F238E27FC236}">
                    <a16:creationId xmlns:a16="http://schemas.microsoft.com/office/drawing/2014/main" id="{9CBC0B23-09CA-4725-B3AA-911123633991}"/>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5</m:t>
                      </m:r>
                    </m:oMath>
                  </m:oMathPara>
                </a14:m>
                <a:endParaRPr lang="en-GB" sz="2400"/>
              </a:p>
            </p:txBody>
          </p:sp>
        </mc:Choice>
        <mc:Fallback xmlns="">
          <p:sp>
            <p:nvSpPr>
              <p:cNvPr id="450" name="equation_446" descr="5">
                <a:extLst>
                  <a:ext uri="{FF2B5EF4-FFF2-40B4-BE49-F238E27FC236}">
                    <a16:creationId xmlns:a16="http://schemas.microsoft.com/office/drawing/2014/main" id="{9CBC0B23-09CA-4725-B3AA-911123633991}"/>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55"/>
                <a:stretch>
                  <a:fillRect t="-5660" b="-15094"/>
                </a:stretch>
              </a:blipFill>
              <a:ln w="0">
                <a:noFill/>
              </a:ln>
            </p:spPr>
            <p:txBody>
              <a:bodyPr/>
              <a:lstStyle/>
              <a:p>
                <a:r>
                  <a:rPr lang="it-IT">
                    <a:noFill/>
                  </a:rPr>
                  <a:t> </a:t>
                </a:r>
              </a:p>
            </p:txBody>
          </p:sp>
        </mc:Fallback>
      </mc:AlternateContent>
      <p:sp>
        <p:nvSpPr>
          <p:cNvPr id="451" name="line_447">
            <a:extLst>
              <a:ext uri="{FF2B5EF4-FFF2-40B4-BE49-F238E27FC236}">
                <a16:creationId xmlns:a16="http://schemas.microsoft.com/office/drawing/2014/main" id="{362BC955-D0E6-4426-9D2F-1E0F01E0978A}"/>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452" name="text_448">
            <a:extLst>
              <a:ext uri="{FF2B5EF4-FFF2-40B4-BE49-F238E27FC236}">
                <a16:creationId xmlns:a16="http://schemas.microsoft.com/office/drawing/2014/main" id="{7054B559-B03E-4494-A498-E8663A3D9B29}"/>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453" name="note_box_449">
            <a:extLst>
              <a:ext uri="{FF2B5EF4-FFF2-40B4-BE49-F238E27FC236}">
                <a16:creationId xmlns:a16="http://schemas.microsoft.com/office/drawing/2014/main" id="{E3DE63B4-BC5F-4767-AF87-468784659A1B}"/>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454" name="equation_450" descr="\phi_2(x)">
                <a:extLst>
                  <a:ext uri="{FF2B5EF4-FFF2-40B4-BE49-F238E27FC236}">
                    <a16:creationId xmlns:a16="http://schemas.microsoft.com/office/drawing/2014/main" id="{9754E19A-9DA6-4B6E-B3BC-A736EA2A6A3C}"/>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𝜙</m:t>
                          </m:r>
                        </m:e>
                        <m:sub>
                          <m:r>
                            <a:rPr lang="en-GB" sz="2200">
                              <a:solidFill>
                                <a:srgbClr val="AB4910"/>
                              </a:solidFill>
                              <a:latin typeface="Cambria Math"/>
                              <a:ea typeface="Cambria Math"/>
                              <a:cs typeface="Cambria Math"/>
                            </a:rPr>
                            <m:t>2</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454" name="equation_450" descr="\phi_2(x)">
                <a:extLst>
                  <a:ext uri="{FF2B5EF4-FFF2-40B4-BE49-F238E27FC236}">
                    <a16:creationId xmlns:a16="http://schemas.microsoft.com/office/drawing/2014/main" id="{9754E19A-9DA6-4B6E-B3BC-A736EA2A6A3C}"/>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5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55" name="equation_451" descr="?">
                <a:extLst>
                  <a:ext uri="{FF2B5EF4-FFF2-40B4-BE49-F238E27FC236}">
                    <a16:creationId xmlns:a16="http://schemas.microsoft.com/office/drawing/2014/main" id="{0515B486-9F95-41A4-AFBD-7B4BC4EF1545}"/>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455" name="equation_451" descr="?">
                <a:extLst>
                  <a:ext uri="{FF2B5EF4-FFF2-40B4-BE49-F238E27FC236}">
                    <a16:creationId xmlns:a16="http://schemas.microsoft.com/office/drawing/2014/main" id="{0515B486-9F95-41A4-AFBD-7B4BC4EF1545}"/>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57"/>
                <a:stretch>
                  <a:fillRect b="-13208"/>
                </a:stretch>
              </a:blipFill>
              <a:ln w="0">
                <a:noFill/>
              </a:ln>
            </p:spPr>
            <p:txBody>
              <a:bodyPr/>
              <a:lstStyle/>
              <a:p>
                <a:r>
                  <a:rPr lang="it-IT">
                    <a:noFill/>
                  </a:rPr>
                  <a:t> </a:t>
                </a:r>
              </a:p>
            </p:txBody>
          </p:sp>
        </mc:Fallback>
      </mc:AlternateContent>
      <p:sp>
        <p:nvSpPr>
          <p:cNvPr id="456" name="line_452">
            <a:extLst>
              <a:ext uri="{FF2B5EF4-FFF2-40B4-BE49-F238E27FC236}">
                <a16:creationId xmlns:a16="http://schemas.microsoft.com/office/drawing/2014/main" id="{A29A4AC9-5EF0-47FB-89FD-A54C3BA13015}"/>
              </a:ext>
            </a:extLst>
          </p:cNvPr>
          <p:cNvSpPr>
            <a:spLocks noGrp="1"/>
          </p:cNvSpPr>
          <p:nvPr/>
        </p:nvSpPr>
        <p:spPr>
          <a:xfrm>
            <a:off x="6361509" y="3143250"/>
            <a:ext cx="358378" cy="476"/>
          </a:xfrm>
          <a:prstGeom prst="line">
            <a:avLst/>
          </a:prstGeom>
          <a:noFill/>
          <a:ln w="13335">
            <a:solidFill>
              <a:srgbClr val="235C99"/>
            </a:solidFill>
            <a:tailEnd type="triangle" w="sm" len="sm"/>
          </a:ln>
        </p:spPr>
        <p:txBody>
          <a:bodyPr/>
          <a:lstStyle/>
          <a:p>
            <a:endParaRPr lang="it-IT"/>
          </a:p>
        </p:txBody>
      </p:sp>
      <p:sp>
        <p:nvSpPr>
          <p:cNvPr id="457" name="text_453">
            <a:extLst>
              <a:ext uri="{FF2B5EF4-FFF2-40B4-BE49-F238E27FC236}">
                <a16:creationId xmlns:a16="http://schemas.microsoft.com/office/drawing/2014/main" id="{87F16092-3B84-4472-8851-6A9B8E316A8E}"/>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ReLU</a:t>
            </a:r>
          </a:p>
        </p:txBody>
      </p:sp>
      <p:sp>
        <p:nvSpPr>
          <p:cNvPr id="458" name="note_box_454">
            <a:extLst>
              <a:ext uri="{FF2B5EF4-FFF2-40B4-BE49-F238E27FC236}">
                <a16:creationId xmlns:a16="http://schemas.microsoft.com/office/drawing/2014/main" id="{3C1719B1-1CF7-473D-A272-B65B23E63739}"/>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59" name="equation_455" descr="a_3(x)">
                <a:extLst>
                  <a:ext uri="{FF2B5EF4-FFF2-40B4-BE49-F238E27FC236}">
                    <a16:creationId xmlns:a16="http://schemas.microsoft.com/office/drawing/2014/main" id="{F6C132FE-041C-4EBD-B327-6EFA8A3A5AEF}"/>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459" name="equation_455" descr="a_3(x)">
                <a:extLst>
                  <a:ext uri="{FF2B5EF4-FFF2-40B4-BE49-F238E27FC236}">
                    <a16:creationId xmlns:a16="http://schemas.microsoft.com/office/drawing/2014/main" id="{F6C132FE-041C-4EBD-B327-6EFA8A3A5AEF}"/>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60" name="equation_456" descr="?">
                <a:extLst>
                  <a:ext uri="{FF2B5EF4-FFF2-40B4-BE49-F238E27FC236}">
                    <a16:creationId xmlns:a16="http://schemas.microsoft.com/office/drawing/2014/main" id="{D512CE26-B9D6-4BDE-91E6-3BF5D475E28A}"/>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460" name="equation_456" descr="?">
                <a:extLst>
                  <a:ext uri="{FF2B5EF4-FFF2-40B4-BE49-F238E27FC236}">
                    <a16:creationId xmlns:a16="http://schemas.microsoft.com/office/drawing/2014/main" id="{D512CE26-B9D6-4BDE-91E6-3BF5D475E28A}"/>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461" name="line_457">
            <a:extLst>
              <a:ext uri="{FF2B5EF4-FFF2-40B4-BE49-F238E27FC236}">
                <a16:creationId xmlns:a16="http://schemas.microsoft.com/office/drawing/2014/main" id="{FE34D062-36CE-4451-9FE9-87AED469B747}"/>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462" name="text_458">
            <a:extLst>
              <a:ext uri="{FF2B5EF4-FFF2-40B4-BE49-F238E27FC236}">
                <a16:creationId xmlns:a16="http://schemas.microsoft.com/office/drawing/2014/main" id="{FAFC979C-5011-4077-86FA-1C37A79CFE4C}"/>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463" name="note_box_459">
            <a:extLst>
              <a:ext uri="{FF2B5EF4-FFF2-40B4-BE49-F238E27FC236}">
                <a16:creationId xmlns:a16="http://schemas.microsoft.com/office/drawing/2014/main" id="{E1E57948-2CE3-4A0F-A98F-B86F76692CAB}"/>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64" name="equation_460" descr="\mathcal{L}_{\mathrm{sq}}">
                <a:extLst>
                  <a:ext uri="{FF2B5EF4-FFF2-40B4-BE49-F238E27FC236}">
                    <a16:creationId xmlns:a16="http://schemas.microsoft.com/office/drawing/2014/main" id="{5CFB4ACD-F555-48AF-A67C-CE8A9E34F8BC}"/>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464" name="equation_460" descr="\mathcal{L}_{\mathrm{sq}}">
                <a:extLst>
                  <a:ext uri="{FF2B5EF4-FFF2-40B4-BE49-F238E27FC236}">
                    <a16:creationId xmlns:a16="http://schemas.microsoft.com/office/drawing/2014/main" id="{5CFB4ACD-F555-48AF-A67C-CE8A9E34F8BC}"/>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65" name="equation_461" descr="?">
                <a:extLst>
                  <a:ext uri="{FF2B5EF4-FFF2-40B4-BE49-F238E27FC236}">
                    <a16:creationId xmlns:a16="http://schemas.microsoft.com/office/drawing/2014/main" id="{53980383-84E5-4896-AD4E-6B162682B72D}"/>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465" name="equation_461" descr="?">
                <a:extLst>
                  <a:ext uri="{FF2B5EF4-FFF2-40B4-BE49-F238E27FC236}">
                    <a16:creationId xmlns:a16="http://schemas.microsoft.com/office/drawing/2014/main" id="{53980383-84E5-4896-AD4E-6B162682B72D}"/>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466" name="line_462">
            <a:extLst>
              <a:ext uri="{FF2B5EF4-FFF2-40B4-BE49-F238E27FC236}">
                <a16:creationId xmlns:a16="http://schemas.microsoft.com/office/drawing/2014/main" id="{A00B4F53-FB1D-441A-A565-88585434C032}"/>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467" name="text_463">
            <a:extLst>
              <a:ext uri="{FF2B5EF4-FFF2-40B4-BE49-F238E27FC236}">
                <a16:creationId xmlns:a16="http://schemas.microsoft.com/office/drawing/2014/main" id="{307159EB-31EC-4983-B292-B010F5C36F96}"/>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468" name="note_box_464">
            <a:extLst>
              <a:ext uri="{FF2B5EF4-FFF2-40B4-BE49-F238E27FC236}">
                <a16:creationId xmlns:a16="http://schemas.microsoft.com/office/drawing/2014/main" id="{54347F4D-4F01-4D31-9582-9BEF63D84810}"/>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69" name="equation_465" descr="w_1=1">
                <a:extLst>
                  <a:ext uri="{FF2B5EF4-FFF2-40B4-BE49-F238E27FC236}">
                    <a16:creationId xmlns:a16="http://schemas.microsoft.com/office/drawing/2014/main" id="{5809EBA2-0B35-4BF9-9331-07E5E471AF76}"/>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69" name="equation_465" descr="w_1=1">
                <a:extLst>
                  <a:ext uri="{FF2B5EF4-FFF2-40B4-BE49-F238E27FC236}">
                    <a16:creationId xmlns:a16="http://schemas.microsoft.com/office/drawing/2014/main" id="{5809EBA2-0B35-4BF9-9331-07E5E471AF76}"/>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470" name="line_466">
            <a:extLst>
              <a:ext uri="{FF2B5EF4-FFF2-40B4-BE49-F238E27FC236}">
                <a16:creationId xmlns:a16="http://schemas.microsoft.com/office/drawing/2014/main" id="{50834FBF-AF24-49AB-8A06-E3D1BD70DAE7}"/>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471" name="note_box_467">
            <a:extLst>
              <a:ext uri="{FF2B5EF4-FFF2-40B4-BE49-F238E27FC236}">
                <a16:creationId xmlns:a16="http://schemas.microsoft.com/office/drawing/2014/main" id="{9B671D74-910F-4E6B-97E7-1B56872E1877}"/>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72" name="equation_468" descr="b_1=1">
                <a:extLst>
                  <a:ext uri="{FF2B5EF4-FFF2-40B4-BE49-F238E27FC236}">
                    <a16:creationId xmlns:a16="http://schemas.microsoft.com/office/drawing/2014/main" id="{E3CDFA4D-07DB-422C-84E3-AF885F8AECAE}"/>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72" name="equation_468" descr="b_1=1">
                <a:extLst>
                  <a:ext uri="{FF2B5EF4-FFF2-40B4-BE49-F238E27FC236}">
                    <a16:creationId xmlns:a16="http://schemas.microsoft.com/office/drawing/2014/main" id="{E3CDFA4D-07DB-422C-84E3-AF885F8AECAE}"/>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473" name="line_469">
            <a:extLst>
              <a:ext uri="{FF2B5EF4-FFF2-40B4-BE49-F238E27FC236}">
                <a16:creationId xmlns:a16="http://schemas.microsoft.com/office/drawing/2014/main" id="{71D001CC-9131-4837-A7E0-A83650D467E4}"/>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474" name="note_box_470">
            <a:extLst>
              <a:ext uri="{FF2B5EF4-FFF2-40B4-BE49-F238E27FC236}">
                <a16:creationId xmlns:a16="http://schemas.microsoft.com/office/drawing/2014/main" id="{D84B3015-ED0E-41D0-B75E-E25C5C0CDB9F}"/>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75" name="equation_471" descr="w_2=2">
                <a:extLst>
                  <a:ext uri="{FF2B5EF4-FFF2-40B4-BE49-F238E27FC236}">
                    <a16:creationId xmlns:a16="http://schemas.microsoft.com/office/drawing/2014/main" id="{54281D64-5BFA-41D2-ABCE-7FC4E471EF0B}"/>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475" name="equation_471" descr="w_2=2">
                <a:extLst>
                  <a:ext uri="{FF2B5EF4-FFF2-40B4-BE49-F238E27FC236}">
                    <a16:creationId xmlns:a16="http://schemas.microsoft.com/office/drawing/2014/main" id="{54281D64-5BFA-41D2-ABCE-7FC4E471EF0B}"/>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476" name="line_472">
            <a:extLst>
              <a:ext uri="{FF2B5EF4-FFF2-40B4-BE49-F238E27FC236}">
                <a16:creationId xmlns:a16="http://schemas.microsoft.com/office/drawing/2014/main" id="{6F84496C-75E3-4164-B6BB-2E40E46ED03A}"/>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477" name="note_box_473">
            <a:extLst>
              <a:ext uri="{FF2B5EF4-FFF2-40B4-BE49-F238E27FC236}">
                <a16:creationId xmlns:a16="http://schemas.microsoft.com/office/drawing/2014/main" id="{D88DEE09-3D41-4641-83A0-E6876381B772}"/>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78" name="equation_474" descr="b_2=-1">
                <a:extLst>
                  <a:ext uri="{FF2B5EF4-FFF2-40B4-BE49-F238E27FC236}">
                    <a16:creationId xmlns:a16="http://schemas.microsoft.com/office/drawing/2014/main" id="{BBCA7E4B-64F4-44A0-8F06-99B7A8A13A1D}"/>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78" name="equation_474" descr="b_2=-1">
                <a:extLst>
                  <a:ext uri="{FF2B5EF4-FFF2-40B4-BE49-F238E27FC236}">
                    <a16:creationId xmlns:a16="http://schemas.microsoft.com/office/drawing/2014/main" id="{BBCA7E4B-64F4-44A0-8F06-99B7A8A13A1D}"/>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479" name="line_475">
            <a:extLst>
              <a:ext uri="{FF2B5EF4-FFF2-40B4-BE49-F238E27FC236}">
                <a16:creationId xmlns:a16="http://schemas.microsoft.com/office/drawing/2014/main" id="{D529D0A3-6ACB-4893-A51C-5496505EC659}"/>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480" name="note_box_476">
            <a:extLst>
              <a:ext uri="{FF2B5EF4-FFF2-40B4-BE49-F238E27FC236}">
                <a16:creationId xmlns:a16="http://schemas.microsoft.com/office/drawing/2014/main" id="{AE4082C5-F65D-48E3-BDD8-B55DB50C9FF5}"/>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81" name="equation_477" descr="w_3=-1">
                <a:extLst>
                  <a:ext uri="{FF2B5EF4-FFF2-40B4-BE49-F238E27FC236}">
                    <a16:creationId xmlns:a16="http://schemas.microsoft.com/office/drawing/2014/main" id="{6D5EFC49-D7D2-4351-B5EB-616B5C92C9FE}"/>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481" name="equation_477" descr="w_3=-1">
                <a:extLst>
                  <a:ext uri="{FF2B5EF4-FFF2-40B4-BE49-F238E27FC236}">
                    <a16:creationId xmlns:a16="http://schemas.microsoft.com/office/drawing/2014/main" id="{6D5EFC49-D7D2-4351-B5EB-616B5C92C9FE}"/>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482" name="line_478">
            <a:extLst>
              <a:ext uri="{FF2B5EF4-FFF2-40B4-BE49-F238E27FC236}">
                <a16:creationId xmlns:a16="http://schemas.microsoft.com/office/drawing/2014/main" id="{B90CF4F8-A1EC-4D55-B41B-23BF64CD3DF7}"/>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483" name="note_box_479">
            <a:extLst>
              <a:ext uri="{FF2B5EF4-FFF2-40B4-BE49-F238E27FC236}">
                <a16:creationId xmlns:a16="http://schemas.microsoft.com/office/drawing/2014/main" id="{82F2A1F4-2474-4C77-81CD-AAD630C94B5A}"/>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84" name="equation_480" descr="b_3=2">
                <a:extLst>
                  <a:ext uri="{FF2B5EF4-FFF2-40B4-BE49-F238E27FC236}">
                    <a16:creationId xmlns:a16="http://schemas.microsoft.com/office/drawing/2014/main" id="{4DCF6DDC-BE02-4C8B-B858-B7F0C04F1250}"/>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484" name="equation_480" descr="b_3=2">
                <a:extLst>
                  <a:ext uri="{FF2B5EF4-FFF2-40B4-BE49-F238E27FC236}">
                    <a16:creationId xmlns:a16="http://schemas.microsoft.com/office/drawing/2014/main" id="{4DCF6DDC-BE02-4C8B-B858-B7F0C04F1250}"/>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485" name="line_481">
            <a:extLst>
              <a:ext uri="{FF2B5EF4-FFF2-40B4-BE49-F238E27FC236}">
                <a16:creationId xmlns:a16="http://schemas.microsoft.com/office/drawing/2014/main" id="{8E131DD3-6D88-44EE-A20B-D9F5F3FA0BC3}"/>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486" name="equation_482" descr="y=-2">
                <a:extLst>
                  <a:ext uri="{FF2B5EF4-FFF2-40B4-BE49-F238E27FC236}">
                    <a16:creationId xmlns:a16="http://schemas.microsoft.com/office/drawing/2014/main" id="{ED288818-B209-4BC0-876F-D678ED9F03CF}"/>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486" name="equation_482" descr="y=-2">
                <a:extLst>
                  <a:ext uri="{FF2B5EF4-FFF2-40B4-BE49-F238E27FC236}">
                    <a16:creationId xmlns:a16="http://schemas.microsoft.com/office/drawing/2014/main" id="{ED288818-B209-4BC0-876F-D678ED9F03CF}"/>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487" name="line_483">
            <a:extLst>
              <a:ext uri="{FF2B5EF4-FFF2-40B4-BE49-F238E27FC236}">
                <a16:creationId xmlns:a16="http://schemas.microsoft.com/office/drawing/2014/main" id="{04193777-D848-4201-BE6D-F9AB26ED680A}"/>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488" name="note_brace_484">
            <a:extLst>
              <a:ext uri="{FF2B5EF4-FFF2-40B4-BE49-F238E27FC236}">
                <a16:creationId xmlns:a16="http://schemas.microsoft.com/office/drawing/2014/main" id="{DC74DC44-3189-40ED-A050-06A85FBEBE4D}"/>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489" name="text_485">
            <a:extLst>
              <a:ext uri="{FF2B5EF4-FFF2-40B4-BE49-F238E27FC236}">
                <a16:creationId xmlns:a16="http://schemas.microsoft.com/office/drawing/2014/main" id="{93DF50B3-BDC3-446D-B7AD-DE8960A69EF1}"/>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490" name="note_brace_486">
            <a:extLst>
              <a:ext uri="{FF2B5EF4-FFF2-40B4-BE49-F238E27FC236}">
                <a16:creationId xmlns:a16="http://schemas.microsoft.com/office/drawing/2014/main" id="{4561BB0D-AD34-4A17-AF2D-C0ADDFCC9BC5}"/>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491" name="text_487">
            <a:extLst>
              <a:ext uri="{FF2B5EF4-FFF2-40B4-BE49-F238E27FC236}">
                <a16:creationId xmlns:a16="http://schemas.microsoft.com/office/drawing/2014/main" id="{6D7A5CBF-2B80-452A-BCAF-1FEC6DAAF570}"/>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492" name="note_brace_488">
            <a:extLst>
              <a:ext uri="{FF2B5EF4-FFF2-40B4-BE49-F238E27FC236}">
                <a16:creationId xmlns:a16="http://schemas.microsoft.com/office/drawing/2014/main" id="{EBCF63D5-2691-49AE-BDEE-DAFD62461717}"/>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493" name="text_489">
            <a:extLst>
              <a:ext uri="{FF2B5EF4-FFF2-40B4-BE49-F238E27FC236}">
                <a16:creationId xmlns:a16="http://schemas.microsoft.com/office/drawing/2014/main" id="{72919173-C8A7-461B-B9C3-82B90034FAC6}"/>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494" name="equation_490" descr="\phi_2(x)=\mathrm{ReLU}(a_2(x))=\ ?">
                <a:extLst>
                  <a:ext uri="{FF2B5EF4-FFF2-40B4-BE49-F238E27FC236}">
                    <a16:creationId xmlns:a16="http://schemas.microsoft.com/office/drawing/2014/main" id="{046B0632-7CAA-40A6-B008-15F8CF194012}"/>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e>
                      </m:d>
                      <m:r>
                        <a:rPr lang="en-GB" sz="3100">
                          <a:solidFill>
                            <a:srgbClr val="AB4910"/>
                          </a:solidFill>
                          <a:latin typeface="Cambria Math"/>
                          <a:ea typeface="Cambria Math"/>
                          <a:cs typeface="Cambria Math"/>
                        </a:rPr>
                        <m:t>= ?</m:t>
                      </m:r>
                    </m:oMath>
                  </m:oMathPara>
                </a14:m>
                <a:endParaRPr lang="en-GB" sz="3100"/>
              </a:p>
            </p:txBody>
          </p:sp>
        </mc:Choice>
        <mc:Fallback xmlns="">
          <p:sp>
            <p:nvSpPr>
              <p:cNvPr id="494" name="equation_490" descr="\phi_2(x)=\mathrm{ReLU}(a_2(x))=\ ?">
                <a:extLst>
                  <a:ext uri="{FF2B5EF4-FFF2-40B4-BE49-F238E27FC236}">
                    <a16:creationId xmlns:a16="http://schemas.microsoft.com/office/drawing/2014/main" id="{046B0632-7CAA-40A6-B008-15F8CF194012}"/>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58"/>
                <a:stretch>
                  <a:fillRect/>
                </a:stretch>
              </a:blipFill>
              <a:ln w="0">
                <a:noFill/>
              </a:ln>
            </p:spPr>
            <p:txBody>
              <a:bodyPr/>
              <a:lstStyle/>
              <a:p>
                <a:r>
                  <a:rPr lang="it-IT">
                    <a:noFill/>
                  </a:rPr>
                  <a:t> </a:t>
                </a:r>
              </a:p>
            </p:txBody>
          </p:sp>
        </mc:Fallback>
      </mc:AlternateContent>
      <p:sp>
        <p:nvSpPr>
          <p:cNvPr id="495" name="text_491">
            <a:extLst>
              <a:ext uri="{FF2B5EF4-FFF2-40B4-BE49-F238E27FC236}">
                <a16:creationId xmlns:a16="http://schemas.microsoft.com/office/drawing/2014/main" id="{27FCFA23-D90B-4A42-9020-E4C17C128C93}"/>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496" name="shape_492">
            <a:extLst>
              <a:ext uri="{FF2B5EF4-FFF2-40B4-BE49-F238E27FC236}">
                <a16:creationId xmlns:a16="http://schemas.microsoft.com/office/drawing/2014/main" id="{40078C59-6FCC-44F0-8D6B-A181A80D6497}"/>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497" name="note_box_493">
            <a:extLst>
              <a:ext uri="{FF2B5EF4-FFF2-40B4-BE49-F238E27FC236}">
                <a16:creationId xmlns:a16="http://schemas.microsoft.com/office/drawing/2014/main" id="{51518777-DF10-49FF-9C9D-82C5AC35D9FC}"/>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98" name="equation_494" descr="\phi_0(x)">
                <a:extLst>
                  <a:ext uri="{FF2B5EF4-FFF2-40B4-BE49-F238E27FC236}">
                    <a16:creationId xmlns:a16="http://schemas.microsoft.com/office/drawing/2014/main" id="{2523B664-9C8B-4169-8FE7-97593C6A0CB3}"/>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498" name="equation_494" descr="\phi_0(x)">
                <a:extLst>
                  <a:ext uri="{FF2B5EF4-FFF2-40B4-BE49-F238E27FC236}">
                    <a16:creationId xmlns:a16="http://schemas.microsoft.com/office/drawing/2014/main" id="{2523B664-9C8B-4169-8FE7-97593C6A0CB3}"/>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99" name="equation_495" descr="2">
                <a:extLst>
                  <a:ext uri="{FF2B5EF4-FFF2-40B4-BE49-F238E27FC236}">
                    <a16:creationId xmlns:a16="http://schemas.microsoft.com/office/drawing/2014/main" id="{23C89EB1-7F68-4AB1-8986-CCE11C801A09}"/>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499" name="equation_495" descr="2">
                <a:extLst>
                  <a:ext uri="{FF2B5EF4-FFF2-40B4-BE49-F238E27FC236}">
                    <a16:creationId xmlns:a16="http://schemas.microsoft.com/office/drawing/2014/main" id="{23C89EB1-7F68-4AB1-8986-CCE11C801A09}"/>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500" name="note_box_496">
            <a:extLst>
              <a:ext uri="{FF2B5EF4-FFF2-40B4-BE49-F238E27FC236}">
                <a16:creationId xmlns:a16="http://schemas.microsoft.com/office/drawing/2014/main" id="{6E455960-7413-4217-B6EE-4A0321B7C4B9}"/>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01" name="equation_497" descr="a_1(x)">
                <a:extLst>
                  <a:ext uri="{FF2B5EF4-FFF2-40B4-BE49-F238E27FC236}">
                    <a16:creationId xmlns:a16="http://schemas.microsoft.com/office/drawing/2014/main" id="{1B2C1060-8B25-4835-8D90-7F3B41D69F66}"/>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01" name="equation_497" descr="a_1(x)">
                <a:extLst>
                  <a:ext uri="{FF2B5EF4-FFF2-40B4-BE49-F238E27FC236}">
                    <a16:creationId xmlns:a16="http://schemas.microsoft.com/office/drawing/2014/main" id="{1B2C1060-8B25-4835-8D90-7F3B41D69F66}"/>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02" name="equation_498" descr="3">
                <a:extLst>
                  <a:ext uri="{FF2B5EF4-FFF2-40B4-BE49-F238E27FC236}">
                    <a16:creationId xmlns:a16="http://schemas.microsoft.com/office/drawing/2014/main" id="{D66AF3FA-1F70-4DCA-B43F-F0F41B4ADFCE}"/>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502" name="equation_498" descr="3">
                <a:extLst>
                  <a:ext uri="{FF2B5EF4-FFF2-40B4-BE49-F238E27FC236}">
                    <a16:creationId xmlns:a16="http://schemas.microsoft.com/office/drawing/2014/main" id="{D66AF3FA-1F70-4DCA-B43F-F0F41B4ADFCE}"/>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503" name="line_499">
            <a:extLst>
              <a:ext uri="{FF2B5EF4-FFF2-40B4-BE49-F238E27FC236}">
                <a16:creationId xmlns:a16="http://schemas.microsoft.com/office/drawing/2014/main" id="{714AD08C-9FD0-4252-8148-05DCAF6C0651}"/>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504" name="text_500">
            <a:extLst>
              <a:ext uri="{FF2B5EF4-FFF2-40B4-BE49-F238E27FC236}">
                <a16:creationId xmlns:a16="http://schemas.microsoft.com/office/drawing/2014/main" id="{0F4EDED1-FAA2-4638-8BD2-7C3A37BFFD37}"/>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505" name="note_box_501">
            <a:extLst>
              <a:ext uri="{FF2B5EF4-FFF2-40B4-BE49-F238E27FC236}">
                <a16:creationId xmlns:a16="http://schemas.microsoft.com/office/drawing/2014/main" id="{245AE956-0105-409C-8C06-51EC45B81EC8}"/>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06" name="equation_502" descr="\phi_1(x)">
                <a:extLst>
                  <a:ext uri="{FF2B5EF4-FFF2-40B4-BE49-F238E27FC236}">
                    <a16:creationId xmlns:a16="http://schemas.microsoft.com/office/drawing/2014/main" id="{21656D09-3C80-4AE6-AE22-5B0FA2D3DD53}"/>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06" name="equation_502" descr="\phi_1(x)">
                <a:extLst>
                  <a:ext uri="{FF2B5EF4-FFF2-40B4-BE49-F238E27FC236}">
                    <a16:creationId xmlns:a16="http://schemas.microsoft.com/office/drawing/2014/main" id="{21656D09-3C80-4AE6-AE22-5B0FA2D3DD53}"/>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07" name="equation_503" descr="3">
                <a:extLst>
                  <a:ext uri="{FF2B5EF4-FFF2-40B4-BE49-F238E27FC236}">
                    <a16:creationId xmlns:a16="http://schemas.microsoft.com/office/drawing/2014/main" id="{EC10772A-E0F2-4C16-808A-381259C65A7B}"/>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507" name="equation_503" descr="3">
                <a:extLst>
                  <a:ext uri="{FF2B5EF4-FFF2-40B4-BE49-F238E27FC236}">
                    <a16:creationId xmlns:a16="http://schemas.microsoft.com/office/drawing/2014/main" id="{EC10772A-E0F2-4C16-808A-381259C65A7B}"/>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508" name="line_504">
            <a:extLst>
              <a:ext uri="{FF2B5EF4-FFF2-40B4-BE49-F238E27FC236}">
                <a16:creationId xmlns:a16="http://schemas.microsoft.com/office/drawing/2014/main" id="{92FC6B9E-9DA9-4514-A034-C0FDF651224A}"/>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509" name="text_505">
            <a:extLst>
              <a:ext uri="{FF2B5EF4-FFF2-40B4-BE49-F238E27FC236}">
                <a16:creationId xmlns:a16="http://schemas.microsoft.com/office/drawing/2014/main" id="{5FD6103F-C5A9-46E9-B3F2-082C5CBBA48F}"/>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510" name="note_box_506">
            <a:extLst>
              <a:ext uri="{FF2B5EF4-FFF2-40B4-BE49-F238E27FC236}">
                <a16:creationId xmlns:a16="http://schemas.microsoft.com/office/drawing/2014/main" id="{65C222E3-0C81-4922-B36D-E9B0C4929365}"/>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511" name="equation_507" descr="a_2(x)">
                <a:extLst>
                  <a:ext uri="{FF2B5EF4-FFF2-40B4-BE49-F238E27FC236}">
                    <a16:creationId xmlns:a16="http://schemas.microsoft.com/office/drawing/2014/main" id="{BD0509DE-AFA9-4330-9CD7-610804EECF28}"/>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2</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511" name="equation_507" descr="a_2(x)">
                <a:extLst>
                  <a:ext uri="{FF2B5EF4-FFF2-40B4-BE49-F238E27FC236}">
                    <a16:creationId xmlns:a16="http://schemas.microsoft.com/office/drawing/2014/main" id="{BD0509DE-AFA9-4330-9CD7-610804EECF28}"/>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5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2" name="equation_508" descr="5">
                <a:extLst>
                  <a:ext uri="{FF2B5EF4-FFF2-40B4-BE49-F238E27FC236}">
                    <a16:creationId xmlns:a16="http://schemas.microsoft.com/office/drawing/2014/main" id="{5370F8D2-7E42-40D4-A66E-C237D8AD0488}"/>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5</m:t>
                      </m:r>
                    </m:oMath>
                  </m:oMathPara>
                </a14:m>
                <a:endParaRPr lang="en-GB" sz="2400"/>
              </a:p>
            </p:txBody>
          </p:sp>
        </mc:Choice>
        <mc:Fallback xmlns="">
          <p:sp>
            <p:nvSpPr>
              <p:cNvPr id="512" name="equation_508" descr="5">
                <a:extLst>
                  <a:ext uri="{FF2B5EF4-FFF2-40B4-BE49-F238E27FC236}">
                    <a16:creationId xmlns:a16="http://schemas.microsoft.com/office/drawing/2014/main" id="{5370F8D2-7E42-40D4-A66E-C237D8AD0488}"/>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55"/>
                <a:stretch>
                  <a:fillRect t="-5660" b="-15094"/>
                </a:stretch>
              </a:blipFill>
              <a:ln w="0">
                <a:noFill/>
              </a:ln>
            </p:spPr>
            <p:txBody>
              <a:bodyPr/>
              <a:lstStyle/>
              <a:p>
                <a:r>
                  <a:rPr lang="it-IT">
                    <a:noFill/>
                  </a:rPr>
                  <a:t> </a:t>
                </a:r>
              </a:p>
            </p:txBody>
          </p:sp>
        </mc:Fallback>
      </mc:AlternateContent>
      <p:sp>
        <p:nvSpPr>
          <p:cNvPr id="513" name="line_509">
            <a:extLst>
              <a:ext uri="{FF2B5EF4-FFF2-40B4-BE49-F238E27FC236}">
                <a16:creationId xmlns:a16="http://schemas.microsoft.com/office/drawing/2014/main" id="{B0C29DB9-57E9-4E98-A926-B7B5E082EF96}"/>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514" name="text_510">
            <a:extLst>
              <a:ext uri="{FF2B5EF4-FFF2-40B4-BE49-F238E27FC236}">
                <a16:creationId xmlns:a16="http://schemas.microsoft.com/office/drawing/2014/main" id="{DCAF0A77-6F7E-4EDE-B5F4-74F6A381528C}"/>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515" name="note_box_511">
            <a:extLst>
              <a:ext uri="{FF2B5EF4-FFF2-40B4-BE49-F238E27FC236}">
                <a16:creationId xmlns:a16="http://schemas.microsoft.com/office/drawing/2014/main" id="{5FD6FDE2-5705-4922-8A7C-4B046B0D5E12}"/>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516" name="equation_512" descr="\phi_2(x)">
                <a:extLst>
                  <a:ext uri="{FF2B5EF4-FFF2-40B4-BE49-F238E27FC236}">
                    <a16:creationId xmlns:a16="http://schemas.microsoft.com/office/drawing/2014/main" id="{856F635B-1E36-4530-B471-8806E9962ABD}"/>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𝜙</m:t>
                          </m:r>
                        </m:e>
                        <m:sub>
                          <m:r>
                            <a:rPr lang="en-GB" sz="2200">
                              <a:solidFill>
                                <a:srgbClr val="AB4910"/>
                              </a:solidFill>
                              <a:latin typeface="Cambria Math"/>
                              <a:ea typeface="Cambria Math"/>
                              <a:cs typeface="Cambria Math"/>
                            </a:rPr>
                            <m:t>2</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516" name="equation_512" descr="\phi_2(x)">
                <a:extLst>
                  <a:ext uri="{FF2B5EF4-FFF2-40B4-BE49-F238E27FC236}">
                    <a16:creationId xmlns:a16="http://schemas.microsoft.com/office/drawing/2014/main" id="{856F635B-1E36-4530-B471-8806E9962ABD}"/>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5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7" name="equation_513" descr="5">
                <a:extLst>
                  <a:ext uri="{FF2B5EF4-FFF2-40B4-BE49-F238E27FC236}">
                    <a16:creationId xmlns:a16="http://schemas.microsoft.com/office/drawing/2014/main" id="{F7F72D60-03C7-4C14-BFAF-B5B9772DBBD7}"/>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5</m:t>
                      </m:r>
                    </m:oMath>
                  </m:oMathPara>
                </a14:m>
                <a:endParaRPr lang="en-GB" sz="2400"/>
              </a:p>
            </p:txBody>
          </p:sp>
        </mc:Choice>
        <mc:Fallback xmlns="">
          <p:sp>
            <p:nvSpPr>
              <p:cNvPr id="517" name="equation_513" descr="5">
                <a:extLst>
                  <a:ext uri="{FF2B5EF4-FFF2-40B4-BE49-F238E27FC236}">
                    <a16:creationId xmlns:a16="http://schemas.microsoft.com/office/drawing/2014/main" id="{F7F72D60-03C7-4C14-BFAF-B5B9772DBBD7}"/>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59"/>
                <a:stretch>
                  <a:fillRect t="-5660" b="-15094"/>
                </a:stretch>
              </a:blipFill>
              <a:ln w="0">
                <a:noFill/>
              </a:ln>
            </p:spPr>
            <p:txBody>
              <a:bodyPr/>
              <a:lstStyle/>
              <a:p>
                <a:r>
                  <a:rPr lang="it-IT">
                    <a:noFill/>
                  </a:rPr>
                  <a:t> </a:t>
                </a:r>
              </a:p>
            </p:txBody>
          </p:sp>
        </mc:Fallback>
      </mc:AlternateContent>
      <p:sp>
        <p:nvSpPr>
          <p:cNvPr id="518" name="line_514">
            <a:extLst>
              <a:ext uri="{FF2B5EF4-FFF2-40B4-BE49-F238E27FC236}">
                <a16:creationId xmlns:a16="http://schemas.microsoft.com/office/drawing/2014/main" id="{9BF7E5E0-8DA8-4B90-870A-8FDA68CB69DC}"/>
              </a:ext>
            </a:extLst>
          </p:cNvPr>
          <p:cNvSpPr>
            <a:spLocks noGrp="1"/>
          </p:cNvSpPr>
          <p:nvPr/>
        </p:nvSpPr>
        <p:spPr>
          <a:xfrm>
            <a:off x="6361509" y="3143250"/>
            <a:ext cx="358378" cy="476"/>
          </a:xfrm>
          <a:prstGeom prst="line">
            <a:avLst/>
          </a:prstGeom>
          <a:noFill/>
          <a:ln w="13335">
            <a:solidFill>
              <a:srgbClr val="235C99"/>
            </a:solidFill>
            <a:tailEnd type="triangle" w="sm" len="sm"/>
          </a:ln>
        </p:spPr>
        <p:txBody>
          <a:bodyPr/>
          <a:lstStyle/>
          <a:p>
            <a:endParaRPr lang="it-IT"/>
          </a:p>
        </p:txBody>
      </p:sp>
      <p:sp>
        <p:nvSpPr>
          <p:cNvPr id="519" name="text_515">
            <a:extLst>
              <a:ext uri="{FF2B5EF4-FFF2-40B4-BE49-F238E27FC236}">
                <a16:creationId xmlns:a16="http://schemas.microsoft.com/office/drawing/2014/main" id="{FA7B85FD-3696-4495-A239-6B6E0873D65E}"/>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ReLU</a:t>
            </a:r>
          </a:p>
        </p:txBody>
      </p:sp>
      <p:sp>
        <p:nvSpPr>
          <p:cNvPr id="520" name="note_box_516">
            <a:extLst>
              <a:ext uri="{FF2B5EF4-FFF2-40B4-BE49-F238E27FC236}">
                <a16:creationId xmlns:a16="http://schemas.microsoft.com/office/drawing/2014/main" id="{E61200A5-783F-41E7-AAE0-0AA1C0AEAC6C}"/>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21" name="equation_517" descr="a_3(x)">
                <a:extLst>
                  <a:ext uri="{FF2B5EF4-FFF2-40B4-BE49-F238E27FC236}">
                    <a16:creationId xmlns:a16="http://schemas.microsoft.com/office/drawing/2014/main" id="{FC84366F-DF3B-45FF-B76C-B862D10A9142}"/>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3</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21" name="equation_517" descr="a_3(x)">
                <a:extLst>
                  <a:ext uri="{FF2B5EF4-FFF2-40B4-BE49-F238E27FC236}">
                    <a16:creationId xmlns:a16="http://schemas.microsoft.com/office/drawing/2014/main" id="{FC84366F-DF3B-45FF-B76C-B862D10A9142}"/>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1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22" name="equation_518" descr="?">
                <a:extLst>
                  <a:ext uri="{FF2B5EF4-FFF2-40B4-BE49-F238E27FC236}">
                    <a16:creationId xmlns:a16="http://schemas.microsoft.com/office/drawing/2014/main" id="{79EC3246-6BA5-443D-BE5B-1419CBDD1E07}"/>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522" name="equation_518" descr="?">
                <a:extLst>
                  <a:ext uri="{FF2B5EF4-FFF2-40B4-BE49-F238E27FC236}">
                    <a16:creationId xmlns:a16="http://schemas.microsoft.com/office/drawing/2014/main" id="{79EC3246-6BA5-443D-BE5B-1419CBDD1E07}"/>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15"/>
                <a:stretch>
                  <a:fillRect b="-13208"/>
                </a:stretch>
              </a:blipFill>
              <a:ln w="0">
                <a:noFill/>
              </a:ln>
            </p:spPr>
            <p:txBody>
              <a:bodyPr/>
              <a:lstStyle/>
              <a:p>
                <a:r>
                  <a:rPr lang="it-IT">
                    <a:noFill/>
                  </a:rPr>
                  <a:t> </a:t>
                </a:r>
              </a:p>
            </p:txBody>
          </p:sp>
        </mc:Fallback>
      </mc:AlternateContent>
      <p:sp>
        <p:nvSpPr>
          <p:cNvPr id="523" name="line_519">
            <a:extLst>
              <a:ext uri="{FF2B5EF4-FFF2-40B4-BE49-F238E27FC236}">
                <a16:creationId xmlns:a16="http://schemas.microsoft.com/office/drawing/2014/main" id="{1C6F2040-8B90-4733-A920-965944F1591B}"/>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524" name="text_520">
            <a:extLst>
              <a:ext uri="{FF2B5EF4-FFF2-40B4-BE49-F238E27FC236}">
                <a16:creationId xmlns:a16="http://schemas.microsoft.com/office/drawing/2014/main" id="{1567E82F-FCDF-4979-93C9-7494C236D387}"/>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525" name="note_box_521">
            <a:extLst>
              <a:ext uri="{FF2B5EF4-FFF2-40B4-BE49-F238E27FC236}">
                <a16:creationId xmlns:a16="http://schemas.microsoft.com/office/drawing/2014/main" id="{CCEF4FFB-9F46-4473-B3B0-3498C4CCCFE9}"/>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26" name="equation_522" descr="\mathcal{L}_{\mathrm{sq}}">
                <a:extLst>
                  <a:ext uri="{FF2B5EF4-FFF2-40B4-BE49-F238E27FC236}">
                    <a16:creationId xmlns:a16="http://schemas.microsoft.com/office/drawing/2014/main" id="{FC3C6721-AF2C-4922-BC0A-2B7F6BCCAB8A}"/>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526" name="equation_522" descr="\mathcal{L}_{\mathrm{sq}}">
                <a:extLst>
                  <a:ext uri="{FF2B5EF4-FFF2-40B4-BE49-F238E27FC236}">
                    <a16:creationId xmlns:a16="http://schemas.microsoft.com/office/drawing/2014/main" id="{FC3C6721-AF2C-4922-BC0A-2B7F6BCCAB8A}"/>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27" name="equation_523" descr="?">
                <a:extLst>
                  <a:ext uri="{FF2B5EF4-FFF2-40B4-BE49-F238E27FC236}">
                    <a16:creationId xmlns:a16="http://schemas.microsoft.com/office/drawing/2014/main" id="{673E92CC-E3B6-46CB-88C3-8561C50F0C44}"/>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527" name="equation_523" descr="?">
                <a:extLst>
                  <a:ext uri="{FF2B5EF4-FFF2-40B4-BE49-F238E27FC236}">
                    <a16:creationId xmlns:a16="http://schemas.microsoft.com/office/drawing/2014/main" id="{673E92CC-E3B6-46CB-88C3-8561C50F0C44}"/>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528" name="line_524">
            <a:extLst>
              <a:ext uri="{FF2B5EF4-FFF2-40B4-BE49-F238E27FC236}">
                <a16:creationId xmlns:a16="http://schemas.microsoft.com/office/drawing/2014/main" id="{0473834A-BDA6-4BEC-89FF-5987DBFF96A8}"/>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529" name="text_525">
            <a:extLst>
              <a:ext uri="{FF2B5EF4-FFF2-40B4-BE49-F238E27FC236}">
                <a16:creationId xmlns:a16="http://schemas.microsoft.com/office/drawing/2014/main" id="{EBFE191A-2CBC-4E26-AC4E-BF0CE1814B92}"/>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530" name="note_box_526">
            <a:extLst>
              <a:ext uri="{FF2B5EF4-FFF2-40B4-BE49-F238E27FC236}">
                <a16:creationId xmlns:a16="http://schemas.microsoft.com/office/drawing/2014/main" id="{DB0366D1-6F0A-4DA3-B36E-44F6DF4E9F82}"/>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31" name="equation_527" descr="w_1=1">
                <a:extLst>
                  <a:ext uri="{FF2B5EF4-FFF2-40B4-BE49-F238E27FC236}">
                    <a16:creationId xmlns:a16="http://schemas.microsoft.com/office/drawing/2014/main" id="{2A0C3F86-FA82-40E6-A71A-C668D5A00F09}"/>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31" name="equation_527" descr="w_1=1">
                <a:extLst>
                  <a:ext uri="{FF2B5EF4-FFF2-40B4-BE49-F238E27FC236}">
                    <a16:creationId xmlns:a16="http://schemas.microsoft.com/office/drawing/2014/main" id="{2A0C3F86-FA82-40E6-A71A-C668D5A00F09}"/>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532" name="line_528">
            <a:extLst>
              <a:ext uri="{FF2B5EF4-FFF2-40B4-BE49-F238E27FC236}">
                <a16:creationId xmlns:a16="http://schemas.microsoft.com/office/drawing/2014/main" id="{3F396DD9-FFB2-44FA-BBF7-F4EDDF38869F}"/>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533" name="note_box_529">
            <a:extLst>
              <a:ext uri="{FF2B5EF4-FFF2-40B4-BE49-F238E27FC236}">
                <a16:creationId xmlns:a16="http://schemas.microsoft.com/office/drawing/2014/main" id="{7ED7104D-675E-475A-8CDB-7682EB57204F}"/>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34" name="equation_530" descr="b_1=1">
                <a:extLst>
                  <a:ext uri="{FF2B5EF4-FFF2-40B4-BE49-F238E27FC236}">
                    <a16:creationId xmlns:a16="http://schemas.microsoft.com/office/drawing/2014/main" id="{52492A1A-8A55-4904-A68D-C3A1C724F5AF}"/>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34" name="equation_530" descr="b_1=1">
                <a:extLst>
                  <a:ext uri="{FF2B5EF4-FFF2-40B4-BE49-F238E27FC236}">
                    <a16:creationId xmlns:a16="http://schemas.microsoft.com/office/drawing/2014/main" id="{52492A1A-8A55-4904-A68D-C3A1C724F5AF}"/>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535" name="line_531">
            <a:extLst>
              <a:ext uri="{FF2B5EF4-FFF2-40B4-BE49-F238E27FC236}">
                <a16:creationId xmlns:a16="http://schemas.microsoft.com/office/drawing/2014/main" id="{B4B47C8D-4AD0-46CA-898B-3548001EBC6C}"/>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536" name="note_box_532">
            <a:extLst>
              <a:ext uri="{FF2B5EF4-FFF2-40B4-BE49-F238E27FC236}">
                <a16:creationId xmlns:a16="http://schemas.microsoft.com/office/drawing/2014/main" id="{7C2AE1C4-9851-40D8-A48F-1F03045CD55D}"/>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37" name="equation_533" descr="w_2=2">
                <a:extLst>
                  <a:ext uri="{FF2B5EF4-FFF2-40B4-BE49-F238E27FC236}">
                    <a16:creationId xmlns:a16="http://schemas.microsoft.com/office/drawing/2014/main" id="{3FFAACAC-A956-4EF7-B679-DBB03ECD310D}"/>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537" name="equation_533" descr="w_2=2">
                <a:extLst>
                  <a:ext uri="{FF2B5EF4-FFF2-40B4-BE49-F238E27FC236}">
                    <a16:creationId xmlns:a16="http://schemas.microsoft.com/office/drawing/2014/main" id="{3FFAACAC-A956-4EF7-B679-DBB03ECD310D}"/>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538" name="line_534">
            <a:extLst>
              <a:ext uri="{FF2B5EF4-FFF2-40B4-BE49-F238E27FC236}">
                <a16:creationId xmlns:a16="http://schemas.microsoft.com/office/drawing/2014/main" id="{D8107B87-30CC-44DE-88D1-118430457320}"/>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539" name="note_box_535">
            <a:extLst>
              <a:ext uri="{FF2B5EF4-FFF2-40B4-BE49-F238E27FC236}">
                <a16:creationId xmlns:a16="http://schemas.microsoft.com/office/drawing/2014/main" id="{5B1641BB-852D-4208-AFB8-8B42B3ECD503}"/>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40" name="equation_536" descr="b_2=-1">
                <a:extLst>
                  <a:ext uri="{FF2B5EF4-FFF2-40B4-BE49-F238E27FC236}">
                    <a16:creationId xmlns:a16="http://schemas.microsoft.com/office/drawing/2014/main" id="{7CE85FED-F81A-4762-AFD7-9A4C954EDC44}"/>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40" name="equation_536" descr="b_2=-1">
                <a:extLst>
                  <a:ext uri="{FF2B5EF4-FFF2-40B4-BE49-F238E27FC236}">
                    <a16:creationId xmlns:a16="http://schemas.microsoft.com/office/drawing/2014/main" id="{7CE85FED-F81A-4762-AFD7-9A4C954EDC44}"/>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541" name="line_537">
            <a:extLst>
              <a:ext uri="{FF2B5EF4-FFF2-40B4-BE49-F238E27FC236}">
                <a16:creationId xmlns:a16="http://schemas.microsoft.com/office/drawing/2014/main" id="{55B4A237-DAEC-4A45-9235-5D666C84AB8D}"/>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542" name="note_box_538">
            <a:extLst>
              <a:ext uri="{FF2B5EF4-FFF2-40B4-BE49-F238E27FC236}">
                <a16:creationId xmlns:a16="http://schemas.microsoft.com/office/drawing/2014/main" id="{203BE7F0-F6AE-44BA-90A2-8FA2D658602C}"/>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43" name="equation_539" descr="w_3=-1">
                <a:extLst>
                  <a:ext uri="{FF2B5EF4-FFF2-40B4-BE49-F238E27FC236}">
                    <a16:creationId xmlns:a16="http://schemas.microsoft.com/office/drawing/2014/main" id="{3177B70A-2697-49D5-A4A2-5C2079999D8D}"/>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43" name="equation_539" descr="w_3=-1">
                <a:extLst>
                  <a:ext uri="{FF2B5EF4-FFF2-40B4-BE49-F238E27FC236}">
                    <a16:creationId xmlns:a16="http://schemas.microsoft.com/office/drawing/2014/main" id="{3177B70A-2697-49D5-A4A2-5C2079999D8D}"/>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544" name="line_540">
            <a:extLst>
              <a:ext uri="{FF2B5EF4-FFF2-40B4-BE49-F238E27FC236}">
                <a16:creationId xmlns:a16="http://schemas.microsoft.com/office/drawing/2014/main" id="{1844ED06-CCDD-4AB8-AE23-77FAC3B1C396}"/>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545" name="note_box_541">
            <a:extLst>
              <a:ext uri="{FF2B5EF4-FFF2-40B4-BE49-F238E27FC236}">
                <a16:creationId xmlns:a16="http://schemas.microsoft.com/office/drawing/2014/main" id="{72F97E74-4376-4926-A716-5AB1B80B215B}"/>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46" name="equation_542" descr="b_3=2">
                <a:extLst>
                  <a:ext uri="{FF2B5EF4-FFF2-40B4-BE49-F238E27FC236}">
                    <a16:creationId xmlns:a16="http://schemas.microsoft.com/office/drawing/2014/main" id="{049C114F-5E74-49B4-AAE6-7D48DD53A76C}"/>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546" name="equation_542" descr="b_3=2">
                <a:extLst>
                  <a:ext uri="{FF2B5EF4-FFF2-40B4-BE49-F238E27FC236}">
                    <a16:creationId xmlns:a16="http://schemas.microsoft.com/office/drawing/2014/main" id="{049C114F-5E74-49B4-AAE6-7D48DD53A76C}"/>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547" name="line_543">
            <a:extLst>
              <a:ext uri="{FF2B5EF4-FFF2-40B4-BE49-F238E27FC236}">
                <a16:creationId xmlns:a16="http://schemas.microsoft.com/office/drawing/2014/main" id="{D0BDF6D2-E5DD-46D8-952F-141E6D637C22}"/>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548" name="equation_544" descr="y=-2">
                <a:extLst>
                  <a:ext uri="{FF2B5EF4-FFF2-40B4-BE49-F238E27FC236}">
                    <a16:creationId xmlns:a16="http://schemas.microsoft.com/office/drawing/2014/main" id="{ACBC0F84-9659-4374-B558-2773D7C14D9B}"/>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548" name="equation_544" descr="y=-2">
                <a:extLst>
                  <a:ext uri="{FF2B5EF4-FFF2-40B4-BE49-F238E27FC236}">
                    <a16:creationId xmlns:a16="http://schemas.microsoft.com/office/drawing/2014/main" id="{ACBC0F84-9659-4374-B558-2773D7C14D9B}"/>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549" name="line_545">
            <a:extLst>
              <a:ext uri="{FF2B5EF4-FFF2-40B4-BE49-F238E27FC236}">
                <a16:creationId xmlns:a16="http://schemas.microsoft.com/office/drawing/2014/main" id="{9B8DE237-D946-4B68-BDB4-909BD2A82EAA}"/>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550" name="note_brace_546">
            <a:extLst>
              <a:ext uri="{FF2B5EF4-FFF2-40B4-BE49-F238E27FC236}">
                <a16:creationId xmlns:a16="http://schemas.microsoft.com/office/drawing/2014/main" id="{82014D91-F34C-4A20-ABB8-FC4AFB335538}"/>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551" name="text_547">
            <a:extLst>
              <a:ext uri="{FF2B5EF4-FFF2-40B4-BE49-F238E27FC236}">
                <a16:creationId xmlns:a16="http://schemas.microsoft.com/office/drawing/2014/main" id="{2FB11D79-4635-439B-A81C-41C27C3C05F8}"/>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52" name="note_brace_548">
            <a:extLst>
              <a:ext uri="{FF2B5EF4-FFF2-40B4-BE49-F238E27FC236}">
                <a16:creationId xmlns:a16="http://schemas.microsoft.com/office/drawing/2014/main" id="{C4781E9C-B9C9-4C05-A007-91E98A1A7F32}"/>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553" name="text_549">
            <a:extLst>
              <a:ext uri="{FF2B5EF4-FFF2-40B4-BE49-F238E27FC236}">
                <a16:creationId xmlns:a16="http://schemas.microsoft.com/office/drawing/2014/main" id="{1E42D5BF-E167-4B1E-8282-AFB7FD0F9669}"/>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554" name="note_brace_550">
            <a:extLst>
              <a:ext uri="{FF2B5EF4-FFF2-40B4-BE49-F238E27FC236}">
                <a16:creationId xmlns:a16="http://schemas.microsoft.com/office/drawing/2014/main" id="{5373FC17-3F0C-4899-AC8B-1CACC9DFE03E}"/>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555" name="text_551">
            <a:extLst>
              <a:ext uri="{FF2B5EF4-FFF2-40B4-BE49-F238E27FC236}">
                <a16:creationId xmlns:a16="http://schemas.microsoft.com/office/drawing/2014/main" id="{98601284-4B2C-4024-8C3E-3542BCCDB4E1}"/>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556" name="equation_552" descr="\phi_2(x)=\mathrm{ReLU}(a_2(x))=\mathrm{ReLU}(5)=5">
                <a:extLst>
                  <a:ext uri="{FF2B5EF4-FFF2-40B4-BE49-F238E27FC236}">
                    <a16:creationId xmlns:a16="http://schemas.microsoft.com/office/drawing/2014/main" id="{81C76FAA-22D1-4E77-85A9-13F6C80321FB}"/>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e>
                      </m:d>
                      <m:r>
                        <a:rPr lang="en-GB" sz="3100">
                          <a:solidFill>
                            <a:srgbClr val="AB4910"/>
                          </a:solidFill>
                          <a:latin typeface="Cambria Math"/>
                          <a:ea typeface="Cambria Math"/>
                          <a:cs typeface="Cambria Math"/>
                        </a:rPr>
                        <m:t>=</m:t>
                      </m:r>
                      <m:r>
                        <m:rPr>
                          <m:sty m:val="p"/>
                        </m:rPr>
                        <a:rPr lang="en-GB" sz="3100">
                          <a:solidFill>
                            <a:srgbClr val="AB4910"/>
                          </a:solidFill>
                          <a:latin typeface="Cambria Math"/>
                          <a:ea typeface="Cambria Math"/>
                          <a:cs typeface="Cambria Math"/>
                        </a:rPr>
                        <m:t>ReLU</m:t>
                      </m:r>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5</m:t>
                          </m:r>
                        </m:e>
                      </m:d>
                      <m:r>
                        <a:rPr lang="en-GB" sz="3100">
                          <a:solidFill>
                            <a:srgbClr val="AB4910"/>
                          </a:solidFill>
                          <a:latin typeface="Cambria Math"/>
                          <a:ea typeface="Cambria Math"/>
                          <a:cs typeface="Cambria Math"/>
                        </a:rPr>
                        <m:t>=5</m:t>
                      </m:r>
                    </m:oMath>
                  </m:oMathPara>
                </a14:m>
                <a:endParaRPr lang="en-GB" sz="3100"/>
              </a:p>
            </p:txBody>
          </p:sp>
        </mc:Choice>
        <mc:Fallback xmlns="">
          <p:sp>
            <p:nvSpPr>
              <p:cNvPr id="556" name="equation_552" descr="\phi_2(x)=\mathrm{ReLU}(a_2(x))=\mathrm{ReLU}(5)=5">
                <a:extLst>
                  <a:ext uri="{FF2B5EF4-FFF2-40B4-BE49-F238E27FC236}">
                    <a16:creationId xmlns:a16="http://schemas.microsoft.com/office/drawing/2014/main" id="{81C76FAA-22D1-4E77-85A9-13F6C80321FB}"/>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60"/>
                <a:stretch>
                  <a:fillRect/>
                </a:stretch>
              </a:blipFill>
              <a:ln w="0">
                <a:noFill/>
              </a:ln>
            </p:spPr>
            <p:txBody>
              <a:bodyPr/>
              <a:lstStyle/>
              <a:p>
                <a:r>
                  <a:rPr lang="it-IT">
                    <a:noFill/>
                  </a:rPr>
                  <a:t> </a:t>
                </a:r>
              </a:p>
            </p:txBody>
          </p:sp>
        </mc:Fallback>
      </mc:AlternateContent>
      <p:sp>
        <p:nvSpPr>
          <p:cNvPr id="557" name="shape_553">
            <a:extLst>
              <a:ext uri="{FF2B5EF4-FFF2-40B4-BE49-F238E27FC236}">
                <a16:creationId xmlns:a16="http://schemas.microsoft.com/office/drawing/2014/main" id="{06D6940F-BCA1-433C-AAF2-F4683F51DF9A}"/>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558" name="note_box_554">
            <a:extLst>
              <a:ext uri="{FF2B5EF4-FFF2-40B4-BE49-F238E27FC236}">
                <a16:creationId xmlns:a16="http://schemas.microsoft.com/office/drawing/2014/main" id="{B97CA2AA-B465-4CAB-BE7A-67E753BEA05E}"/>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59" name="equation_555" descr="\phi_0(x)">
                <a:extLst>
                  <a:ext uri="{FF2B5EF4-FFF2-40B4-BE49-F238E27FC236}">
                    <a16:creationId xmlns:a16="http://schemas.microsoft.com/office/drawing/2014/main" id="{B671A26A-73E9-4B51-AB36-D18E7CBE2119}"/>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59" name="equation_555" descr="\phi_0(x)">
                <a:extLst>
                  <a:ext uri="{FF2B5EF4-FFF2-40B4-BE49-F238E27FC236}">
                    <a16:creationId xmlns:a16="http://schemas.microsoft.com/office/drawing/2014/main" id="{B671A26A-73E9-4B51-AB36-D18E7CBE2119}"/>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0" name="equation_556" descr="2">
                <a:extLst>
                  <a:ext uri="{FF2B5EF4-FFF2-40B4-BE49-F238E27FC236}">
                    <a16:creationId xmlns:a16="http://schemas.microsoft.com/office/drawing/2014/main" id="{0C28DE0D-5840-461B-A641-70AC5A47A7BD}"/>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560" name="equation_556" descr="2">
                <a:extLst>
                  <a:ext uri="{FF2B5EF4-FFF2-40B4-BE49-F238E27FC236}">
                    <a16:creationId xmlns:a16="http://schemas.microsoft.com/office/drawing/2014/main" id="{0C28DE0D-5840-461B-A641-70AC5A47A7BD}"/>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561" name="note_box_557">
            <a:extLst>
              <a:ext uri="{FF2B5EF4-FFF2-40B4-BE49-F238E27FC236}">
                <a16:creationId xmlns:a16="http://schemas.microsoft.com/office/drawing/2014/main" id="{BC472253-D36A-4B15-9734-500CB58E754A}"/>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62" name="equation_558" descr="a_1(x)">
                <a:extLst>
                  <a:ext uri="{FF2B5EF4-FFF2-40B4-BE49-F238E27FC236}">
                    <a16:creationId xmlns:a16="http://schemas.microsoft.com/office/drawing/2014/main" id="{FF63976C-4D38-4214-B09D-71B8162828A0}"/>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62" name="equation_558" descr="a_1(x)">
                <a:extLst>
                  <a:ext uri="{FF2B5EF4-FFF2-40B4-BE49-F238E27FC236}">
                    <a16:creationId xmlns:a16="http://schemas.microsoft.com/office/drawing/2014/main" id="{FF63976C-4D38-4214-B09D-71B8162828A0}"/>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3" name="equation_559" descr="3">
                <a:extLst>
                  <a:ext uri="{FF2B5EF4-FFF2-40B4-BE49-F238E27FC236}">
                    <a16:creationId xmlns:a16="http://schemas.microsoft.com/office/drawing/2014/main" id="{E5C4C481-42E4-4A90-BEE7-7CB8C1574484}"/>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563" name="equation_559" descr="3">
                <a:extLst>
                  <a:ext uri="{FF2B5EF4-FFF2-40B4-BE49-F238E27FC236}">
                    <a16:creationId xmlns:a16="http://schemas.microsoft.com/office/drawing/2014/main" id="{E5C4C481-42E4-4A90-BEE7-7CB8C1574484}"/>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564" name="line_560">
            <a:extLst>
              <a:ext uri="{FF2B5EF4-FFF2-40B4-BE49-F238E27FC236}">
                <a16:creationId xmlns:a16="http://schemas.microsoft.com/office/drawing/2014/main" id="{884B3EEF-4EC5-49BE-A1D2-99EB2CBBC1D6}"/>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565" name="text_561">
            <a:extLst>
              <a:ext uri="{FF2B5EF4-FFF2-40B4-BE49-F238E27FC236}">
                <a16:creationId xmlns:a16="http://schemas.microsoft.com/office/drawing/2014/main" id="{D20A1E3C-5261-495B-938E-3DB4767D7BFC}"/>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566" name="note_box_562">
            <a:extLst>
              <a:ext uri="{FF2B5EF4-FFF2-40B4-BE49-F238E27FC236}">
                <a16:creationId xmlns:a16="http://schemas.microsoft.com/office/drawing/2014/main" id="{FD265DBF-3940-4F14-ADEB-7FF8FBC41A66}"/>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67" name="equation_563" descr="\phi_1(x)">
                <a:extLst>
                  <a:ext uri="{FF2B5EF4-FFF2-40B4-BE49-F238E27FC236}">
                    <a16:creationId xmlns:a16="http://schemas.microsoft.com/office/drawing/2014/main" id="{B53FE31F-6588-4A27-B9A9-728DCD1D84AD}"/>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67" name="equation_563" descr="\phi_1(x)">
                <a:extLst>
                  <a:ext uri="{FF2B5EF4-FFF2-40B4-BE49-F238E27FC236}">
                    <a16:creationId xmlns:a16="http://schemas.microsoft.com/office/drawing/2014/main" id="{B53FE31F-6588-4A27-B9A9-728DCD1D84AD}"/>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8" name="equation_564" descr="3">
                <a:extLst>
                  <a:ext uri="{FF2B5EF4-FFF2-40B4-BE49-F238E27FC236}">
                    <a16:creationId xmlns:a16="http://schemas.microsoft.com/office/drawing/2014/main" id="{99DD9B1D-28B3-4998-93D8-0329CD8C315B}"/>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568" name="equation_564" descr="3">
                <a:extLst>
                  <a:ext uri="{FF2B5EF4-FFF2-40B4-BE49-F238E27FC236}">
                    <a16:creationId xmlns:a16="http://schemas.microsoft.com/office/drawing/2014/main" id="{99DD9B1D-28B3-4998-93D8-0329CD8C315B}"/>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569" name="line_565">
            <a:extLst>
              <a:ext uri="{FF2B5EF4-FFF2-40B4-BE49-F238E27FC236}">
                <a16:creationId xmlns:a16="http://schemas.microsoft.com/office/drawing/2014/main" id="{E030AC56-B213-4C7E-888D-63211D9CCBF2}"/>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570" name="text_566">
            <a:extLst>
              <a:ext uri="{FF2B5EF4-FFF2-40B4-BE49-F238E27FC236}">
                <a16:creationId xmlns:a16="http://schemas.microsoft.com/office/drawing/2014/main" id="{1D390B2B-5867-4038-962D-33D7479347F0}"/>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571" name="note_box_567">
            <a:extLst>
              <a:ext uri="{FF2B5EF4-FFF2-40B4-BE49-F238E27FC236}">
                <a16:creationId xmlns:a16="http://schemas.microsoft.com/office/drawing/2014/main" id="{0E6E8D7B-CFF7-49B2-97D8-4F9F0261482F}"/>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72" name="equation_568" descr="a_2(x)">
                <a:extLst>
                  <a:ext uri="{FF2B5EF4-FFF2-40B4-BE49-F238E27FC236}">
                    <a16:creationId xmlns:a16="http://schemas.microsoft.com/office/drawing/2014/main" id="{D8BFC410-BF15-40B3-9ECF-62AFE4EBF8D0}"/>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572" name="equation_568" descr="a_2(x)">
                <a:extLst>
                  <a:ext uri="{FF2B5EF4-FFF2-40B4-BE49-F238E27FC236}">
                    <a16:creationId xmlns:a16="http://schemas.microsoft.com/office/drawing/2014/main" id="{D8BFC410-BF15-40B3-9ECF-62AFE4EBF8D0}"/>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73" name="equation_569" descr="5">
                <a:extLst>
                  <a:ext uri="{FF2B5EF4-FFF2-40B4-BE49-F238E27FC236}">
                    <a16:creationId xmlns:a16="http://schemas.microsoft.com/office/drawing/2014/main" id="{FADFD827-13E2-4716-83E2-CCF02BD254EA}"/>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573" name="equation_569" descr="5">
                <a:extLst>
                  <a:ext uri="{FF2B5EF4-FFF2-40B4-BE49-F238E27FC236}">
                    <a16:creationId xmlns:a16="http://schemas.microsoft.com/office/drawing/2014/main" id="{FADFD827-13E2-4716-83E2-CCF02BD254EA}"/>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61"/>
                <a:stretch>
                  <a:fillRect t="-5660" b="-15094"/>
                </a:stretch>
              </a:blipFill>
              <a:ln w="0">
                <a:noFill/>
              </a:ln>
            </p:spPr>
            <p:txBody>
              <a:bodyPr/>
              <a:lstStyle/>
              <a:p>
                <a:r>
                  <a:rPr lang="it-IT">
                    <a:noFill/>
                  </a:rPr>
                  <a:t> </a:t>
                </a:r>
              </a:p>
            </p:txBody>
          </p:sp>
        </mc:Fallback>
      </mc:AlternateContent>
      <p:sp>
        <p:nvSpPr>
          <p:cNvPr id="574" name="line_570">
            <a:extLst>
              <a:ext uri="{FF2B5EF4-FFF2-40B4-BE49-F238E27FC236}">
                <a16:creationId xmlns:a16="http://schemas.microsoft.com/office/drawing/2014/main" id="{0D3DC76E-1123-4DD4-9124-86E45926A810}"/>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575" name="text_571">
            <a:extLst>
              <a:ext uri="{FF2B5EF4-FFF2-40B4-BE49-F238E27FC236}">
                <a16:creationId xmlns:a16="http://schemas.microsoft.com/office/drawing/2014/main" id="{649AE72D-5A08-4D04-A024-D3ECE7F8DAC6}"/>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576" name="note_box_572">
            <a:extLst>
              <a:ext uri="{FF2B5EF4-FFF2-40B4-BE49-F238E27FC236}">
                <a16:creationId xmlns:a16="http://schemas.microsoft.com/office/drawing/2014/main" id="{DCE3EAA2-F402-4FC8-B862-835219E7521D}"/>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577" name="equation_573" descr="\phi_2(x)">
                <a:extLst>
                  <a:ext uri="{FF2B5EF4-FFF2-40B4-BE49-F238E27FC236}">
                    <a16:creationId xmlns:a16="http://schemas.microsoft.com/office/drawing/2014/main" id="{7851C8DC-11E2-4B8D-92A1-33E2DC9348A8}"/>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2</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577" name="equation_573" descr="\phi_2(x)">
                <a:extLst>
                  <a:ext uri="{FF2B5EF4-FFF2-40B4-BE49-F238E27FC236}">
                    <a16:creationId xmlns:a16="http://schemas.microsoft.com/office/drawing/2014/main" id="{7851C8DC-11E2-4B8D-92A1-33E2DC9348A8}"/>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6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78" name="equation_574" descr="5">
                <a:extLst>
                  <a:ext uri="{FF2B5EF4-FFF2-40B4-BE49-F238E27FC236}">
                    <a16:creationId xmlns:a16="http://schemas.microsoft.com/office/drawing/2014/main" id="{523E4A41-C2DE-488A-92EE-174F5946CF0D}"/>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5</m:t>
                      </m:r>
                    </m:oMath>
                  </m:oMathPara>
                </a14:m>
                <a:endParaRPr lang="en-GB" sz="2400"/>
              </a:p>
            </p:txBody>
          </p:sp>
        </mc:Choice>
        <mc:Fallback xmlns="">
          <p:sp>
            <p:nvSpPr>
              <p:cNvPr id="578" name="equation_574" descr="5">
                <a:extLst>
                  <a:ext uri="{FF2B5EF4-FFF2-40B4-BE49-F238E27FC236}">
                    <a16:creationId xmlns:a16="http://schemas.microsoft.com/office/drawing/2014/main" id="{523E4A41-C2DE-488A-92EE-174F5946CF0D}"/>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63"/>
                <a:stretch>
                  <a:fillRect t="-5660" b="-15094"/>
                </a:stretch>
              </a:blipFill>
              <a:ln w="0">
                <a:noFill/>
              </a:ln>
            </p:spPr>
            <p:txBody>
              <a:bodyPr/>
              <a:lstStyle/>
              <a:p>
                <a:r>
                  <a:rPr lang="it-IT">
                    <a:noFill/>
                  </a:rPr>
                  <a:t> </a:t>
                </a:r>
              </a:p>
            </p:txBody>
          </p:sp>
        </mc:Fallback>
      </mc:AlternateContent>
      <p:sp>
        <p:nvSpPr>
          <p:cNvPr id="579" name="line_575">
            <a:extLst>
              <a:ext uri="{FF2B5EF4-FFF2-40B4-BE49-F238E27FC236}">
                <a16:creationId xmlns:a16="http://schemas.microsoft.com/office/drawing/2014/main" id="{B66D5911-0135-4CB3-9135-EF57A5F0D422}"/>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580" name="text_576">
            <a:extLst>
              <a:ext uri="{FF2B5EF4-FFF2-40B4-BE49-F238E27FC236}">
                <a16:creationId xmlns:a16="http://schemas.microsoft.com/office/drawing/2014/main" id="{E9D6E504-618D-47A6-9BF6-6EA92BC78E04}"/>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581" name="note_box_577">
            <a:extLst>
              <a:ext uri="{FF2B5EF4-FFF2-40B4-BE49-F238E27FC236}">
                <a16:creationId xmlns:a16="http://schemas.microsoft.com/office/drawing/2014/main" id="{6A9B21F4-B44B-4BBF-B463-CC03C66931E9}"/>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582" name="equation_578" descr="a_3(x)">
                <a:extLst>
                  <a:ext uri="{FF2B5EF4-FFF2-40B4-BE49-F238E27FC236}">
                    <a16:creationId xmlns:a16="http://schemas.microsoft.com/office/drawing/2014/main" id="{62A3A4AA-0289-44E2-BEAC-9A0A8E631FF0}"/>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3</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582" name="equation_578" descr="a_3(x)">
                <a:extLst>
                  <a:ext uri="{FF2B5EF4-FFF2-40B4-BE49-F238E27FC236}">
                    <a16:creationId xmlns:a16="http://schemas.microsoft.com/office/drawing/2014/main" id="{62A3A4AA-0289-44E2-BEAC-9A0A8E631FF0}"/>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6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83" name="equation_579" descr="?">
                <a:extLst>
                  <a:ext uri="{FF2B5EF4-FFF2-40B4-BE49-F238E27FC236}">
                    <a16:creationId xmlns:a16="http://schemas.microsoft.com/office/drawing/2014/main" id="{81ED9E33-CDDB-4715-9B24-2C58652D389A}"/>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583" name="equation_579" descr="?">
                <a:extLst>
                  <a:ext uri="{FF2B5EF4-FFF2-40B4-BE49-F238E27FC236}">
                    <a16:creationId xmlns:a16="http://schemas.microsoft.com/office/drawing/2014/main" id="{81ED9E33-CDDB-4715-9B24-2C58652D389A}"/>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65"/>
                <a:stretch>
                  <a:fillRect b="-13208"/>
                </a:stretch>
              </a:blipFill>
              <a:ln w="0">
                <a:noFill/>
              </a:ln>
            </p:spPr>
            <p:txBody>
              <a:bodyPr/>
              <a:lstStyle/>
              <a:p>
                <a:r>
                  <a:rPr lang="it-IT">
                    <a:noFill/>
                  </a:rPr>
                  <a:t> </a:t>
                </a:r>
              </a:p>
            </p:txBody>
          </p:sp>
        </mc:Fallback>
      </mc:AlternateContent>
      <p:sp>
        <p:nvSpPr>
          <p:cNvPr id="584" name="line_580">
            <a:extLst>
              <a:ext uri="{FF2B5EF4-FFF2-40B4-BE49-F238E27FC236}">
                <a16:creationId xmlns:a16="http://schemas.microsoft.com/office/drawing/2014/main" id="{8685E1FB-7FD0-40DD-88D3-4831BA69D8F6}"/>
              </a:ext>
            </a:extLst>
          </p:cNvPr>
          <p:cNvSpPr>
            <a:spLocks noGrp="1"/>
          </p:cNvSpPr>
          <p:nvPr/>
        </p:nvSpPr>
        <p:spPr>
          <a:xfrm>
            <a:off x="7958138" y="3143250"/>
            <a:ext cx="358378" cy="476"/>
          </a:xfrm>
          <a:prstGeom prst="line">
            <a:avLst/>
          </a:prstGeom>
          <a:noFill/>
          <a:ln w="13335">
            <a:solidFill>
              <a:srgbClr val="235C99"/>
            </a:solidFill>
            <a:tailEnd type="triangle" w="sm" len="sm"/>
          </a:ln>
        </p:spPr>
        <p:txBody>
          <a:bodyPr/>
          <a:lstStyle/>
          <a:p>
            <a:endParaRPr lang="it-IT"/>
          </a:p>
        </p:txBody>
      </p:sp>
      <p:sp>
        <p:nvSpPr>
          <p:cNvPr id="585" name="text_581">
            <a:extLst>
              <a:ext uri="{FF2B5EF4-FFF2-40B4-BE49-F238E27FC236}">
                <a16:creationId xmlns:a16="http://schemas.microsoft.com/office/drawing/2014/main" id="{112BFF24-1E64-467F-8DF2-08D832049ABA}"/>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586" name="note_box_582">
            <a:extLst>
              <a:ext uri="{FF2B5EF4-FFF2-40B4-BE49-F238E27FC236}">
                <a16:creationId xmlns:a16="http://schemas.microsoft.com/office/drawing/2014/main" id="{930EC42C-15F3-4304-A8F6-47BE3EB4FA90}"/>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87" name="equation_583" descr="\mathcal{L}_{\mathrm{sq}}">
                <a:extLst>
                  <a:ext uri="{FF2B5EF4-FFF2-40B4-BE49-F238E27FC236}">
                    <a16:creationId xmlns:a16="http://schemas.microsoft.com/office/drawing/2014/main" id="{4E99D01D-BC93-42C1-976C-9A20CC0855C9}"/>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587" name="equation_583" descr="\mathcal{L}_{\mathrm{sq}}">
                <a:extLst>
                  <a:ext uri="{FF2B5EF4-FFF2-40B4-BE49-F238E27FC236}">
                    <a16:creationId xmlns:a16="http://schemas.microsoft.com/office/drawing/2014/main" id="{4E99D01D-BC93-42C1-976C-9A20CC0855C9}"/>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88" name="equation_584" descr="?">
                <a:extLst>
                  <a:ext uri="{FF2B5EF4-FFF2-40B4-BE49-F238E27FC236}">
                    <a16:creationId xmlns:a16="http://schemas.microsoft.com/office/drawing/2014/main" id="{EE841DB8-3ECE-48D6-BE4E-EA4D71058951}"/>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588" name="equation_584" descr="?">
                <a:extLst>
                  <a:ext uri="{FF2B5EF4-FFF2-40B4-BE49-F238E27FC236}">
                    <a16:creationId xmlns:a16="http://schemas.microsoft.com/office/drawing/2014/main" id="{EE841DB8-3ECE-48D6-BE4E-EA4D71058951}"/>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589" name="line_585">
            <a:extLst>
              <a:ext uri="{FF2B5EF4-FFF2-40B4-BE49-F238E27FC236}">
                <a16:creationId xmlns:a16="http://schemas.microsoft.com/office/drawing/2014/main" id="{546DC749-6A78-49E4-8E9C-703BAFC018C4}"/>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590" name="text_586">
            <a:extLst>
              <a:ext uri="{FF2B5EF4-FFF2-40B4-BE49-F238E27FC236}">
                <a16:creationId xmlns:a16="http://schemas.microsoft.com/office/drawing/2014/main" id="{2660898A-B171-4834-9495-4A0BE63D3C65}"/>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591" name="note_box_587">
            <a:extLst>
              <a:ext uri="{FF2B5EF4-FFF2-40B4-BE49-F238E27FC236}">
                <a16:creationId xmlns:a16="http://schemas.microsoft.com/office/drawing/2014/main" id="{C498C74D-54BC-46DC-9999-1C174D0E69C1}"/>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92" name="equation_588" descr="w_1=1">
                <a:extLst>
                  <a:ext uri="{FF2B5EF4-FFF2-40B4-BE49-F238E27FC236}">
                    <a16:creationId xmlns:a16="http://schemas.microsoft.com/office/drawing/2014/main" id="{AF7C67D7-EDA7-4261-B63D-3D96465E356B}"/>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92" name="equation_588" descr="w_1=1">
                <a:extLst>
                  <a:ext uri="{FF2B5EF4-FFF2-40B4-BE49-F238E27FC236}">
                    <a16:creationId xmlns:a16="http://schemas.microsoft.com/office/drawing/2014/main" id="{AF7C67D7-EDA7-4261-B63D-3D96465E356B}"/>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593" name="line_589">
            <a:extLst>
              <a:ext uri="{FF2B5EF4-FFF2-40B4-BE49-F238E27FC236}">
                <a16:creationId xmlns:a16="http://schemas.microsoft.com/office/drawing/2014/main" id="{B194FC90-E548-4C2A-9652-0E9E9ADA93E0}"/>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594" name="note_box_590">
            <a:extLst>
              <a:ext uri="{FF2B5EF4-FFF2-40B4-BE49-F238E27FC236}">
                <a16:creationId xmlns:a16="http://schemas.microsoft.com/office/drawing/2014/main" id="{D239E01E-1961-4018-B330-45C77B27802A}"/>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95" name="equation_591" descr="b_1=1">
                <a:extLst>
                  <a:ext uri="{FF2B5EF4-FFF2-40B4-BE49-F238E27FC236}">
                    <a16:creationId xmlns:a16="http://schemas.microsoft.com/office/drawing/2014/main" id="{8BD1CDDA-B6F9-47D0-87BE-8F32B71C82EA}"/>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595" name="equation_591" descr="b_1=1">
                <a:extLst>
                  <a:ext uri="{FF2B5EF4-FFF2-40B4-BE49-F238E27FC236}">
                    <a16:creationId xmlns:a16="http://schemas.microsoft.com/office/drawing/2014/main" id="{8BD1CDDA-B6F9-47D0-87BE-8F32B71C82EA}"/>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596" name="line_592">
            <a:extLst>
              <a:ext uri="{FF2B5EF4-FFF2-40B4-BE49-F238E27FC236}">
                <a16:creationId xmlns:a16="http://schemas.microsoft.com/office/drawing/2014/main" id="{4D3AF0B7-F0A7-4AD1-A4B1-DA778A10ADF8}"/>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597" name="note_box_593">
            <a:extLst>
              <a:ext uri="{FF2B5EF4-FFF2-40B4-BE49-F238E27FC236}">
                <a16:creationId xmlns:a16="http://schemas.microsoft.com/office/drawing/2014/main" id="{89914DD1-3299-49B0-99EA-83A78C3500C7}"/>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98" name="equation_594" descr="w_2=2">
                <a:extLst>
                  <a:ext uri="{FF2B5EF4-FFF2-40B4-BE49-F238E27FC236}">
                    <a16:creationId xmlns:a16="http://schemas.microsoft.com/office/drawing/2014/main" id="{3E10FB71-0AB4-40A5-B2E6-51BC24477468}"/>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598" name="equation_594" descr="w_2=2">
                <a:extLst>
                  <a:ext uri="{FF2B5EF4-FFF2-40B4-BE49-F238E27FC236}">
                    <a16:creationId xmlns:a16="http://schemas.microsoft.com/office/drawing/2014/main" id="{3E10FB71-0AB4-40A5-B2E6-51BC24477468}"/>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599" name="line_595">
            <a:extLst>
              <a:ext uri="{FF2B5EF4-FFF2-40B4-BE49-F238E27FC236}">
                <a16:creationId xmlns:a16="http://schemas.microsoft.com/office/drawing/2014/main" id="{D3525EA2-2588-47B7-A386-CD0F7A795B06}"/>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600" name="note_box_596">
            <a:extLst>
              <a:ext uri="{FF2B5EF4-FFF2-40B4-BE49-F238E27FC236}">
                <a16:creationId xmlns:a16="http://schemas.microsoft.com/office/drawing/2014/main" id="{73E51A4D-06C4-44A4-8642-82EF161F5355}"/>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01" name="equation_597" descr="b_2=-1">
                <a:extLst>
                  <a:ext uri="{FF2B5EF4-FFF2-40B4-BE49-F238E27FC236}">
                    <a16:creationId xmlns:a16="http://schemas.microsoft.com/office/drawing/2014/main" id="{980F6588-082C-4767-9D84-D6743E4269EF}"/>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601" name="equation_597" descr="b_2=-1">
                <a:extLst>
                  <a:ext uri="{FF2B5EF4-FFF2-40B4-BE49-F238E27FC236}">
                    <a16:creationId xmlns:a16="http://schemas.microsoft.com/office/drawing/2014/main" id="{980F6588-082C-4767-9D84-D6743E4269EF}"/>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602" name="line_598">
            <a:extLst>
              <a:ext uri="{FF2B5EF4-FFF2-40B4-BE49-F238E27FC236}">
                <a16:creationId xmlns:a16="http://schemas.microsoft.com/office/drawing/2014/main" id="{57BD3F87-13F3-4678-982C-401BF9C54F52}"/>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603" name="note_box_599">
            <a:extLst>
              <a:ext uri="{FF2B5EF4-FFF2-40B4-BE49-F238E27FC236}">
                <a16:creationId xmlns:a16="http://schemas.microsoft.com/office/drawing/2014/main" id="{B63C7482-3AB5-4404-B4EE-610C543AB8DF}"/>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04" name="equation_600" descr="w_3=-1">
                <a:extLst>
                  <a:ext uri="{FF2B5EF4-FFF2-40B4-BE49-F238E27FC236}">
                    <a16:creationId xmlns:a16="http://schemas.microsoft.com/office/drawing/2014/main" id="{A7553C54-3D39-4B03-9427-8DB261EF3A3E}"/>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3</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604" name="equation_600" descr="w_3=-1">
                <a:extLst>
                  <a:ext uri="{FF2B5EF4-FFF2-40B4-BE49-F238E27FC236}">
                    <a16:creationId xmlns:a16="http://schemas.microsoft.com/office/drawing/2014/main" id="{A7553C54-3D39-4B03-9427-8DB261EF3A3E}"/>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66"/>
                <a:stretch>
                  <a:fillRect l="-5839" r="-3650"/>
                </a:stretch>
              </a:blipFill>
              <a:ln w="0">
                <a:noFill/>
              </a:ln>
            </p:spPr>
            <p:txBody>
              <a:bodyPr/>
              <a:lstStyle/>
              <a:p>
                <a:r>
                  <a:rPr lang="it-IT">
                    <a:noFill/>
                  </a:rPr>
                  <a:t> </a:t>
                </a:r>
              </a:p>
            </p:txBody>
          </p:sp>
        </mc:Fallback>
      </mc:AlternateContent>
      <p:sp>
        <p:nvSpPr>
          <p:cNvPr id="605" name="line_601">
            <a:extLst>
              <a:ext uri="{FF2B5EF4-FFF2-40B4-BE49-F238E27FC236}">
                <a16:creationId xmlns:a16="http://schemas.microsoft.com/office/drawing/2014/main" id="{5A009D5A-1B1B-4C37-870C-C888D15EBF18}"/>
              </a:ext>
            </a:extLst>
          </p:cNvPr>
          <p:cNvSpPr>
            <a:spLocks noGrp="1"/>
          </p:cNvSpPr>
          <p:nvPr/>
        </p:nvSpPr>
        <p:spPr>
          <a:xfrm flipV="1">
            <a:off x="8438912" y="3543300"/>
            <a:ext cx="391954" cy="252413"/>
          </a:xfrm>
          <a:prstGeom prst="line">
            <a:avLst/>
          </a:prstGeom>
          <a:noFill/>
          <a:ln w="12383">
            <a:solidFill>
              <a:srgbClr val="235C99"/>
            </a:solidFill>
            <a:tailEnd type="triangle" w="sm" len="sm"/>
          </a:ln>
        </p:spPr>
        <p:txBody>
          <a:bodyPr/>
          <a:lstStyle/>
          <a:p>
            <a:endParaRPr lang="it-IT"/>
          </a:p>
        </p:txBody>
      </p:sp>
      <p:sp>
        <p:nvSpPr>
          <p:cNvPr id="606" name="note_box_602">
            <a:extLst>
              <a:ext uri="{FF2B5EF4-FFF2-40B4-BE49-F238E27FC236}">
                <a16:creationId xmlns:a16="http://schemas.microsoft.com/office/drawing/2014/main" id="{3B11175A-9591-4FDA-9B3E-0B89287C9E37}"/>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07" name="equation_603" descr="b_3=2">
                <a:extLst>
                  <a:ext uri="{FF2B5EF4-FFF2-40B4-BE49-F238E27FC236}">
                    <a16:creationId xmlns:a16="http://schemas.microsoft.com/office/drawing/2014/main" id="{A97A7A22-57FA-4288-9F6F-667903385453}"/>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3</m:t>
                          </m:r>
                        </m:sub>
                      </m:sSub>
                      <m:r>
                        <a:rPr lang="en-GB" sz="1650">
                          <a:solidFill>
                            <a:srgbClr val="235C99"/>
                          </a:solidFill>
                          <a:latin typeface="Cambria Math"/>
                          <a:ea typeface="Cambria Math"/>
                          <a:cs typeface="Cambria Math"/>
                        </a:rPr>
                        <m:t>=2</m:t>
                      </m:r>
                    </m:oMath>
                  </m:oMathPara>
                </a14:m>
                <a:endParaRPr lang="en-GB" sz="1650"/>
              </a:p>
            </p:txBody>
          </p:sp>
        </mc:Choice>
        <mc:Fallback xmlns="">
          <p:sp>
            <p:nvSpPr>
              <p:cNvPr id="607" name="equation_603" descr="b_3=2">
                <a:extLst>
                  <a:ext uri="{FF2B5EF4-FFF2-40B4-BE49-F238E27FC236}">
                    <a16:creationId xmlns:a16="http://schemas.microsoft.com/office/drawing/2014/main" id="{A97A7A22-57FA-4288-9F6F-667903385453}"/>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67"/>
                <a:stretch>
                  <a:fillRect/>
                </a:stretch>
              </a:blipFill>
              <a:ln w="0">
                <a:noFill/>
              </a:ln>
            </p:spPr>
            <p:txBody>
              <a:bodyPr/>
              <a:lstStyle/>
              <a:p>
                <a:r>
                  <a:rPr lang="it-IT">
                    <a:noFill/>
                  </a:rPr>
                  <a:t> </a:t>
                </a:r>
              </a:p>
            </p:txBody>
          </p:sp>
        </mc:Fallback>
      </mc:AlternateContent>
      <p:sp>
        <p:nvSpPr>
          <p:cNvPr id="608" name="line_604">
            <a:extLst>
              <a:ext uri="{FF2B5EF4-FFF2-40B4-BE49-F238E27FC236}">
                <a16:creationId xmlns:a16="http://schemas.microsoft.com/office/drawing/2014/main" id="{A560D92D-46B0-4274-99FD-E8FA9D9504C0}"/>
              </a:ext>
            </a:extLst>
          </p:cNvPr>
          <p:cNvSpPr>
            <a:spLocks noGrp="1"/>
          </p:cNvSpPr>
          <p:nvPr/>
        </p:nvSpPr>
        <p:spPr>
          <a:xfrm flipH="1" flipV="1">
            <a:off x="9040416" y="3543300"/>
            <a:ext cx="391954" cy="252413"/>
          </a:xfrm>
          <a:prstGeom prst="line">
            <a:avLst/>
          </a:prstGeom>
          <a:noFill/>
          <a:ln w="12383">
            <a:solidFill>
              <a:srgbClr val="235C99"/>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609" name="equation_605" descr="y=-2">
                <a:extLst>
                  <a:ext uri="{FF2B5EF4-FFF2-40B4-BE49-F238E27FC236}">
                    <a16:creationId xmlns:a16="http://schemas.microsoft.com/office/drawing/2014/main" id="{D2C82861-35B3-4088-A974-70ECC478D3BA}"/>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609" name="equation_605" descr="y=-2">
                <a:extLst>
                  <a:ext uri="{FF2B5EF4-FFF2-40B4-BE49-F238E27FC236}">
                    <a16:creationId xmlns:a16="http://schemas.microsoft.com/office/drawing/2014/main" id="{D2C82861-35B3-4088-A974-70ECC478D3BA}"/>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610" name="line_606">
            <a:extLst>
              <a:ext uri="{FF2B5EF4-FFF2-40B4-BE49-F238E27FC236}">
                <a16:creationId xmlns:a16="http://schemas.microsoft.com/office/drawing/2014/main" id="{E8776A88-201D-429F-AB9B-D2511C87226A}"/>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611" name="note_brace_607">
            <a:extLst>
              <a:ext uri="{FF2B5EF4-FFF2-40B4-BE49-F238E27FC236}">
                <a16:creationId xmlns:a16="http://schemas.microsoft.com/office/drawing/2014/main" id="{4B20F455-B5A9-4DF8-B04A-01BF28448637}"/>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612" name="text_608">
            <a:extLst>
              <a:ext uri="{FF2B5EF4-FFF2-40B4-BE49-F238E27FC236}">
                <a16:creationId xmlns:a16="http://schemas.microsoft.com/office/drawing/2014/main" id="{40AD1AB9-3D99-4400-B5D1-B62EA8DDC885}"/>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613" name="note_brace_609">
            <a:extLst>
              <a:ext uri="{FF2B5EF4-FFF2-40B4-BE49-F238E27FC236}">
                <a16:creationId xmlns:a16="http://schemas.microsoft.com/office/drawing/2014/main" id="{46FF8C37-226D-4F18-8086-21B4B44BEDB4}"/>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614" name="text_610">
            <a:extLst>
              <a:ext uri="{FF2B5EF4-FFF2-40B4-BE49-F238E27FC236}">
                <a16:creationId xmlns:a16="http://schemas.microsoft.com/office/drawing/2014/main" id="{C46EB4D8-F2C3-4AD1-BB85-6F44055FA4F4}"/>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15" name="note_brace_611">
            <a:extLst>
              <a:ext uri="{FF2B5EF4-FFF2-40B4-BE49-F238E27FC236}">
                <a16:creationId xmlns:a16="http://schemas.microsoft.com/office/drawing/2014/main" id="{A3F37AA2-2D35-421E-9EB5-6EBA69C3D180}"/>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616" name="text_612">
            <a:extLst>
              <a:ext uri="{FF2B5EF4-FFF2-40B4-BE49-F238E27FC236}">
                <a16:creationId xmlns:a16="http://schemas.microsoft.com/office/drawing/2014/main" id="{AD9FBD91-6494-4A1E-AE99-165F5643C577}"/>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617" name="equation_613" descr="a_3(x)=\phi_2(x)w_3+b_3=\ ?">
                <a:extLst>
                  <a:ext uri="{FF2B5EF4-FFF2-40B4-BE49-F238E27FC236}">
                    <a16:creationId xmlns:a16="http://schemas.microsoft.com/office/drawing/2014/main" id="{71A44DB5-4619-4204-BBA6-E439F9D09E2F}"/>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3</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3</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3</m:t>
                          </m:r>
                        </m:sub>
                      </m:sSub>
                      <m:r>
                        <a:rPr lang="en-GB" sz="3100">
                          <a:solidFill>
                            <a:srgbClr val="AB4910"/>
                          </a:solidFill>
                          <a:latin typeface="Cambria Math"/>
                          <a:ea typeface="Cambria Math"/>
                          <a:cs typeface="Cambria Math"/>
                        </a:rPr>
                        <m:t>= ?</m:t>
                      </m:r>
                    </m:oMath>
                  </m:oMathPara>
                </a14:m>
                <a:endParaRPr lang="en-GB" sz="3100"/>
              </a:p>
            </p:txBody>
          </p:sp>
        </mc:Choice>
        <mc:Fallback xmlns="">
          <p:sp>
            <p:nvSpPr>
              <p:cNvPr id="617" name="equation_613" descr="a_3(x)=\phi_2(x)w_3+b_3=\ ?">
                <a:extLst>
                  <a:ext uri="{FF2B5EF4-FFF2-40B4-BE49-F238E27FC236}">
                    <a16:creationId xmlns:a16="http://schemas.microsoft.com/office/drawing/2014/main" id="{71A44DB5-4619-4204-BBA6-E439F9D09E2F}"/>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68"/>
                <a:stretch>
                  <a:fillRect/>
                </a:stretch>
              </a:blipFill>
              <a:ln w="0">
                <a:noFill/>
              </a:ln>
            </p:spPr>
            <p:txBody>
              <a:bodyPr/>
              <a:lstStyle/>
              <a:p>
                <a:r>
                  <a:rPr lang="it-IT">
                    <a:noFill/>
                  </a:rPr>
                  <a:t> </a:t>
                </a:r>
              </a:p>
            </p:txBody>
          </p:sp>
        </mc:Fallback>
      </mc:AlternateContent>
      <p:sp>
        <p:nvSpPr>
          <p:cNvPr id="618" name="text_614">
            <a:extLst>
              <a:ext uri="{FF2B5EF4-FFF2-40B4-BE49-F238E27FC236}">
                <a16:creationId xmlns:a16="http://schemas.microsoft.com/office/drawing/2014/main" id="{6D752CFA-038E-4188-BA71-57CA5652AEC0}"/>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619" name="shape_615">
            <a:extLst>
              <a:ext uri="{FF2B5EF4-FFF2-40B4-BE49-F238E27FC236}">
                <a16:creationId xmlns:a16="http://schemas.microsoft.com/office/drawing/2014/main" id="{DE6A7B25-6D64-441E-862D-58D48D2EBA0D}"/>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620" name="note_box_616">
            <a:extLst>
              <a:ext uri="{FF2B5EF4-FFF2-40B4-BE49-F238E27FC236}">
                <a16:creationId xmlns:a16="http://schemas.microsoft.com/office/drawing/2014/main" id="{7D544776-3DD1-490E-B169-4268EEF53D59}"/>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21" name="equation_617" descr="\phi_0(x)">
                <a:extLst>
                  <a:ext uri="{FF2B5EF4-FFF2-40B4-BE49-F238E27FC236}">
                    <a16:creationId xmlns:a16="http://schemas.microsoft.com/office/drawing/2014/main" id="{A6C5C955-A674-4F66-AF30-8161F92DFDB4}"/>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21" name="equation_617" descr="\phi_0(x)">
                <a:extLst>
                  <a:ext uri="{FF2B5EF4-FFF2-40B4-BE49-F238E27FC236}">
                    <a16:creationId xmlns:a16="http://schemas.microsoft.com/office/drawing/2014/main" id="{A6C5C955-A674-4F66-AF30-8161F92DFDB4}"/>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22" name="equation_618" descr="2">
                <a:extLst>
                  <a:ext uri="{FF2B5EF4-FFF2-40B4-BE49-F238E27FC236}">
                    <a16:creationId xmlns:a16="http://schemas.microsoft.com/office/drawing/2014/main" id="{D5E62BFF-D77E-4C64-9544-1B9E34645A5C}"/>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622" name="equation_618" descr="2">
                <a:extLst>
                  <a:ext uri="{FF2B5EF4-FFF2-40B4-BE49-F238E27FC236}">
                    <a16:creationId xmlns:a16="http://schemas.microsoft.com/office/drawing/2014/main" id="{D5E62BFF-D77E-4C64-9544-1B9E34645A5C}"/>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623" name="note_box_619">
            <a:extLst>
              <a:ext uri="{FF2B5EF4-FFF2-40B4-BE49-F238E27FC236}">
                <a16:creationId xmlns:a16="http://schemas.microsoft.com/office/drawing/2014/main" id="{7B9FC845-63EE-46E7-8A48-95947D3256CF}"/>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24" name="equation_620" descr="a_1(x)">
                <a:extLst>
                  <a:ext uri="{FF2B5EF4-FFF2-40B4-BE49-F238E27FC236}">
                    <a16:creationId xmlns:a16="http://schemas.microsoft.com/office/drawing/2014/main" id="{4E06DDCB-B8E6-48A9-BF44-9C2FAAB16875}"/>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24" name="equation_620" descr="a_1(x)">
                <a:extLst>
                  <a:ext uri="{FF2B5EF4-FFF2-40B4-BE49-F238E27FC236}">
                    <a16:creationId xmlns:a16="http://schemas.microsoft.com/office/drawing/2014/main" id="{4E06DDCB-B8E6-48A9-BF44-9C2FAAB16875}"/>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25" name="equation_621" descr="3">
                <a:extLst>
                  <a:ext uri="{FF2B5EF4-FFF2-40B4-BE49-F238E27FC236}">
                    <a16:creationId xmlns:a16="http://schemas.microsoft.com/office/drawing/2014/main" id="{BD0B57F5-5966-4020-ADEF-F16B4B0C2394}"/>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625" name="equation_621" descr="3">
                <a:extLst>
                  <a:ext uri="{FF2B5EF4-FFF2-40B4-BE49-F238E27FC236}">
                    <a16:creationId xmlns:a16="http://schemas.microsoft.com/office/drawing/2014/main" id="{BD0B57F5-5966-4020-ADEF-F16B4B0C2394}"/>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626" name="line_622">
            <a:extLst>
              <a:ext uri="{FF2B5EF4-FFF2-40B4-BE49-F238E27FC236}">
                <a16:creationId xmlns:a16="http://schemas.microsoft.com/office/drawing/2014/main" id="{B3564E6F-982C-4DE5-83CB-801DB7969439}"/>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627" name="text_623">
            <a:extLst>
              <a:ext uri="{FF2B5EF4-FFF2-40B4-BE49-F238E27FC236}">
                <a16:creationId xmlns:a16="http://schemas.microsoft.com/office/drawing/2014/main" id="{1C9D3142-5870-4FB9-8179-4B55133DB98A}"/>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628" name="note_box_624">
            <a:extLst>
              <a:ext uri="{FF2B5EF4-FFF2-40B4-BE49-F238E27FC236}">
                <a16:creationId xmlns:a16="http://schemas.microsoft.com/office/drawing/2014/main" id="{F132B41E-4AA8-486F-9841-746417840F23}"/>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29" name="equation_625" descr="\phi_1(x)">
                <a:extLst>
                  <a:ext uri="{FF2B5EF4-FFF2-40B4-BE49-F238E27FC236}">
                    <a16:creationId xmlns:a16="http://schemas.microsoft.com/office/drawing/2014/main" id="{A23776BE-372A-46EF-B766-2C6C838EF9FD}"/>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29" name="equation_625" descr="\phi_1(x)">
                <a:extLst>
                  <a:ext uri="{FF2B5EF4-FFF2-40B4-BE49-F238E27FC236}">
                    <a16:creationId xmlns:a16="http://schemas.microsoft.com/office/drawing/2014/main" id="{A23776BE-372A-46EF-B766-2C6C838EF9FD}"/>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30" name="equation_626" descr="3">
                <a:extLst>
                  <a:ext uri="{FF2B5EF4-FFF2-40B4-BE49-F238E27FC236}">
                    <a16:creationId xmlns:a16="http://schemas.microsoft.com/office/drawing/2014/main" id="{67128508-4C3E-4D92-B564-A2C0592B8F60}"/>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630" name="equation_626" descr="3">
                <a:extLst>
                  <a:ext uri="{FF2B5EF4-FFF2-40B4-BE49-F238E27FC236}">
                    <a16:creationId xmlns:a16="http://schemas.microsoft.com/office/drawing/2014/main" id="{67128508-4C3E-4D92-B564-A2C0592B8F60}"/>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631" name="line_627">
            <a:extLst>
              <a:ext uri="{FF2B5EF4-FFF2-40B4-BE49-F238E27FC236}">
                <a16:creationId xmlns:a16="http://schemas.microsoft.com/office/drawing/2014/main" id="{CDCED425-6AB3-491F-90AA-513779D6DD9A}"/>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632" name="text_628">
            <a:extLst>
              <a:ext uri="{FF2B5EF4-FFF2-40B4-BE49-F238E27FC236}">
                <a16:creationId xmlns:a16="http://schemas.microsoft.com/office/drawing/2014/main" id="{62D49643-F622-4F93-854E-3B29BB25CD76}"/>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633" name="note_box_629">
            <a:extLst>
              <a:ext uri="{FF2B5EF4-FFF2-40B4-BE49-F238E27FC236}">
                <a16:creationId xmlns:a16="http://schemas.microsoft.com/office/drawing/2014/main" id="{4A3E1EBF-B9F1-47BE-AF0C-58CDC16C2135}"/>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34" name="equation_630" descr="a_2(x)">
                <a:extLst>
                  <a:ext uri="{FF2B5EF4-FFF2-40B4-BE49-F238E27FC236}">
                    <a16:creationId xmlns:a16="http://schemas.microsoft.com/office/drawing/2014/main" id="{82FE4478-9518-42DC-B41D-ACF38CAE3515}"/>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34" name="equation_630" descr="a_2(x)">
                <a:extLst>
                  <a:ext uri="{FF2B5EF4-FFF2-40B4-BE49-F238E27FC236}">
                    <a16:creationId xmlns:a16="http://schemas.microsoft.com/office/drawing/2014/main" id="{82FE4478-9518-42DC-B41D-ACF38CAE3515}"/>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35" name="equation_631" descr="5">
                <a:extLst>
                  <a:ext uri="{FF2B5EF4-FFF2-40B4-BE49-F238E27FC236}">
                    <a16:creationId xmlns:a16="http://schemas.microsoft.com/office/drawing/2014/main" id="{943F0B8A-3598-48D9-BBAE-9F6AF487EFF7}"/>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635" name="equation_631" descr="5">
                <a:extLst>
                  <a:ext uri="{FF2B5EF4-FFF2-40B4-BE49-F238E27FC236}">
                    <a16:creationId xmlns:a16="http://schemas.microsoft.com/office/drawing/2014/main" id="{943F0B8A-3598-48D9-BBAE-9F6AF487EFF7}"/>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61"/>
                <a:stretch>
                  <a:fillRect t="-5660" b="-15094"/>
                </a:stretch>
              </a:blipFill>
              <a:ln w="0">
                <a:noFill/>
              </a:ln>
            </p:spPr>
            <p:txBody>
              <a:bodyPr/>
              <a:lstStyle/>
              <a:p>
                <a:r>
                  <a:rPr lang="it-IT">
                    <a:noFill/>
                  </a:rPr>
                  <a:t> </a:t>
                </a:r>
              </a:p>
            </p:txBody>
          </p:sp>
        </mc:Fallback>
      </mc:AlternateContent>
      <p:sp>
        <p:nvSpPr>
          <p:cNvPr id="636" name="line_632">
            <a:extLst>
              <a:ext uri="{FF2B5EF4-FFF2-40B4-BE49-F238E27FC236}">
                <a16:creationId xmlns:a16="http://schemas.microsoft.com/office/drawing/2014/main" id="{A64F2A77-6FFD-4858-8083-6C79E95D1B2D}"/>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637" name="text_633">
            <a:extLst>
              <a:ext uri="{FF2B5EF4-FFF2-40B4-BE49-F238E27FC236}">
                <a16:creationId xmlns:a16="http://schemas.microsoft.com/office/drawing/2014/main" id="{5F79CA7B-057B-4AB0-8E5F-70399920BB54}"/>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638" name="note_box_634">
            <a:extLst>
              <a:ext uri="{FF2B5EF4-FFF2-40B4-BE49-F238E27FC236}">
                <a16:creationId xmlns:a16="http://schemas.microsoft.com/office/drawing/2014/main" id="{E6E23DEB-5C18-4C0A-A2C6-A7A742B21D58}"/>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39" name="equation_635" descr="\phi_2(x)">
                <a:extLst>
                  <a:ext uri="{FF2B5EF4-FFF2-40B4-BE49-F238E27FC236}">
                    <a16:creationId xmlns:a16="http://schemas.microsoft.com/office/drawing/2014/main" id="{69A2EB2B-8B64-442B-BB8E-EAE07096074E}"/>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𝜙</m:t>
                          </m:r>
                        </m:e>
                        <m:sub>
                          <m:r>
                            <a:rPr lang="en-GB" sz="2200">
                              <a:solidFill>
                                <a:srgbClr val="235C99"/>
                              </a:solidFill>
                              <a:latin typeface="Cambria Math"/>
                              <a:ea typeface="Cambria Math"/>
                              <a:cs typeface="Cambria Math"/>
                            </a:rPr>
                            <m:t>2</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639" name="equation_635" descr="\phi_2(x)">
                <a:extLst>
                  <a:ext uri="{FF2B5EF4-FFF2-40B4-BE49-F238E27FC236}">
                    <a16:creationId xmlns:a16="http://schemas.microsoft.com/office/drawing/2014/main" id="{69A2EB2B-8B64-442B-BB8E-EAE07096074E}"/>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6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40" name="equation_636" descr="5">
                <a:extLst>
                  <a:ext uri="{FF2B5EF4-FFF2-40B4-BE49-F238E27FC236}">
                    <a16:creationId xmlns:a16="http://schemas.microsoft.com/office/drawing/2014/main" id="{C6362BC1-8828-46E9-86BC-04A9CAF2E539}"/>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5</m:t>
                      </m:r>
                    </m:oMath>
                  </m:oMathPara>
                </a14:m>
                <a:endParaRPr lang="en-GB" sz="2400"/>
              </a:p>
            </p:txBody>
          </p:sp>
        </mc:Choice>
        <mc:Fallback xmlns="">
          <p:sp>
            <p:nvSpPr>
              <p:cNvPr id="640" name="equation_636" descr="5">
                <a:extLst>
                  <a:ext uri="{FF2B5EF4-FFF2-40B4-BE49-F238E27FC236}">
                    <a16:creationId xmlns:a16="http://schemas.microsoft.com/office/drawing/2014/main" id="{C6362BC1-8828-46E9-86BC-04A9CAF2E539}"/>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63"/>
                <a:stretch>
                  <a:fillRect t="-5660" b="-15094"/>
                </a:stretch>
              </a:blipFill>
              <a:ln w="0">
                <a:noFill/>
              </a:ln>
            </p:spPr>
            <p:txBody>
              <a:bodyPr/>
              <a:lstStyle/>
              <a:p>
                <a:r>
                  <a:rPr lang="it-IT">
                    <a:noFill/>
                  </a:rPr>
                  <a:t> </a:t>
                </a:r>
              </a:p>
            </p:txBody>
          </p:sp>
        </mc:Fallback>
      </mc:AlternateContent>
      <p:sp>
        <p:nvSpPr>
          <p:cNvPr id="641" name="line_637">
            <a:extLst>
              <a:ext uri="{FF2B5EF4-FFF2-40B4-BE49-F238E27FC236}">
                <a16:creationId xmlns:a16="http://schemas.microsoft.com/office/drawing/2014/main" id="{7689C130-C90B-456B-844C-527FC59FBF78}"/>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642" name="text_638">
            <a:extLst>
              <a:ext uri="{FF2B5EF4-FFF2-40B4-BE49-F238E27FC236}">
                <a16:creationId xmlns:a16="http://schemas.microsoft.com/office/drawing/2014/main" id="{02DDA475-DD25-4BA1-BF19-E327960718BB}"/>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643" name="note_box_639">
            <a:extLst>
              <a:ext uri="{FF2B5EF4-FFF2-40B4-BE49-F238E27FC236}">
                <a16:creationId xmlns:a16="http://schemas.microsoft.com/office/drawing/2014/main" id="{B752955C-8275-45BB-ACC5-DCF692BFF383}"/>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644" name="equation_640" descr="a_3(x)">
                <a:extLst>
                  <a:ext uri="{FF2B5EF4-FFF2-40B4-BE49-F238E27FC236}">
                    <a16:creationId xmlns:a16="http://schemas.microsoft.com/office/drawing/2014/main" id="{A3A8C67E-661E-40B1-9CB3-6DD79050B6BB}"/>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𝑎</m:t>
                          </m:r>
                        </m:e>
                        <m:sub>
                          <m:r>
                            <a:rPr lang="en-GB" sz="2200">
                              <a:solidFill>
                                <a:srgbClr val="AB4910"/>
                              </a:solidFill>
                              <a:latin typeface="Cambria Math"/>
                              <a:ea typeface="Cambria Math"/>
                              <a:cs typeface="Cambria Math"/>
                            </a:rPr>
                            <m:t>3</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𝑥</m:t>
                          </m:r>
                        </m:e>
                      </m:d>
                    </m:oMath>
                  </m:oMathPara>
                </a14:m>
                <a:endParaRPr lang="en-GB" sz="2200"/>
              </a:p>
            </p:txBody>
          </p:sp>
        </mc:Choice>
        <mc:Fallback xmlns="">
          <p:sp>
            <p:nvSpPr>
              <p:cNvPr id="644" name="equation_640" descr="a_3(x)">
                <a:extLst>
                  <a:ext uri="{FF2B5EF4-FFF2-40B4-BE49-F238E27FC236}">
                    <a16:creationId xmlns:a16="http://schemas.microsoft.com/office/drawing/2014/main" id="{A3A8C67E-661E-40B1-9CB3-6DD79050B6BB}"/>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6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45" name="equation_641" descr="-3">
                <a:extLst>
                  <a:ext uri="{FF2B5EF4-FFF2-40B4-BE49-F238E27FC236}">
                    <a16:creationId xmlns:a16="http://schemas.microsoft.com/office/drawing/2014/main" id="{87E1A490-ED3E-44BF-9F25-F1A73852FB4E}"/>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−3</m:t>
                      </m:r>
                    </m:oMath>
                  </m:oMathPara>
                </a14:m>
                <a:endParaRPr lang="en-GB" sz="2400"/>
              </a:p>
            </p:txBody>
          </p:sp>
        </mc:Choice>
        <mc:Fallback xmlns="">
          <p:sp>
            <p:nvSpPr>
              <p:cNvPr id="645" name="equation_641" descr="-3">
                <a:extLst>
                  <a:ext uri="{FF2B5EF4-FFF2-40B4-BE49-F238E27FC236}">
                    <a16:creationId xmlns:a16="http://schemas.microsoft.com/office/drawing/2014/main" id="{87E1A490-ED3E-44BF-9F25-F1A73852FB4E}"/>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69"/>
                <a:stretch>
                  <a:fillRect b="-13208"/>
                </a:stretch>
              </a:blipFill>
              <a:ln w="0">
                <a:noFill/>
              </a:ln>
            </p:spPr>
            <p:txBody>
              <a:bodyPr/>
              <a:lstStyle/>
              <a:p>
                <a:r>
                  <a:rPr lang="it-IT">
                    <a:noFill/>
                  </a:rPr>
                  <a:t> </a:t>
                </a:r>
              </a:p>
            </p:txBody>
          </p:sp>
        </mc:Fallback>
      </mc:AlternateContent>
      <p:sp>
        <p:nvSpPr>
          <p:cNvPr id="646" name="line_642">
            <a:extLst>
              <a:ext uri="{FF2B5EF4-FFF2-40B4-BE49-F238E27FC236}">
                <a16:creationId xmlns:a16="http://schemas.microsoft.com/office/drawing/2014/main" id="{2DABF116-9049-4135-B367-5B94BBE1D68D}"/>
              </a:ext>
            </a:extLst>
          </p:cNvPr>
          <p:cNvSpPr>
            <a:spLocks noGrp="1"/>
          </p:cNvSpPr>
          <p:nvPr/>
        </p:nvSpPr>
        <p:spPr>
          <a:xfrm>
            <a:off x="7958138" y="3143250"/>
            <a:ext cx="358378" cy="476"/>
          </a:xfrm>
          <a:prstGeom prst="line">
            <a:avLst/>
          </a:prstGeom>
          <a:noFill/>
          <a:ln w="13335">
            <a:solidFill>
              <a:srgbClr val="235C99"/>
            </a:solidFill>
            <a:tailEnd type="triangle" w="sm" len="sm"/>
          </a:ln>
        </p:spPr>
        <p:txBody>
          <a:bodyPr/>
          <a:lstStyle/>
          <a:p>
            <a:endParaRPr lang="it-IT"/>
          </a:p>
        </p:txBody>
      </p:sp>
      <p:sp>
        <p:nvSpPr>
          <p:cNvPr id="647" name="text_643">
            <a:extLst>
              <a:ext uri="{FF2B5EF4-FFF2-40B4-BE49-F238E27FC236}">
                <a16:creationId xmlns:a16="http://schemas.microsoft.com/office/drawing/2014/main" id="{728EA163-79B0-4BB0-B700-F48813C25A02}"/>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affine</a:t>
            </a:r>
          </a:p>
        </p:txBody>
      </p:sp>
      <p:sp>
        <p:nvSpPr>
          <p:cNvPr id="648" name="note_box_644">
            <a:extLst>
              <a:ext uri="{FF2B5EF4-FFF2-40B4-BE49-F238E27FC236}">
                <a16:creationId xmlns:a16="http://schemas.microsoft.com/office/drawing/2014/main" id="{FC1EB588-77C6-4B8E-94A2-B8BBE7A61ECB}"/>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49" name="equation_645" descr="\mathcal{L}_{\mathrm{sq}}">
                <a:extLst>
                  <a:ext uri="{FF2B5EF4-FFF2-40B4-BE49-F238E27FC236}">
                    <a16:creationId xmlns:a16="http://schemas.microsoft.com/office/drawing/2014/main" id="{78E2E571-C201-42D0-A7D4-FAD9A8833574}"/>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ℒ</m:t>
                          </m:r>
                        </m:e>
                        <m:sub>
                          <m:r>
                            <m:rPr>
                              <m:sty m:val="p"/>
                            </m:rPr>
                            <a:rPr lang="en-GB" sz="2200">
                              <a:solidFill>
                                <a:srgbClr val="A5AAB0"/>
                              </a:solidFill>
                              <a:latin typeface="Cambria Math"/>
                              <a:ea typeface="Cambria Math"/>
                              <a:cs typeface="Cambria Math"/>
                            </a:rPr>
                            <m:t>sq</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𝛉</m:t>
                          </m:r>
                        </m:e>
                      </m:d>
                    </m:oMath>
                  </m:oMathPara>
                </a14:m>
                <a:endParaRPr lang="en-GB" sz="2200"/>
              </a:p>
            </p:txBody>
          </p:sp>
        </mc:Choice>
        <mc:Fallback xmlns="">
          <p:sp>
            <p:nvSpPr>
              <p:cNvPr id="649" name="equation_645" descr="\mathcal{L}_{\mathrm{sq}}">
                <a:extLst>
                  <a:ext uri="{FF2B5EF4-FFF2-40B4-BE49-F238E27FC236}">
                    <a16:creationId xmlns:a16="http://schemas.microsoft.com/office/drawing/2014/main" id="{78E2E571-C201-42D0-A7D4-FAD9A8833574}"/>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16"/>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50" name="equation_646" descr="?">
                <a:extLst>
                  <a:ext uri="{FF2B5EF4-FFF2-40B4-BE49-F238E27FC236}">
                    <a16:creationId xmlns:a16="http://schemas.microsoft.com/office/drawing/2014/main" id="{5B9191D2-C096-4DE2-9A5A-2586943BC4E9}"/>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m:t>
                      </m:r>
                    </m:oMath>
                  </m:oMathPara>
                </a14:m>
                <a:endParaRPr lang="en-GB" sz="2400"/>
              </a:p>
            </p:txBody>
          </p:sp>
        </mc:Choice>
        <mc:Fallback xmlns="">
          <p:sp>
            <p:nvSpPr>
              <p:cNvPr id="650" name="equation_646" descr="?">
                <a:extLst>
                  <a:ext uri="{FF2B5EF4-FFF2-40B4-BE49-F238E27FC236}">
                    <a16:creationId xmlns:a16="http://schemas.microsoft.com/office/drawing/2014/main" id="{5B9191D2-C096-4DE2-9A5A-2586943BC4E9}"/>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17"/>
                <a:stretch>
                  <a:fillRect b="-13208"/>
                </a:stretch>
              </a:blipFill>
              <a:ln w="0">
                <a:noFill/>
              </a:ln>
            </p:spPr>
            <p:txBody>
              <a:bodyPr/>
              <a:lstStyle/>
              <a:p>
                <a:r>
                  <a:rPr lang="it-IT">
                    <a:noFill/>
                  </a:rPr>
                  <a:t> </a:t>
                </a:r>
              </a:p>
            </p:txBody>
          </p:sp>
        </mc:Fallback>
      </mc:AlternateContent>
      <p:sp>
        <p:nvSpPr>
          <p:cNvPr id="651" name="line_647">
            <a:extLst>
              <a:ext uri="{FF2B5EF4-FFF2-40B4-BE49-F238E27FC236}">
                <a16:creationId xmlns:a16="http://schemas.microsoft.com/office/drawing/2014/main" id="{CCC3DEE5-2718-4D02-AD28-596D8501B6AF}"/>
              </a:ext>
            </a:extLst>
          </p:cNvPr>
          <p:cNvSpPr>
            <a:spLocks noGrp="1"/>
          </p:cNvSpPr>
          <p:nvPr/>
        </p:nvSpPr>
        <p:spPr>
          <a:xfrm>
            <a:off x="9554766" y="3143250"/>
            <a:ext cx="358378" cy="476"/>
          </a:xfrm>
          <a:prstGeom prst="line">
            <a:avLst/>
          </a:prstGeom>
          <a:noFill/>
          <a:ln w="13335">
            <a:solidFill>
              <a:srgbClr val="A5AAB0"/>
            </a:solidFill>
            <a:tailEnd type="triangle" w="sm" len="sm"/>
          </a:ln>
        </p:spPr>
        <p:txBody>
          <a:bodyPr/>
          <a:lstStyle/>
          <a:p>
            <a:endParaRPr lang="it-IT"/>
          </a:p>
        </p:txBody>
      </p:sp>
      <p:sp>
        <p:nvSpPr>
          <p:cNvPr id="652" name="text_648">
            <a:extLst>
              <a:ext uri="{FF2B5EF4-FFF2-40B4-BE49-F238E27FC236}">
                <a16:creationId xmlns:a16="http://schemas.microsoft.com/office/drawing/2014/main" id="{3C939623-6F6C-42D6-948F-48B3DD5AC770}"/>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loss</a:t>
            </a:r>
          </a:p>
        </p:txBody>
      </p:sp>
      <p:sp>
        <p:nvSpPr>
          <p:cNvPr id="653" name="note_box_649">
            <a:extLst>
              <a:ext uri="{FF2B5EF4-FFF2-40B4-BE49-F238E27FC236}">
                <a16:creationId xmlns:a16="http://schemas.microsoft.com/office/drawing/2014/main" id="{F69976DE-FB31-4B23-91E5-2F1943F2E3C9}"/>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54" name="equation_650" descr="w_1=1">
                <a:extLst>
                  <a:ext uri="{FF2B5EF4-FFF2-40B4-BE49-F238E27FC236}">
                    <a16:creationId xmlns:a16="http://schemas.microsoft.com/office/drawing/2014/main" id="{22EA5FBE-4726-4C3B-9EBF-C7D2FB92863E}"/>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654" name="equation_650" descr="w_1=1">
                <a:extLst>
                  <a:ext uri="{FF2B5EF4-FFF2-40B4-BE49-F238E27FC236}">
                    <a16:creationId xmlns:a16="http://schemas.microsoft.com/office/drawing/2014/main" id="{22EA5FBE-4726-4C3B-9EBF-C7D2FB92863E}"/>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655" name="line_651">
            <a:extLst>
              <a:ext uri="{FF2B5EF4-FFF2-40B4-BE49-F238E27FC236}">
                <a16:creationId xmlns:a16="http://schemas.microsoft.com/office/drawing/2014/main" id="{22DF6D54-5D63-4566-B515-00E7FEE2DD81}"/>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656" name="note_box_652">
            <a:extLst>
              <a:ext uri="{FF2B5EF4-FFF2-40B4-BE49-F238E27FC236}">
                <a16:creationId xmlns:a16="http://schemas.microsoft.com/office/drawing/2014/main" id="{1C63729E-CA8F-4F95-BEAB-A0F1D198BF07}"/>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57" name="equation_653" descr="b_1=1">
                <a:extLst>
                  <a:ext uri="{FF2B5EF4-FFF2-40B4-BE49-F238E27FC236}">
                    <a16:creationId xmlns:a16="http://schemas.microsoft.com/office/drawing/2014/main" id="{28BCCEA9-CF1D-4098-ACD5-BE7EFDB536FA}"/>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657" name="equation_653" descr="b_1=1">
                <a:extLst>
                  <a:ext uri="{FF2B5EF4-FFF2-40B4-BE49-F238E27FC236}">
                    <a16:creationId xmlns:a16="http://schemas.microsoft.com/office/drawing/2014/main" id="{28BCCEA9-CF1D-4098-ACD5-BE7EFDB536FA}"/>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658" name="line_654">
            <a:extLst>
              <a:ext uri="{FF2B5EF4-FFF2-40B4-BE49-F238E27FC236}">
                <a16:creationId xmlns:a16="http://schemas.microsoft.com/office/drawing/2014/main" id="{A49ECBF1-8208-4588-AF77-9DB71D69CBCA}"/>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659" name="note_box_655">
            <a:extLst>
              <a:ext uri="{FF2B5EF4-FFF2-40B4-BE49-F238E27FC236}">
                <a16:creationId xmlns:a16="http://schemas.microsoft.com/office/drawing/2014/main" id="{5A13BC02-EF36-4142-8AF6-E82443E80C7A}"/>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60" name="equation_656" descr="w_2=2">
                <a:extLst>
                  <a:ext uri="{FF2B5EF4-FFF2-40B4-BE49-F238E27FC236}">
                    <a16:creationId xmlns:a16="http://schemas.microsoft.com/office/drawing/2014/main" id="{5BF35B5F-21A6-4095-BFB3-5344B88A1F7B}"/>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660" name="equation_656" descr="w_2=2">
                <a:extLst>
                  <a:ext uri="{FF2B5EF4-FFF2-40B4-BE49-F238E27FC236}">
                    <a16:creationId xmlns:a16="http://schemas.microsoft.com/office/drawing/2014/main" id="{5BF35B5F-21A6-4095-BFB3-5344B88A1F7B}"/>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661" name="line_657">
            <a:extLst>
              <a:ext uri="{FF2B5EF4-FFF2-40B4-BE49-F238E27FC236}">
                <a16:creationId xmlns:a16="http://schemas.microsoft.com/office/drawing/2014/main" id="{1EB5034D-9B0F-4F8F-B55F-F1B79A15BFEA}"/>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662" name="note_box_658">
            <a:extLst>
              <a:ext uri="{FF2B5EF4-FFF2-40B4-BE49-F238E27FC236}">
                <a16:creationId xmlns:a16="http://schemas.microsoft.com/office/drawing/2014/main" id="{CF65AC1A-5079-4832-B4E0-09C4ACC0F2CA}"/>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63" name="equation_659" descr="b_2=-1">
                <a:extLst>
                  <a:ext uri="{FF2B5EF4-FFF2-40B4-BE49-F238E27FC236}">
                    <a16:creationId xmlns:a16="http://schemas.microsoft.com/office/drawing/2014/main" id="{493E3D0F-B872-4FC2-B43B-E303BF583D9D}"/>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663" name="equation_659" descr="b_2=-1">
                <a:extLst>
                  <a:ext uri="{FF2B5EF4-FFF2-40B4-BE49-F238E27FC236}">
                    <a16:creationId xmlns:a16="http://schemas.microsoft.com/office/drawing/2014/main" id="{493E3D0F-B872-4FC2-B43B-E303BF583D9D}"/>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664" name="line_660">
            <a:extLst>
              <a:ext uri="{FF2B5EF4-FFF2-40B4-BE49-F238E27FC236}">
                <a16:creationId xmlns:a16="http://schemas.microsoft.com/office/drawing/2014/main" id="{4C885F8F-6E3E-4A88-A578-5425533C220E}"/>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665" name="note_box_661">
            <a:extLst>
              <a:ext uri="{FF2B5EF4-FFF2-40B4-BE49-F238E27FC236}">
                <a16:creationId xmlns:a16="http://schemas.microsoft.com/office/drawing/2014/main" id="{86D08FAB-2568-4225-AFB4-7F127E863F78}"/>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66" name="equation_662" descr="w_3=-1">
                <a:extLst>
                  <a:ext uri="{FF2B5EF4-FFF2-40B4-BE49-F238E27FC236}">
                    <a16:creationId xmlns:a16="http://schemas.microsoft.com/office/drawing/2014/main" id="{58AEDE13-6111-4A66-8FAA-E2718D9EEF7E}"/>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𝑤</m:t>
                          </m:r>
                        </m:e>
                        <m:sub>
                          <m:r>
                            <a:rPr lang="en-GB" sz="1650">
                              <a:solidFill>
                                <a:srgbClr val="235C99"/>
                              </a:solidFill>
                              <a:latin typeface="Cambria Math"/>
                              <a:ea typeface="Cambria Math"/>
                              <a:cs typeface="Cambria Math"/>
                            </a:rPr>
                            <m:t>3</m:t>
                          </m:r>
                        </m:sub>
                      </m:sSub>
                      <m:r>
                        <a:rPr lang="en-GB" sz="1650">
                          <a:solidFill>
                            <a:srgbClr val="235C99"/>
                          </a:solidFill>
                          <a:latin typeface="Cambria Math"/>
                          <a:ea typeface="Cambria Math"/>
                          <a:cs typeface="Cambria Math"/>
                        </a:rPr>
                        <m:t>=−1</m:t>
                      </m:r>
                    </m:oMath>
                  </m:oMathPara>
                </a14:m>
                <a:endParaRPr lang="en-GB" sz="1650"/>
              </a:p>
            </p:txBody>
          </p:sp>
        </mc:Choice>
        <mc:Fallback xmlns="">
          <p:sp>
            <p:nvSpPr>
              <p:cNvPr id="666" name="equation_662" descr="w_3=-1">
                <a:extLst>
                  <a:ext uri="{FF2B5EF4-FFF2-40B4-BE49-F238E27FC236}">
                    <a16:creationId xmlns:a16="http://schemas.microsoft.com/office/drawing/2014/main" id="{58AEDE13-6111-4A66-8FAA-E2718D9EEF7E}"/>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66"/>
                <a:stretch>
                  <a:fillRect l="-5839" r="-3650"/>
                </a:stretch>
              </a:blipFill>
              <a:ln w="0">
                <a:noFill/>
              </a:ln>
            </p:spPr>
            <p:txBody>
              <a:bodyPr/>
              <a:lstStyle/>
              <a:p>
                <a:r>
                  <a:rPr lang="it-IT">
                    <a:noFill/>
                  </a:rPr>
                  <a:t> </a:t>
                </a:r>
              </a:p>
            </p:txBody>
          </p:sp>
        </mc:Fallback>
      </mc:AlternateContent>
      <p:sp>
        <p:nvSpPr>
          <p:cNvPr id="667" name="line_663">
            <a:extLst>
              <a:ext uri="{FF2B5EF4-FFF2-40B4-BE49-F238E27FC236}">
                <a16:creationId xmlns:a16="http://schemas.microsoft.com/office/drawing/2014/main" id="{95EE24E8-632D-4CC8-AEB6-F672AD2CFAFC}"/>
              </a:ext>
            </a:extLst>
          </p:cNvPr>
          <p:cNvSpPr>
            <a:spLocks noGrp="1"/>
          </p:cNvSpPr>
          <p:nvPr/>
        </p:nvSpPr>
        <p:spPr>
          <a:xfrm flipV="1">
            <a:off x="8438912" y="3543300"/>
            <a:ext cx="391954" cy="252413"/>
          </a:xfrm>
          <a:prstGeom prst="line">
            <a:avLst/>
          </a:prstGeom>
          <a:noFill/>
          <a:ln w="12383">
            <a:solidFill>
              <a:srgbClr val="235C99"/>
            </a:solidFill>
            <a:tailEnd type="triangle" w="sm" len="sm"/>
          </a:ln>
        </p:spPr>
        <p:txBody>
          <a:bodyPr/>
          <a:lstStyle/>
          <a:p>
            <a:endParaRPr lang="it-IT"/>
          </a:p>
        </p:txBody>
      </p:sp>
      <p:sp>
        <p:nvSpPr>
          <p:cNvPr id="668" name="note_box_664">
            <a:extLst>
              <a:ext uri="{FF2B5EF4-FFF2-40B4-BE49-F238E27FC236}">
                <a16:creationId xmlns:a16="http://schemas.microsoft.com/office/drawing/2014/main" id="{6522E020-0323-40F6-BE1E-C1458D04959E}"/>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69" name="equation_665" descr="b_3=2">
                <a:extLst>
                  <a:ext uri="{FF2B5EF4-FFF2-40B4-BE49-F238E27FC236}">
                    <a16:creationId xmlns:a16="http://schemas.microsoft.com/office/drawing/2014/main" id="{EC259FB2-2A78-4E8A-A1F4-C1CD6296E9E3}"/>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35C99"/>
                              </a:solidFill>
                              <a:latin typeface="Cambria Math"/>
                              <a:ea typeface="Cambria Math"/>
                              <a:cs typeface="Cambria Math"/>
                            </a:rPr>
                          </m:ctrlPr>
                        </m:sSubPr>
                        <m:e>
                          <m:r>
                            <a:rPr lang="en-GB" sz="1650">
                              <a:solidFill>
                                <a:srgbClr val="235C99"/>
                              </a:solidFill>
                              <a:latin typeface="Cambria Math"/>
                              <a:ea typeface="Cambria Math"/>
                              <a:cs typeface="Cambria Math"/>
                            </a:rPr>
                            <m:t>𝑏</m:t>
                          </m:r>
                        </m:e>
                        <m:sub>
                          <m:r>
                            <a:rPr lang="en-GB" sz="1650">
                              <a:solidFill>
                                <a:srgbClr val="235C99"/>
                              </a:solidFill>
                              <a:latin typeface="Cambria Math"/>
                              <a:ea typeface="Cambria Math"/>
                              <a:cs typeface="Cambria Math"/>
                            </a:rPr>
                            <m:t>3</m:t>
                          </m:r>
                        </m:sub>
                      </m:sSub>
                      <m:r>
                        <a:rPr lang="en-GB" sz="1650">
                          <a:solidFill>
                            <a:srgbClr val="235C99"/>
                          </a:solidFill>
                          <a:latin typeface="Cambria Math"/>
                          <a:ea typeface="Cambria Math"/>
                          <a:cs typeface="Cambria Math"/>
                        </a:rPr>
                        <m:t>=2</m:t>
                      </m:r>
                    </m:oMath>
                  </m:oMathPara>
                </a14:m>
                <a:endParaRPr lang="en-GB" sz="1650"/>
              </a:p>
            </p:txBody>
          </p:sp>
        </mc:Choice>
        <mc:Fallback xmlns="">
          <p:sp>
            <p:nvSpPr>
              <p:cNvPr id="669" name="equation_665" descr="b_3=2">
                <a:extLst>
                  <a:ext uri="{FF2B5EF4-FFF2-40B4-BE49-F238E27FC236}">
                    <a16:creationId xmlns:a16="http://schemas.microsoft.com/office/drawing/2014/main" id="{EC259FB2-2A78-4E8A-A1F4-C1CD6296E9E3}"/>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67"/>
                <a:stretch>
                  <a:fillRect/>
                </a:stretch>
              </a:blipFill>
              <a:ln w="0">
                <a:noFill/>
              </a:ln>
            </p:spPr>
            <p:txBody>
              <a:bodyPr/>
              <a:lstStyle/>
              <a:p>
                <a:r>
                  <a:rPr lang="it-IT">
                    <a:noFill/>
                  </a:rPr>
                  <a:t> </a:t>
                </a:r>
              </a:p>
            </p:txBody>
          </p:sp>
        </mc:Fallback>
      </mc:AlternateContent>
      <p:sp>
        <p:nvSpPr>
          <p:cNvPr id="670" name="line_666">
            <a:extLst>
              <a:ext uri="{FF2B5EF4-FFF2-40B4-BE49-F238E27FC236}">
                <a16:creationId xmlns:a16="http://schemas.microsoft.com/office/drawing/2014/main" id="{FCD44170-2F03-4870-98EF-DC530F0B5365}"/>
              </a:ext>
            </a:extLst>
          </p:cNvPr>
          <p:cNvSpPr>
            <a:spLocks noGrp="1"/>
          </p:cNvSpPr>
          <p:nvPr/>
        </p:nvSpPr>
        <p:spPr>
          <a:xfrm flipH="1" flipV="1">
            <a:off x="9040416" y="3543300"/>
            <a:ext cx="391954" cy="252413"/>
          </a:xfrm>
          <a:prstGeom prst="line">
            <a:avLst/>
          </a:prstGeom>
          <a:noFill/>
          <a:ln w="12383">
            <a:solidFill>
              <a:srgbClr val="235C99"/>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671" name="equation_667" descr="y=-2">
                <a:extLst>
                  <a:ext uri="{FF2B5EF4-FFF2-40B4-BE49-F238E27FC236}">
                    <a16:creationId xmlns:a16="http://schemas.microsoft.com/office/drawing/2014/main" id="{F8E289B0-A266-478E-9817-9E97ED7FEFD8}"/>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A5AAB0"/>
                          </a:solidFill>
                          <a:latin typeface="Cambria Math"/>
                          <a:ea typeface="Cambria Math"/>
                          <a:cs typeface="Cambria Math"/>
                        </a:rPr>
                        <m:t>𝑦</m:t>
                      </m:r>
                      <m:r>
                        <a:rPr lang="en-GB" sz="1900">
                          <a:solidFill>
                            <a:srgbClr val="A5AAB0"/>
                          </a:solidFill>
                          <a:latin typeface="Cambria Math"/>
                          <a:ea typeface="Cambria Math"/>
                          <a:cs typeface="Cambria Math"/>
                        </a:rPr>
                        <m:t>=−2</m:t>
                      </m:r>
                    </m:oMath>
                  </m:oMathPara>
                </a14:m>
                <a:endParaRPr lang="en-GB" sz="1900"/>
              </a:p>
            </p:txBody>
          </p:sp>
        </mc:Choice>
        <mc:Fallback xmlns="">
          <p:sp>
            <p:nvSpPr>
              <p:cNvPr id="671" name="equation_667" descr="y=-2">
                <a:extLst>
                  <a:ext uri="{FF2B5EF4-FFF2-40B4-BE49-F238E27FC236}">
                    <a16:creationId xmlns:a16="http://schemas.microsoft.com/office/drawing/2014/main" id="{F8E289B0-A266-478E-9817-9E97ED7FEFD8}"/>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24"/>
                <a:stretch>
                  <a:fillRect l="-1923" b="-6349"/>
                </a:stretch>
              </a:blipFill>
              <a:ln w="0">
                <a:noFill/>
              </a:ln>
            </p:spPr>
            <p:txBody>
              <a:bodyPr/>
              <a:lstStyle/>
              <a:p>
                <a:r>
                  <a:rPr lang="it-IT">
                    <a:noFill/>
                  </a:rPr>
                  <a:t> </a:t>
                </a:r>
              </a:p>
            </p:txBody>
          </p:sp>
        </mc:Fallback>
      </mc:AlternateContent>
      <p:sp>
        <p:nvSpPr>
          <p:cNvPr id="672" name="line_668">
            <a:extLst>
              <a:ext uri="{FF2B5EF4-FFF2-40B4-BE49-F238E27FC236}">
                <a16:creationId xmlns:a16="http://schemas.microsoft.com/office/drawing/2014/main" id="{25F072E1-AEF4-4E6D-ACA7-2A7AC0CDAC59}"/>
              </a:ext>
            </a:extLst>
          </p:cNvPr>
          <p:cNvSpPr>
            <a:spLocks noGrp="1"/>
          </p:cNvSpPr>
          <p:nvPr/>
        </p:nvSpPr>
        <p:spPr>
          <a:xfrm flipV="1">
            <a:off x="10532269" y="3543300"/>
            <a:ext cx="476" cy="233363"/>
          </a:xfrm>
          <a:prstGeom prst="line">
            <a:avLst/>
          </a:prstGeom>
          <a:noFill/>
          <a:ln w="12383">
            <a:solidFill>
              <a:srgbClr val="A5AAB0"/>
            </a:solidFill>
            <a:tailEnd type="triangle" w="sm" len="sm"/>
          </a:ln>
        </p:spPr>
        <p:txBody>
          <a:bodyPr/>
          <a:lstStyle/>
          <a:p>
            <a:endParaRPr lang="it-IT"/>
          </a:p>
        </p:txBody>
      </p:sp>
      <p:sp>
        <p:nvSpPr>
          <p:cNvPr id="673" name="note_brace_669">
            <a:extLst>
              <a:ext uri="{FF2B5EF4-FFF2-40B4-BE49-F238E27FC236}">
                <a16:creationId xmlns:a16="http://schemas.microsoft.com/office/drawing/2014/main" id="{59FC53B9-DD06-49DA-8EB1-9B8331784234}"/>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674" name="text_670">
            <a:extLst>
              <a:ext uri="{FF2B5EF4-FFF2-40B4-BE49-F238E27FC236}">
                <a16:creationId xmlns:a16="http://schemas.microsoft.com/office/drawing/2014/main" id="{EF46927C-CDBC-42E2-BE1D-82EE9AE18E62}"/>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675" name="note_brace_671">
            <a:extLst>
              <a:ext uri="{FF2B5EF4-FFF2-40B4-BE49-F238E27FC236}">
                <a16:creationId xmlns:a16="http://schemas.microsoft.com/office/drawing/2014/main" id="{CAC82551-857A-4B45-B67F-CC277BD5EA79}"/>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676" name="text_672">
            <a:extLst>
              <a:ext uri="{FF2B5EF4-FFF2-40B4-BE49-F238E27FC236}">
                <a16:creationId xmlns:a16="http://schemas.microsoft.com/office/drawing/2014/main" id="{DBA76365-27E7-46C9-9D06-70BEDD574CF3}"/>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77" name="note_brace_673">
            <a:extLst>
              <a:ext uri="{FF2B5EF4-FFF2-40B4-BE49-F238E27FC236}">
                <a16:creationId xmlns:a16="http://schemas.microsoft.com/office/drawing/2014/main" id="{74D4C529-379B-41B2-8D95-FE74C7F19923}"/>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678" name="text_674">
            <a:extLst>
              <a:ext uri="{FF2B5EF4-FFF2-40B4-BE49-F238E27FC236}">
                <a16:creationId xmlns:a16="http://schemas.microsoft.com/office/drawing/2014/main" id="{BBE758E9-9340-4484-9D5A-73F041E64911}"/>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679" name="equation_675" descr="a_3(x)=\phi_2(x)w_3+b_3=5\cdot(-1)+2=-3">
                <a:extLst>
                  <a:ext uri="{FF2B5EF4-FFF2-40B4-BE49-F238E27FC236}">
                    <a16:creationId xmlns:a16="http://schemas.microsoft.com/office/drawing/2014/main" id="{2BFEADE4-EA01-411D-9F74-DCA38A255310}"/>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3</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𝜙</m:t>
                          </m:r>
                        </m:e>
                        <m:sub>
                          <m:r>
                            <a:rPr lang="en-GB" sz="3100">
                              <a:solidFill>
                                <a:srgbClr val="AB4910"/>
                              </a:solidFill>
                              <a:latin typeface="Cambria Math"/>
                              <a:ea typeface="Cambria Math"/>
                              <a:cs typeface="Cambria Math"/>
                            </a:rPr>
                            <m:t>2</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𝑤</m:t>
                          </m:r>
                        </m:e>
                        <m:sub>
                          <m:r>
                            <a:rPr lang="en-GB" sz="3100">
                              <a:solidFill>
                                <a:srgbClr val="AB4910"/>
                              </a:solidFill>
                              <a:latin typeface="Cambria Math"/>
                              <a:ea typeface="Cambria Math"/>
                              <a:cs typeface="Cambria Math"/>
                            </a:rPr>
                            <m:t>3</m:t>
                          </m:r>
                        </m:sub>
                      </m:sSub>
                      <m:r>
                        <a:rPr lang="en-GB" sz="3100">
                          <a:solidFill>
                            <a:srgbClr val="AB4910"/>
                          </a:solidFill>
                          <a:latin typeface="Cambria Math"/>
                          <a:ea typeface="Cambria Math"/>
                          <a:cs typeface="Cambria Math"/>
                        </a:rPr>
                        <m:t>+</m:t>
                      </m:r>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𝑏</m:t>
                          </m:r>
                        </m:e>
                        <m:sub>
                          <m:r>
                            <a:rPr lang="en-GB" sz="3100">
                              <a:solidFill>
                                <a:srgbClr val="AB4910"/>
                              </a:solidFill>
                              <a:latin typeface="Cambria Math"/>
                              <a:ea typeface="Cambria Math"/>
                              <a:cs typeface="Cambria Math"/>
                            </a:rPr>
                            <m:t>3</m:t>
                          </m:r>
                        </m:sub>
                      </m:sSub>
                      <m:r>
                        <a:rPr lang="en-GB" sz="3100">
                          <a:solidFill>
                            <a:srgbClr val="AB4910"/>
                          </a:solidFill>
                          <a:latin typeface="Cambria Math"/>
                          <a:ea typeface="Cambria Math"/>
                          <a:cs typeface="Cambria Math"/>
                        </a:rPr>
                        <m:t>=5⋅</m:t>
                      </m:r>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−1</m:t>
                          </m:r>
                        </m:e>
                      </m:d>
                      <m:r>
                        <a:rPr lang="en-GB" sz="3100">
                          <a:solidFill>
                            <a:srgbClr val="AB4910"/>
                          </a:solidFill>
                          <a:latin typeface="Cambria Math"/>
                          <a:ea typeface="Cambria Math"/>
                          <a:cs typeface="Cambria Math"/>
                        </a:rPr>
                        <m:t>+2=−3</m:t>
                      </m:r>
                    </m:oMath>
                  </m:oMathPara>
                </a14:m>
                <a:endParaRPr lang="en-GB" sz="3100"/>
              </a:p>
            </p:txBody>
          </p:sp>
        </mc:Choice>
        <mc:Fallback xmlns="">
          <p:sp>
            <p:nvSpPr>
              <p:cNvPr id="679" name="equation_675" descr="a_3(x)=\phi_2(x)w_3+b_3=5\cdot(-1)+2=-3">
                <a:extLst>
                  <a:ext uri="{FF2B5EF4-FFF2-40B4-BE49-F238E27FC236}">
                    <a16:creationId xmlns:a16="http://schemas.microsoft.com/office/drawing/2014/main" id="{2BFEADE4-EA01-411D-9F74-DCA38A255310}"/>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70"/>
                <a:stretch>
                  <a:fillRect/>
                </a:stretch>
              </a:blipFill>
              <a:ln w="0">
                <a:noFill/>
              </a:ln>
            </p:spPr>
            <p:txBody>
              <a:bodyPr/>
              <a:lstStyle/>
              <a:p>
                <a:r>
                  <a:rPr lang="it-IT">
                    <a:noFill/>
                  </a:rPr>
                  <a:t> </a:t>
                </a:r>
              </a:p>
            </p:txBody>
          </p:sp>
        </mc:Fallback>
      </mc:AlternateContent>
      <p:sp>
        <p:nvSpPr>
          <p:cNvPr id="680" name="shape_676">
            <a:extLst>
              <a:ext uri="{FF2B5EF4-FFF2-40B4-BE49-F238E27FC236}">
                <a16:creationId xmlns:a16="http://schemas.microsoft.com/office/drawing/2014/main" id="{B965A105-4ED8-4B35-A4BD-C0E3F8B71EB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681" name="note_box_677">
            <a:extLst>
              <a:ext uri="{FF2B5EF4-FFF2-40B4-BE49-F238E27FC236}">
                <a16:creationId xmlns:a16="http://schemas.microsoft.com/office/drawing/2014/main" id="{9A8E3468-D9D6-461C-A5D4-1D678D7F7D08}"/>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82" name="equation_678" descr="\phi_0(x)">
                <a:extLst>
                  <a:ext uri="{FF2B5EF4-FFF2-40B4-BE49-F238E27FC236}">
                    <a16:creationId xmlns:a16="http://schemas.microsoft.com/office/drawing/2014/main" id="{14F2E8D6-F1BE-4D48-816B-18DBCF967BCA}"/>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82" name="equation_678" descr="\phi_0(x)">
                <a:extLst>
                  <a:ext uri="{FF2B5EF4-FFF2-40B4-BE49-F238E27FC236}">
                    <a16:creationId xmlns:a16="http://schemas.microsoft.com/office/drawing/2014/main" id="{14F2E8D6-F1BE-4D48-816B-18DBCF967BCA}"/>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34"/>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83" name="equation_679" descr="2">
                <a:extLst>
                  <a:ext uri="{FF2B5EF4-FFF2-40B4-BE49-F238E27FC236}">
                    <a16:creationId xmlns:a16="http://schemas.microsoft.com/office/drawing/2014/main" id="{F418E1A4-74AD-43EE-8340-E5C6699628D0}"/>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683" name="equation_679" descr="2">
                <a:extLst>
                  <a:ext uri="{FF2B5EF4-FFF2-40B4-BE49-F238E27FC236}">
                    <a16:creationId xmlns:a16="http://schemas.microsoft.com/office/drawing/2014/main" id="{F418E1A4-74AD-43EE-8340-E5C6699628D0}"/>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684" name="note_box_680">
            <a:extLst>
              <a:ext uri="{FF2B5EF4-FFF2-40B4-BE49-F238E27FC236}">
                <a16:creationId xmlns:a16="http://schemas.microsoft.com/office/drawing/2014/main" id="{9F91104F-2C24-4FC7-880F-664E6D44C616}"/>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85" name="equation_681" descr="a_1(x)">
                <a:extLst>
                  <a:ext uri="{FF2B5EF4-FFF2-40B4-BE49-F238E27FC236}">
                    <a16:creationId xmlns:a16="http://schemas.microsoft.com/office/drawing/2014/main" id="{5BAAD216-F2D3-479B-A9A2-F278371F40DD}"/>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85" name="equation_681" descr="a_1(x)">
                <a:extLst>
                  <a:ext uri="{FF2B5EF4-FFF2-40B4-BE49-F238E27FC236}">
                    <a16:creationId xmlns:a16="http://schemas.microsoft.com/office/drawing/2014/main" id="{5BAAD216-F2D3-479B-A9A2-F278371F40DD}"/>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6"/>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86" name="equation_682" descr="3">
                <a:extLst>
                  <a:ext uri="{FF2B5EF4-FFF2-40B4-BE49-F238E27FC236}">
                    <a16:creationId xmlns:a16="http://schemas.microsoft.com/office/drawing/2014/main" id="{FB4A9CD0-BF35-4EB2-8C23-90F314F10AA3}"/>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686" name="equation_682" descr="3">
                <a:extLst>
                  <a:ext uri="{FF2B5EF4-FFF2-40B4-BE49-F238E27FC236}">
                    <a16:creationId xmlns:a16="http://schemas.microsoft.com/office/drawing/2014/main" id="{FB4A9CD0-BF35-4EB2-8C23-90F314F10AA3}"/>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687" name="line_683">
            <a:extLst>
              <a:ext uri="{FF2B5EF4-FFF2-40B4-BE49-F238E27FC236}">
                <a16:creationId xmlns:a16="http://schemas.microsoft.com/office/drawing/2014/main" id="{A3B48B43-C11F-4EBA-BDC6-B72B3C71D81F}"/>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688" name="text_684">
            <a:extLst>
              <a:ext uri="{FF2B5EF4-FFF2-40B4-BE49-F238E27FC236}">
                <a16:creationId xmlns:a16="http://schemas.microsoft.com/office/drawing/2014/main" id="{CBCB0352-EFAB-4933-80DE-2671442A19A4}"/>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689" name="note_box_685">
            <a:extLst>
              <a:ext uri="{FF2B5EF4-FFF2-40B4-BE49-F238E27FC236}">
                <a16:creationId xmlns:a16="http://schemas.microsoft.com/office/drawing/2014/main" id="{1F1C403D-2437-4F5D-8186-82934EA1512B}"/>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90" name="equation_686" descr="\phi_1(x)">
                <a:extLst>
                  <a:ext uri="{FF2B5EF4-FFF2-40B4-BE49-F238E27FC236}">
                    <a16:creationId xmlns:a16="http://schemas.microsoft.com/office/drawing/2014/main" id="{853B768C-AF39-497B-A3CB-AF5241C38885}"/>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90" name="equation_686" descr="\phi_1(x)">
                <a:extLst>
                  <a:ext uri="{FF2B5EF4-FFF2-40B4-BE49-F238E27FC236}">
                    <a16:creationId xmlns:a16="http://schemas.microsoft.com/office/drawing/2014/main" id="{853B768C-AF39-497B-A3CB-AF5241C38885}"/>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91" name="equation_687" descr="3">
                <a:extLst>
                  <a:ext uri="{FF2B5EF4-FFF2-40B4-BE49-F238E27FC236}">
                    <a16:creationId xmlns:a16="http://schemas.microsoft.com/office/drawing/2014/main" id="{D7397823-7543-492E-A32A-F93753603186}"/>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691" name="equation_687" descr="3">
                <a:extLst>
                  <a:ext uri="{FF2B5EF4-FFF2-40B4-BE49-F238E27FC236}">
                    <a16:creationId xmlns:a16="http://schemas.microsoft.com/office/drawing/2014/main" id="{D7397823-7543-492E-A32A-F93753603186}"/>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692" name="line_688">
            <a:extLst>
              <a:ext uri="{FF2B5EF4-FFF2-40B4-BE49-F238E27FC236}">
                <a16:creationId xmlns:a16="http://schemas.microsoft.com/office/drawing/2014/main" id="{AF3B1DC8-EEB2-4156-9A8C-F03739519241}"/>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693" name="text_689">
            <a:extLst>
              <a:ext uri="{FF2B5EF4-FFF2-40B4-BE49-F238E27FC236}">
                <a16:creationId xmlns:a16="http://schemas.microsoft.com/office/drawing/2014/main" id="{23B4ABBE-3CDD-4548-A750-0449005BA924}"/>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694" name="note_box_690">
            <a:extLst>
              <a:ext uri="{FF2B5EF4-FFF2-40B4-BE49-F238E27FC236}">
                <a16:creationId xmlns:a16="http://schemas.microsoft.com/office/drawing/2014/main" id="{501B6342-87FE-4E82-B17B-EEA7A0FFB2AB}"/>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95" name="equation_691" descr="a_2(x)">
                <a:extLst>
                  <a:ext uri="{FF2B5EF4-FFF2-40B4-BE49-F238E27FC236}">
                    <a16:creationId xmlns:a16="http://schemas.microsoft.com/office/drawing/2014/main" id="{18B5E116-5538-4547-B40E-E2AAACA01C08}"/>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695" name="equation_691" descr="a_2(x)">
                <a:extLst>
                  <a:ext uri="{FF2B5EF4-FFF2-40B4-BE49-F238E27FC236}">
                    <a16:creationId xmlns:a16="http://schemas.microsoft.com/office/drawing/2014/main" id="{18B5E116-5538-4547-B40E-E2AAACA01C08}"/>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1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96" name="equation_692" descr="5">
                <a:extLst>
                  <a:ext uri="{FF2B5EF4-FFF2-40B4-BE49-F238E27FC236}">
                    <a16:creationId xmlns:a16="http://schemas.microsoft.com/office/drawing/2014/main" id="{A1F5AD9F-A929-4703-835E-3B2C9541B809}"/>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696" name="equation_692" descr="5">
                <a:extLst>
                  <a:ext uri="{FF2B5EF4-FFF2-40B4-BE49-F238E27FC236}">
                    <a16:creationId xmlns:a16="http://schemas.microsoft.com/office/drawing/2014/main" id="{A1F5AD9F-A929-4703-835E-3B2C9541B809}"/>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61"/>
                <a:stretch>
                  <a:fillRect t="-5660" b="-15094"/>
                </a:stretch>
              </a:blipFill>
              <a:ln w="0">
                <a:noFill/>
              </a:ln>
            </p:spPr>
            <p:txBody>
              <a:bodyPr/>
              <a:lstStyle/>
              <a:p>
                <a:r>
                  <a:rPr lang="it-IT">
                    <a:noFill/>
                  </a:rPr>
                  <a:t> </a:t>
                </a:r>
              </a:p>
            </p:txBody>
          </p:sp>
        </mc:Fallback>
      </mc:AlternateContent>
      <p:sp>
        <p:nvSpPr>
          <p:cNvPr id="697" name="line_693">
            <a:extLst>
              <a:ext uri="{FF2B5EF4-FFF2-40B4-BE49-F238E27FC236}">
                <a16:creationId xmlns:a16="http://schemas.microsoft.com/office/drawing/2014/main" id="{F9C2225F-9FFE-4DFC-90E5-391521E0D4D3}"/>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698" name="text_694">
            <a:extLst>
              <a:ext uri="{FF2B5EF4-FFF2-40B4-BE49-F238E27FC236}">
                <a16:creationId xmlns:a16="http://schemas.microsoft.com/office/drawing/2014/main" id="{897804E7-68AD-4AB9-AFDF-1603CD9F5F74}"/>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699" name="note_box_695">
            <a:extLst>
              <a:ext uri="{FF2B5EF4-FFF2-40B4-BE49-F238E27FC236}">
                <a16:creationId xmlns:a16="http://schemas.microsoft.com/office/drawing/2014/main" id="{9AEC0EB5-D56C-4501-B019-926A86400E78}"/>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00" name="equation_696" descr="\phi_2(x)">
                <a:extLst>
                  <a:ext uri="{FF2B5EF4-FFF2-40B4-BE49-F238E27FC236}">
                    <a16:creationId xmlns:a16="http://schemas.microsoft.com/office/drawing/2014/main" id="{5D0BA6DD-39C9-4673-9F8D-1770E2FE0867}"/>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a:p>
            </p:txBody>
          </p:sp>
        </mc:Choice>
        <mc:Fallback xmlns="">
          <p:sp>
            <p:nvSpPr>
              <p:cNvPr id="700" name="equation_696" descr="\phi_2(x)">
                <a:extLst>
                  <a:ext uri="{FF2B5EF4-FFF2-40B4-BE49-F238E27FC236}">
                    <a16:creationId xmlns:a16="http://schemas.microsoft.com/office/drawing/2014/main" id="{5D0BA6DD-39C9-4673-9F8D-1770E2FE0867}"/>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1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01" name="equation_697" descr="5">
                <a:extLst>
                  <a:ext uri="{FF2B5EF4-FFF2-40B4-BE49-F238E27FC236}">
                    <a16:creationId xmlns:a16="http://schemas.microsoft.com/office/drawing/2014/main" id="{08D07B30-CB20-4DC2-BEF7-F19A0819781B}"/>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701" name="equation_697" descr="5">
                <a:extLst>
                  <a:ext uri="{FF2B5EF4-FFF2-40B4-BE49-F238E27FC236}">
                    <a16:creationId xmlns:a16="http://schemas.microsoft.com/office/drawing/2014/main" id="{08D07B30-CB20-4DC2-BEF7-F19A0819781B}"/>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71"/>
                <a:stretch>
                  <a:fillRect t="-5660" b="-15094"/>
                </a:stretch>
              </a:blipFill>
              <a:ln w="0">
                <a:noFill/>
              </a:ln>
            </p:spPr>
            <p:txBody>
              <a:bodyPr/>
              <a:lstStyle/>
              <a:p>
                <a:r>
                  <a:rPr lang="it-IT">
                    <a:noFill/>
                  </a:rPr>
                  <a:t> </a:t>
                </a:r>
              </a:p>
            </p:txBody>
          </p:sp>
        </mc:Fallback>
      </mc:AlternateContent>
      <p:sp>
        <p:nvSpPr>
          <p:cNvPr id="702" name="line_698">
            <a:extLst>
              <a:ext uri="{FF2B5EF4-FFF2-40B4-BE49-F238E27FC236}">
                <a16:creationId xmlns:a16="http://schemas.microsoft.com/office/drawing/2014/main" id="{881D443A-96ED-4D85-9FD1-BC59AE8C01D2}"/>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703" name="text_699">
            <a:extLst>
              <a:ext uri="{FF2B5EF4-FFF2-40B4-BE49-F238E27FC236}">
                <a16:creationId xmlns:a16="http://schemas.microsoft.com/office/drawing/2014/main" id="{BE03430E-F36B-45FA-AD9D-559BDDBD201A}"/>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704" name="note_box_700">
            <a:extLst>
              <a:ext uri="{FF2B5EF4-FFF2-40B4-BE49-F238E27FC236}">
                <a16:creationId xmlns:a16="http://schemas.microsoft.com/office/drawing/2014/main" id="{375ED08E-E781-480E-AC1D-7C3C2D310C11}"/>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05" name="equation_701" descr="a_3(x)">
                <a:extLst>
                  <a:ext uri="{FF2B5EF4-FFF2-40B4-BE49-F238E27FC236}">
                    <a16:creationId xmlns:a16="http://schemas.microsoft.com/office/drawing/2014/main" id="{97CE2F0E-9524-4CD5-87C3-578868F4B9B3}"/>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3</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a:p>
            </p:txBody>
          </p:sp>
        </mc:Choice>
        <mc:Fallback xmlns="">
          <p:sp>
            <p:nvSpPr>
              <p:cNvPr id="705" name="equation_701" descr="a_3(x)">
                <a:extLst>
                  <a:ext uri="{FF2B5EF4-FFF2-40B4-BE49-F238E27FC236}">
                    <a16:creationId xmlns:a16="http://schemas.microsoft.com/office/drawing/2014/main" id="{97CE2F0E-9524-4CD5-87C3-578868F4B9B3}"/>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7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06" name="equation_702" descr="-3">
                <a:extLst>
                  <a:ext uri="{FF2B5EF4-FFF2-40B4-BE49-F238E27FC236}">
                    <a16:creationId xmlns:a16="http://schemas.microsoft.com/office/drawing/2014/main" id="{0303D134-185E-49AE-9E9F-62A8EE5D7FFE}"/>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706" name="equation_702" descr="-3">
                <a:extLst>
                  <a:ext uri="{FF2B5EF4-FFF2-40B4-BE49-F238E27FC236}">
                    <a16:creationId xmlns:a16="http://schemas.microsoft.com/office/drawing/2014/main" id="{0303D134-185E-49AE-9E9F-62A8EE5D7FFE}"/>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73"/>
                <a:stretch>
                  <a:fillRect b="-13208"/>
                </a:stretch>
              </a:blipFill>
              <a:ln w="0">
                <a:noFill/>
              </a:ln>
            </p:spPr>
            <p:txBody>
              <a:bodyPr/>
              <a:lstStyle/>
              <a:p>
                <a:r>
                  <a:rPr lang="it-IT">
                    <a:noFill/>
                  </a:rPr>
                  <a:t> </a:t>
                </a:r>
              </a:p>
            </p:txBody>
          </p:sp>
        </mc:Fallback>
      </mc:AlternateContent>
      <p:sp>
        <p:nvSpPr>
          <p:cNvPr id="707" name="line_703">
            <a:extLst>
              <a:ext uri="{FF2B5EF4-FFF2-40B4-BE49-F238E27FC236}">
                <a16:creationId xmlns:a16="http://schemas.microsoft.com/office/drawing/2014/main" id="{84915B61-7C25-4A5E-980F-94337EC44189}"/>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708" name="text_704">
            <a:extLst>
              <a:ext uri="{FF2B5EF4-FFF2-40B4-BE49-F238E27FC236}">
                <a16:creationId xmlns:a16="http://schemas.microsoft.com/office/drawing/2014/main" id="{F33F0085-8FE8-459C-A6C1-A8A73C5FF529}"/>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709" name="note_box_705">
            <a:extLst>
              <a:ext uri="{FF2B5EF4-FFF2-40B4-BE49-F238E27FC236}">
                <a16:creationId xmlns:a16="http://schemas.microsoft.com/office/drawing/2014/main" id="{2CEAC42D-BB2D-438D-B338-BF6A4F6D5D95}"/>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710" name="equation_706" descr="\mathcal{L}_{\mathrm{sq}}">
                <a:extLst>
                  <a:ext uri="{FF2B5EF4-FFF2-40B4-BE49-F238E27FC236}">
                    <a16:creationId xmlns:a16="http://schemas.microsoft.com/office/drawing/2014/main" id="{072676CB-9D83-4900-8BC4-2CDBA42254D9}"/>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ℒ</m:t>
                          </m:r>
                        </m:e>
                        <m:sub>
                          <m:r>
                            <m:rPr>
                              <m:sty m:val="p"/>
                            </m:rPr>
                            <a:rPr lang="en-GB" sz="2200">
                              <a:solidFill>
                                <a:srgbClr val="AB4910"/>
                              </a:solidFill>
                              <a:latin typeface="Cambria Math"/>
                              <a:ea typeface="Cambria Math"/>
                              <a:cs typeface="Cambria Math"/>
                            </a:rPr>
                            <m:t>sq</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𝛉</m:t>
                          </m:r>
                        </m:e>
                      </m:d>
                    </m:oMath>
                  </m:oMathPara>
                </a14:m>
                <a:endParaRPr lang="en-GB" sz="2200"/>
              </a:p>
            </p:txBody>
          </p:sp>
        </mc:Choice>
        <mc:Fallback xmlns="">
          <p:sp>
            <p:nvSpPr>
              <p:cNvPr id="710" name="equation_706" descr="\mathcal{L}_{\mathrm{sq}}">
                <a:extLst>
                  <a:ext uri="{FF2B5EF4-FFF2-40B4-BE49-F238E27FC236}">
                    <a16:creationId xmlns:a16="http://schemas.microsoft.com/office/drawing/2014/main" id="{072676CB-9D83-4900-8BC4-2CDBA42254D9}"/>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74"/>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11" name="equation_707" descr="?">
                <a:extLst>
                  <a:ext uri="{FF2B5EF4-FFF2-40B4-BE49-F238E27FC236}">
                    <a16:creationId xmlns:a16="http://schemas.microsoft.com/office/drawing/2014/main" id="{0F3FCA21-2231-4C56-BFE9-8984FE6A319C}"/>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oMath>
                  </m:oMathPara>
                </a14:m>
                <a:endParaRPr lang="en-GB" sz="2400"/>
              </a:p>
            </p:txBody>
          </p:sp>
        </mc:Choice>
        <mc:Fallback xmlns="">
          <p:sp>
            <p:nvSpPr>
              <p:cNvPr id="711" name="equation_707" descr="?">
                <a:extLst>
                  <a:ext uri="{FF2B5EF4-FFF2-40B4-BE49-F238E27FC236}">
                    <a16:creationId xmlns:a16="http://schemas.microsoft.com/office/drawing/2014/main" id="{0F3FCA21-2231-4C56-BFE9-8984FE6A319C}"/>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75"/>
                <a:stretch>
                  <a:fillRect b="-13208"/>
                </a:stretch>
              </a:blipFill>
              <a:ln w="0">
                <a:noFill/>
              </a:ln>
            </p:spPr>
            <p:txBody>
              <a:bodyPr/>
              <a:lstStyle/>
              <a:p>
                <a:r>
                  <a:rPr lang="it-IT">
                    <a:noFill/>
                  </a:rPr>
                  <a:t> </a:t>
                </a:r>
              </a:p>
            </p:txBody>
          </p:sp>
        </mc:Fallback>
      </mc:AlternateContent>
      <p:sp>
        <p:nvSpPr>
          <p:cNvPr id="712" name="line_708">
            <a:extLst>
              <a:ext uri="{FF2B5EF4-FFF2-40B4-BE49-F238E27FC236}">
                <a16:creationId xmlns:a16="http://schemas.microsoft.com/office/drawing/2014/main" id="{ACA60084-E68D-4FE7-A9C5-1A544FC94122}"/>
              </a:ext>
            </a:extLst>
          </p:cNvPr>
          <p:cNvSpPr>
            <a:spLocks noGrp="1"/>
          </p:cNvSpPr>
          <p:nvPr/>
        </p:nvSpPr>
        <p:spPr>
          <a:xfrm>
            <a:off x="9554766" y="3143250"/>
            <a:ext cx="358378" cy="476"/>
          </a:xfrm>
          <a:prstGeom prst="line">
            <a:avLst/>
          </a:prstGeom>
          <a:noFill/>
          <a:ln w="13335">
            <a:solidFill>
              <a:srgbClr val="235C99"/>
            </a:solidFill>
            <a:tailEnd type="triangle" w="sm" len="sm"/>
          </a:ln>
        </p:spPr>
        <p:txBody>
          <a:bodyPr/>
          <a:lstStyle/>
          <a:p>
            <a:endParaRPr lang="it-IT"/>
          </a:p>
        </p:txBody>
      </p:sp>
      <p:sp>
        <p:nvSpPr>
          <p:cNvPr id="713" name="text_709">
            <a:extLst>
              <a:ext uri="{FF2B5EF4-FFF2-40B4-BE49-F238E27FC236}">
                <a16:creationId xmlns:a16="http://schemas.microsoft.com/office/drawing/2014/main" id="{68B1163C-9748-4848-AA4C-E4A54AE9B5DF}"/>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loss</a:t>
            </a:r>
          </a:p>
        </p:txBody>
      </p:sp>
      <p:sp>
        <p:nvSpPr>
          <p:cNvPr id="714" name="note_box_710">
            <a:extLst>
              <a:ext uri="{FF2B5EF4-FFF2-40B4-BE49-F238E27FC236}">
                <a16:creationId xmlns:a16="http://schemas.microsoft.com/office/drawing/2014/main" id="{D7F43330-C814-4B78-B188-678A0B49440C}"/>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15" name="equation_711" descr="w_1=1">
                <a:extLst>
                  <a:ext uri="{FF2B5EF4-FFF2-40B4-BE49-F238E27FC236}">
                    <a16:creationId xmlns:a16="http://schemas.microsoft.com/office/drawing/2014/main" id="{8FDFCD80-FC0D-467E-B307-CCBFD1488AF7}"/>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15" name="equation_711" descr="w_1=1">
                <a:extLst>
                  <a:ext uri="{FF2B5EF4-FFF2-40B4-BE49-F238E27FC236}">
                    <a16:creationId xmlns:a16="http://schemas.microsoft.com/office/drawing/2014/main" id="{8FDFCD80-FC0D-467E-B307-CCBFD1488AF7}"/>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716" name="line_712">
            <a:extLst>
              <a:ext uri="{FF2B5EF4-FFF2-40B4-BE49-F238E27FC236}">
                <a16:creationId xmlns:a16="http://schemas.microsoft.com/office/drawing/2014/main" id="{DD5E102F-9929-4783-B60D-0421092BB1B6}"/>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717" name="note_box_713">
            <a:extLst>
              <a:ext uri="{FF2B5EF4-FFF2-40B4-BE49-F238E27FC236}">
                <a16:creationId xmlns:a16="http://schemas.microsoft.com/office/drawing/2014/main" id="{A66D7B12-C7B2-4725-A548-6C32CC68DF90}"/>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18" name="equation_714" descr="b_1=1">
                <a:extLst>
                  <a:ext uri="{FF2B5EF4-FFF2-40B4-BE49-F238E27FC236}">
                    <a16:creationId xmlns:a16="http://schemas.microsoft.com/office/drawing/2014/main" id="{67A4520B-9641-4983-8E83-E32245DBDA04}"/>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18" name="equation_714" descr="b_1=1">
                <a:extLst>
                  <a:ext uri="{FF2B5EF4-FFF2-40B4-BE49-F238E27FC236}">
                    <a16:creationId xmlns:a16="http://schemas.microsoft.com/office/drawing/2014/main" id="{67A4520B-9641-4983-8E83-E32245DBDA04}"/>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719" name="line_715">
            <a:extLst>
              <a:ext uri="{FF2B5EF4-FFF2-40B4-BE49-F238E27FC236}">
                <a16:creationId xmlns:a16="http://schemas.microsoft.com/office/drawing/2014/main" id="{53361D84-5E76-44CA-99A8-4E5B80299863}"/>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720" name="note_box_716">
            <a:extLst>
              <a:ext uri="{FF2B5EF4-FFF2-40B4-BE49-F238E27FC236}">
                <a16:creationId xmlns:a16="http://schemas.microsoft.com/office/drawing/2014/main" id="{56DFD352-45AD-474F-AAC5-92A59631B7E2}"/>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21" name="equation_717" descr="w_2=2">
                <a:extLst>
                  <a:ext uri="{FF2B5EF4-FFF2-40B4-BE49-F238E27FC236}">
                    <a16:creationId xmlns:a16="http://schemas.microsoft.com/office/drawing/2014/main" id="{DF90E943-2E0A-4028-8941-4534FD6AF729}"/>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721" name="equation_717" descr="w_2=2">
                <a:extLst>
                  <a:ext uri="{FF2B5EF4-FFF2-40B4-BE49-F238E27FC236}">
                    <a16:creationId xmlns:a16="http://schemas.microsoft.com/office/drawing/2014/main" id="{DF90E943-2E0A-4028-8941-4534FD6AF729}"/>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722" name="line_718">
            <a:extLst>
              <a:ext uri="{FF2B5EF4-FFF2-40B4-BE49-F238E27FC236}">
                <a16:creationId xmlns:a16="http://schemas.microsoft.com/office/drawing/2014/main" id="{2DDA923A-97A6-4888-94BE-27E0215EE155}"/>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723" name="note_box_719">
            <a:extLst>
              <a:ext uri="{FF2B5EF4-FFF2-40B4-BE49-F238E27FC236}">
                <a16:creationId xmlns:a16="http://schemas.microsoft.com/office/drawing/2014/main" id="{05615E74-0849-4236-9B79-A94D5DEC8A4E}"/>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24" name="equation_720" descr="b_2=-1">
                <a:extLst>
                  <a:ext uri="{FF2B5EF4-FFF2-40B4-BE49-F238E27FC236}">
                    <a16:creationId xmlns:a16="http://schemas.microsoft.com/office/drawing/2014/main" id="{0FF291CC-8590-41A5-9618-37D4CB006C0B}"/>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24" name="equation_720" descr="b_2=-1">
                <a:extLst>
                  <a:ext uri="{FF2B5EF4-FFF2-40B4-BE49-F238E27FC236}">
                    <a16:creationId xmlns:a16="http://schemas.microsoft.com/office/drawing/2014/main" id="{0FF291CC-8590-41A5-9618-37D4CB006C0B}"/>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725" name="line_721">
            <a:extLst>
              <a:ext uri="{FF2B5EF4-FFF2-40B4-BE49-F238E27FC236}">
                <a16:creationId xmlns:a16="http://schemas.microsoft.com/office/drawing/2014/main" id="{C65FD70E-83C2-4E6F-ACF8-3FF250B17193}"/>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726" name="note_box_722">
            <a:extLst>
              <a:ext uri="{FF2B5EF4-FFF2-40B4-BE49-F238E27FC236}">
                <a16:creationId xmlns:a16="http://schemas.microsoft.com/office/drawing/2014/main" id="{9B7D336D-5FF8-4856-83C7-E6CDDF687A97}"/>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27" name="equation_723" descr="w_3=-1">
                <a:extLst>
                  <a:ext uri="{FF2B5EF4-FFF2-40B4-BE49-F238E27FC236}">
                    <a16:creationId xmlns:a16="http://schemas.microsoft.com/office/drawing/2014/main" id="{E1B1AE9F-5BF9-42FB-BA08-22D7D68C5B4A}"/>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27" name="equation_723" descr="w_3=-1">
                <a:extLst>
                  <a:ext uri="{FF2B5EF4-FFF2-40B4-BE49-F238E27FC236}">
                    <a16:creationId xmlns:a16="http://schemas.microsoft.com/office/drawing/2014/main" id="{E1B1AE9F-5BF9-42FB-BA08-22D7D68C5B4A}"/>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728" name="line_724">
            <a:extLst>
              <a:ext uri="{FF2B5EF4-FFF2-40B4-BE49-F238E27FC236}">
                <a16:creationId xmlns:a16="http://schemas.microsoft.com/office/drawing/2014/main" id="{BAD2B472-FBC8-4204-A5E7-E4553C93D34F}"/>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729" name="note_box_725">
            <a:extLst>
              <a:ext uri="{FF2B5EF4-FFF2-40B4-BE49-F238E27FC236}">
                <a16:creationId xmlns:a16="http://schemas.microsoft.com/office/drawing/2014/main" id="{B6953FFF-22B8-4938-A858-A500678BA5AC}"/>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30" name="equation_726" descr="b_3=2">
                <a:extLst>
                  <a:ext uri="{FF2B5EF4-FFF2-40B4-BE49-F238E27FC236}">
                    <a16:creationId xmlns:a16="http://schemas.microsoft.com/office/drawing/2014/main" id="{30CAB256-23DA-4BC9-AAAF-D5C7877B69A4}"/>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730" name="equation_726" descr="b_3=2">
                <a:extLst>
                  <a:ext uri="{FF2B5EF4-FFF2-40B4-BE49-F238E27FC236}">
                    <a16:creationId xmlns:a16="http://schemas.microsoft.com/office/drawing/2014/main" id="{30CAB256-23DA-4BC9-AAAF-D5C7877B69A4}"/>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731" name="line_727">
            <a:extLst>
              <a:ext uri="{FF2B5EF4-FFF2-40B4-BE49-F238E27FC236}">
                <a16:creationId xmlns:a16="http://schemas.microsoft.com/office/drawing/2014/main" id="{49F85E48-8E6A-42BE-9BF4-45012E35A9F1}"/>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732" name="equation_728" descr="y=-2">
                <a:extLst>
                  <a:ext uri="{FF2B5EF4-FFF2-40B4-BE49-F238E27FC236}">
                    <a16:creationId xmlns:a16="http://schemas.microsoft.com/office/drawing/2014/main" id="{74D30858-1180-414A-9F65-EF312F746828}"/>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235C99"/>
                          </a:solidFill>
                          <a:latin typeface="Cambria Math"/>
                          <a:ea typeface="Cambria Math"/>
                          <a:cs typeface="Cambria Math"/>
                        </a:rPr>
                        <m:t>𝑦</m:t>
                      </m:r>
                      <m:r>
                        <a:rPr lang="en-GB" sz="1900">
                          <a:solidFill>
                            <a:srgbClr val="235C99"/>
                          </a:solidFill>
                          <a:latin typeface="Cambria Math"/>
                          <a:ea typeface="Cambria Math"/>
                          <a:cs typeface="Cambria Math"/>
                        </a:rPr>
                        <m:t>=−2</m:t>
                      </m:r>
                    </m:oMath>
                  </m:oMathPara>
                </a14:m>
                <a:endParaRPr lang="en-GB" sz="1900"/>
              </a:p>
            </p:txBody>
          </p:sp>
        </mc:Choice>
        <mc:Fallback xmlns="">
          <p:sp>
            <p:nvSpPr>
              <p:cNvPr id="732" name="equation_728" descr="y=-2">
                <a:extLst>
                  <a:ext uri="{FF2B5EF4-FFF2-40B4-BE49-F238E27FC236}">
                    <a16:creationId xmlns:a16="http://schemas.microsoft.com/office/drawing/2014/main" id="{74D30858-1180-414A-9F65-EF312F746828}"/>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76"/>
                <a:stretch>
                  <a:fillRect l="-1923" b="-6349"/>
                </a:stretch>
              </a:blipFill>
              <a:ln w="0">
                <a:noFill/>
              </a:ln>
            </p:spPr>
            <p:txBody>
              <a:bodyPr/>
              <a:lstStyle/>
              <a:p>
                <a:r>
                  <a:rPr lang="it-IT">
                    <a:noFill/>
                  </a:rPr>
                  <a:t> </a:t>
                </a:r>
              </a:p>
            </p:txBody>
          </p:sp>
        </mc:Fallback>
      </mc:AlternateContent>
      <p:sp>
        <p:nvSpPr>
          <p:cNvPr id="733" name="line_729">
            <a:extLst>
              <a:ext uri="{FF2B5EF4-FFF2-40B4-BE49-F238E27FC236}">
                <a16:creationId xmlns:a16="http://schemas.microsoft.com/office/drawing/2014/main" id="{A84E2833-3683-4A93-AB9B-3AAACAB7B65E}"/>
              </a:ext>
            </a:extLst>
          </p:cNvPr>
          <p:cNvSpPr>
            <a:spLocks noGrp="1"/>
          </p:cNvSpPr>
          <p:nvPr/>
        </p:nvSpPr>
        <p:spPr>
          <a:xfrm flipV="1">
            <a:off x="10532269" y="3543300"/>
            <a:ext cx="476" cy="233363"/>
          </a:xfrm>
          <a:prstGeom prst="line">
            <a:avLst/>
          </a:prstGeom>
          <a:noFill/>
          <a:ln w="12383">
            <a:solidFill>
              <a:srgbClr val="235C99"/>
            </a:solidFill>
            <a:tailEnd type="triangle" w="sm" len="sm"/>
          </a:ln>
        </p:spPr>
        <p:txBody>
          <a:bodyPr/>
          <a:lstStyle/>
          <a:p>
            <a:endParaRPr lang="it-IT"/>
          </a:p>
        </p:txBody>
      </p:sp>
      <p:sp>
        <p:nvSpPr>
          <p:cNvPr id="734" name="note_brace_730">
            <a:extLst>
              <a:ext uri="{FF2B5EF4-FFF2-40B4-BE49-F238E27FC236}">
                <a16:creationId xmlns:a16="http://schemas.microsoft.com/office/drawing/2014/main" id="{C0E28EBC-E29C-43DD-A29D-8D4740A1AA83}"/>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735" name="text_731">
            <a:extLst>
              <a:ext uri="{FF2B5EF4-FFF2-40B4-BE49-F238E27FC236}">
                <a16:creationId xmlns:a16="http://schemas.microsoft.com/office/drawing/2014/main" id="{4592D122-52D8-4BFF-917E-7ECBEAE92FF3}"/>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736" name="note_brace_732">
            <a:extLst>
              <a:ext uri="{FF2B5EF4-FFF2-40B4-BE49-F238E27FC236}">
                <a16:creationId xmlns:a16="http://schemas.microsoft.com/office/drawing/2014/main" id="{85812E7C-CF7A-4E27-B00B-6B77BAB2ED3C}"/>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737" name="text_733">
            <a:extLst>
              <a:ext uri="{FF2B5EF4-FFF2-40B4-BE49-F238E27FC236}">
                <a16:creationId xmlns:a16="http://schemas.microsoft.com/office/drawing/2014/main" id="{D455CF40-DF29-42C5-B2AA-CE630DEC94FA}"/>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738" name="note_brace_734">
            <a:extLst>
              <a:ext uri="{FF2B5EF4-FFF2-40B4-BE49-F238E27FC236}">
                <a16:creationId xmlns:a16="http://schemas.microsoft.com/office/drawing/2014/main" id="{B3382BE5-1048-439B-AC65-048E99AA403D}"/>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739" name="text_735">
            <a:extLst>
              <a:ext uri="{FF2B5EF4-FFF2-40B4-BE49-F238E27FC236}">
                <a16:creationId xmlns:a16="http://schemas.microsoft.com/office/drawing/2014/main" id="{A6E517C7-C548-4383-96BC-1720C108C91B}"/>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740" name="equation_736" descr="\mathcal{L}_{\mathrm{sq}}(\boldsymbol{\theta})=(a_3(x)-y)^2=\ ?">
                <a:extLst>
                  <a:ext uri="{FF2B5EF4-FFF2-40B4-BE49-F238E27FC236}">
                    <a16:creationId xmlns:a16="http://schemas.microsoft.com/office/drawing/2014/main" id="{3123F092-3C67-43DE-B83D-1BEEC9566B28}"/>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ℒ</m:t>
                          </m:r>
                        </m:e>
                        <m:sub>
                          <m:r>
                            <m:rPr>
                              <m:sty m:val="p"/>
                            </m:rPr>
                            <a:rPr lang="en-GB" sz="3100">
                              <a:solidFill>
                                <a:srgbClr val="AB4910"/>
                              </a:solidFill>
                              <a:latin typeface="Cambria Math"/>
                              <a:ea typeface="Cambria Math"/>
                              <a:cs typeface="Cambria Math"/>
                            </a:rPr>
                            <m:t>sq</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𝛉</m:t>
                          </m:r>
                        </m:e>
                      </m:d>
                      <m:r>
                        <a:rPr lang="en-GB" sz="3100">
                          <a:solidFill>
                            <a:srgbClr val="AB4910"/>
                          </a:solidFill>
                          <a:latin typeface="Cambria Math"/>
                          <a:ea typeface="Cambria Math"/>
                          <a:cs typeface="Cambria Math"/>
                        </a:rPr>
                        <m:t>=</m:t>
                      </m:r>
                      <m:sSup>
                        <m:sSupPr>
                          <m:ctrlPr>
                            <a:rPr lang="en-GB" sz="3100" i="1">
                              <a:solidFill>
                                <a:srgbClr val="AB4910"/>
                              </a:solidFill>
                              <a:latin typeface="Cambria Math" panose="02040503050406030204" pitchFamily="18" charset="0"/>
                              <a:ea typeface="Cambria Math"/>
                              <a:cs typeface="Cambria Math"/>
                            </a:rPr>
                          </m:ctrlPr>
                        </m:sSupPr>
                        <m:e>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3</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a:rPr lang="en-GB" sz="3100">
                                  <a:solidFill>
                                    <a:srgbClr val="AB4910"/>
                                  </a:solidFill>
                                  <a:latin typeface="Cambria Math"/>
                                  <a:ea typeface="Cambria Math"/>
                                  <a:cs typeface="Cambria Math"/>
                                </a:rPr>
                                <m:t>𝑦</m:t>
                              </m:r>
                            </m:e>
                          </m:d>
                        </m:e>
                        <m:sup>
                          <m:r>
                            <a:rPr lang="en-GB" sz="3100">
                              <a:solidFill>
                                <a:srgbClr val="AB4910"/>
                              </a:solidFill>
                              <a:latin typeface="Cambria Math"/>
                              <a:ea typeface="Cambria Math"/>
                              <a:cs typeface="Cambria Math"/>
                            </a:rPr>
                            <m:t>2</m:t>
                          </m:r>
                        </m:sup>
                      </m:sSup>
                      <m:r>
                        <a:rPr lang="en-GB" sz="3100">
                          <a:solidFill>
                            <a:srgbClr val="AB4910"/>
                          </a:solidFill>
                          <a:latin typeface="Cambria Math"/>
                          <a:ea typeface="Cambria Math"/>
                          <a:cs typeface="Cambria Math"/>
                        </a:rPr>
                        <m:t>= ?</m:t>
                      </m:r>
                    </m:oMath>
                  </m:oMathPara>
                </a14:m>
                <a:endParaRPr lang="en-GB" sz="3100"/>
              </a:p>
            </p:txBody>
          </p:sp>
        </mc:Choice>
        <mc:Fallback xmlns="">
          <p:sp>
            <p:nvSpPr>
              <p:cNvPr id="740" name="equation_736" descr="\mathcal{L}_{\mathrm{sq}}(\boldsymbol{\theta})=(a_3(x)-y)^2=\ ?">
                <a:extLst>
                  <a:ext uri="{FF2B5EF4-FFF2-40B4-BE49-F238E27FC236}">
                    <a16:creationId xmlns:a16="http://schemas.microsoft.com/office/drawing/2014/main" id="{3123F092-3C67-43DE-B83D-1BEEC9566B28}"/>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77"/>
                <a:stretch>
                  <a:fillRect/>
                </a:stretch>
              </a:blipFill>
              <a:ln w="0">
                <a:noFill/>
              </a:ln>
            </p:spPr>
            <p:txBody>
              <a:bodyPr/>
              <a:lstStyle/>
              <a:p>
                <a:r>
                  <a:rPr lang="it-IT">
                    <a:noFill/>
                  </a:rPr>
                  <a:t> </a:t>
                </a:r>
              </a:p>
            </p:txBody>
          </p:sp>
        </mc:Fallback>
      </mc:AlternateContent>
      <p:sp>
        <p:nvSpPr>
          <p:cNvPr id="741" name="text_737">
            <a:extLst>
              <a:ext uri="{FF2B5EF4-FFF2-40B4-BE49-F238E27FC236}">
                <a16:creationId xmlns:a16="http://schemas.microsoft.com/office/drawing/2014/main" id="{DA5193E8-94AD-4EAB-8A13-181EDE93AD32}"/>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0">
                <a:solidFill>
                  <a:srgbClr val="182D45"/>
                </a:solidFill>
                <a:latin typeface="DejaVu Sans"/>
                <a:ea typeface="DejaVu Sans"/>
                <a:cs typeface="DejaVu Sans"/>
              </a:defRPr>
            </a:defPPr>
          </a:lstStyle>
          <a:p>
            <a:pPr algn="ctr">
              <a:defRPr sz="1875" b="0">
                <a:solidFill>
                  <a:srgbClr val="182D45"/>
                </a:solidFill>
                <a:latin typeface="DejaVu Sans"/>
                <a:ea typeface="DejaVu Sans"/>
                <a:cs typeface="DejaVu Sans"/>
              </a:defRPr>
            </a:pPr>
            <a:r>
              <a:rPr sz="1875" b="0">
                <a:solidFill>
                  <a:srgbClr val="182D45"/>
                </a:solidFill>
                <a:latin typeface="DejaVu Sans"/>
                <a:ea typeface="DejaVu Sans"/>
                <a:cs typeface="DejaVu Sans"/>
              </a:rPr>
              <a:t>What value belongs in the highlighted box?</a:t>
            </a:r>
          </a:p>
        </p:txBody>
      </p:sp>
      <p:sp>
        <p:nvSpPr>
          <p:cNvPr id="742" name="shape_738">
            <a:extLst>
              <a:ext uri="{FF2B5EF4-FFF2-40B4-BE49-F238E27FC236}">
                <a16:creationId xmlns:a16="http://schemas.microsoft.com/office/drawing/2014/main" id="{8D42C9CA-3500-4A46-B88A-BB84D0B61CDD}"/>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743" name="note_box_739">
            <a:extLst>
              <a:ext uri="{FF2B5EF4-FFF2-40B4-BE49-F238E27FC236}">
                <a16:creationId xmlns:a16="http://schemas.microsoft.com/office/drawing/2014/main" id="{F50C5A52-038E-4A02-9E75-C5328D88935C}"/>
              </a:ext>
            </a:extLst>
          </p:cNvPr>
          <p:cNvSpPr>
            <a:spLocks noGrp="1"/>
          </p:cNvSpPr>
          <p:nvPr/>
        </p:nvSpPr>
        <p:spPr>
          <a:xfrm>
            <a:off x="371475"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44" name="equation_740" descr="\phi_0(x)">
                <a:extLst>
                  <a:ext uri="{FF2B5EF4-FFF2-40B4-BE49-F238E27FC236}">
                    <a16:creationId xmlns:a16="http://schemas.microsoft.com/office/drawing/2014/main" id="{2F21B7E6-33B3-4FDF-9EED-4DFD1A1B5F8C}"/>
                  </a:ext>
                </a:extLst>
              </p:cNvPr>
              <p:cNvSpPr>
                <a:spLocks noGrp="1"/>
              </p:cNvSpPr>
              <p:nvPr/>
            </p:nvSpPr>
            <p:spPr>
              <a:xfrm>
                <a:off x="390525"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0</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dirty="0"/>
              </a:p>
            </p:txBody>
          </p:sp>
        </mc:Choice>
        <mc:Fallback xmlns="">
          <p:sp>
            <p:nvSpPr>
              <p:cNvPr id="744" name="equation_740" descr="\phi_0(x)">
                <a:extLst>
                  <a:ext uri="{FF2B5EF4-FFF2-40B4-BE49-F238E27FC236}">
                    <a16:creationId xmlns:a16="http://schemas.microsoft.com/office/drawing/2014/main" id="{2F21B7E6-33B3-4FDF-9EED-4DFD1A1B5F8C}"/>
                  </a:ext>
                </a:extLst>
              </p:cNvPr>
              <p:cNvSpPr>
                <a:spLocks noGrp="1" noRot="1" noChangeAspect="1" noMove="1" noResize="1" noEditPoints="1" noAdjustHandles="1" noChangeArrowheads="1" noChangeShapeType="1" noTextEdit="1"/>
              </p:cNvSpPr>
              <p:nvPr/>
            </p:nvSpPr>
            <p:spPr>
              <a:xfrm>
                <a:off x="390525" y="2800350"/>
                <a:ext cx="1123950" cy="342900"/>
              </a:xfrm>
              <a:prstGeom prst="rect">
                <a:avLst/>
              </a:prstGeom>
              <a:blipFill>
                <a:blip r:embed="rId78"/>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45" name="equation_741" descr="2">
                <a:extLst>
                  <a:ext uri="{FF2B5EF4-FFF2-40B4-BE49-F238E27FC236}">
                    <a16:creationId xmlns:a16="http://schemas.microsoft.com/office/drawing/2014/main" id="{DC2400A2-6C66-4F07-9683-A9E772529593}"/>
                  </a:ext>
                </a:extLst>
              </p:cNvPr>
              <p:cNvSpPr>
                <a:spLocks noGrp="1"/>
              </p:cNvSpPr>
              <p:nvPr/>
            </p:nvSpPr>
            <p:spPr>
              <a:xfrm>
                <a:off x="390525"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2</m:t>
                      </m:r>
                    </m:oMath>
                  </m:oMathPara>
                </a14:m>
                <a:endParaRPr lang="en-GB" sz="2400"/>
              </a:p>
            </p:txBody>
          </p:sp>
        </mc:Choice>
        <mc:Fallback xmlns="">
          <p:sp>
            <p:nvSpPr>
              <p:cNvPr id="745" name="equation_741" descr="2">
                <a:extLst>
                  <a:ext uri="{FF2B5EF4-FFF2-40B4-BE49-F238E27FC236}">
                    <a16:creationId xmlns:a16="http://schemas.microsoft.com/office/drawing/2014/main" id="{DC2400A2-6C66-4F07-9683-A9E772529593}"/>
                  </a:ext>
                </a:extLst>
              </p:cNvPr>
              <p:cNvSpPr>
                <a:spLocks noGrp="1" noRot="1" noChangeAspect="1" noMove="1" noResize="1" noEditPoints="1" noAdjustHandles="1" noChangeArrowheads="1" noChangeShapeType="1" noTextEdit="1"/>
              </p:cNvSpPr>
              <p:nvPr/>
            </p:nvSpPr>
            <p:spPr>
              <a:xfrm>
                <a:off x="390525" y="3152775"/>
                <a:ext cx="1123950" cy="323850"/>
              </a:xfrm>
              <a:prstGeom prst="rect">
                <a:avLst/>
              </a:prstGeom>
              <a:blipFill>
                <a:blip r:embed="rId35"/>
                <a:stretch>
                  <a:fillRect b="-13208"/>
                </a:stretch>
              </a:blipFill>
              <a:ln w="0">
                <a:noFill/>
              </a:ln>
            </p:spPr>
            <p:txBody>
              <a:bodyPr/>
              <a:lstStyle/>
              <a:p>
                <a:r>
                  <a:rPr lang="it-IT">
                    <a:noFill/>
                  </a:rPr>
                  <a:t> </a:t>
                </a:r>
              </a:p>
            </p:txBody>
          </p:sp>
        </mc:Fallback>
      </mc:AlternateContent>
      <p:sp>
        <p:nvSpPr>
          <p:cNvPr id="746" name="note_box_742">
            <a:extLst>
              <a:ext uri="{FF2B5EF4-FFF2-40B4-BE49-F238E27FC236}">
                <a16:creationId xmlns:a16="http://schemas.microsoft.com/office/drawing/2014/main" id="{5BCA820D-D61A-4C41-B21A-DB203B1D57E5}"/>
              </a:ext>
            </a:extLst>
          </p:cNvPr>
          <p:cNvSpPr>
            <a:spLocks noGrp="1"/>
          </p:cNvSpPr>
          <p:nvPr/>
        </p:nvSpPr>
        <p:spPr>
          <a:xfrm>
            <a:off x="1968103"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47" name="equation_743" descr="a_1(x)">
                <a:extLst>
                  <a:ext uri="{FF2B5EF4-FFF2-40B4-BE49-F238E27FC236}">
                    <a16:creationId xmlns:a16="http://schemas.microsoft.com/office/drawing/2014/main" id="{DCBF2F87-9328-42F3-A7B9-E820240AA247}"/>
                  </a:ext>
                </a:extLst>
              </p:cNvPr>
              <p:cNvSpPr>
                <a:spLocks noGrp="1"/>
              </p:cNvSpPr>
              <p:nvPr/>
            </p:nvSpPr>
            <p:spPr>
              <a:xfrm>
                <a:off x="1987153"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dirty="0"/>
              </a:p>
            </p:txBody>
          </p:sp>
        </mc:Choice>
        <mc:Fallback xmlns="">
          <p:sp>
            <p:nvSpPr>
              <p:cNvPr id="747" name="equation_743" descr="a_1(x)">
                <a:extLst>
                  <a:ext uri="{FF2B5EF4-FFF2-40B4-BE49-F238E27FC236}">
                    <a16:creationId xmlns:a16="http://schemas.microsoft.com/office/drawing/2014/main" id="{DCBF2F87-9328-42F3-A7B9-E820240AA247}"/>
                  </a:ext>
                </a:extLst>
              </p:cNvPr>
              <p:cNvSpPr>
                <a:spLocks noGrp="1" noRot="1" noChangeAspect="1" noMove="1" noResize="1" noEditPoints="1" noAdjustHandles="1" noChangeArrowheads="1" noChangeShapeType="1" noTextEdit="1"/>
              </p:cNvSpPr>
              <p:nvPr/>
            </p:nvSpPr>
            <p:spPr>
              <a:xfrm>
                <a:off x="1987153" y="2800350"/>
                <a:ext cx="1123950" cy="342900"/>
              </a:xfrm>
              <a:prstGeom prst="rect">
                <a:avLst/>
              </a:prstGeom>
              <a:blipFill>
                <a:blip r:embed="rId79"/>
                <a:stretch>
                  <a:fillRect b="-1228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48" name="equation_744" descr="3">
                <a:extLst>
                  <a:ext uri="{FF2B5EF4-FFF2-40B4-BE49-F238E27FC236}">
                    <a16:creationId xmlns:a16="http://schemas.microsoft.com/office/drawing/2014/main" id="{16CCD9ED-3CF8-4CB3-8B34-DB633E2670F4}"/>
                  </a:ext>
                </a:extLst>
              </p:cNvPr>
              <p:cNvSpPr>
                <a:spLocks noGrp="1"/>
              </p:cNvSpPr>
              <p:nvPr/>
            </p:nvSpPr>
            <p:spPr>
              <a:xfrm>
                <a:off x="1987153"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748" name="equation_744" descr="3">
                <a:extLst>
                  <a:ext uri="{FF2B5EF4-FFF2-40B4-BE49-F238E27FC236}">
                    <a16:creationId xmlns:a16="http://schemas.microsoft.com/office/drawing/2014/main" id="{16CCD9ED-3CF8-4CB3-8B34-DB633E2670F4}"/>
                  </a:ext>
                </a:extLst>
              </p:cNvPr>
              <p:cNvSpPr>
                <a:spLocks noGrp="1" noRot="1" noChangeAspect="1" noMove="1" noResize="1" noEditPoints="1" noAdjustHandles="1" noChangeArrowheads="1" noChangeShapeType="1" noTextEdit="1"/>
              </p:cNvSpPr>
              <p:nvPr/>
            </p:nvSpPr>
            <p:spPr>
              <a:xfrm>
                <a:off x="1987153" y="3152775"/>
                <a:ext cx="1123950" cy="323850"/>
              </a:xfrm>
              <a:prstGeom prst="rect">
                <a:avLst/>
              </a:prstGeom>
              <a:blipFill>
                <a:blip r:embed="rId43"/>
                <a:stretch>
                  <a:fillRect b="-13208"/>
                </a:stretch>
              </a:blipFill>
              <a:ln w="0">
                <a:noFill/>
              </a:ln>
            </p:spPr>
            <p:txBody>
              <a:bodyPr/>
              <a:lstStyle/>
              <a:p>
                <a:r>
                  <a:rPr lang="it-IT">
                    <a:noFill/>
                  </a:rPr>
                  <a:t> </a:t>
                </a:r>
              </a:p>
            </p:txBody>
          </p:sp>
        </mc:Fallback>
      </mc:AlternateContent>
      <p:sp>
        <p:nvSpPr>
          <p:cNvPr id="749" name="line_745">
            <a:extLst>
              <a:ext uri="{FF2B5EF4-FFF2-40B4-BE49-F238E27FC236}">
                <a16:creationId xmlns:a16="http://schemas.microsoft.com/office/drawing/2014/main" id="{E249B9AF-345E-44A8-B567-506E6779BA31}"/>
              </a:ext>
            </a:extLst>
          </p:cNvPr>
          <p:cNvSpPr>
            <a:spLocks noGrp="1"/>
          </p:cNvSpPr>
          <p:nvPr/>
        </p:nvSpPr>
        <p:spPr>
          <a:xfrm>
            <a:off x="1571625" y="3143250"/>
            <a:ext cx="358378" cy="476"/>
          </a:xfrm>
          <a:prstGeom prst="line">
            <a:avLst/>
          </a:prstGeom>
          <a:noFill/>
          <a:ln w="13335">
            <a:solidFill>
              <a:srgbClr val="A5AAB0"/>
            </a:solidFill>
            <a:tailEnd type="triangle" w="sm" len="sm"/>
          </a:ln>
        </p:spPr>
        <p:txBody>
          <a:bodyPr/>
          <a:lstStyle/>
          <a:p>
            <a:endParaRPr lang="it-IT"/>
          </a:p>
        </p:txBody>
      </p:sp>
      <p:sp>
        <p:nvSpPr>
          <p:cNvPr id="750" name="text_746">
            <a:extLst>
              <a:ext uri="{FF2B5EF4-FFF2-40B4-BE49-F238E27FC236}">
                <a16:creationId xmlns:a16="http://schemas.microsoft.com/office/drawing/2014/main" id="{784400BB-00CE-4C18-B265-69490B9D546F}"/>
              </a:ext>
            </a:extLst>
          </p:cNvPr>
          <p:cNvSpPr>
            <a:spLocks noGrp="1"/>
          </p:cNvSpPr>
          <p:nvPr/>
        </p:nvSpPr>
        <p:spPr>
          <a:xfrm>
            <a:off x="1377553"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751" name="note_box_747">
            <a:extLst>
              <a:ext uri="{FF2B5EF4-FFF2-40B4-BE49-F238E27FC236}">
                <a16:creationId xmlns:a16="http://schemas.microsoft.com/office/drawing/2014/main" id="{EC6CBA94-5494-4B13-AB4B-C992960CE396}"/>
              </a:ext>
            </a:extLst>
          </p:cNvPr>
          <p:cNvSpPr>
            <a:spLocks noGrp="1"/>
          </p:cNvSpPr>
          <p:nvPr/>
        </p:nvSpPr>
        <p:spPr>
          <a:xfrm>
            <a:off x="3564731"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52" name="equation_748" descr="\phi_1(x)">
                <a:extLst>
                  <a:ext uri="{FF2B5EF4-FFF2-40B4-BE49-F238E27FC236}">
                    <a16:creationId xmlns:a16="http://schemas.microsoft.com/office/drawing/2014/main" id="{27B7D246-8334-4D31-8A4C-8D0091AEF9EB}"/>
                  </a:ext>
                </a:extLst>
              </p:cNvPr>
              <p:cNvSpPr>
                <a:spLocks noGrp="1"/>
              </p:cNvSpPr>
              <p:nvPr/>
            </p:nvSpPr>
            <p:spPr>
              <a:xfrm>
                <a:off x="3583781"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1</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dirty="0"/>
              </a:p>
            </p:txBody>
          </p:sp>
        </mc:Choice>
        <mc:Fallback xmlns="">
          <p:sp>
            <p:nvSpPr>
              <p:cNvPr id="752" name="equation_748" descr="\phi_1(x)">
                <a:extLst>
                  <a:ext uri="{FF2B5EF4-FFF2-40B4-BE49-F238E27FC236}">
                    <a16:creationId xmlns:a16="http://schemas.microsoft.com/office/drawing/2014/main" id="{27B7D246-8334-4D31-8A4C-8D0091AEF9EB}"/>
                  </a:ext>
                </a:extLst>
              </p:cNvPr>
              <p:cNvSpPr>
                <a:spLocks noGrp="1" noRot="1" noChangeAspect="1" noMove="1" noResize="1" noEditPoints="1" noAdjustHandles="1" noChangeArrowheads="1" noChangeShapeType="1" noTextEdit="1"/>
              </p:cNvSpPr>
              <p:nvPr/>
            </p:nvSpPr>
            <p:spPr>
              <a:xfrm>
                <a:off x="3583781" y="2800350"/>
                <a:ext cx="1123950" cy="342900"/>
              </a:xfrm>
              <a:prstGeom prst="rect">
                <a:avLst/>
              </a:prstGeom>
              <a:blipFill>
                <a:blip r:embed="rId80"/>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53" name="equation_749" descr="3">
                <a:extLst>
                  <a:ext uri="{FF2B5EF4-FFF2-40B4-BE49-F238E27FC236}">
                    <a16:creationId xmlns:a16="http://schemas.microsoft.com/office/drawing/2014/main" id="{65666697-B056-40C1-8E86-5E1359AA4986}"/>
                  </a:ext>
                </a:extLst>
              </p:cNvPr>
              <p:cNvSpPr>
                <a:spLocks noGrp="1"/>
              </p:cNvSpPr>
              <p:nvPr/>
            </p:nvSpPr>
            <p:spPr>
              <a:xfrm>
                <a:off x="3583781"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3</m:t>
                      </m:r>
                    </m:oMath>
                  </m:oMathPara>
                </a14:m>
                <a:endParaRPr lang="en-GB" sz="2400"/>
              </a:p>
            </p:txBody>
          </p:sp>
        </mc:Choice>
        <mc:Fallback xmlns="">
          <p:sp>
            <p:nvSpPr>
              <p:cNvPr id="753" name="equation_749" descr="3">
                <a:extLst>
                  <a:ext uri="{FF2B5EF4-FFF2-40B4-BE49-F238E27FC236}">
                    <a16:creationId xmlns:a16="http://schemas.microsoft.com/office/drawing/2014/main" id="{65666697-B056-40C1-8E86-5E1359AA4986}"/>
                  </a:ext>
                </a:extLst>
              </p:cNvPr>
              <p:cNvSpPr>
                <a:spLocks noGrp="1" noRot="1" noChangeAspect="1" noMove="1" noResize="1" noEditPoints="1" noAdjustHandles="1" noChangeArrowheads="1" noChangeShapeType="1" noTextEdit="1"/>
              </p:cNvSpPr>
              <p:nvPr/>
            </p:nvSpPr>
            <p:spPr>
              <a:xfrm>
                <a:off x="3583781" y="3152775"/>
                <a:ext cx="1123950" cy="323850"/>
              </a:xfrm>
              <a:prstGeom prst="rect">
                <a:avLst/>
              </a:prstGeom>
              <a:blipFill>
                <a:blip r:embed="rId53"/>
                <a:stretch>
                  <a:fillRect b="-13208"/>
                </a:stretch>
              </a:blipFill>
              <a:ln w="0">
                <a:noFill/>
              </a:ln>
            </p:spPr>
            <p:txBody>
              <a:bodyPr/>
              <a:lstStyle/>
              <a:p>
                <a:r>
                  <a:rPr lang="it-IT">
                    <a:noFill/>
                  </a:rPr>
                  <a:t> </a:t>
                </a:r>
              </a:p>
            </p:txBody>
          </p:sp>
        </mc:Fallback>
      </mc:AlternateContent>
      <p:sp>
        <p:nvSpPr>
          <p:cNvPr id="754" name="line_750">
            <a:extLst>
              <a:ext uri="{FF2B5EF4-FFF2-40B4-BE49-F238E27FC236}">
                <a16:creationId xmlns:a16="http://schemas.microsoft.com/office/drawing/2014/main" id="{8BEF2414-DACE-49E0-A2C6-DC829A601FD9}"/>
              </a:ext>
            </a:extLst>
          </p:cNvPr>
          <p:cNvSpPr>
            <a:spLocks noGrp="1"/>
          </p:cNvSpPr>
          <p:nvPr/>
        </p:nvSpPr>
        <p:spPr>
          <a:xfrm>
            <a:off x="3168253" y="3143250"/>
            <a:ext cx="358378" cy="476"/>
          </a:xfrm>
          <a:prstGeom prst="line">
            <a:avLst/>
          </a:prstGeom>
          <a:noFill/>
          <a:ln w="13335">
            <a:solidFill>
              <a:srgbClr val="A5AAB0"/>
            </a:solidFill>
            <a:tailEnd type="triangle" w="sm" len="sm"/>
          </a:ln>
        </p:spPr>
        <p:txBody>
          <a:bodyPr/>
          <a:lstStyle/>
          <a:p>
            <a:endParaRPr lang="it-IT"/>
          </a:p>
        </p:txBody>
      </p:sp>
      <p:sp>
        <p:nvSpPr>
          <p:cNvPr id="755" name="text_751">
            <a:extLst>
              <a:ext uri="{FF2B5EF4-FFF2-40B4-BE49-F238E27FC236}">
                <a16:creationId xmlns:a16="http://schemas.microsoft.com/office/drawing/2014/main" id="{DEA025B0-13BD-4AC6-9C5E-C3A21786EF0F}"/>
              </a:ext>
            </a:extLst>
          </p:cNvPr>
          <p:cNvSpPr>
            <a:spLocks noGrp="1"/>
          </p:cNvSpPr>
          <p:nvPr/>
        </p:nvSpPr>
        <p:spPr>
          <a:xfrm>
            <a:off x="2974181"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756" name="note_box_752">
            <a:extLst>
              <a:ext uri="{FF2B5EF4-FFF2-40B4-BE49-F238E27FC236}">
                <a16:creationId xmlns:a16="http://schemas.microsoft.com/office/drawing/2014/main" id="{5F6F9253-939B-4586-A269-B17421FA559E}"/>
              </a:ext>
            </a:extLst>
          </p:cNvPr>
          <p:cNvSpPr>
            <a:spLocks noGrp="1"/>
          </p:cNvSpPr>
          <p:nvPr/>
        </p:nvSpPr>
        <p:spPr>
          <a:xfrm>
            <a:off x="5161359"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57" name="equation_753" descr="a_2(x)">
                <a:extLst>
                  <a:ext uri="{FF2B5EF4-FFF2-40B4-BE49-F238E27FC236}">
                    <a16:creationId xmlns:a16="http://schemas.microsoft.com/office/drawing/2014/main" id="{997601B1-1829-4B9B-A3CF-0822D64640DA}"/>
                  </a:ext>
                </a:extLst>
              </p:cNvPr>
              <p:cNvSpPr>
                <a:spLocks noGrp="1"/>
              </p:cNvSpPr>
              <p:nvPr/>
            </p:nvSpPr>
            <p:spPr>
              <a:xfrm>
                <a:off x="5180409"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𝑎</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dirty="0"/>
              </a:p>
            </p:txBody>
          </p:sp>
        </mc:Choice>
        <mc:Fallback xmlns="">
          <p:sp>
            <p:nvSpPr>
              <p:cNvPr id="757" name="equation_753" descr="a_2(x)">
                <a:extLst>
                  <a:ext uri="{FF2B5EF4-FFF2-40B4-BE49-F238E27FC236}">
                    <a16:creationId xmlns:a16="http://schemas.microsoft.com/office/drawing/2014/main" id="{997601B1-1829-4B9B-A3CF-0822D64640DA}"/>
                  </a:ext>
                </a:extLst>
              </p:cNvPr>
              <p:cNvSpPr>
                <a:spLocks noGrp="1" noRot="1" noChangeAspect="1" noMove="1" noResize="1" noEditPoints="1" noAdjustHandles="1" noChangeArrowheads="1" noChangeShapeType="1" noTextEdit="1"/>
              </p:cNvSpPr>
              <p:nvPr/>
            </p:nvSpPr>
            <p:spPr>
              <a:xfrm>
                <a:off x="5180409" y="2800350"/>
                <a:ext cx="1123950" cy="342900"/>
              </a:xfrm>
              <a:prstGeom prst="rect">
                <a:avLst/>
              </a:prstGeom>
              <a:blipFill>
                <a:blip r:embed="rId81"/>
                <a:stretch>
                  <a:fillRect b="-1228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58" name="equation_754" descr="5">
                <a:extLst>
                  <a:ext uri="{FF2B5EF4-FFF2-40B4-BE49-F238E27FC236}">
                    <a16:creationId xmlns:a16="http://schemas.microsoft.com/office/drawing/2014/main" id="{32FE4B0A-DEB1-46B4-B128-44D72072E95D}"/>
                  </a:ext>
                </a:extLst>
              </p:cNvPr>
              <p:cNvSpPr>
                <a:spLocks noGrp="1"/>
              </p:cNvSpPr>
              <p:nvPr/>
            </p:nvSpPr>
            <p:spPr>
              <a:xfrm>
                <a:off x="5180409"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758" name="equation_754" descr="5">
                <a:extLst>
                  <a:ext uri="{FF2B5EF4-FFF2-40B4-BE49-F238E27FC236}">
                    <a16:creationId xmlns:a16="http://schemas.microsoft.com/office/drawing/2014/main" id="{32FE4B0A-DEB1-46B4-B128-44D72072E95D}"/>
                  </a:ext>
                </a:extLst>
              </p:cNvPr>
              <p:cNvSpPr>
                <a:spLocks noGrp="1" noRot="1" noChangeAspect="1" noMove="1" noResize="1" noEditPoints="1" noAdjustHandles="1" noChangeArrowheads="1" noChangeShapeType="1" noTextEdit="1"/>
              </p:cNvSpPr>
              <p:nvPr/>
            </p:nvSpPr>
            <p:spPr>
              <a:xfrm>
                <a:off x="5180409" y="3152775"/>
                <a:ext cx="1123950" cy="323850"/>
              </a:xfrm>
              <a:prstGeom prst="rect">
                <a:avLst/>
              </a:prstGeom>
              <a:blipFill>
                <a:blip r:embed="rId61"/>
                <a:stretch>
                  <a:fillRect t="-5660" b="-15094"/>
                </a:stretch>
              </a:blipFill>
              <a:ln w="0">
                <a:noFill/>
              </a:ln>
            </p:spPr>
            <p:txBody>
              <a:bodyPr/>
              <a:lstStyle/>
              <a:p>
                <a:r>
                  <a:rPr lang="it-IT">
                    <a:noFill/>
                  </a:rPr>
                  <a:t> </a:t>
                </a:r>
              </a:p>
            </p:txBody>
          </p:sp>
        </mc:Fallback>
      </mc:AlternateContent>
      <p:sp>
        <p:nvSpPr>
          <p:cNvPr id="759" name="line_755">
            <a:extLst>
              <a:ext uri="{FF2B5EF4-FFF2-40B4-BE49-F238E27FC236}">
                <a16:creationId xmlns:a16="http://schemas.microsoft.com/office/drawing/2014/main" id="{1D76024F-D76C-47BF-B821-371C52B3E15C}"/>
              </a:ext>
            </a:extLst>
          </p:cNvPr>
          <p:cNvSpPr>
            <a:spLocks noGrp="1"/>
          </p:cNvSpPr>
          <p:nvPr/>
        </p:nvSpPr>
        <p:spPr>
          <a:xfrm>
            <a:off x="4764881" y="3143250"/>
            <a:ext cx="358378" cy="476"/>
          </a:xfrm>
          <a:prstGeom prst="line">
            <a:avLst/>
          </a:prstGeom>
          <a:noFill/>
          <a:ln w="13335">
            <a:solidFill>
              <a:srgbClr val="A5AAB0"/>
            </a:solidFill>
            <a:tailEnd type="triangle" w="sm" len="sm"/>
          </a:ln>
        </p:spPr>
        <p:txBody>
          <a:bodyPr/>
          <a:lstStyle/>
          <a:p>
            <a:endParaRPr lang="it-IT"/>
          </a:p>
        </p:txBody>
      </p:sp>
      <p:sp>
        <p:nvSpPr>
          <p:cNvPr id="760" name="text_756">
            <a:extLst>
              <a:ext uri="{FF2B5EF4-FFF2-40B4-BE49-F238E27FC236}">
                <a16:creationId xmlns:a16="http://schemas.microsoft.com/office/drawing/2014/main" id="{C212C25A-A5E6-4E4B-B537-72F110007ABF}"/>
              </a:ext>
            </a:extLst>
          </p:cNvPr>
          <p:cNvSpPr>
            <a:spLocks noGrp="1"/>
          </p:cNvSpPr>
          <p:nvPr/>
        </p:nvSpPr>
        <p:spPr>
          <a:xfrm>
            <a:off x="4570809"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761" name="note_box_757">
            <a:extLst>
              <a:ext uri="{FF2B5EF4-FFF2-40B4-BE49-F238E27FC236}">
                <a16:creationId xmlns:a16="http://schemas.microsoft.com/office/drawing/2014/main" id="{A518D3A5-CB5F-4CDD-980D-BC7E4FDFF1B8}"/>
              </a:ext>
            </a:extLst>
          </p:cNvPr>
          <p:cNvSpPr>
            <a:spLocks noGrp="1"/>
          </p:cNvSpPr>
          <p:nvPr/>
        </p:nvSpPr>
        <p:spPr>
          <a:xfrm>
            <a:off x="6757988" y="2771775"/>
            <a:ext cx="1162050" cy="74295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62" name="equation_758" descr="\phi_2(x)">
                <a:extLst>
                  <a:ext uri="{FF2B5EF4-FFF2-40B4-BE49-F238E27FC236}">
                    <a16:creationId xmlns:a16="http://schemas.microsoft.com/office/drawing/2014/main" id="{32634030-3E5C-49A8-8B98-55720848A65B}"/>
                  </a:ext>
                </a:extLst>
              </p:cNvPr>
              <p:cNvSpPr>
                <a:spLocks noGrp="1"/>
              </p:cNvSpPr>
              <p:nvPr/>
            </p:nvSpPr>
            <p:spPr>
              <a:xfrm>
                <a:off x="6777038"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5AAB0"/>
                              </a:solidFill>
                              <a:latin typeface="Cambria Math"/>
                              <a:ea typeface="Cambria Math"/>
                              <a:cs typeface="Cambria Math"/>
                            </a:rPr>
                          </m:ctrlPr>
                        </m:sSubPr>
                        <m:e>
                          <m:r>
                            <a:rPr lang="en-GB" sz="2200">
                              <a:solidFill>
                                <a:srgbClr val="A5AAB0"/>
                              </a:solidFill>
                              <a:latin typeface="Cambria Math"/>
                              <a:ea typeface="Cambria Math"/>
                              <a:cs typeface="Cambria Math"/>
                            </a:rPr>
                            <m:t>𝜙</m:t>
                          </m:r>
                        </m:e>
                        <m:sub>
                          <m:r>
                            <a:rPr lang="en-GB" sz="2200">
                              <a:solidFill>
                                <a:srgbClr val="A5AAB0"/>
                              </a:solidFill>
                              <a:latin typeface="Cambria Math"/>
                              <a:ea typeface="Cambria Math"/>
                              <a:cs typeface="Cambria Math"/>
                            </a:rPr>
                            <m:t>2</m:t>
                          </m:r>
                        </m:sub>
                      </m:sSub>
                      <m:d>
                        <m:dPr>
                          <m:ctrlPr>
                            <a:rPr lang="en-GB" sz="2200">
                              <a:solidFill>
                                <a:srgbClr val="A5AAB0"/>
                              </a:solidFill>
                              <a:latin typeface="Cambria Math"/>
                              <a:ea typeface="Cambria Math"/>
                              <a:cs typeface="Cambria Math"/>
                            </a:rPr>
                          </m:ctrlPr>
                        </m:dPr>
                        <m:e>
                          <m:r>
                            <a:rPr lang="en-GB" sz="2200">
                              <a:solidFill>
                                <a:srgbClr val="A5AAB0"/>
                              </a:solidFill>
                              <a:latin typeface="Cambria Math"/>
                              <a:ea typeface="Cambria Math"/>
                              <a:cs typeface="Cambria Math"/>
                            </a:rPr>
                            <m:t>𝑥</m:t>
                          </m:r>
                        </m:e>
                      </m:d>
                    </m:oMath>
                  </m:oMathPara>
                </a14:m>
                <a:endParaRPr lang="en-GB" sz="2200" dirty="0"/>
              </a:p>
            </p:txBody>
          </p:sp>
        </mc:Choice>
        <mc:Fallback xmlns="">
          <p:sp>
            <p:nvSpPr>
              <p:cNvPr id="762" name="equation_758" descr="\phi_2(x)">
                <a:extLst>
                  <a:ext uri="{FF2B5EF4-FFF2-40B4-BE49-F238E27FC236}">
                    <a16:creationId xmlns:a16="http://schemas.microsoft.com/office/drawing/2014/main" id="{32634030-3E5C-49A8-8B98-55720848A65B}"/>
                  </a:ext>
                </a:extLst>
              </p:cNvPr>
              <p:cNvSpPr>
                <a:spLocks noGrp="1" noRot="1" noChangeAspect="1" noMove="1" noResize="1" noEditPoints="1" noAdjustHandles="1" noChangeArrowheads="1" noChangeShapeType="1" noTextEdit="1"/>
              </p:cNvSpPr>
              <p:nvPr/>
            </p:nvSpPr>
            <p:spPr>
              <a:xfrm>
                <a:off x="6777038" y="2800350"/>
                <a:ext cx="1123950" cy="342900"/>
              </a:xfrm>
              <a:prstGeom prst="rect">
                <a:avLst/>
              </a:prstGeom>
              <a:blipFill>
                <a:blip r:embed="rId82"/>
                <a:stretch>
                  <a:fillRect b="-315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63" name="equation_759" descr="5">
                <a:extLst>
                  <a:ext uri="{FF2B5EF4-FFF2-40B4-BE49-F238E27FC236}">
                    <a16:creationId xmlns:a16="http://schemas.microsoft.com/office/drawing/2014/main" id="{3DCE0FB8-745B-4063-8836-2D448E077B65}"/>
                  </a:ext>
                </a:extLst>
              </p:cNvPr>
              <p:cNvSpPr>
                <a:spLocks noGrp="1"/>
              </p:cNvSpPr>
              <p:nvPr/>
            </p:nvSpPr>
            <p:spPr>
              <a:xfrm>
                <a:off x="6777038"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5AAB0"/>
                          </a:solidFill>
                          <a:latin typeface="Cambria Math"/>
                          <a:ea typeface="Cambria Math"/>
                          <a:cs typeface="Cambria Math"/>
                        </a:rPr>
                        <m:t>5</m:t>
                      </m:r>
                    </m:oMath>
                  </m:oMathPara>
                </a14:m>
                <a:endParaRPr lang="en-GB" sz="2400"/>
              </a:p>
            </p:txBody>
          </p:sp>
        </mc:Choice>
        <mc:Fallback xmlns="">
          <p:sp>
            <p:nvSpPr>
              <p:cNvPr id="763" name="equation_759" descr="5">
                <a:extLst>
                  <a:ext uri="{FF2B5EF4-FFF2-40B4-BE49-F238E27FC236}">
                    <a16:creationId xmlns:a16="http://schemas.microsoft.com/office/drawing/2014/main" id="{3DCE0FB8-745B-4063-8836-2D448E077B65}"/>
                  </a:ext>
                </a:extLst>
              </p:cNvPr>
              <p:cNvSpPr>
                <a:spLocks noGrp="1" noRot="1" noChangeAspect="1" noMove="1" noResize="1" noEditPoints="1" noAdjustHandles="1" noChangeArrowheads="1" noChangeShapeType="1" noTextEdit="1"/>
              </p:cNvSpPr>
              <p:nvPr/>
            </p:nvSpPr>
            <p:spPr>
              <a:xfrm>
                <a:off x="6777038" y="3152775"/>
                <a:ext cx="1123950" cy="323850"/>
              </a:xfrm>
              <a:prstGeom prst="rect">
                <a:avLst/>
              </a:prstGeom>
              <a:blipFill>
                <a:blip r:embed="rId71"/>
                <a:stretch>
                  <a:fillRect t="-5660" b="-15094"/>
                </a:stretch>
              </a:blipFill>
              <a:ln w="0">
                <a:noFill/>
              </a:ln>
            </p:spPr>
            <p:txBody>
              <a:bodyPr/>
              <a:lstStyle/>
              <a:p>
                <a:r>
                  <a:rPr lang="it-IT">
                    <a:noFill/>
                  </a:rPr>
                  <a:t> </a:t>
                </a:r>
              </a:p>
            </p:txBody>
          </p:sp>
        </mc:Fallback>
      </mc:AlternateContent>
      <p:sp>
        <p:nvSpPr>
          <p:cNvPr id="764" name="line_760">
            <a:extLst>
              <a:ext uri="{FF2B5EF4-FFF2-40B4-BE49-F238E27FC236}">
                <a16:creationId xmlns:a16="http://schemas.microsoft.com/office/drawing/2014/main" id="{A5B2F90E-F8AF-4988-B312-6F029FE5EB91}"/>
              </a:ext>
            </a:extLst>
          </p:cNvPr>
          <p:cNvSpPr>
            <a:spLocks noGrp="1"/>
          </p:cNvSpPr>
          <p:nvPr/>
        </p:nvSpPr>
        <p:spPr>
          <a:xfrm>
            <a:off x="6361509" y="3143250"/>
            <a:ext cx="358378" cy="476"/>
          </a:xfrm>
          <a:prstGeom prst="line">
            <a:avLst/>
          </a:prstGeom>
          <a:noFill/>
          <a:ln w="13335">
            <a:solidFill>
              <a:srgbClr val="A5AAB0"/>
            </a:solidFill>
            <a:tailEnd type="triangle" w="sm" len="sm"/>
          </a:ln>
        </p:spPr>
        <p:txBody>
          <a:bodyPr/>
          <a:lstStyle/>
          <a:p>
            <a:endParaRPr lang="it-IT"/>
          </a:p>
        </p:txBody>
      </p:sp>
      <p:sp>
        <p:nvSpPr>
          <p:cNvPr id="765" name="text_761">
            <a:extLst>
              <a:ext uri="{FF2B5EF4-FFF2-40B4-BE49-F238E27FC236}">
                <a16:creationId xmlns:a16="http://schemas.microsoft.com/office/drawing/2014/main" id="{0CC3ECC8-1821-47B2-B33D-6F73C28BBF46}"/>
              </a:ext>
            </a:extLst>
          </p:cNvPr>
          <p:cNvSpPr>
            <a:spLocks noGrp="1"/>
          </p:cNvSpPr>
          <p:nvPr/>
        </p:nvSpPr>
        <p:spPr>
          <a:xfrm>
            <a:off x="6167438"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ReLU</a:t>
            </a:r>
          </a:p>
        </p:txBody>
      </p:sp>
      <p:sp>
        <p:nvSpPr>
          <p:cNvPr id="766" name="note_box_762">
            <a:extLst>
              <a:ext uri="{FF2B5EF4-FFF2-40B4-BE49-F238E27FC236}">
                <a16:creationId xmlns:a16="http://schemas.microsoft.com/office/drawing/2014/main" id="{2863696E-725B-43BE-863A-24397D86AB14}"/>
              </a:ext>
            </a:extLst>
          </p:cNvPr>
          <p:cNvSpPr>
            <a:spLocks noGrp="1"/>
          </p:cNvSpPr>
          <p:nvPr/>
        </p:nvSpPr>
        <p:spPr>
          <a:xfrm>
            <a:off x="8354616" y="2771775"/>
            <a:ext cx="1162050" cy="742950"/>
          </a:xfrm>
          <a:prstGeom prst="roundRect">
            <a:avLst>
              <a:gd name="adj" fmla="val 5000"/>
            </a:avLst>
          </a:prstGeom>
          <a:solidFill>
            <a:srgbClr val="FFFFFF"/>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67" name="equation_763" descr="a_3(x)">
                <a:extLst>
                  <a:ext uri="{FF2B5EF4-FFF2-40B4-BE49-F238E27FC236}">
                    <a16:creationId xmlns:a16="http://schemas.microsoft.com/office/drawing/2014/main" id="{BC697F01-E40D-49F5-83D6-D5D0DC8B74F9}"/>
                  </a:ext>
                </a:extLst>
              </p:cNvPr>
              <p:cNvSpPr>
                <a:spLocks noGrp="1"/>
              </p:cNvSpPr>
              <p:nvPr/>
            </p:nvSpPr>
            <p:spPr>
              <a:xfrm>
                <a:off x="8373666"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235C99"/>
                              </a:solidFill>
                              <a:latin typeface="Cambria Math"/>
                              <a:ea typeface="Cambria Math"/>
                              <a:cs typeface="Cambria Math"/>
                            </a:rPr>
                          </m:ctrlPr>
                        </m:sSubPr>
                        <m:e>
                          <m:r>
                            <a:rPr lang="en-GB" sz="2200">
                              <a:solidFill>
                                <a:srgbClr val="235C99"/>
                              </a:solidFill>
                              <a:latin typeface="Cambria Math"/>
                              <a:ea typeface="Cambria Math"/>
                              <a:cs typeface="Cambria Math"/>
                            </a:rPr>
                            <m:t>𝑎</m:t>
                          </m:r>
                        </m:e>
                        <m:sub>
                          <m:r>
                            <a:rPr lang="en-GB" sz="2200">
                              <a:solidFill>
                                <a:srgbClr val="235C99"/>
                              </a:solidFill>
                              <a:latin typeface="Cambria Math"/>
                              <a:ea typeface="Cambria Math"/>
                              <a:cs typeface="Cambria Math"/>
                            </a:rPr>
                            <m:t>3</m:t>
                          </m:r>
                        </m:sub>
                      </m:sSub>
                      <m:d>
                        <m:dPr>
                          <m:ctrlPr>
                            <a:rPr lang="en-GB" sz="2200">
                              <a:solidFill>
                                <a:srgbClr val="235C99"/>
                              </a:solidFill>
                              <a:latin typeface="Cambria Math"/>
                              <a:ea typeface="Cambria Math"/>
                              <a:cs typeface="Cambria Math"/>
                            </a:rPr>
                          </m:ctrlPr>
                        </m:dPr>
                        <m:e>
                          <m:r>
                            <a:rPr lang="en-GB" sz="2200">
                              <a:solidFill>
                                <a:srgbClr val="235C99"/>
                              </a:solidFill>
                              <a:latin typeface="Cambria Math"/>
                              <a:ea typeface="Cambria Math"/>
                              <a:cs typeface="Cambria Math"/>
                            </a:rPr>
                            <m:t>𝑥</m:t>
                          </m:r>
                        </m:e>
                      </m:d>
                    </m:oMath>
                  </m:oMathPara>
                </a14:m>
                <a:endParaRPr lang="en-GB" sz="2200" dirty="0"/>
              </a:p>
            </p:txBody>
          </p:sp>
        </mc:Choice>
        <mc:Fallback xmlns="">
          <p:sp>
            <p:nvSpPr>
              <p:cNvPr id="767" name="equation_763" descr="a_3(x)">
                <a:extLst>
                  <a:ext uri="{FF2B5EF4-FFF2-40B4-BE49-F238E27FC236}">
                    <a16:creationId xmlns:a16="http://schemas.microsoft.com/office/drawing/2014/main" id="{BC697F01-E40D-49F5-83D6-D5D0DC8B74F9}"/>
                  </a:ext>
                </a:extLst>
              </p:cNvPr>
              <p:cNvSpPr>
                <a:spLocks noGrp="1" noRot="1" noChangeAspect="1" noMove="1" noResize="1" noEditPoints="1" noAdjustHandles="1" noChangeArrowheads="1" noChangeShapeType="1" noTextEdit="1"/>
              </p:cNvSpPr>
              <p:nvPr/>
            </p:nvSpPr>
            <p:spPr>
              <a:xfrm>
                <a:off x="8373666" y="2800350"/>
                <a:ext cx="1123950" cy="342900"/>
              </a:xfrm>
              <a:prstGeom prst="rect">
                <a:avLst/>
              </a:prstGeom>
              <a:blipFill>
                <a:blip r:embed="rId83"/>
                <a:stretch>
                  <a:fillRect b="-1228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68" name="equation_764" descr="-3">
                <a:extLst>
                  <a:ext uri="{FF2B5EF4-FFF2-40B4-BE49-F238E27FC236}">
                    <a16:creationId xmlns:a16="http://schemas.microsoft.com/office/drawing/2014/main" id="{E5C36397-63E8-4B69-9105-806D604649BF}"/>
                  </a:ext>
                </a:extLst>
              </p:cNvPr>
              <p:cNvSpPr>
                <a:spLocks noGrp="1"/>
              </p:cNvSpPr>
              <p:nvPr/>
            </p:nvSpPr>
            <p:spPr>
              <a:xfrm>
                <a:off x="8373666"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235C99"/>
                          </a:solidFill>
                          <a:latin typeface="Cambria Math"/>
                          <a:ea typeface="Cambria Math"/>
                          <a:cs typeface="Cambria Math"/>
                        </a:rPr>
                        <m:t>−3</m:t>
                      </m:r>
                    </m:oMath>
                  </m:oMathPara>
                </a14:m>
                <a:endParaRPr lang="en-GB" sz="2400"/>
              </a:p>
            </p:txBody>
          </p:sp>
        </mc:Choice>
        <mc:Fallback xmlns="">
          <p:sp>
            <p:nvSpPr>
              <p:cNvPr id="768" name="equation_764" descr="-3">
                <a:extLst>
                  <a:ext uri="{FF2B5EF4-FFF2-40B4-BE49-F238E27FC236}">
                    <a16:creationId xmlns:a16="http://schemas.microsoft.com/office/drawing/2014/main" id="{E5C36397-63E8-4B69-9105-806D604649BF}"/>
                  </a:ext>
                </a:extLst>
              </p:cNvPr>
              <p:cNvSpPr>
                <a:spLocks noGrp="1" noRot="1" noChangeAspect="1" noMove="1" noResize="1" noEditPoints="1" noAdjustHandles="1" noChangeArrowheads="1" noChangeShapeType="1" noTextEdit="1"/>
              </p:cNvSpPr>
              <p:nvPr/>
            </p:nvSpPr>
            <p:spPr>
              <a:xfrm>
                <a:off x="8373666" y="3152775"/>
                <a:ext cx="1123950" cy="323850"/>
              </a:xfrm>
              <a:prstGeom prst="rect">
                <a:avLst/>
              </a:prstGeom>
              <a:blipFill>
                <a:blip r:embed="rId73"/>
                <a:stretch>
                  <a:fillRect b="-13208"/>
                </a:stretch>
              </a:blipFill>
              <a:ln w="0">
                <a:noFill/>
              </a:ln>
            </p:spPr>
            <p:txBody>
              <a:bodyPr/>
              <a:lstStyle/>
              <a:p>
                <a:r>
                  <a:rPr lang="it-IT">
                    <a:noFill/>
                  </a:rPr>
                  <a:t> </a:t>
                </a:r>
              </a:p>
            </p:txBody>
          </p:sp>
        </mc:Fallback>
      </mc:AlternateContent>
      <p:sp>
        <p:nvSpPr>
          <p:cNvPr id="769" name="line_765">
            <a:extLst>
              <a:ext uri="{FF2B5EF4-FFF2-40B4-BE49-F238E27FC236}">
                <a16:creationId xmlns:a16="http://schemas.microsoft.com/office/drawing/2014/main" id="{DC647D91-5EDA-4258-A948-B5992938F2B6}"/>
              </a:ext>
            </a:extLst>
          </p:cNvPr>
          <p:cNvSpPr>
            <a:spLocks noGrp="1"/>
          </p:cNvSpPr>
          <p:nvPr/>
        </p:nvSpPr>
        <p:spPr>
          <a:xfrm>
            <a:off x="7958138" y="3143250"/>
            <a:ext cx="358378" cy="476"/>
          </a:xfrm>
          <a:prstGeom prst="line">
            <a:avLst/>
          </a:prstGeom>
          <a:noFill/>
          <a:ln w="13335">
            <a:solidFill>
              <a:srgbClr val="A5AAB0"/>
            </a:solidFill>
            <a:tailEnd type="triangle" w="sm" len="sm"/>
          </a:ln>
        </p:spPr>
        <p:txBody>
          <a:bodyPr/>
          <a:lstStyle/>
          <a:p>
            <a:endParaRPr lang="it-IT"/>
          </a:p>
        </p:txBody>
      </p:sp>
      <p:sp>
        <p:nvSpPr>
          <p:cNvPr id="770" name="text_766">
            <a:extLst>
              <a:ext uri="{FF2B5EF4-FFF2-40B4-BE49-F238E27FC236}">
                <a16:creationId xmlns:a16="http://schemas.microsoft.com/office/drawing/2014/main" id="{3E007D54-4F90-47F0-ADBE-600235F6DAF2}"/>
              </a:ext>
            </a:extLst>
          </p:cNvPr>
          <p:cNvSpPr>
            <a:spLocks noGrp="1"/>
          </p:cNvSpPr>
          <p:nvPr/>
        </p:nvSpPr>
        <p:spPr>
          <a:xfrm>
            <a:off x="7764066" y="2457450"/>
            <a:ext cx="762000" cy="2476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affine</a:t>
            </a:r>
          </a:p>
        </p:txBody>
      </p:sp>
      <p:sp>
        <p:nvSpPr>
          <p:cNvPr id="771" name="note_box_767">
            <a:extLst>
              <a:ext uri="{FF2B5EF4-FFF2-40B4-BE49-F238E27FC236}">
                <a16:creationId xmlns:a16="http://schemas.microsoft.com/office/drawing/2014/main" id="{51A781DE-5C2D-4A78-AE2B-B99250E00C49}"/>
              </a:ext>
            </a:extLst>
          </p:cNvPr>
          <p:cNvSpPr>
            <a:spLocks noGrp="1"/>
          </p:cNvSpPr>
          <p:nvPr/>
        </p:nvSpPr>
        <p:spPr>
          <a:xfrm>
            <a:off x="9951244" y="2771775"/>
            <a:ext cx="1162050" cy="742950"/>
          </a:xfrm>
          <a:prstGeom prst="roundRect">
            <a:avLst>
              <a:gd name="adj" fmla="val 5000"/>
            </a:avLst>
          </a:prstGeom>
          <a:solidFill>
            <a:srgbClr val="FFFFFF"/>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772" name="equation_768" descr="\mathcal{L}_{\mathrm{sq}}">
                <a:extLst>
                  <a:ext uri="{FF2B5EF4-FFF2-40B4-BE49-F238E27FC236}">
                    <a16:creationId xmlns:a16="http://schemas.microsoft.com/office/drawing/2014/main" id="{9CC8A498-2C60-4961-9DF7-A9F3D42F4836}"/>
                  </a:ext>
                </a:extLst>
              </p:cNvPr>
              <p:cNvSpPr>
                <a:spLocks noGrp="1"/>
              </p:cNvSpPr>
              <p:nvPr/>
            </p:nvSpPr>
            <p:spPr>
              <a:xfrm>
                <a:off x="9970294" y="2800350"/>
                <a:ext cx="11239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AB4910"/>
                              </a:solidFill>
                              <a:latin typeface="Cambria Math"/>
                              <a:ea typeface="Cambria Math"/>
                              <a:cs typeface="Cambria Math"/>
                            </a:rPr>
                          </m:ctrlPr>
                        </m:sSubPr>
                        <m:e>
                          <m:r>
                            <a:rPr lang="en-GB" sz="2200">
                              <a:solidFill>
                                <a:srgbClr val="AB4910"/>
                              </a:solidFill>
                              <a:latin typeface="Cambria Math"/>
                              <a:ea typeface="Cambria Math"/>
                              <a:cs typeface="Cambria Math"/>
                            </a:rPr>
                            <m:t>ℒ</m:t>
                          </m:r>
                        </m:e>
                        <m:sub>
                          <m:r>
                            <m:rPr>
                              <m:sty m:val="p"/>
                            </m:rPr>
                            <a:rPr lang="en-GB" sz="2200">
                              <a:solidFill>
                                <a:srgbClr val="AB4910"/>
                              </a:solidFill>
                              <a:latin typeface="Cambria Math"/>
                              <a:ea typeface="Cambria Math"/>
                              <a:cs typeface="Cambria Math"/>
                            </a:rPr>
                            <m:t>sq</m:t>
                          </m:r>
                        </m:sub>
                      </m:sSub>
                      <m:d>
                        <m:dPr>
                          <m:ctrlPr>
                            <a:rPr lang="en-GB" sz="2200">
                              <a:solidFill>
                                <a:srgbClr val="AB4910"/>
                              </a:solidFill>
                              <a:latin typeface="Cambria Math"/>
                              <a:ea typeface="Cambria Math"/>
                              <a:cs typeface="Cambria Math"/>
                            </a:rPr>
                          </m:ctrlPr>
                        </m:dPr>
                        <m:e>
                          <m:r>
                            <a:rPr lang="en-GB" sz="2200">
                              <a:solidFill>
                                <a:srgbClr val="AB4910"/>
                              </a:solidFill>
                              <a:latin typeface="Cambria Math"/>
                              <a:ea typeface="Cambria Math"/>
                              <a:cs typeface="Cambria Math"/>
                            </a:rPr>
                            <m:t>𝛉</m:t>
                          </m:r>
                        </m:e>
                      </m:d>
                    </m:oMath>
                  </m:oMathPara>
                </a14:m>
                <a:endParaRPr lang="en-GB" sz="2200" dirty="0"/>
              </a:p>
            </p:txBody>
          </p:sp>
        </mc:Choice>
        <mc:Fallback xmlns="">
          <p:sp>
            <p:nvSpPr>
              <p:cNvPr id="772" name="equation_768" descr="\mathcal{L}_{\mathrm{sq}}">
                <a:extLst>
                  <a:ext uri="{FF2B5EF4-FFF2-40B4-BE49-F238E27FC236}">
                    <a16:creationId xmlns:a16="http://schemas.microsoft.com/office/drawing/2014/main" id="{9CC8A498-2C60-4961-9DF7-A9F3D42F4836}"/>
                  </a:ext>
                </a:extLst>
              </p:cNvPr>
              <p:cNvSpPr>
                <a:spLocks noGrp="1" noRot="1" noChangeAspect="1" noMove="1" noResize="1" noEditPoints="1" noAdjustHandles="1" noChangeArrowheads="1" noChangeShapeType="1" noTextEdit="1"/>
              </p:cNvSpPr>
              <p:nvPr/>
            </p:nvSpPr>
            <p:spPr>
              <a:xfrm>
                <a:off x="9970294" y="2800350"/>
                <a:ext cx="1123950" cy="342900"/>
              </a:xfrm>
              <a:prstGeom prst="rect">
                <a:avLst/>
              </a:prstGeom>
              <a:blipFill>
                <a:blip r:embed="rId84"/>
                <a:stretch>
                  <a:fillRect b="-2456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73" name="equation_769" descr="1">
                <a:extLst>
                  <a:ext uri="{FF2B5EF4-FFF2-40B4-BE49-F238E27FC236}">
                    <a16:creationId xmlns:a16="http://schemas.microsoft.com/office/drawing/2014/main" id="{C645727A-51F4-4B0B-95D3-90B377449A0E}"/>
                  </a:ext>
                </a:extLst>
              </p:cNvPr>
              <p:cNvSpPr>
                <a:spLocks noGrp="1"/>
              </p:cNvSpPr>
              <p:nvPr/>
            </p:nvSpPr>
            <p:spPr>
              <a:xfrm>
                <a:off x="9970294" y="3152775"/>
                <a:ext cx="11239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1</m:t>
                      </m:r>
                    </m:oMath>
                  </m:oMathPara>
                </a14:m>
                <a:endParaRPr lang="en-GB" sz="2400"/>
              </a:p>
            </p:txBody>
          </p:sp>
        </mc:Choice>
        <mc:Fallback xmlns="">
          <p:sp>
            <p:nvSpPr>
              <p:cNvPr id="773" name="equation_769" descr="1">
                <a:extLst>
                  <a:ext uri="{FF2B5EF4-FFF2-40B4-BE49-F238E27FC236}">
                    <a16:creationId xmlns:a16="http://schemas.microsoft.com/office/drawing/2014/main" id="{C645727A-51F4-4B0B-95D3-90B377449A0E}"/>
                  </a:ext>
                </a:extLst>
              </p:cNvPr>
              <p:cNvSpPr>
                <a:spLocks noGrp="1" noRot="1" noChangeAspect="1" noMove="1" noResize="1" noEditPoints="1" noAdjustHandles="1" noChangeArrowheads="1" noChangeShapeType="1" noTextEdit="1"/>
              </p:cNvSpPr>
              <p:nvPr/>
            </p:nvSpPr>
            <p:spPr>
              <a:xfrm>
                <a:off x="9970294" y="3152775"/>
                <a:ext cx="1123950" cy="323850"/>
              </a:xfrm>
              <a:prstGeom prst="rect">
                <a:avLst/>
              </a:prstGeom>
              <a:blipFill>
                <a:blip r:embed="rId85"/>
                <a:stretch>
                  <a:fillRect b="-13208"/>
                </a:stretch>
              </a:blipFill>
              <a:ln w="0">
                <a:noFill/>
              </a:ln>
            </p:spPr>
            <p:txBody>
              <a:bodyPr/>
              <a:lstStyle/>
              <a:p>
                <a:r>
                  <a:rPr lang="it-IT">
                    <a:noFill/>
                  </a:rPr>
                  <a:t> </a:t>
                </a:r>
              </a:p>
            </p:txBody>
          </p:sp>
        </mc:Fallback>
      </mc:AlternateContent>
      <p:sp>
        <p:nvSpPr>
          <p:cNvPr id="774" name="line_770">
            <a:extLst>
              <a:ext uri="{FF2B5EF4-FFF2-40B4-BE49-F238E27FC236}">
                <a16:creationId xmlns:a16="http://schemas.microsoft.com/office/drawing/2014/main" id="{2589FDCE-3CB5-4249-A672-650E23E8E5BB}"/>
              </a:ext>
            </a:extLst>
          </p:cNvPr>
          <p:cNvSpPr>
            <a:spLocks noGrp="1"/>
          </p:cNvSpPr>
          <p:nvPr/>
        </p:nvSpPr>
        <p:spPr>
          <a:xfrm>
            <a:off x="9554766" y="3143250"/>
            <a:ext cx="358378" cy="476"/>
          </a:xfrm>
          <a:prstGeom prst="line">
            <a:avLst/>
          </a:prstGeom>
          <a:noFill/>
          <a:ln w="13335">
            <a:solidFill>
              <a:srgbClr val="235C99"/>
            </a:solidFill>
            <a:tailEnd type="triangle" w="sm" len="sm"/>
          </a:ln>
        </p:spPr>
        <p:txBody>
          <a:bodyPr/>
          <a:lstStyle/>
          <a:p>
            <a:endParaRPr lang="it-IT"/>
          </a:p>
        </p:txBody>
      </p:sp>
      <p:sp>
        <p:nvSpPr>
          <p:cNvPr id="775" name="text_771">
            <a:extLst>
              <a:ext uri="{FF2B5EF4-FFF2-40B4-BE49-F238E27FC236}">
                <a16:creationId xmlns:a16="http://schemas.microsoft.com/office/drawing/2014/main" id="{D4521632-7841-49F3-9C15-24BF3B079B06}"/>
              </a:ext>
            </a:extLst>
          </p:cNvPr>
          <p:cNvSpPr>
            <a:spLocks noGrp="1"/>
          </p:cNvSpPr>
          <p:nvPr/>
        </p:nvSpPr>
        <p:spPr>
          <a:xfrm>
            <a:off x="9360694" y="2457450"/>
            <a:ext cx="762000" cy="2476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loss</a:t>
            </a:r>
          </a:p>
        </p:txBody>
      </p:sp>
      <p:sp>
        <p:nvSpPr>
          <p:cNvPr id="776" name="note_box_772">
            <a:extLst>
              <a:ext uri="{FF2B5EF4-FFF2-40B4-BE49-F238E27FC236}">
                <a16:creationId xmlns:a16="http://schemas.microsoft.com/office/drawing/2014/main" id="{A6EAD919-19D0-4CC4-8F7A-F8A52D030019}"/>
              </a:ext>
            </a:extLst>
          </p:cNvPr>
          <p:cNvSpPr>
            <a:spLocks noGrp="1"/>
          </p:cNvSpPr>
          <p:nvPr/>
        </p:nvSpPr>
        <p:spPr>
          <a:xfrm>
            <a:off x="161424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77" name="equation_773" descr="w_1=1">
                <a:extLst>
                  <a:ext uri="{FF2B5EF4-FFF2-40B4-BE49-F238E27FC236}">
                    <a16:creationId xmlns:a16="http://schemas.microsoft.com/office/drawing/2014/main" id="{D6DCF5B2-CDF6-448E-BA8D-AE29054EC242}"/>
                  </a:ext>
                </a:extLst>
              </p:cNvPr>
              <p:cNvSpPr>
                <a:spLocks noGrp="1"/>
              </p:cNvSpPr>
              <p:nvPr/>
            </p:nvSpPr>
            <p:spPr>
              <a:xfrm>
                <a:off x="163329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77" name="equation_773" descr="w_1=1">
                <a:extLst>
                  <a:ext uri="{FF2B5EF4-FFF2-40B4-BE49-F238E27FC236}">
                    <a16:creationId xmlns:a16="http://schemas.microsoft.com/office/drawing/2014/main" id="{D6DCF5B2-CDF6-448E-BA8D-AE29054EC242}"/>
                  </a:ext>
                </a:extLst>
              </p:cNvPr>
              <p:cNvSpPr>
                <a:spLocks noGrp="1" noRot="1" noChangeAspect="1" noMove="1" noResize="1" noEditPoints="1" noAdjustHandles="1" noChangeArrowheads="1" noChangeShapeType="1" noTextEdit="1"/>
              </p:cNvSpPr>
              <p:nvPr/>
            </p:nvSpPr>
            <p:spPr>
              <a:xfrm>
                <a:off x="1633299" y="3814763"/>
                <a:ext cx="838200" cy="361950"/>
              </a:xfrm>
              <a:prstGeom prst="rect">
                <a:avLst/>
              </a:prstGeom>
              <a:blipFill>
                <a:blip r:embed="rId18"/>
                <a:stretch>
                  <a:fillRect/>
                </a:stretch>
              </a:blipFill>
              <a:ln w="0">
                <a:noFill/>
              </a:ln>
            </p:spPr>
            <p:txBody>
              <a:bodyPr/>
              <a:lstStyle/>
              <a:p>
                <a:r>
                  <a:rPr lang="it-IT">
                    <a:noFill/>
                  </a:rPr>
                  <a:t> </a:t>
                </a:r>
              </a:p>
            </p:txBody>
          </p:sp>
        </mc:Fallback>
      </mc:AlternateContent>
      <p:sp>
        <p:nvSpPr>
          <p:cNvPr id="778" name="line_774">
            <a:extLst>
              <a:ext uri="{FF2B5EF4-FFF2-40B4-BE49-F238E27FC236}">
                <a16:creationId xmlns:a16="http://schemas.microsoft.com/office/drawing/2014/main" id="{67977984-DCB2-44F4-8FBB-5033C79E4F1E}"/>
              </a:ext>
            </a:extLst>
          </p:cNvPr>
          <p:cNvSpPr>
            <a:spLocks noGrp="1"/>
          </p:cNvSpPr>
          <p:nvPr/>
        </p:nvSpPr>
        <p:spPr>
          <a:xfrm flipV="1">
            <a:off x="2052399" y="3543300"/>
            <a:ext cx="391954" cy="252413"/>
          </a:xfrm>
          <a:prstGeom prst="line">
            <a:avLst/>
          </a:prstGeom>
          <a:noFill/>
          <a:ln w="12383">
            <a:solidFill>
              <a:srgbClr val="A5AAB0"/>
            </a:solidFill>
            <a:tailEnd type="triangle" w="sm" len="sm"/>
          </a:ln>
        </p:spPr>
        <p:txBody>
          <a:bodyPr/>
          <a:lstStyle/>
          <a:p>
            <a:endParaRPr lang="it-IT"/>
          </a:p>
        </p:txBody>
      </p:sp>
      <p:sp>
        <p:nvSpPr>
          <p:cNvPr id="779" name="note_box_775">
            <a:extLst>
              <a:ext uri="{FF2B5EF4-FFF2-40B4-BE49-F238E27FC236}">
                <a16:creationId xmlns:a16="http://schemas.microsoft.com/office/drawing/2014/main" id="{C1B9CECD-F6F1-47C3-9C24-F4135D28265C}"/>
              </a:ext>
            </a:extLst>
          </p:cNvPr>
          <p:cNvSpPr>
            <a:spLocks noGrp="1"/>
          </p:cNvSpPr>
          <p:nvPr/>
        </p:nvSpPr>
        <p:spPr>
          <a:xfrm>
            <a:off x="2607707"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0" name="equation_776" descr="b_1=1">
                <a:extLst>
                  <a:ext uri="{FF2B5EF4-FFF2-40B4-BE49-F238E27FC236}">
                    <a16:creationId xmlns:a16="http://schemas.microsoft.com/office/drawing/2014/main" id="{602EB41D-AA1F-43F6-9123-FAE9FC6029EF}"/>
                  </a:ext>
                </a:extLst>
              </p:cNvPr>
              <p:cNvSpPr>
                <a:spLocks noGrp="1"/>
              </p:cNvSpPr>
              <p:nvPr/>
            </p:nvSpPr>
            <p:spPr>
              <a:xfrm>
                <a:off x="2626757"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1</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80" name="equation_776" descr="b_1=1">
                <a:extLst>
                  <a:ext uri="{FF2B5EF4-FFF2-40B4-BE49-F238E27FC236}">
                    <a16:creationId xmlns:a16="http://schemas.microsoft.com/office/drawing/2014/main" id="{602EB41D-AA1F-43F6-9123-FAE9FC6029EF}"/>
                  </a:ext>
                </a:extLst>
              </p:cNvPr>
              <p:cNvSpPr>
                <a:spLocks noGrp="1" noRot="1" noChangeAspect="1" noMove="1" noResize="1" noEditPoints="1" noAdjustHandles="1" noChangeArrowheads="1" noChangeShapeType="1" noTextEdit="1"/>
              </p:cNvSpPr>
              <p:nvPr/>
            </p:nvSpPr>
            <p:spPr>
              <a:xfrm>
                <a:off x="2626757" y="3814763"/>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781" name="line_777">
            <a:extLst>
              <a:ext uri="{FF2B5EF4-FFF2-40B4-BE49-F238E27FC236}">
                <a16:creationId xmlns:a16="http://schemas.microsoft.com/office/drawing/2014/main" id="{5883AA2F-297E-4685-B779-BFD849F5B5A9}"/>
              </a:ext>
            </a:extLst>
          </p:cNvPr>
          <p:cNvSpPr>
            <a:spLocks noGrp="1"/>
          </p:cNvSpPr>
          <p:nvPr/>
        </p:nvSpPr>
        <p:spPr>
          <a:xfrm flipH="1" flipV="1">
            <a:off x="2653903" y="3543300"/>
            <a:ext cx="391954" cy="252413"/>
          </a:xfrm>
          <a:prstGeom prst="line">
            <a:avLst/>
          </a:prstGeom>
          <a:noFill/>
          <a:ln w="12383">
            <a:solidFill>
              <a:srgbClr val="A5AAB0"/>
            </a:solidFill>
            <a:tailEnd type="triangle" w="sm" len="sm"/>
          </a:ln>
        </p:spPr>
        <p:txBody>
          <a:bodyPr/>
          <a:lstStyle/>
          <a:p>
            <a:endParaRPr lang="it-IT"/>
          </a:p>
        </p:txBody>
      </p:sp>
      <p:sp>
        <p:nvSpPr>
          <p:cNvPr id="782" name="note_box_778">
            <a:extLst>
              <a:ext uri="{FF2B5EF4-FFF2-40B4-BE49-F238E27FC236}">
                <a16:creationId xmlns:a16="http://schemas.microsoft.com/office/drawing/2014/main" id="{9F19DFB0-70C6-4D0E-9F7D-BCD848F63185}"/>
              </a:ext>
            </a:extLst>
          </p:cNvPr>
          <p:cNvSpPr>
            <a:spLocks noGrp="1"/>
          </p:cNvSpPr>
          <p:nvPr/>
        </p:nvSpPr>
        <p:spPr>
          <a:xfrm>
            <a:off x="4807506"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3" name="equation_779" descr="w_2=2">
                <a:extLst>
                  <a:ext uri="{FF2B5EF4-FFF2-40B4-BE49-F238E27FC236}">
                    <a16:creationId xmlns:a16="http://schemas.microsoft.com/office/drawing/2014/main" id="{0C6C5A09-1A44-4BDB-B88F-7CFC5DC7499C}"/>
                  </a:ext>
                </a:extLst>
              </p:cNvPr>
              <p:cNvSpPr>
                <a:spLocks noGrp="1"/>
              </p:cNvSpPr>
              <p:nvPr/>
            </p:nvSpPr>
            <p:spPr>
              <a:xfrm>
                <a:off x="4826556"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783" name="equation_779" descr="w_2=2">
                <a:extLst>
                  <a:ext uri="{FF2B5EF4-FFF2-40B4-BE49-F238E27FC236}">
                    <a16:creationId xmlns:a16="http://schemas.microsoft.com/office/drawing/2014/main" id="{0C6C5A09-1A44-4BDB-B88F-7CFC5DC7499C}"/>
                  </a:ext>
                </a:extLst>
              </p:cNvPr>
              <p:cNvSpPr>
                <a:spLocks noGrp="1" noRot="1" noChangeAspect="1" noMove="1" noResize="1" noEditPoints="1" noAdjustHandles="1" noChangeArrowheads="1" noChangeShapeType="1" noTextEdit="1"/>
              </p:cNvSpPr>
              <p:nvPr/>
            </p:nvSpPr>
            <p:spPr>
              <a:xfrm>
                <a:off x="4826556" y="3814763"/>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784" name="line_780">
            <a:extLst>
              <a:ext uri="{FF2B5EF4-FFF2-40B4-BE49-F238E27FC236}">
                <a16:creationId xmlns:a16="http://schemas.microsoft.com/office/drawing/2014/main" id="{313E08B9-4B2F-4367-8684-7B5744339EEA}"/>
              </a:ext>
            </a:extLst>
          </p:cNvPr>
          <p:cNvSpPr>
            <a:spLocks noGrp="1"/>
          </p:cNvSpPr>
          <p:nvPr/>
        </p:nvSpPr>
        <p:spPr>
          <a:xfrm flipV="1">
            <a:off x="5245656" y="3543300"/>
            <a:ext cx="391954" cy="252413"/>
          </a:xfrm>
          <a:prstGeom prst="line">
            <a:avLst/>
          </a:prstGeom>
          <a:noFill/>
          <a:ln w="12383">
            <a:solidFill>
              <a:srgbClr val="A5AAB0"/>
            </a:solidFill>
            <a:tailEnd type="triangle" w="sm" len="sm"/>
          </a:ln>
        </p:spPr>
        <p:txBody>
          <a:bodyPr/>
          <a:lstStyle/>
          <a:p>
            <a:endParaRPr lang="it-IT"/>
          </a:p>
        </p:txBody>
      </p:sp>
      <p:sp>
        <p:nvSpPr>
          <p:cNvPr id="785" name="note_box_781">
            <a:extLst>
              <a:ext uri="{FF2B5EF4-FFF2-40B4-BE49-F238E27FC236}">
                <a16:creationId xmlns:a16="http://schemas.microsoft.com/office/drawing/2014/main" id="{EF8F3BA4-4358-47F9-A64A-55E83E5B2AB9}"/>
              </a:ext>
            </a:extLst>
          </p:cNvPr>
          <p:cNvSpPr>
            <a:spLocks noGrp="1"/>
          </p:cNvSpPr>
          <p:nvPr/>
        </p:nvSpPr>
        <p:spPr>
          <a:xfrm>
            <a:off x="5800963"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6" name="equation_782" descr="b_2=-1">
                <a:extLst>
                  <a:ext uri="{FF2B5EF4-FFF2-40B4-BE49-F238E27FC236}">
                    <a16:creationId xmlns:a16="http://schemas.microsoft.com/office/drawing/2014/main" id="{50F6EED0-525E-4DA9-A84C-F312414257D2}"/>
                  </a:ext>
                </a:extLst>
              </p:cNvPr>
              <p:cNvSpPr>
                <a:spLocks noGrp="1"/>
              </p:cNvSpPr>
              <p:nvPr/>
            </p:nvSpPr>
            <p:spPr>
              <a:xfrm>
                <a:off x="5820013"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2</m:t>
                          </m:r>
                        </m:sub>
                      </m:sSub>
                      <m:r>
                        <a:rPr lang="en-GB" sz="1650">
                          <a:solidFill>
                            <a:srgbClr val="A5AAB0"/>
                          </a:solidFill>
                          <a:latin typeface="Cambria Math"/>
                          <a:ea typeface="Cambria Math"/>
                          <a:cs typeface="Cambria Math"/>
                        </a:rPr>
                        <m:t>=−1</m:t>
                      </m:r>
                    </m:oMath>
                  </m:oMathPara>
                </a14:m>
                <a:endParaRPr lang="en-GB" sz="1650" dirty="0"/>
              </a:p>
            </p:txBody>
          </p:sp>
        </mc:Choice>
        <mc:Fallback xmlns="">
          <p:sp>
            <p:nvSpPr>
              <p:cNvPr id="786" name="equation_782" descr="b_2=-1">
                <a:extLst>
                  <a:ext uri="{FF2B5EF4-FFF2-40B4-BE49-F238E27FC236}">
                    <a16:creationId xmlns:a16="http://schemas.microsoft.com/office/drawing/2014/main" id="{50F6EED0-525E-4DA9-A84C-F312414257D2}"/>
                  </a:ext>
                </a:extLst>
              </p:cNvPr>
              <p:cNvSpPr>
                <a:spLocks noGrp="1" noRot="1" noChangeAspect="1" noMove="1" noResize="1" noEditPoints="1" noAdjustHandles="1" noChangeArrowheads="1" noChangeShapeType="1" noTextEdit="1"/>
              </p:cNvSpPr>
              <p:nvPr/>
            </p:nvSpPr>
            <p:spPr>
              <a:xfrm>
                <a:off x="5820013" y="3814763"/>
                <a:ext cx="838200" cy="361950"/>
              </a:xfrm>
              <a:prstGeom prst="rect">
                <a:avLst/>
              </a:prstGeom>
              <a:blipFill>
                <a:blip r:embed="rId21"/>
                <a:stretch>
                  <a:fillRect l="-6569" r="-730"/>
                </a:stretch>
              </a:blipFill>
              <a:ln w="0">
                <a:noFill/>
              </a:ln>
            </p:spPr>
            <p:txBody>
              <a:bodyPr/>
              <a:lstStyle/>
              <a:p>
                <a:r>
                  <a:rPr lang="it-IT">
                    <a:noFill/>
                  </a:rPr>
                  <a:t> </a:t>
                </a:r>
              </a:p>
            </p:txBody>
          </p:sp>
        </mc:Fallback>
      </mc:AlternateContent>
      <p:sp>
        <p:nvSpPr>
          <p:cNvPr id="787" name="line_783">
            <a:extLst>
              <a:ext uri="{FF2B5EF4-FFF2-40B4-BE49-F238E27FC236}">
                <a16:creationId xmlns:a16="http://schemas.microsoft.com/office/drawing/2014/main" id="{0EEDFD72-0B48-45C5-902C-DC616D9CA43D}"/>
              </a:ext>
            </a:extLst>
          </p:cNvPr>
          <p:cNvSpPr>
            <a:spLocks noGrp="1"/>
          </p:cNvSpPr>
          <p:nvPr/>
        </p:nvSpPr>
        <p:spPr>
          <a:xfrm flipH="1" flipV="1">
            <a:off x="5847159" y="3543300"/>
            <a:ext cx="391954" cy="252413"/>
          </a:xfrm>
          <a:prstGeom prst="line">
            <a:avLst/>
          </a:prstGeom>
          <a:noFill/>
          <a:ln w="12383">
            <a:solidFill>
              <a:srgbClr val="A5AAB0"/>
            </a:solidFill>
            <a:tailEnd type="triangle" w="sm" len="sm"/>
          </a:ln>
        </p:spPr>
        <p:txBody>
          <a:bodyPr/>
          <a:lstStyle/>
          <a:p>
            <a:endParaRPr lang="it-IT"/>
          </a:p>
        </p:txBody>
      </p:sp>
      <p:sp>
        <p:nvSpPr>
          <p:cNvPr id="788" name="note_box_784">
            <a:extLst>
              <a:ext uri="{FF2B5EF4-FFF2-40B4-BE49-F238E27FC236}">
                <a16:creationId xmlns:a16="http://schemas.microsoft.com/office/drawing/2014/main" id="{2FE7B07D-DBA0-440E-BE32-3FAD159818CB}"/>
              </a:ext>
            </a:extLst>
          </p:cNvPr>
          <p:cNvSpPr>
            <a:spLocks noGrp="1"/>
          </p:cNvSpPr>
          <p:nvPr/>
        </p:nvSpPr>
        <p:spPr>
          <a:xfrm>
            <a:off x="8000762"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9" name="equation_785" descr="w_3=-1">
                <a:extLst>
                  <a:ext uri="{FF2B5EF4-FFF2-40B4-BE49-F238E27FC236}">
                    <a16:creationId xmlns:a16="http://schemas.microsoft.com/office/drawing/2014/main" id="{15D7E670-83E7-431D-A336-2263482735ED}"/>
                  </a:ext>
                </a:extLst>
              </p:cNvPr>
              <p:cNvSpPr>
                <a:spLocks noGrp="1"/>
              </p:cNvSpPr>
              <p:nvPr/>
            </p:nvSpPr>
            <p:spPr>
              <a:xfrm>
                <a:off x="8019812"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𝑤</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=−1</m:t>
                      </m:r>
                    </m:oMath>
                  </m:oMathPara>
                </a14:m>
                <a:endParaRPr lang="en-GB" sz="1650"/>
              </a:p>
            </p:txBody>
          </p:sp>
        </mc:Choice>
        <mc:Fallback xmlns="">
          <p:sp>
            <p:nvSpPr>
              <p:cNvPr id="789" name="equation_785" descr="w_3=-1">
                <a:extLst>
                  <a:ext uri="{FF2B5EF4-FFF2-40B4-BE49-F238E27FC236}">
                    <a16:creationId xmlns:a16="http://schemas.microsoft.com/office/drawing/2014/main" id="{15D7E670-83E7-431D-A336-2263482735ED}"/>
                  </a:ext>
                </a:extLst>
              </p:cNvPr>
              <p:cNvSpPr>
                <a:spLocks noGrp="1" noRot="1" noChangeAspect="1" noMove="1" noResize="1" noEditPoints="1" noAdjustHandles="1" noChangeArrowheads="1" noChangeShapeType="1" noTextEdit="1"/>
              </p:cNvSpPr>
              <p:nvPr/>
            </p:nvSpPr>
            <p:spPr>
              <a:xfrm>
                <a:off x="8019812" y="3814763"/>
                <a:ext cx="838200" cy="361950"/>
              </a:xfrm>
              <a:prstGeom prst="rect">
                <a:avLst/>
              </a:prstGeom>
              <a:blipFill>
                <a:blip r:embed="rId22"/>
                <a:stretch>
                  <a:fillRect l="-5839" r="-3650"/>
                </a:stretch>
              </a:blipFill>
              <a:ln w="0">
                <a:noFill/>
              </a:ln>
            </p:spPr>
            <p:txBody>
              <a:bodyPr/>
              <a:lstStyle/>
              <a:p>
                <a:r>
                  <a:rPr lang="it-IT">
                    <a:noFill/>
                  </a:rPr>
                  <a:t> </a:t>
                </a:r>
              </a:p>
            </p:txBody>
          </p:sp>
        </mc:Fallback>
      </mc:AlternateContent>
      <p:sp>
        <p:nvSpPr>
          <p:cNvPr id="790" name="line_786">
            <a:extLst>
              <a:ext uri="{FF2B5EF4-FFF2-40B4-BE49-F238E27FC236}">
                <a16:creationId xmlns:a16="http://schemas.microsoft.com/office/drawing/2014/main" id="{D733C831-A299-486A-AC76-2FA617DC11CE}"/>
              </a:ext>
            </a:extLst>
          </p:cNvPr>
          <p:cNvSpPr>
            <a:spLocks noGrp="1"/>
          </p:cNvSpPr>
          <p:nvPr/>
        </p:nvSpPr>
        <p:spPr>
          <a:xfrm flipV="1">
            <a:off x="8438912" y="3543300"/>
            <a:ext cx="391954" cy="252413"/>
          </a:xfrm>
          <a:prstGeom prst="line">
            <a:avLst/>
          </a:prstGeom>
          <a:noFill/>
          <a:ln w="12383">
            <a:solidFill>
              <a:srgbClr val="A5AAB0"/>
            </a:solidFill>
            <a:tailEnd type="triangle" w="sm" len="sm"/>
          </a:ln>
        </p:spPr>
        <p:txBody>
          <a:bodyPr/>
          <a:lstStyle/>
          <a:p>
            <a:endParaRPr lang="it-IT"/>
          </a:p>
        </p:txBody>
      </p:sp>
      <p:sp>
        <p:nvSpPr>
          <p:cNvPr id="791" name="note_box_787">
            <a:extLst>
              <a:ext uri="{FF2B5EF4-FFF2-40B4-BE49-F238E27FC236}">
                <a16:creationId xmlns:a16="http://schemas.microsoft.com/office/drawing/2014/main" id="{698CAA15-6297-4E8C-B6DE-89FCEDAF0558}"/>
              </a:ext>
            </a:extLst>
          </p:cNvPr>
          <p:cNvSpPr>
            <a:spLocks noGrp="1"/>
          </p:cNvSpPr>
          <p:nvPr/>
        </p:nvSpPr>
        <p:spPr>
          <a:xfrm>
            <a:off x="8994219" y="3805238"/>
            <a:ext cx="876300" cy="381000"/>
          </a:xfrm>
          <a:prstGeom prst="roundRect">
            <a:avLst>
              <a:gd name="adj" fmla="val 5000"/>
            </a:avLst>
          </a:prstGeom>
          <a:solidFill>
            <a:srgbClr val="FFFFFF"/>
          </a:solid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92" name="equation_788" descr="b_3=2">
                <a:extLst>
                  <a:ext uri="{FF2B5EF4-FFF2-40B4-BE49-F238E27FC236}">
                    <a16:creationId xmlns:a16="http://schemas.microsoft.com/office/drawing/2014/main" id="{AF1E7C70-685A-4FEE-948B-9A2EA43C4E5E}"/>
                  </a:ext>
                </a:extLst>
              </p:cNvPr>
              <p:cNvSpPr>
                <a:spLocks noGrp="1"/>
              </p:cNvSpPr>
              <p:nvPr/>
            </p:nvSpPr>
            <p:spPr>
              <a:xfrm>
                <a:off x="9013269" y="3814763"/>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A5AAB0"/>
                              </a:solidFill>
                              <a:latin typeface="Cambria Math"/>
                              <a:ea typeface="Cambria Math"/>
                              <a:cs typeface="Cambria Math"/>
                            </a:rPr>
                          </m:ctrlPr>
                        </m:sSubPr>
                        <m:e>
                          <m:r>
                            <a:rPr lang="en-GB" sz="1650">
                              <a:solidFill>
                                <a:srgbClr val="A5AAB0"/>
                              </a:solidFill>
                              <a:latin typeface="Cambria Math"/>
                              <a:ea typeface="Cambria Math"/>
                              <a:cs typeface="Cambria Math"/>
                            </a:rPr>
                            <m:t>𝑏</m:t>
                          </m:r>
                        </m:e>
                        <m:sub>
                          <m:r>
                            <a:rPr lang="en-GB" sz="1650">
                              <a:solidFill>
                                <a:srgbClr val="A5AAB0"/>
                              </a:solidFill>
                              <a:latin typeface="Cambria Math"/>
                              <a:ea typeface="Cambria Math"/>
                              <a:cs typeface="Cambria Math"/>
                            </a:rPr>
                            <m:t>3</m:t>
                          </m:r>
                        </m:sub>
                      </m:sSub>
                      <m:r>
                        <a:rPr lang="en-GB" sz="1650">
                          <a:solidFill>
                            <a:srgbClr val="A5AAB0"/>
                          </a:solidFill>
                          <a:latin typeface="Cambria Math"/>
                          <a:ea typeface="Cambria Math"/>
                          <a:cs typeface="Cambria Math"/>
                        </a:rPr>
                        <m:t>=2</m:t>
                      </m:r>
                    </m:oMath>
                  </m:oMathPara>
                </a14:m>
                <a:endParaRPr lang="en-GB" sz="1650"/>
              </a:p>
            </p:txBody>
          </p:sp>
        </mc:Choice>
        <mc:Fallback xmlns="">
          <p:sp>
            <p:nvSpPr>
              <p:cNvPr id="792" name="equation_788" descr="b_3=2">
                <a:extLst>
                  <a:ext uri="{FF2B5EF4-FFF2-40B4-BE49-F238E27FC236}">
                    <a16:creationId xmlns:a16="http://schemas.microsoft.com/office/drawing/2014/main" id="{AF1E7C70-685A-4FEE-948B-9A2EA43C4E5E}"/>
                  </a:ext>
                </a:extLst>
              </p:cNvPr>
              <p:cNvSpPr>
                <a:spLocks noGrp="1" noRot="1" noChangeAspect="1" noMove="1" noResize="1" noEditPoints="1" noAdjustHandles="1" noChangeArrowheads="1" noChangeShapeType="1" noTextEdit="1"/>
              </p:cNvSpPr>
              <p:nvPr/>
            </p:nvSpPr>
            <p:spPr>
              <a:xfrm>
                <a:off x="9013269" y="3814763"/>
                <a:ext cx="838200" cy="361950"/>
              </a:xfrm>
              <a:prstGeom prst="rect">
                <a:avLst/>
              </a:prstGeom>
              <a:blipFill>
                <a:blip r:embed="rId23"/>
                <a:stretch>
                  <a:fillRect/>
                </a:stretch>
              </a:blipFill>
              <a:ln w="0">
                <a:noFill/>
              </a:ln>
            </p:spPr>
            <p:txBody>
              <a:bodyPr/>
              <a:lstStyle/>
              <a:p>
                <a:r>
                  <a:rPr lang="it-IT">
                    <a:noFill/>
                  </a:rPr>
                  <a:t> </a:t>
                </a:r>
              </a:p>
            </p:txBody>
          </p:sp>
        </mc:Fallback>
      </mc:AlternateContent>
      <p:sp>
        <p:nvSpPr>
          <p:cNvPr id="793" name="line_789">
            <a:extLst>
              <a:ext uri="{FF2B5EF4-FFF2-40B4-BE49-F238E27FC236}">
                <a16:creationId xmlns:a16="http://schemas.microsoft.com/office/drawing/2014/main" id="{A2957578-F3EB-4751-B5D7-9A15CDE66EE2}"/>
              </a:ext>
            </a:extLst>
          </p:cNvPr>
          <p:cNvSpPr>
            <a:spLocks noGrp="1"/>
          </p:cNvSpPr>
          <p:nvPr/>
        </p:nvSpPr>
        <p:spPr>
          <a:xfrm flipH="1" flipV="1">
            <a:off x="9040416" y="3543300"/>
            <a:ext cx="391954" cy="252413"/>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794" name="equation_790" descr="y=-2">
                <a:extLst>
                  <a:ext uri="{FF2B5EF4-FFF2-40B4-BE49-F238E27FC236}">
                    <a16:creationId xmlns:a16="http://schemas.microsoft.com/office/drawing/2014/main" id="{18423427-C54D-4748-A940-AA25F0733E2C}"/>
                  </a:ext>
                </a:extLst>
              </p:cNvPr>
              <p:cNvSpPr>
                <a:spLocks noGrp="1"/>
              </p:cNvSpPr>
              <p:nvPr/>
            </p:nvSpPr>
            <p:spPr>
              <a:xfrm>
                <a:off x="10056019" y="3805238"/>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235C99"/>
                          </a:solidFill>
                          <a:latin typeface="Cambria Math"/>
                          <a:ea typeface="Cambria Math"/>
                          <a:cs typeface="Cambria Math"/>
                        </a:rPr>
                        <m:t>𝑦</m:t>
                      </m:r>
                      <m:r>
                        <a:rPr lang="en-GB" sz="1900">
                          <a:solidFill>
                            <a:srgbClr val="235C99"/>
                          </a:solidFill>
                          <a:latin typeface="Cambria Math"/>
                          <a:ea typeface="Cambria Math"/>
                          <a:cs typeface="Cambria Math"/>
                        </a:rPr>
                        <m:t>=−2</m:t>
                      </m:r>
                    </m:oMath>
                  </m:oMathPara>
                </a14:m>
                <a:endParaRPr lang="en-GB" sz="1900"/>
              </a:p>
            </p:txBody>
          </p:sp>
        </mc:Choice>
        <mc:Fallback xmlns="">
          <p:sp>
            <p:nvSpPr>
              <p:cNvPr id="794" name="equation_790" descr="y=-2">
                <a:extLst>
                  <a:ext uri="{FF2B5EF4-FFF2-40B4-BE49-F238E27FC236}">
                    <a16:creationId xmlns:a16="http://schemas.microsoft.com/office/drawing/2014/main" id="{18423427-C54D-4748-A940-AA25F0733E2C}"/>
                  </a:ext>
                </a:extLst>
              </p:cNvPr>
              <p:cNvSpPr>
                <a:spLocks noGrp="1" noRot="1" noChangeAspect="1" noMove="1" noResize="1" noEditPoints="1" noAdjustHandles="1" noChangeArrowheads="1" noChangeShapeType="1" noTextEdit="1"/>
              </p:cNvSpPr>
              <p:nvPr/>
            </p:nvSpPr>
            <p:spPr>
              <a:xfrm>
                <a:off x="10056019" y="3805238"/>
                <a:ext cx="952500" cy="381000"/>
              </a:xfrm>
              <a:prstGeom prst="rect">
                <a:avLst/>
              </a:prstGeom>
              <a:blipFill>
                <a:blip r:embed="rId76"/>
                <a:stretch>
                  <a:fillRect l="-1923" b="-6349"/>
                </a:stretch>
              </a:blipFill>
              <a:ln w="0">
                <a:noFill/>
              </a:ln>
            </p:spPr>
            <p:txBody>
              <a:bodyPr/>
              <a:lstStyle/>
              <a:p>
                <a:r>
                  <a:rPr lang="it-IT">
                    <a:noFill/>
                  </a:rPr>
                  <a:t> </a:t>
                </a:r>
              </a:p>
            </p:txBody>
          </p:sp>
        </mc:Fallback>
      </mc:AlternateContent>
      <p:sp>
        <p:nvSpPr>
          <p:cNvPr id="795" name="line_791">
            <a:extLst>
              <a:ext uri="{FF2B5EF4-FFF2-40B4-BE49-F238E27FC236}">
                <a16:creationId xmlns:a16="http://schemas.microsoft.com/office/drawing/2014/main" id="{F44F1B9A-2076-4091-850D-4345D971B439}"/>
              </a:ext>
            </a:extLst>
          </p:cNvPr>
          <p:cNvSpPr>
            <a:spLocks noGrp="1"/>
          </p:cNvSpPr>
          <p:nvPr/>
        </p:nvSpPr>
        <p:spPr>
          <a:xfrm flipV="1">
            <a:off x="10532269" y="3543300"/>
            <a:ext cx="476" cy="233363"/>
          </a:xfrm>
          <a:prstGeom prst="line">
            <a:avLst/>
          </a:prstGeom>
          <a:noFill/>
          <a:ln w="12383">
            <a:solidFill>
              <a:srgbClr val="235C99"/>
            </a:solidFill>
            <a:tailEnd type="triangle" w="sm" len="sm"/>
          </a:ln>
        </p:spPr>
        <p:txBody>
          <a:bodyPr/>
          <a:lstStyle/>
          <a:p>
            <a:endParaRPr lang="it-IT"/>
          </a:p>
        </p:txBody>
      </p:sp>
      <p:sp>
        <p:nvSpPr>
          <p:cNvPr id="796" name="note_brace_792">
            <a:extLst>
              <a:ext uri="{FF2B5EF4-FFF2-40B4-BE49-F238E27FC236}">
                <a16:creationId xmlns:a16="http://schemas.microsoft.com/office/drawing/2014/main" id="{B3554C4C-42DC-43F4-870B-F4B51F8AC899}"/>
              </a:ext>
            </a:extLst>
          </p:cNvPr>
          <p:cNvSpPr>
            <a:spLocks noGrp="1"/>
          </p:cNvSpPr>
          <p:nvPr/>
        </p:nvSpPr>
        <p:spPr>
          <a:xfrm>
            <a:off x="1662113"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797" name="text_793">
            <a:extLst>
              <a:ext uri="{FF2B5EF4-FFF2-40B4-BE49-F238E27FC236}">
                <a16:creationId xmlns:a16="http://schemas.microsoft.com/office/drawing/2014/main" id="{D4B07729-F6E4-4B81-975A-051D18A658FF}"/>
              </a:ext>
            </a:extLst>
          </p:cNvPr>
          <p:cNvSpPr>
            <a:spLocks noGrp="1"/>
          </p:cNvSpPr>
          <p:nvPr/>
        </p:nvSpPr>
        <p:spPr>
          <a:xfrm>
            <a:off x="1662113"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798" name="note_brace_794">
            <a:extLst>
              <a:ext uri="{FF2B5EF4-FFF2-40B4-BE49-F238E27FC236}">
                <a16:creationId xmlns:a16="http://schemas.microsoft.com/office/drawing/2014/main" id="{19A3B7FB-9E39-4F7C-B4E8-B60EC7958617}"/>
              </a:ext>
            </a:extLst>
          </p:cNvPr>
          <p:cNvSpPr>
            <a:spLocks noGrp="1"/>
          </p:cNvSpPr>
          <p:nvPr/>
        </p:nvSpPr>
        <p:spPr>
          <a:xfrm>
            <a:off x="4855369" y="4725353"/>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799" name="text_795">
            <a:extLst>
              <a:ext uri="{FF2B5EF4-FFF2-40B4-BE49-F238E27FC236}">
                <a16:creationId xmlns:a16="http://schemas.microsoft.com/office/drawing/2014/main" id="{DBA48FC0-DFDD-4E1A-ADC1-4AD0A5A37715}"/>
              </a:ext>
            </a:extLst>
          </p:cNvPr>
          <p:cNvSpPr>
            <a:spLocks noGrp="1"/>
          </p:cNvSpPr>
          <p:nvPr/>
        </p:nvSpPr>
        <p:spPr>
          <a:xfrm>
            <a:off x="4855369" y="4830128"/>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800" name="note_brace_796">
            <a:extLst>
              <a:ext uri="{FF2B5EF4-FFF2-40B4-BE49-F238E27FC236}">
                <a16:creationId xmlns:a16="http://schemas.microsoft.com/office/drawing/2014/main" id="{21155B5C-D298-483F-A4E8-3BE172254D96}"/>
              </a:ext>
            </a:extLst>
          </p:cNvPr>
          <p:cNvSpPr>
            <a:spLocks noGrp="1"/>
          </p:cNvSpPr>
          <p:nvPr/>
        </p:nvSpPr>
        <p:spPr>
          <a:xfrm>
            <a:off x="8013144" y="4725353"/>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801" name="text_797">
            <a:extLst>
              <a:ext uri="{FF2B5EF4-FFF2-40B4-BE49-F238E27FC236}">
                <a16:creationId xmlns:a16="http://schemas.microsoft.com/office/drawing/2014/main" id="{B6FA5A39-16F2-41D1-8DD8-18FE513A6D36}"/>
              </a:ext>
            </a:extLst>
          </p:cNvPr>
          <p:cNvSpPr>
            <a:spLocks noGrp="1"/>
          </p:cNvSpPr>
          <p:nvPr/>
        </p:nvSpPr>
        <p:spPr>
          <a:xfrm>
            <a:off x="8013144" y="4830128"/>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802" name="equation_798" descr="\mathcal{L}_{\mathrm{sq}}(\boldsymbol{\theta})=(a_3(x)-y)^2=(-3+2)^2=1">
                <a:extLst>
                  <a:ext uri="{FF2B5EF4-FFF2-40B4-BE49-F238E27FC236}">
                    <a16:creationId xmlns:a16="http://schemas.microsoft.com/office/drawing/2014/main" id="{A6445E1E-0595-46A4-BCC4-3762933BFC01}"/>
                  </a:ext>
                </a:extLst>
              </p:cNvPr>
              <p:cNvSpPr>
                <a:spLocks noGrp="1"/>
              </p:cNvSpPr>
              <p:nvPr/>
            </p:nvSpPr>
            <p:spPr>
              <a:xfrm>
                <a:off x="666750" y="5314950"/>
                <a:ext cx="10858500" cy="7143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ℒ</m:t>
                          </m:r>
                        </m:e>
                        <m:sub>
                          <m:r>
                            <m:rPr>
                              <m:sty m:val="p"/>
                            </m:rPr>
                            <a:rPr lang="en-GB" sz="3100">
                              <a:solidFill>
                                <a:srgbClr val="AB4910"/>
                              </a:solidFill>
                              <a:latin typeface="Cambria Math"/>
                              <a:ea typeface="Cambria Math"/>
                              <a:cs typeface="Cambria Math"/>
                            </a:rPr>
                            <m:t>sq</m:t>
                          </m:r>
                        </m:sub>
                      </m:sSub>
                      <m:d>
                        <m:dPr>
                          <m:ctrlPr>
                            <a:rPr lang="en-GB" sz="3100" i="1">
                              <a:solidFill>
                                <a:srgbClr val="AB4910"/>
                              </a:solidFill>
                              <a:latin typeface="Cambria Math" panose="02040503050406030204" pitchFamily="18" charset="0"/>
                              <a:ea typeface="Cambria Math"/>
                              <a:cs typeface="Cambria Math"/>
                            </a:rPr>
                          </m:ctrlPr>
                        </m:dPr>
                        <m:e>
                          <m:sSup>
                            <m:sSupPr>
                              <m:ctrlPr>
                                <a:rPr lang="en-GB" sz="3100">
                                  <a:solidFill>
                                    <a:srgbClr val="AB4910"/>
                                  </a:solidFill>
                                  <a:latin typeface="Cambria Math"/>
                                  <a:ea typeface="Cambria Math"/>
                                  <a:cs typeface="Cambria Math"/>
                                </a:rPr>
                              </m:ctrlPr>
                            </m:sSupPr>
                            <m:e>
                              <m:r>
                                <a:rPr lang="en-GB" sz="3100">
                                  <a:solidFill>
                                    <a:srgbClr val="AB4910"/>
                                  </a:solidFill>
                                  <a:latin typeface="Cambria Math"/>
                                  <a:ea typeface="Cambria Math"/>
                                  <a:cs typeface="Cambria Math"/>
                                </a:rPr>
                                <m:t>𝛉</m:t>
                              </m:r>
                            </m:e>
                            <m:sup>
                              <m:d>
                                <m:dPr>
                                  <m:ctrlPr>
                                    <a:rPr lang="it-IT" sz="3100" b="0" i="1" smtClean="0">
                                      <a:solidFill>
                                        <a:srgbClr val="AB4910"/>
                                      </a:solidFill>
                                      <a:latin typeface="Cambria Math" panose="02040503050406030204" pitchFamily="18" charset="0"/>
                                      <a:ea typeface="Cambria Math"/>
                                    </a:rPr>
                                  </m:ctrlPr>
                                </m:dPr>
                                <m:e>
                                  <m:r>
                                    <a:rPr lang="it-IT" sz="3100" b="0" i="1" smtClean="0">
                                      <a:solidFill>
                                        <a:srgbClr val="AB4910"/>
                                      </a:solidFill>
                                      <a:latin typeface="Cambria Math" panose="02040503050406030204" pitchFamily="18" charset="0"/>
                                      <a:ea typeface="Cambria Math"/>
                                    </a:rPr>
                                    <m:t>𝑡</m:t>
                                  </m:r>
                                </m:e>
                              </m:d>
                            </m:sup>
                          </m:sSup>
                        </m:e>
                      </m:d>
                      <m:r>
                        <a:rPr lang="en-GB" sz="3100">
                          <a:solidFill>
                            <a:srgbClr val="AB4910"/>
                          </a:solidFill>
                          <a:latin typeface="Cambria Math"/>
                          <a:ea typeface="Cambria Math"/>
                          <a:cs typeface="Cambria Math"/>
                        </a:rPr>
                        <m:t>=</m:t>
                      </m:r>
                      <m:sSup>
                        <m:sSupPr>
                          <m:ctrlPr>
                            <a:rPr lang="en-GB" sz="3100" i="1">
                              <a:solidFill>
                                <a:srgbClr val="AB4910"/>
                              </a:solidFill>
                              <a:latin typeface="Cambria Math" panose="02040503050406030204" pitchFamily="18" charset="0"/>
                              <a:ea typeface="Cambria Math"/>
                              <a:cs typeface="Cambria Math"/>
                            </a:rPr>
                          </m:ctrlPr>
                        </m:sSupPr>
                        <m:e>
                          <m:d>
                            <m:dPr>
                              <m:ctrlPr>
                                <a:rPr lang="en-GB" sz="3100" i="1">
                                  <a:solidFill>
                                    <a:srgbClr val="AB4910"/>
                                  </a:solidFill>
                                  <a:latin typeface="Cambria Math" panose="02040503050406030204" pitchFamily="18" charset="0"/>
                                  <a:ea typeface="Cambria Math"/>
                                  <a:cs typeface="Cambria Math"/>
                                </a:rPr>
                              </m:ctrlPr>
                            </m:dPr>
                            <m:e>
                              <m:sSub>
                                <m:sSubPr>
                                  <m:ctrlPr>
                                    <a:rPr lang="en-GB" sz="3100">
                                      <a:solidFill>
                                        <a:srgbClr val="AB4910"/>
                                      </a:solidFill>
                                      <a:latin typeface="Cambria Math"/>
                                      <a:ea typeface="Cambria Math"/>
                                      <a:cs typeface="Cambria Math"/>
                                    </a:rPr>
                                  </m:ctrlPr>
                                </m:sSubPr>
                                <m:e>
                                  <m:r>
                                    <a:rPr lang="en-GB" sz="3100">
                                      <a:solidFill>
                                        <a:srgbClr val="AB4910"/>
                                      </a:solidFill>
                                      <a:latin typeface="Cambria Math"/>
                                      <a:ea typeface="Cambria Math"/>
                                      <a:cs typeface="Cambria Math"/>
                                    </a:rPr>
                                    <m:t>𝑎</m:t>
                                  </m:r>
                                </m:e>
                                <m:sub>
                                  <m:r>
                                    <a:rPr lang="en-GB" sz="3100">
                                      <a:solidFill>
                                        <a:srgbClr val="AB4910"/>
                                      </a:solidFill>
                                      <a:latin typeface="Cambria Math"/>
                                      <a:ea typeface="Cambria Math"/>
                                      <a:cs typeface="Cambria Math"/>
                                    </a:rPr>
                                    <m:t>3</m:t>
                                  </m:r>
                                </m:sub>
                              </m:sSub>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𝑥</m:t>
                                  </m:r>
                                </m:e>
                              </m:d>
                              <m:r>
                                <a:rPr lang="en-GB" sz="3100">
                                  <a:solidFill>
                                    <a:srgbClr val="AB4910"/>
                                  </a:solidFill>
                                  <a:latin typeface="Cambria Math"/>
                                  <a:ea typeface="Cambria Math"/>
                                  <a:cs typeface="Cambria Math"/>
                                </a:rPr>
                                <m:t>−</m:t>
                              </m:r>
                              <m:r>
                                <a:rPr lang="en-GB" sz="3100">
                                  <a:solidFill>
                                    <a:srgbClr val="AB4910"/>
                                  </a:solidFill>
                                  <a:latin typeface="Cambria Math"/>
                                  <a:ea typeface="Cambria Math"/>
                                  <a:cs typeface="Cambria Math"/>
                                </a:rPr>
                                <m:t>𝑦</m:t>
                              </m:r>
                            </m:e>
                          </m:d>
                        </m:e>
                        <m:sup>
                          <m:r>
                            <a:rPr lang="en-GB" sz="3100">
                              <a:solidFill>
                                <a:srgbClr val="AB4910"/>
                              </a:solidFill>
                              <a:latin typeface="Cambria Math"/>
                              <a:ea typeface="Cambria Math"/>
                              <a:cs typeface="Cambria Math"/>
                            </a:rPr>
                            <m:t>2</m:t>
                          </m:r>
                        </m:sup>
                      </m:sSup>
                      <m:r>
                        <a:rPr lang="en-GB" sz="3100">
                          <a:solidFill>
                            <a:srgbClr val="AB4910"/>
                          </a:solidFill>
                          <a:latin typeface="Cambria Math"/>
                          <a:ea typeface="Cambria Math"/>
                          <a:cs typeface="Cambria Math"/>
                        </a:rPr>
                        <m:t>=</m:t>
                      </m:r>
                      <m:sSup>
                        <m:sSupPr>
                          <m:ctrlPr>
                            <a:rPr lang="en-GB" sz="3100" i="1">
                              <a:solidFill>
                                <a:srgbClr val="AB4910"/>
                              </a:solidFill>
                              <a:latin typeface="Cambria Math" panose="02040503050406030204" pitchFamily="18" charset="0"/>
                              <a:ea typeface="Cambria Math"/>
                              <a:cs typeface="Cambria Math"/>
                            </a:rPr>
                          </m:ctrlPr>
                        </m:sSupPr>
                        <m:e>
                          <m:d>
                            <m:dPr>
                              <m:ctrlPr>
                                <a:rPr lang="en-GB" sz="3100">
                                  <a:solidFill>
                                    <a:srgbClr val="AB4910"/>
                                  </a:solidFill>
                                  <a:latin typeface="Cambria Math"/>
                                  <a:ea typeface="Cambria Math"/>
                                  <a:cs typeface="Cambria Math"/>
                                </a:rPr>
                              </m:ctrlPr>
                            </m:dPr>
                            <m:e>
                              <m:r>
                                <a:rPr lang="en-GB" sz="3100">
                                  <a:solidFill>
                                    <a:srgbClr val="AB4910"/>
                                  </a:solidFill>
                                  <a:latin typeface="Cambria Math"/>
                                  <a:ea typeface="Cambria Math"/>
                                  <a:cs typeface="Cambria Math"/>
                                </a:rPr>
                                <m:t>−3+2</m:t>
                              </m:r>
                            </m:e>
                          </m:d>
                        </m:e>
                        <m:sup>
                          <m:r>
                            <a:rPr lang="en-GB" sz="3100">
                              <a:solidFill>
                                <a:srgbClr val="AB4910"/>
                              </a:solidFill>
                              <a:latin typeface="Cambria Math"/>
                              <a:ea typeface="Cambria Math"/>
                              <a:cs typeface="Cambria Math"/>
                            </a:rPr>
                            <m:t>2</m:t>
                          </m:r>
                        </m:sup>
                      </m:sSup>
                      <m:r>
                        <a:rPr lang="en-GB" sz="3100">
                          <a:solidFill>
                            <a:srgbClr val="AB4910"/>
                          </a:solidFill>
                          <a:latin typeface="Cambria Math"/>
                          <a:ea typeface="Cambria Math"/>
                          <a:cs typeface="Cambria Math"/>
                        </a:rPr>
                        <m:t>=1</m:t>
                      </m:r>
                    </m:oMath>
                  </m:oMathPara>
                </a14:m>
                <a:endParaRPr lang="en-GB" sz="3100" dirty="0"/>
              </a:p>
            </p:txBody>
          </p:sp>
        </mc:Choice>
        <mc:Fallback xmlns="">
          <p:sp>
            <p:nvSpPr>
              <p:cNvPr id="802" name="equation_798" descr="\mathcal{L}_{\mathrm{sq}}(\boldsymbol{\theta})=(a_3(x)-y)^2=(-3+2)^2=1">
                <a:extLst>
                  <a:ext uri="{FF2B5EF4-FFF2-40B4-BE49-F238E27FC236}">
                    <a16:creationId xmlns:a16="http://schemas.microsoft.com/office/drawing/2014/main" id="{A6445E1E-0595-46A4-BCC4-3762933BFC01}"/>
                  </a:ext>
                </a:extLst>
              </p:cNvPr>
              <p:cNvSpPr>
                <a:spLocks noGrp="1" noRot="1" noChangeAspect="1" noMove="1" noResize="1" noEditPoints="1" noAdjustHandles="1" noChangeArrowheads="1" noChangeShapeType="1" noTextEdit="1"/>
              </p:cNvSpPr>
              <p:nvPr/>
            </p:nvSpPr>
            <p:spPr>
              <a:xfrm>
                <a:off x="666750" y="5314950"/>
                <a:ext cx="10858500" cy="714375"/>
              </a:xfrm>
              <a:prstGeom prst="rect">
                <a:avLst/>
              </a:prstGeom>
              <a:blipFill>
                <a:blip r:embed="rId86"/>
                <a:stretch>
                  <a:fillRect/>
                </a:stretch>
              </a:blipFill>
              <a:ln w="0">
                <a:noFill/>
              </a:ln>
            </p:spPr>
            <p:txBody>
              <a:bodyPr/>
              <a:lstStyle/>
              <a:p>
                <a:r>
                  <a:rPr lang="it-IT">
                    <a:noFill/>
                  </a:rPr>
                  <a:t> </a:t>
                </a:r>
              </a:p>
            </p:txBody>
          </p:sp>
        </mc:Fallback>
      </mc:AlternateContent>
      <p:sp>
        <p:nvSpPr>
          <p:cNvPr id="803" name="text_799">
            <a:extLst>
              <a:ext uri="{FF2B5EF4-FFF2-40B4-BE49-F238E27FC236}">
                <a16:creationId xmlns:a16="http://schemas.microsoft.com/office/drawing/2014/main" id="{9E957127-3BEB-4F2A-9E9A-A31F4CD8C97D}"/>
              </a:ext>
            </a:extLst>
          </p:cNvPr>
          <p:cNvSpPr>
            <a:spLocks noGrp="1"/>
          </p:cNvSpPr>
          <p:nvPr/>
        </p:nvSpPr>
        <p:spPr>
          <a:xfrm>
            <a:off x="571500" y="6024087"/>
            <a:ext cx="11049000" cy="698086"/>
          </a:xfrm>
          <a:prstGeom prst="rect">
            <a:avLst/>
          </a:prstGeom>
          <a:noFill/>
          <a:ln w="0">
            <a:noFill/>
          </a:ln>
        </p:spPr>
        <p:txBody>
          <a:bodyPr anchor="ctr">
            <a:noAutofit/>
          </a:bodyPr>
          <a:lstStyle>
            <a:defPPr algn="ctr">
              <a:defRPr sz="1950" b="1">
                <a:solidFill>
                  <a:srgbClr val="182D45"/>
                </a:solidFill>
                <a:latin typeface="DejaVu Sans"/>
                <a:ea typeface="DejaVu Sans"/>
                <a:cs typeface="DejaVu Sans"/>
              </a:defRPr>
            </a:defPPr>
          </a:lstStyle>
          <a:p>
            <a:pPr algn="ctr">
              <a:defRPr sz="1950" b="1">
                <a:solidFill>
                  <a:srgbClr val="182D45"/>
                </a:solidFill>
                <a:latin typeface="DejaVu Sans"/>
                <a:ea typeface="DejaVu Sans"/>
                <a:cs typeface="DejaVu Sans"/>
              </a:defRPr>
            </a:pPr>
            <a:r>
              <a:rPr sz="1950" b="1" dirty="0">
                <a:solidFill>
                  <a:srgbClr val="182D45"/>
                </a:solidFill>
                <a:latin typeface="DejaVu Sans"/>
                <a:ea typeface="DejaVu Sans"/>
                <a:cs typeface="DejaVu Sans"/>
              </a:rPr>
              <a:t>Keep these values: the </a:t>
            </a:r>
            <a:r>
              <a:rPr sz="1950" b="1" dirty="0">
                <a:solidFill>
                  <a:srgbClr val="FF0000"/>
                </a:solidFill>
                <a:latin typeface="DejaVu Sans"/>
                <a:ea typeface="DejaVu Sans"/>
                <a:cs typeface="DejaVu Sans"/>
              </a:rPr>
              <a:t>backward calculation </a:t>
            </a:r>
            <a:r>
              <a:rPr sz="1950" b="1" dirty="0">
                <a:solidFill>
                  <a:srgbClr val="182D45"/>
                </a:solidFill>
                <a:latin typeface="DejaVu Sans"/>
                <a:ea typeface="DejaVu Sans"/>
                <a:cs typeface="DejaVu Sans"/>
              </a:rPr>
              <a:t>will use them</a:t>
            </a:r>
            <a:endParaRPr lang="it-IT" sz="1950" b="1" dirty="0">
              <a:solidFill>
                <a:srgbClr val="182D45"/>
              </a:solidFill>
              <a:latin typeface="DejaVu Sans"/>
              <a:ea typeface="DejaVu Sans"/>
              <a:cs typeface="DejaVu Sans"/>
            </a:endParaRPr>
          </a:p>
          <a:p>
            <a:pPr algn="ctr">
              <a:defRPr sz="1950" b="1">
                <a:solidFill>
                  <a:srgbClr val="182D45"/>
                </a:solidFill>
                <a:latin typeface="DejaVu Sans"/>
                <a:ea typeface="DejaVu Sans"/>
                <a:cs typeface="DejaVu Sans"/>
              </a:defRPr>
            </a:pPr>
            <a:r>
              <a:rPr lang="it-IT" sz="1950" b="1" dirty="0">
                <a:solidFill>
                  <a:srgbClr val="182D45"/>
                </a:solidFill>
                <a:latin typeface="DejaVu Sans"/>
                <a:ea typeface="DejaVu Sans"/>
                <a:cs typeface="DejaVu Sans"/>
              </a:rPr>
              <a:t>to compute the </a:t>
            </a:r>
            <a:r>
              <a:rPr lang="it-IT" sz="1950" b="1" dirty="0" err="1">
                <a:solidFill>
                  <a:srgbClr val="FF0000"/>
                </a:solidFill>
                <a:latin typeface="DejaVu Sans"/>
                <a:ea typeface="DejaVu Sans"/>
                <a:cs typeface="DejaVu Sans"/>
              </a:rPr>
              <a:t>gradient</a:t>
            </a:r>
            <a:endParaRPr sz="1950" b="1" dirty="0">
              <a:solidFill>
                <a:srgbClr val="FF0000"/>
              </a:solidFill>
              <a:latin typeface="DejaVu Sans"/>
              <a:ea typeface="DejaVu Sans"/>
              <a:cs typeface="DejaVu Sans"/>
            </a:endParaRPr>
          </a:p>
        </p:txBody>
      </p:sp>
      <mc:AlternateContent xmlns:mc="http://schemas.openxmlformats.org/markup-compatibility/2006" xmlns:a14="http://schemas.microsoft.com/office/drawing/2010/main">
        <mc:Choice Requires="a14">
          <p:sp>
            <p:nvSpPr>
              <p:cNvPr id="805" name="parameter_example" descr="Example parameter column, ordered exactly as the gradient: (b1,w1,b2,w2,b3,w3)^T = (1,1,-1,2,2,-1)^T.">
                <a:extLst>
                  <a:ext uri="{FF2B5EF4-FFF2-40B4-BE49-F238E27FC236}">
                    <a16:creationId xmlns:a16="http://schemas.microsoft.com/office/drawing/2014/main" id="{95E42CDF-D9EE-4663-B5F7-6D8313D9CC46}"/>
                  </a:ext>
                </a:extLst>
              </p:cNvPr>
              <p:cNvSpPr>
                <a:spLocks noGrp="1"/>
              </p:cNvSpPr>
              <p:nvPr/>
            </p:nvSpPr>
            <p:spPr>
              <a:xfrm>
                <a:off x="476250" y="1847850"/>
                <a:ext cx="11239500" cy="514350"/>
              </a:xfrm>
              <a:prstGeom prst="rect">
                <a:avLst/>
              </a:prstGeom>
              <a:noFill/>
              <a:ln w="0">
                <a:noFill/>
              </a:ln>
            </p:spPr>
            <p:txBody>
              <a:bodyPr wrap="none" lIns="0" tIns="0" rIns="0" bIns="0" anchor="ctr">
                <a:noAutofit/>
              </a:bodyPr>
              <a:lstStyle>
                <a:defPPr algn="ctr">
                  <a:defRPr sz="2300" b="0">
                    <a:solidFill>
                      <a:srgbClr val="526276"/>
                    </a:solidFill>
                    <a:latin typeface="DejaVu Sans"/>
                    <a:ea typeface="DejaVu Sans"/>
                    <a:cs typeface="DejaVu Sans"/>
                  </a:defRPr>
                </a:defPPr>
              </a:lstStyle>
              <a:p>
                <a:pPr algn="ctr">
                  <a:defRPr sz="2300" b="0">
                    <a:solidFill>
                      <a:srgbClr val="526276"/>
                    </a:solidFill>
                    <a:latin typeface="DejaVu Sans"/>
                    <a:ea typeface="DejaVu Sans"/>
                    <a:cs typeface="DejaVu Sans"/>
                  </a:defRPr>
                </a:pPr>
                <a:r>
                  <a:rPr lang="it-IT" sz="2300" b="0" dirty="0">
                    <a:solidFill>
                      <a:srgbClr val="526276"/>
                    </a:solidFill>
                    <a:latin typeface="DejaVu Sans"/>
                    <a:ea typeface="DejaVu Sans"/>
                    <a:cs typeface="DejaVu Sans"/>
                  </a:rPr>
                  <a:t>For example, consider </a:t>
                </a:r>
                <a14:m>
                  <m:oMath xmlns:m="http://schemas.openxmlformats.org/officeDocument/2006/math">
                    <m:sSup>
                      <m:sSupPr>
                        <m:ctrlPr>
                          <a:rPr lang="it-IT" sz="2300">
                            <a:solidFill>
                              <a:srgbClr val="087F83"/>
                            </a:solidFill>
                            <a:latin typeface="Cambria Math"/>
                            <a:ea typeface="Cambria Math"/>
                            <a:cs typeface="Cambria Math"/>
                          </a:rPr>
                        </m:ctrlPr>
                      </m:sSupPr>
                      <m:e>
                        <m:r>
                          <a:rPr lang="it-IT" sz="2300">
                            <a:solidFill>
                              <a:srgbClr val="087F83"/>
                            </a:solidFill>
                            <a:latin typeface="Cambria Math"/>
                            <a:ea typeface="Cambria Math"/>
                            <a:cs typeface="Cambria Math"/>
                          </a:rPr>
                          <m:t>𝛉</m:t>
                        </m:r>
                      </m:e>
                      <m:sup>
                        <m:d>
                          <m:dPr>
                            <m:ctrlPr>
                              <a:rPr lang="it-IT" sz="2300" b="0" i="1" smtClean="0">
                                <a:solidFill>
                                  <a:srgbClr val="087F83"/>
                                </a:solidFill>
                                <a:latin typeface="Cambria Math" panose="02040503050406030204" pitchFamily="18" charset="0"/>
                                <a:ea typeface="Cambria Math"/>
                              </a:rPr>
                            </m:ctrlPr>
                          </m:dPr>
                          <m:e>
                            <m:r>
                              <a:rPr lang="it-IT" sz="2300" b="0" i="1" smtClean="0">
                                <a:solidFill>
                                  <a:srgbClr val="087F83"/>
                                </a:solidFill>
                                <a:latin typeface="Cambria Math" panose="02040503050406030204" pitchFamily="18" charset="0"/>
                                <a:ea typeface="Cambria Math"/>
                              </a:rPr>
                              <m:t>𝑡</m:t>
                            </m:r>
                          </m:e>
                        </m:d>
                      </m:sup>
                    </m:sSup>
                    <m:r>
                      <a:rPr lang="it-IT" sz="2300">
                        <a:solidFill>
                          <a:srgbClr val="087F83"/>
                        </a:solidFill>
                        <a:latin typeface="Cambria Math"/>
                        <a:ea typeface="Cambria Math"/>
                        <a:cs typeface="Cambria Math"/>
                      </a:rPr>
                      <m:t>=</m:t>
                    </m:r>
                    <m:sSup>
                      <m:sSupPr>
                        <m:ctrlPr>
                          <a:rPr lang="ar-AE" sz="2300" i="1">
                            <a:solidFill>
                              <a:srgbClr val="087F83"/>
                            </a:solidFill>
                            <a:latin typeface="Cambria Math" panose="02040503050406030204" pitchFamily="18" charset="0"/>
                            <a:ea typeface="Cambria Math"/>
                            <a:cs typeface="Cambria Math"/>
                          </a:rPr>
                        </m:ctrlPr>
                      </m:sSupPr>
                      <m:e>
                        <m:d>
                          <m:dPr>
                            <m:ctrlPr>
                              <a:rPr lang="ar-AE" sz="2300" i="1">
                                <a:solidFill>
                                  <a:srgbClr val="087F83"/>
                                </a:solidFill>
                                <a:latin typeface="Cambria Math" panose="02040503050406030204" pitchFamily="18" charset="0"/>
                                <a:ea typeface="Cambria Math"/>
                                <a:cs typeface="Cambria Math"/>
                              </a:rPr>
                            </m:ctrlPr>
                          </m:dPr>
                          <m:e>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𝑏</m:t>
                                </m:r>
                              </m:e>
                              <m:sub>
                                <m:r>
                                  <a:rPr lang="ar-AE" sz="2300">
                                    <a:solidFill>
                                      <a:srgbClr val="087F83"/>
                                    </a:solidFill>
                                    <a:latin typeface="Cambria Math"/>
                                    <a:ea typeface="Cambria Math"/>
                                    <a:cs typeface="Cambria Math"/>
                                  </a:rPr>
                                  <m:t>1</m:t>
                                </m:r>
                              </m:sub>
                            </m:sSub>
                            <m:r>
                              <a:rPr lang="ar-AE" sz="2300">
                                <a:solidFill>
                                  <a:srgbClr val="087F83"/>
                                </a:solidFill>
                                <a:latin typeface="Cambria Math"/>
                                <a:ea typeface="Cambria Math"/>
                                <a:cs typeface="Cambria Math"/>
                              </a:rPr>
                              <m:t>,</m:t>
                            </m:r>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𝑤</m:t>
                                </m:r>
                              </m:e>
                              <m:sub>
                                <m:r>
                                  <a:rPr lang="ar-AE" sz="2300">
                                    <a:solidFill>
                                      <a:srgbClr val="087F83"/>
                                    </a:solidFill>
                                    <a:latin typeface="Cambria Math"/>
                                    <a:ea typeface="Cambria Math"/>
                                    <a:cs typeface="Cambria Math"/>
                                  </a:rPr>
                                  <m:t>1</m:t>
                                </m:r>
                              </m:sub>
                            </m:sSub>
                            <m:r>
                              <a:rPr lang="ar-AE" sz="2300">
                                <a:solidFill>
                                  <a:srgbClr val="087F83"/>
                                </a:solidFill>
                                <a:latin typeface="Cambria Math"/>
                                <a:ea typeface="Cambria Math"/>
                                <a:cs typeface="Cambria Math"/>
                              </a:rPr>
                              <m:t>,</m:t>
                            </m:r>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𝑏</m:t>
                                </m:r>
                              </m:e>
                              <m:sub>
                                <m:r>
                                  <a:rPr lang="ar-AE" sz="2300">
                                    <a:solidFill>
                                      <a:srgbClr val="087F83"/>
                                    </a:solidFill>
                                    <a:latin typeface="Cambria Math"/>
                                    <a:ea typeface="Cambria Math"/>
                                    <a:cs typeface="Cambria Math"/>
                                  </a:rPr>
                                  <m:t>2</m:t>
                                </m:r>
                              </m:sub>
                            </m:sSub>
                            <m:r>
                              <a:rPr lang="ar-AE" sz="2300">
                                <a:solidFill>
                                  <a:srgbClr val="087F83"/>
                                </a:solidFill>
                                <a:latin typeface="Cambria Math"/>
                                <a:ea typeface="Cambria Math"/>
                                <a:cs typeface="Cambria Math"/>
                              </a:rPr>
                              <m:t>,</m:t>
                            </m:r>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𝑤</m:t>
                                </m:r>
                              </m:e>
                              <m:sub>
                                <m:r>
                                  <a:rPr lang="ar-AE" sz="2300">
                                    <a:solidFill>
                                      <a:srgbClr val="087F83"/>
                                    </a:solidFill>
                                    <a:latin typeface="Cambria Math"/>
                                    <a:ea typeface="Cambria Math"/>
                                    <a:cs typeface="Cambria Math"/>
                                  </a:rPr>
                                  <m:t>2</m:t>
                                </m:r>
                              </m:sub>
                            </m:sSub>
                            <m:r>
                              <a:rPr lang="ar-AE" sz="2300">
                                <a:solidFill>
                                  <a:srgbClr val="087F83"/>
                                </a:solidFill>
                                <a:latin typeface="Cambria Math"/>
                                <a:ea typeface="Cambria Math"/>
                                <a:cs typeface="Cambria Math"/>
                              </a:rPr>
                              <m:t>,</m:t>
                            </m:r>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𝑏</m:t>
                                </m:r>
                              </m:e>
                              <m:sub>
                                <m:r>
                                  <a:rPr lang="ar-AE" sz="2300">
                                    <a:solidFill>
                                      <a:srgbClr val="087F83"/>
                                    </a:solidFill>
                                    <a:latin typeface="Cambria Math"/>
                                    <a:ea typeface="Cambria Math"/>
                                    <a:cs typeface="Cambria Math"/>
                                  </a:rPr>
                                  <m:t>3</m:t>
                                </m:r>
                              </m:sub>
                            </m:sSub>
                            <m:r>
                              <a:rPr lang="ar-AE" sz="2300">
                                <a:solidFill>
                                  <a:srgbClr val="087F83"/>
                                </a:solidFill>
                                <a:latin typeface="Cambria Math"/>
                                <a:ea typeface="Cambria Math"/>
                                <a:cs typeface="Cambria Math"/>
                              </a:rPr>
                              <m:t>,</m:t>
                            </m:r>
                            <m:sSub>
                              <m:sSubPr>
                                <m:ctrlPr>
                                  <a:rPr lang="ar-AE" sz="2300">
                                    <a:solidFill>
                                      <a:srgbClr val="087F83"/>
                                    </a:solidFill>
                                    <a:latin typeface="Cambria Math"/>
                                    <a:ea typeface="Cambria Math"/>
                                    <a:cs typeface="Cambria Math"/>
                                  </a:rPr>
                                </m:ctrlPr>
                              </m:sSubPr>
                              <m:e>
                                <m:r>
                                  <a:rPr lang="ar-AE" sz="2300">
                                    <a:solidFill>
                                      <a:srgbClr val="087F83"/>
                                    </a:solidFill>
                                    <a:latin typeface="Cambria Math"/>
                                    <a:ea typeface="Cambria Math"/>
                                    <a:cs typeface="Cambria Math"/>
                                  </a:rPr>
                                  <m:t>𝑤</m:t>
                                </m:r>
                              </m:e>
                              <m:sub>
                                <m:r>
                                  <a:rPr lang="ar-AE" sz="2300">
                                    <a:solidFill>
                                      <a:srgbClr val="087F83"/>
                                    </a:solidFill>
                                    <a:latin typeface="Cambria Math"/>
                                    <a:ea typeface="Cambria Math"/>
                                    <a:cs typeface="Cambria Math"/>
                                  </a:rPr>
                                  <m:t>3</m:t>
                                </m:r>
                              </m:sub>
                            </m:sSub>
                          </m:e>
                        </m:d>
                      </m:e>
                      <m:sup>
                        <m:r>
                          <a:rPr lang="ar-AE" sz="2300">
                            <a:solidFill>
                              <a:srgbClr val="087F83"/>
                            </a:solidFill>
                            <a:latin typeface="Cambria Math"/>
                            <a:ea typeface="Cambria Math"/>
                            <a:cs typeface="Cambria Math"/>
                          </a:rPr>
                          <m:t>𝖳</m:t>
                        </m:r>
                      </m:sup>
                    </m:sSup>
                    <m:r>
                      <a:rPr lang="ar-AE" sz="2300">
                        <a:solidFill>
                          <a:srgbClr val="087F83"/>
                        </a:solidFill>
                        <a:latin typeface="Cambria Math"/>
                        <a:ea typeface="Cambria Math"/>
                        <a:cs typeface="Cambria Math"/>
                      </a:rPr>
                      <m:t>=</m:t>
                    </m:r>
                    <m:sSup>
                      <m:sSupPr>
                        <m:ctrlPr>
                          <a:rPr lang="ar-AE" sz="2300" i="1">
                            <a:solidFill>
                              <a:srgbClr val="087F83"/>
                            </a:solidFill>
                            <a:latin typeface="Cambria Math" panose="02040503050406030204" pitchFamily="18" charset="0"/>
                            <a:ea typeface="Cambria Math"/>
                            <a:cs typeface="Cambria Math"/>
                          </a:rPr>
                        </m:ctrlPr>
                      </m:sSupPr>
                      <m:e>
                        <m:d>
                          <m:dPr>
                            <m:ctrlPr>
                              <a:rPr lang="ar-AE" sz="2300">
                                <a:solidFill>
                                  <a:srgbClr val="087F83"/>
                                </a:solidFill>
                                <a:latin typeface="Cambria Math"/>
                                <a:ea typeface="Cambria Math"/>
                                <a:cs typeface="Cambria Math"/>
                              </a:rPr>
                            </m:ctrlPr>
                          </m:dPr>
                          <m:e>
                            <m:r>
                              <a:rPr lang="ar-AE" sz="2300">
                                <a:solidFill>
                                  <a:srgbClr val="087F83"/>
                                </a:solidFill>
                                <a:latin typeface="Cambria Math"/>
                                <a:ea typeface="Cambria Math"/>
                                <a:cs typeface="Cambria Math"/>
                              </a:rPr>
                              <m:t>1,1,−1,2,2,−1</m:t>
                            </m:r>
                          </m:e>
                        </m:d>
                      </m:e>
                      <m:sup>
                        <m:r>
                          <a:rPr lang="ar-AE" sz="2300">
                            <a:solidFill>
                              <a:srgbClr val="087F83"/>
                            </a:solidFill>
                            <a:latin typeface="Cambria Math"/>
                            <a:ea typeface="Cambria Math"/>
                            <a:cs typeface="Cambria Math"/>
                          </a:rPr>
                          <m:t>𝖳</m:t>
                        </m:r>
                      </m:sup>
                    </m:sSup>
                  </m:oMath>
                </a14:m>
                <a:r>
                  <a:rPr lang="ar-AE" sz="2300" b="0" dirty="0">
                    <a:solidFill>
                      <a:srgbClr val="526276"/>
                    </a:solidFill>
                    <a:latin typeface="DejaVu Sans"/>
                    <a:ea typeface="DejaVu Sans"/>
                    <a:cs typeface="DejaVu Sans"/>
                  </a:rPr>
                  <a:t>.</a:t>
                </a:r>
                <a:endParaRPr lang="en-GB" sz="2300" dirty="0"/>
              </a:p>
            </p:txBody>
          </p:sp>
        </mc:Choice>
        <mc:Fallback xmlns="">
          <p:sp>
            <p:nvSpPr>
              <p:cNvPr id="805" name="parameter_example" descr="Example parameter column, ordered exactly as the gradient: (b1,w1,b2,w2,b3,w3)^T = (1,1,-1,2,2,-1)^T.">
                <a:extLst>
                  <a:ext uri="{FF2B5EF4-FFF2-40B4-BE49-F238E27FC236}">
                    <a16:creationId xmlns:a16="http://schemas.microsoft.com/office/drawing/2014/main" id="{95E42CDF-D9EE-4663-B5F7-6D8313D9CC46}"/>
                  </a:ext>
                </a:extLst>
              </p:cNvPr>
              <p:cNvSpPr>
                <a:spLocks noGrp="1" noRot="1" noChangeAspect="1" noMove="1" noResize="1" noEditPoints="1" noAdjustHandles="1" noChangeArrowheads="1" noChangeShapeType="1" noTextEdit="1"/>
              </p:cNvSpPr>
              <p:nvPr/>
            </p:nvSpPr>
            <p:spPr>
              <a:xfrm>
                <a:off x="476250" y="1847850"/>
                <a:ext cx="11239500" cy="514350"/>
              </a:xfrm>
              <a:prstGeom prst="rect">
                <a:avLst/>
              </a:prstGeom>
              <a:blipFill>
                <a:blip r:embed="rId87"/>
                <a:stretch>
                  <a:fillRect b="-2000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88418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0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2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2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2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2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2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2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2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2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2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3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3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33"/>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3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3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3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3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3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3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4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4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4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4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44"/>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4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4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4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4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4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5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5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5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5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5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5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56"/>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57"/>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5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59"/>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6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6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6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6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6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6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6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6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6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6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7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71"/>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72"/>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73"/>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7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75"/>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76"/>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77"/>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7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7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8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81"/>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82"/>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18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84"/>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85"/>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86"/>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87"/>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grpId="0" nodeType="clickEffect">
                                  <p:stCondLst>
                                    <p:cond delay="0"/>
                                  </p:stCondLst>
                                  <p:childTnLst>
                                    <p:set>
                                      <p:cBhvr>
                                        <p:cTn id="256" dur="1" fill="hold">
                                          <p:stCondLst>
                                            <p:cond delay="0"/>
                                          </p:stCondLst>
                                        </p:cTn>
                                        <p:tgtEl>
                                          <p:spTgt spid="188"/>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89"/>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90"/>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91"/>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92"/>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93"/>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94"/>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195"/>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196"/>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197"/>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98"/>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99"/>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200"/>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201"/>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202"/>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03"/>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204"/>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05"/>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206"/>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207"/>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208"/>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209"/>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210"/>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211"/>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212"/>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213"/>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214"/>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215"/>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216"/>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217"/>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218"/>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219"/>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220"/>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221"/>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222"/>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223"/>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224"/>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225"/>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226"/>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227"/>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228"/>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229"/>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30"/>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31"/>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32"/>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33"/>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34"/>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235"/>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236"/>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237"/>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238"/>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239"/>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240"/>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241"/>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242"/>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243"/>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244"/>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245"/>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246"/>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247"/>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248"/>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249"/>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1" presetClass="entr" presetSubtype="0" fill="hold" grpId="0" nodeType="clickEffect">
                                  <p:stCondLst>
                                    <p:cond delay="0"/>
                                  </p:stCondLst>
                                  <p:childTnLst>
                                    <p:set>
                                      <p:cBhvr>
                                        <p:cTn id="382" dur="1" fill="hold">
                                          <p:stCondLst>
                                            <p:cond delay="0"/>
                                          </p:stCondLst>
                                        </p:cTn>
                                        <p:tgtEl>
                                          <p:spTgt spid="250"/>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251"/>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252"/>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253"/>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254"/>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255"/>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256"/>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257"/>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258"/>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259"/>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260"/>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261"/>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262"/>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263"/>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264"/>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265"/>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266"/>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267"/>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268"/>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269"/>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270"/>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271"/>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272"/>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273"/>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274"/>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275"/>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276"/>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277"/>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278"/>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279"/>
                                        </p:tgtEl>
                                        <p:attrNameLst>
                                          <p:attrName>style.visibility</p:attrName>
                                        </p:attrNameLst>
                                      </p:cBhvr>
                                      <p:to>
                                        <p:strVal val="visible"/>
                                      </p:to>
                                    </p:set>
                                  </p:childTnLst>
                                </p:cTn>
                              </p:par>
                              <p:par>
                                <p:cTn id="441" presetID="1" presetClass="entr" presetSubtype="0" fill="hold" grpId="0" nodeType="withEffect">
                                  <p:stCondLst>
                                    <p:cond delay="0"/>
                                  </p:stCondLst>
                                  <p:childTnLst>
                                    <p:set>
                                      <p:cBhvr>
                                        <p:cTn id="442" dur="1" fill="hold">
                                          <p:stCondLst>
                                            <p:cond delay="0"/>
                                          </p:stCondLst>
                                        </p:cTn>
                                        <p:tgtEl>
                                          <p:spTgt spid="280"/>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281"/>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282"/>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283"/>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284"/>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285"/>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286"/>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287"/>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288"/>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289"/>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290"/>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291"/>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292"/>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293"/>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294"/>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295"/>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296"/>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297"/>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298"/>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299"/>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300"/>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301"/>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302"/>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303"/>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304"/>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305"/>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306"/>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307"/>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308"/>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309"/>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310"/>
                                        </p:tgtEl>
                                        <p:attrNameLst>
                                          <p:attrName>style.visibility</p:attrName>
                                        </p:attrNameLst>
                                      </p:cBhvr>
                                      <p:to>
                                        <p:strVal val="visible"/>
                                      </p:to>
                                    </p:set>
                                  </p:childTnLst>
                                </p:cTn>
                              </p:par>
                            </p:childTnLst>
                          </p:cTn>
                        </p:par>
                      </p:childTnLst>
                    </p:cTn>
                  </p:par>
                  <p:par>
                    <p:cTn id="503" fill="hold">
                      <p:stCondLst>
                        <p:cond delay="indefinite"/>
                      </p:stCondLst>
                      <p:childTnLst>
                        <p:par>
                          <p:cTn id="504" fill="hold">
                            <p:stCondLst>
                              <p:cond delay="0"/>
                            </p:stCondLst>
                            <p:childTnLst>
                              <p:par>
                                <p:cTn id="505" presetID="1" presetClass="entr" presetSubtype="0" fill="hold" grpId="0" nodeType="clickEffect">
                                  <p:stCondLst>
                                    <p:cond delay="0"/>
                                  </p:stCondLst>
                                  <p:childTnLst>
                                    <p:set>
                                      <p:cBhvr>
                                        <p:cTn id="506" dur="1" fill="hold">
                                          <p:stCondLst>
                                            <p:cond delay="0"/>
                                          </p:stCondLst>
                                        </p:cTn>
                                        <p:tgtEl>
                                          <p:spTgt spid="311"/>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312"/>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313"/>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314"/>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315"/>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316"/>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317"/>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318"/>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319"/>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320"/>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321"/>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322"/>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323"/>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324"/>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325"/>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326"/>
                                        </p:tgtEl>
                                        <p:attrNameLst>
                                          <p:attrName>style.visibility</p:attrName>
                                        </p:attrNameLst>
                                      </p:cBhvr>
                                      <p:to>
                                        <p:strVal val="visible"/>
                                      </p:to>
                                    </p:set>
                                  </p:childTnLst>
                                </p:cTn>
                              </p:par>
                              <p:par>
                                <p:cTn id="537" presetID="1" presetClass="entr" presetSubtype="0" fill="hold" grpId="0" nodeType="withEffect">
                                  <p:stCondLst>
                                    <p:cond delay="0"/>
                                  </p:stCondLst>
                                  <p:childTnLst>
                                    <p:set>
                                      <p:cBhvr>
                                        <p:cTn id="538" dur="1" fill="hold">
                                          <p:stCondLst>
                                            <p:cond delay="0"/>
                                          </p:stCondLst>
                                        </p:cTn>
                                        <p:tgtEl>
                                          <p:spTgt spid="327"/>
                                        </p:tgtEl>
                                        <p:attrNameLst>
                                          <p:attrName>style.visibility</p:attrName>
                                        </p:attrNameLst>
                                      </p:cBhvr>
                                      <p:to>
                                        <p:strVal val="visible"/>
                                      </p:to>
                                    </p:set>
                                  </p:childTnLst>
                                </p:cTn>
                              </p:par>
                              <p:par>
                                <p:cTn id="539" presetID="1" presetClass="entr" presetSubtype="0" fill="hold" grpId="0" nodeType="withEffect">
                                  <p:stCondLst>
                                    <p:cond delay="0"/>
                                  </p:stCondLst>
                                  <p:childTnLst>
                                    <p:set>
                                      <p:cBhvr>
                                        <p:cTn id="540" dur="1" fill="hold">
                                          <p:stCondLst>
                                            <p:cond delay="0"/>
                                          </p:stCondLst>
                                        </p:cTn>
                                        <p:tgtEl>
                                          <p:spTgt spid="328"/>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329"/>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330"/>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331"/>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332"/>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333"/>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334"/>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335"/>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336"/>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337"/>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338"/>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339"/>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340"/>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341"/>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342"/>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343"/>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344"/>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345"/>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346"/>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347"/>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348"/>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349"/>
                                        </p:tgtEl>
                                        <p:attrNameLst>
                                          <p:attrName>style.visibility</p:attrName>
                                        </p:attrNameLst>
                                      </p:cBhvr>
                                      <p:to>
                                        <p:strVal val="visible"/>
                                      </p:to>
                                    </p:set>
                                  </p:childTnLst>
                                </p:cTn>
                              </p:par>
                              <p:par>
                                <p:cTn id="583" presetID="1" presetClass="entr" presetSubtype="0" fill="hold" grpId="0" nodeType="withEffect">
                                  <p:stCondLst>
                                    <p:cond delay="0"/>
                                  </p:stCondLst>
                                  <p:childTnLst>
                                    <p:set>
                                      <p:cBhvr>
                                        <p:cTn id="584" dur="1" fill="hold">
                                          <p:stCondLst>
                                            <p:cond delay="0"/>
                                          </p:stCondLst>
                                        </p:cTn>
                                        <p:tgtEl>
                                          <p:spTgt spid="350"/>
                                        </p:tgtEl>
                                        <p:attrNameLst>
                                          <p:attrName>style.visibility</p:attrName>
                                        </p:attrNameLst>
                                      </p:cBhvr>
                                      <p:to>
                                        <p:strVal val="visible"/>
                                      </p:to>
                                    </p:set>
                                  </p:childTnLst>
                                </p:cTn>
                              </p:par>
                              <p:par>
                                <p:cTn id="585" presetID="1" presetClass="entr" presetSubtype="0" fill="hold" grpId="0" nodeType="withEffect">
                                  <p:stCondLst>
                                    <p:cond delay="0"/>
                                  </p:stCondLst>
                                  <p:childTnLst>
                                    <p:set>
                                      <p:cBhvr>
                                        <p:cTn id="586" dur="1" fill="hold">
                                          <p:stCondLst>
                                            <p:cond delay="0"/>
                                          </p:stCondLst>
                                        </p:cTn>
                                        <p:tgtEl>
                                          <p:spTgt spid="351"/>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352"/>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353"/>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354"/>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355"/>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356"/>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357"/>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358"/>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359"/>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360"/>
                                        </p:tgtEl>
                                        <p:attrNameLst>
                                          <p:attrName>style.visibility</p:attrName>
                                        </p:attrNameLst>
                                      </p:cBhvr>
                                      <p:to>
                                        <p:strVal val="visible"/>
                                      </p:to>
                                    </p:set>
                                  </p:childTnLst>
                                </p:cTn>
                              </p:par>
                              <p:par>
                                <p:cTn id="605" presetID="1" presetClass="entr" presetSubtype="0" fill="hold" grpId="0" nodeType="withEffect">
                                  <p:stCondLst>
                                    <p:cond delay="0"/>
                                  </p:stCondLst>
                                  <p:childTnLst>
                                    <p:set>
                                      <p:cBhvr>
                                        <p:cTn id="606" dur="1" fill="hold">
                                          <p:stCondLst>
                                            <p:cond delay="0"/>
                                          </p:stCondLst>
                                        </p:cTn>
                                        <p:tgtEl>
                                          <p:spTgt spid="361"/>
                                        </p:tgtEl>
                                        <p:attrNameLst>
                                          <p:attrName>style.visibility</p:attrName>
                                        </p:attrNameLst>
                                      </p:cBhvr>
                                      <p:to>
                                        <p:strVal val="visible"/>
                                      </p:to>
                                    </p:set>
                                  </p:childTnLst>
                                </p:cTn>
                              </p:par>
                              <p:par>
                                <p:cTn id="607" presetID="1" presetClass="entr" presetSubtype="0" fill="hold" grpId="0" nodeType="withEffect">
                                  <p:stCondLst>
                                    <p:cond delay="0"/>
                                  </p:stCondLst>
                                  <p:childTnLst>
                                    <p:set>
                                      <p:cBhvr>
                                        <p:cTn id="608" dur="1" fill="hold">
                                          <p:stCondLst>
                                            <p:cond delay="0"/>
                                          </p:stCondLst>
                                        </p:cTn>
                                        <p:tgtEl>
                                          <p:spTgt spid="362"/>
                                        </p:tgtEl>
                                        <p:attrNameLst>
                                          <p:attrName>style.visibility</p:attrName>
                                        </p:attrNameLst>
                                      </p:cBhvr>
                                      <p:to>
                                        <p:strVal val="visible"/>
                                      </p:to>
                                    </p:set>
                                  </p:childTnLst>
                                </p:cTn>
                              </p:par>
                              <p:par>
                                <p:cTn id="609" presetID="1" presetClass="entr" presetSubtype="0" fill="hold" grpId="0" nodeType="withEffect">
                                  <p:stCondLst>
                                    <p:cond delay="0"/>
                                  </p:stCondLst>
                                  <p:childTnLst>
                                    <p:set>
                                      <p:cBhvr>
                                        <p:cTn id="610" dur="1" fill="hold">
                                          <p:stCondLst>
                                            <p:cond delay="0"/>
                                          </p:stCondLst>
                                        </p:cTn>
                                        <p:tgtEl>
                                          <p:spTgt spid="363"/>
                                        </p:tgtEl>
                                        <p:attrNameLst>
                                          <p:attrName>style.visibility</p:attrName>
                                        </p:attrNameLst>
                                      </p:cBhvr>
                                      <p:to>
                                        <p:strVal val="visible"/>
                                      </p:to>
                                    </p:set>
                                  </p:childTnLst>
                                </p:cTn>
                              </p:par>
                              <p:par>
                                <p:cTn id="611" presetID="1" presetClass="entr" presetSubtype="0" fill="hold" grpId="0" nodeType="withEffect">
                                  <p:stCondLst>
                                    <p:cond delay="0"/>
                                  </p:stCondLst>
                                  <p:childTnLst>
                                    <p:set>
                                      <p:cBhvr>
                                        <p:cTn id="612" dur="1" fill="hold">
                                          <p:stCondLst>
                                            <p:cond delay="0"/>
                                          </p:stCondLst>
                                        </p:cTn>
                                        <p:tgtEl>
                                          <p:spTgt spid="364"/>
                                        </p:tgtEl>
                                        <p:attrNameLst>
                                          <p:attrName>style.visibility</p:attrName>
                                        </p:attrNameLst>
                                      </p:cBhvr>
                                      <p:to>
                                        <p:strVal val="visible"/>
                                      </p:to>
                                    </p:set>
                                  </p:childTnLst>
                                </p:cTn>
                              </p:par>
                              <p:par>
                                <p:cTn id="613" presetID="1" presetClass="entr" presetSubtype="0" fill="hold" grpId="0" nodeType="withEffect">
                                  <p:stCondLst>
                                    <p:cond delay="0"/>
                                  </p:stCondLst>
                                  <p:childTnLst>
                                    <p:set>
                                      <p:cBhvr>
                                        <p:cTn id="614" dur="1" fill="hold">
                                          <p:stCondLst>
                                            <p:cond delay="0"/>
                                          </p:stCondLst>
                                        </p:cTn>
                                        <p:tgtEl>
                                          <p:spTgt spid="365"/>
                                        </p:tgtEl>
                                        <p:attrNameLst>
                                          <p:attrName>style.visibility</p:attrName>
                                        </p:attrNameLst>
                                      </p:cBhvr>
                                      <p:to>
                                        <p:strVal val="visible"/>
                                      </p:to>
                                    </p:set>
                                  </p:childTnLst>
                                </p:cTn>
                              </p:par>
                              <p:par>
                                <p:cTn id="615" presetID="1" presetClass="entr" presetSubtype="0" fill="hold" grpId="0" nodeType="withEffect">
                                  <p:stCondLst>
                                    <p:cond delay="0"/>
                                  </p:stCondLst>
                                  <p:childTnLst>
                                    <p:set>
                                      <p:cBhvr>
                                        <p:cTn id="616" dur="1" fill="hold">
                                          <p:stCondLst>
                                            <p:cond delay="0"/>
                                          </p:stCondLst>
                                        </p:cTn>
                                        <p:tgtEl>
                                          <p:spTgt spid="366"/>
                                        </p:tgtEl>
                                        <p:attrNameLst>
                                          <p:attrName>style.visibility</p:attrName>
                                        </p:attrNameLst>
                                      </p:cBhvr>
                                      <p:to>
                                        <p:strVal val="visible"/>
                                      </p:to>
                                    </p:set>
                                  </p:childTnLst>
                                </p:cTn>
                              </p:par>
                              <p:par>
                                <p:cTn id="617" presetID="1" presetClass="entr" presetSubtype="0" fill="hold" grpId="0" nodeType="withEffect">
                                  <p:stCondLst>
                                    <p:cond delay="0"/>
                                  </p:stCondLst>
                                  <p:childTnLst>
                                    <p:set>
                                      <p:cBhvr>
                                        <p:cTn id="618" dur="1" fill="hold">
                                          <p:stCondLst>
                                            <p:cond delay="0"/>
                                          </p:stCondLst>
                                        </p:cTn>
                                        <p:tgtEl>
                                          <p:spTgt spid="367"/>
                                        </p:tgtEl>
                                        <p:attrNameLst>
                                          <p:attrName>style.visibility</p:attrName>
                                        </p:attrNameLst>
                                      </p:cBhvr>
                                      <p:to>
                                        <p:strVal val="visible"/>
                                      </p:to>
                                    </p:set>
                                  </p:childTnLst>
                                </p:cTn>
                              </p:par>
                              <p:par>
                                <p:cTn id="619" presetID="1" presetClass="entr" presetSubtype="0" fill="hold" grpId="0" nodeType="withEffect">
                                  <p:stCondLst>
                                    <p:cond delay="0"/>
                                  </p:stCondLst>
                                  <p:childTnLst>
                                    <p:set>
                                      <p:cBhvr>
                                        <p:cTn id="620" dur="1" fill="hold">
                                          <p:stCondLst>
                                            <p:cond delay="0"/>
                                          </p:stCondLst>
                                        </p:cTn>
                                        <p:tgtEl>
                                          <p:spTgt spid="368"/>
                                        </p:tgtEl>
                                        <p:attrNameLst>
                                          <p:attrName>style.visibility</p:attrName>
                                        </p:attrNameLst>
                                      </p:cBhvr>
                                      <p:to>
                                        <p:strVal val="visible"/>
                                      </p:to>
                                    </p:set>
                                  </p:childTnLst>
                                </p:cTn>
                              </p:par>
                              <p:par>
                                <p:cTn id="621" presetID="1" presetClass="entr" presetSubtype="0" fill="hold" grpId="0" nodeType="withEffect">
                                  <p:stCondLst>
                                    <p:cond delay="0"/>
                                  </p:stCondLst>
                                  <p:childTnLst>
                                    <p:set>
                                      <p:cBhvr>
                                        <p:cTn id="622" dur="1" fill="hold">
                                          <p:stCondLst>
                                            <p:cond delay="0"/>
                                          </p:stCondLst>
                                        </p:cTn>
                                        <p:tgtEl>
                                          <p:spTgt spid="369"/>
                                        </p:tgtEl>
                                        <p:attrNameLst>
                                          <p:attrName>style.visibility</p:attrName>
                                        </p:attrNameLst>
                                      </p:cBhvr>
                                      <p:to>
                                        <p:strVal val="visible"/>
                                      </p:to>
                                    </p:set>
                                  </p:childTnLst>
                                </p:cTn>
                              </p:par>
                              <p:par>
                                <p:cTn id="623" presetID="1" presetClass="entr" presetSubtype="0" fill="hold" grpId="0" nodeType="withEffect">
                                  <p:stCondLst>
                                    <p:cond delay="0"/>
                                  </p:stCondLst>
                                  <p:childTnLst>
                                    <p:set>
                                      <p:cBhvr>
                                        <p:cTn id="624" dur="1" fill="hold">
                                          <p:stCondLst>
                                            <p:cond delay="0"/>
                                          </p:stCondLst>
                                        </p:cTn>
                                        <p:tgtEl>
                                          <p:spTgt spid="370"/>
                                        </p:tgtEl>
                                        <p:attrNameLst>
                                          <p:attrName>style.visibility</p:attrName>
                                        </p:attrNameLst>
                                      </p:cBhvr>
                                      <p:to>
                                        <p:strVal val="visible"/>
                                      </p:to>
                                    </p:set>
                                  </p:childTnLst>
                                </p:cTn>
                              </p:par>
                              <p:par>
                                <p:cTn id="625" presetID="1" presetClass="entr" presetSubtype="0" fill="hold" grpId="0" nodeType="withEffect">
                                  <p:stCondLst>
                                    <p:cond delay="0"/>
                                  </p:stCondLst>
                                  <p:childTnLst>
                                    <p:set>
                                      <p:cBhvr>
                                        <p:cTn id="626" dur="1" fill="hold">
                                          <p:stCondLst>
                                            <p:cond delay="0"/>
                                          </p:stCondLst>
                                        </p:cTn>
                                        <p:tgtEl>
                                          <p:spTgt spid="371"/>
                                        </p:tgtEl>
                                        <p:attrNameLst>
                                          <p:attrName>style.visibility</p:attrName>
                                        </p:attrNameLst>
                                      </p:cBhvr>
                                      <p:to>
                                        <p:strVal val="visible"/>
                                      </p:to>
                                    </p:set>
                                  </p:childTnLst>
                                </p:cTn>
                              </p:par>
                              <p:par>
                                <p:cTn id="627" presetID="1" presetClass="entr" presetSubtype="0" fill="hold" grpId="0" nodeType="withEffect">
                                  <p:stCondLst>
                                    <p:cond delay="0"/>
                                  </p:stCondLst>
                                  <p:childTnLst>
                                    <p:set>
                                      <p:cBhvr>
                                        <p:cTn id="628" dur="1" fill="hold">
                                          <p:stCondLst>
                                            <p:cond delay="0"/>
                                          </p:stCondLst>
                                        </p:cTn>
                                        <p:tgtEl>
                                          <p:spTgt spid="372"/>
                                        </p:tgtEl>
                                        <p:attrNameLst>
                                          <p:attrName>style.visibility</p:attrName>
                                        </p:attrNameLst>
                                      </p:cBhvr>
                                      <p:to>
                                        <p:strVal val="visible"/>
                                      </p:to>
                                    </p:set>
                                  </p:childTnLst>
                                </p:cTn>
                              </p:par>
                            </p:childTnLst>
                          </p:cTn>
                        </p:par>
                      </p:childTnLst>
                    </p:cTn>
                  </p:par>
                  <p:par>
                    <p:cTn id="629" fill="hold">
                      <p:stCondLst>
                        <p:cond delay="indefinite"/>
                      </p:stCondLst>
                      <p:childTnLst>
                        <p:par>
                          <p:cTn id="630" fill="hold">
                            <p:stCondLst>
                              <p:cond delay="0"/>
                            </p:stCondLst>
                            <p:childTnLst>
                              <p:par>
                                <p:cTn id="631" presetID="1" presetClass="entr" presetSubtype="0" fill="hold" grpId="0" nodeType="clickEffect">
                                  <p:stCondLst>
                                    <p:cond delay="0"/>
                                  </p:stCondLst>
                                  <p:childTnLst>
                                    <p:set>
                                      <p:cBhvr>
                                        <p:cTn id="632" dur="1" fill="hold">
                                          <p:stCondLst>
                                            <p:cond delay="0"/>
                                          </p:stCondLst>
                                        </p:cTn>
                                        <p:tgtEl>
                                          <p:spTgt spid="373"/>
                                        </p:tgtEl>
                                        <p:attrNameLst>
                                          <p:attrName>style.visibility</p:attrName>
                                        </p:attrNameLst>
                                      </p:cBhvr>
                                      <p:to>
                                        <p:strVal val="visible"/>
                                      </p:to>
                                    </p:set>
                                  </p:childTnLst>
                                </p:cTn>
                              </p:par>
                              <p:par>
                                <p:cTn id="633" presetID="1" presetClass="entr" presetSubtype="0" fill="hold" grpId="0" nodeType="withEffect">
                                  <p:stCondLst>
                                    <p:cond delay="0"/>
                                  </p:stCondLst>
                                  <p:childTnLst>
                                    <p:set>
                                      <p:cBhvr>
                                        <p:cTn id="634" dur="1" fill="hold">
                                          <p:stCondLst>
                                            <p:cond delay="0"/>
                                          </p:stCondLst>
                                        </p:cTn>
                                        <p:tgtEl>
                                          <p:spTgt spid="374"/>
                                        </p:tgtEl>
                                        <p:attrNameLst>
                                          <p:attrName>style.visibility</p:attrName>
                                        </p:attrNameLst>
                                      </p:cBhvr>
                                      <p:to>
                                        <p:strVal val="visible"/>
                                      </p:to>
                                    </p:set>
                                  </p:childTnLst>
                                </p:cTn>
                              </p:par>
                              <p:par>
                                <p:cTn id="635" presetID="1" presetClass="entr" presetSubtype="0" fill="hold" grpId="0" nodeType="withEffect">
                                  <p:stCondLst>
                                    <p:cond delay="0"/>
                                  </p:stCondLst>
                                  <p:childTnLst>
                                    <p:set>
                                      <p:cBhvr>
                                        <p:cTn id="636" dur="1" fill="hold">
                                          <p:stCondLst>
                                            <p:cond delay="0"/>
                                          </p:stCondLst>
                                        </p:cTn>
                                        <p:tgtEl>
                                          <p:spTgt spid="375"/>
                                        </p:tgtEl>
                                        <p:attrNameLst>
                                          <p:attrName>style.visibility</p:attrName>
                                        </p:attrNameLst>
                                      </p:cBhvr>
                                      <p:to>
                                        <p:strVal val="visible"/>
                                      </p:to>
                                    </p:set>
                                  </p:childTnLst>
                                </p:cTn>
                              </p:par>
                              <p:par>
                                <p:cTn id="637" presetID="1" presetClass="entr" presetSubtype="0" fill="hold" grpId="0" nodeType="withEffect">
                                  <p:stCondLst>
                                    <p:cond delay="0"/>
                                  </p:stCondLst>
                                  <p:childTnLst>
                                    <p:set>
                                      <p:cBhvr>
                                        <p:cTn id="638" dur="1" fill="hold">
                                          <p:stCondLst>
                                            <p:cond delay="0"/>
                                          </p:stCondLst>
                                        </p:cTn>
                                        <p:tgtEl>
                                          <p:spTgt spid="376"/>
                                        </p:tgtEl>
                                        <p:attrNameLst>
                                          <p:attrName>style.visibility</p:attrName>
                                        </p:attrNameLst>
                                      </p:cBhvr>
                                      <p:to>
                                        <p:strVal val="visible"/>
                                      </p:to>
                                    </p:set>
                                  </p:childTnLst>
                                </p:cTn>
                              </p:par>
                              <p:par>
                                <p:cTn id="639" presetID="1" presetClass="entr" presetSubtype="0" fill="hold" grpId="0" nodeType="withEffect">
                                  <p:stCondLst>
                                    <p:cond delay="0"/>
                                  </p:stCondLst>
                                  <p:childTnLst>
                                    <p:set>
                                      <p:cBhvr>
                                        <p:cTn id="640" dur="1" fill="hold">
                                          <p:stCondLst>
                                            <p:cond delay="0"/>
                                          </p:stCondLst>
                                        </p:cTn>
                                        <p:tgtEl>
                                          <p:spTgt spid="377"/>
                                        </p:tgtEl>
                                        <p:attrNameLst>
                                          <p:attrName>style.visibility</p:attrName>
                                        </p:attrNameLst>
                                      </p:cBhvr>
                                      <p:to>
                                        <p:strVal val="visible"/>
                                      </p:to>
                                    </p:set>
                                  </p:childTnLst>
                                </p:cTn>
                              </p:par>
                              <p:par>
                                <p:cTn id="641" presetID="1" presetClass="entr" presetSubtype="0" fill="hold" grpId="0" nodeType="withEffect">
                                  <p:stCondLst>
                                    <p:cond delay="0"/>
                                  </p:stCondLst>
                                  <p:childTnLst>
                                    <p:set>
                                      <p:cBhvr>
                                        <p:cTn id="642" dur="1" fill="hold">
                                          <p:stCondLst>
                                            <p:cond delay="0"/>
                                          </p:stCondLst>
                                        </p:cTn>
                                        <p:tgtEl>
                                          <p:spTgt spid="378"/>
                                        </p:tgtEl>
                                        <p:attrNameLst>
                                          <p:attrName>style.visibility</p:attrName>
                                        </p:attrNameLst>
                                      </p:cBhvr>
                                      <p:to>
                                        <p:strVal val="visible"/>
                                      </p:to>
                                    </p:set>
                                  </p:childTnLst>
                                </p:cTn>
                              </p:par>
                              <p:par>
                                <p:cTn id="643" presetID="1" presetClass="entr" presetSubtype="0" fill="hold" grpId="0" nodeType="withEffect">
                                  <p:stCondLst>
                                    <p:cond delay="0"/>
                                  </p:stCondLst>
                                  <p:childTnLst>
                                    <p:set>
                                      <p:cBhvr>
                                        <p:cTn id="644" dur="1" fill="hold">
                                          <p:stCondLst>
                                            <p:cond delay="0"/>
                                          </p:stCondLst>
                                        </p:cTn>
                                        <p:tgtEl>
                                          <p:spTgt spid="379"/>
                                        </p:tgtEl>
                                        <p:attrNameLst>
                                          <p:attrName>style.visibility</p:attrName>
                                        </p:attrNameLst>
                                      </p:cBhvr>
                                      <p:to>
                                        <p:strVal val="visible"/>
                                      </p:to>
                                    </p:set>
                                  </p:childTnLst>
                                </p:cTn>
                              </p:par>
                              <p:par>
                                <p:cTn id="645" presetID="1" presetClass="entr" presetSubtype="0" fill="hold" grpId="0" nodeType="withEffect">
                                  <p:stCondLst>
                                    <p:cond delay="0"/>
                                  </p:stCondLst>
                                  <p:childTnLst>
                                    <p:set>
                                      <p:cBhvr>
                                        <p:cTn id="646" dur="1" fill="hold">
                                          <p:stCondLst>
                                            <p:cond delay="0"/>
                                          </p:stCondLst>
                                        </p:cTn>
                                        <p:tgtEl>
                                          <p:spTgt spid="380"/>
                                        </p:tgtEl>
                                        <p:attrNameLst>
                                          <p:attrName>style.visibility</p:attrName>
                                        </p:attrNameLst>
                                      </p:cBhvr>
                                      <p:to>
                                        <p:strVal val="visible"/>
                                      </p:to>
                                    </p:set>
                                  </p:childTnLst>
                                </p:cTn>
                              </p:par>
                              <p:par>
                                <p:cTn id="647" presetID="1" presetClass="entr" presetSubtype="0" fill="hold" grpId="0" nodeType="withEffect">
                                  <p:stCondLst>
                                    <p:cond delay="0"/>
                                  </p:stCondLst>
                                  <p:childTnLst>
                                    <p:set>
                                      <p:cBhvr>
                                        <p:cTn id="648" dur="1" fill="hold">
                                          <p:stCondLst>
                                            <p:cond delay="0"/>
                                          </p:stCondLst>
                                        </p:cTn>
                                        <p:tgtEl>
                                          <p:spTgt spid="381"/>
                                        </p:tgtEl>
                                        <p:attrNameLst>
                                          <p:attrName>style.visibility</p:attrName>
                                        </p:attrNameLst>
                                      </p:cBhvr>
                                      <p:to>
                                        <p:strVal val="visible"/>
                                      </p:to>
                                    </p:set>
                                  </p:childTnLst>
                                </p:cTn>
                              </p:par>
                              <p:par>
                                <p:cTn id="649" presetID="1" presetClass="entr" presetSubtype="0" fill="hold" grpId="0" nodeType="withEffect">
                                  <p:stCondLst>
                                    <p:cond delay="0"/>
                                  </p:stCondLst>
                                  <p:childTnLst>
                                    <p:set>
                                      <p:cBhvr>
                                        <p:cTn id="650" dur="1" fill="hold">
                                          <p:stCondLst>
                                            <p:cond delay="0"/>
                                          </p:stCondLst>
                                        </p:cTn>
                                        <p:tgtEl>
                                          <p:spTgt spid="382"/>
                                        </p:tgtEl>
                                        <p:attrNameLst>
                                          <p:attrName>style.visibility</p:attrName>
                                        </p:attrNameLst>
                                      </p:cBhvr>
                                      <p:to>
                                        <p:strVal val="visible"/>
                                      </p:to>
                                    </p:set>
                                  </p:childTnLst>
                                </p:cTn>
                              </p:par>
                              <p:par>
                                <p:cTn id="651" presetID="1" presetClass="entr" presetSubtype="0" fill="hold" grpId="0" nodeType="withEffect">
                                  <p:stCondLst>
                                    <p:cond delay="0"/>
                                  </p:stCondLst>
                                  <p:childTnLst>
                                    <p:set>
                                      <p:cBhvr>
                                        <p:cTn id="652" dur="1" fill="hold">
                                          <p:stCondLst>
                                            <p:cond delay="0"/>
                                          </p:stCondLst>
                                        </p:cTn>
                                        <p:tgtEl>
                                          <p:spTgt spid="383"/>
                                        </p:tgtEl>
                                        <p:attrNameLst>
                                          <p:attrName>style.visibility</p:attrName>
                                        </p:attrNameLst>
                                      </p:cBhvr>
                                      <p:to>
                                        <p:strVal val="visible"/>
                                      </p:to>
                                    </p:set>
                                  </p:childTnLst>
                                </p:cTn>
                              </p:par>
                              <p:par>
                                <p:cTn id="653" presetID="1" presetClass="entr" presetSubtype="0" fill="hold" grpId="0" nodeType="withEffect">
                                  <p:stCondLst>
                                    <p:cond delay="0"/>
                                  </p:stCondLst>
                                  <p:childTnLst>
                                    <p:set>
                                      <p:cBhvr>
                                        <p:cTn id="654" dur="1" fill="hold">
                                          <p:stCondLst>
                                            <p:cond delay="0"/>
                                          </p:stCondLst>
                                        </p:cTn>
                                        <p:tgtEl>
                                          <p:spTgt spid="384"/>
                                        </p:tgtEl>
                                        <p:attrNameLst>
                                          <p:attrName>style.visibility</p:attrName>
                                        </p:attrNameLst>
                                      </p:cBhvr>
                                      <p:to>
                                        <p:strVal val="visible"/>
                                      </p:to>
                                    </p:set>
                                  </p:childTnLst>
                                </p:cTn>
                              </p:par>
                              <p:par>
                                <p:cTn id="655" presetID="1" presetClass="entr" presetSubtype="0" fill="hold" grpId="0" nodeType="withEffect">
                                  <p:stCondLst>
                                    <p:cond delay="0"/>
                                  </p:stCondLst>
                                  <p:childTnLst>
                                    <p:set>
                                      <p:cBhvr>
                                        <p:cTn id="656" dur="1" fill="hold">
                                          <p:stCondLst>
                                            <p:cond delay="0"/>
                                          </p:stCondLst>
                                        </p:cTn>
                                        <p:tgtEl>
                                          <p:spTgt spid="385"/>
                                        </p:tgtEl>
                                        <p:attrNameLst>
                                          <p:attrName>style.visibility</p:attrName>
                                        </p:attrNameLst>
                                      </p:cBhvr>
                                      <p:to>
                                        <p:strVal val="visible"/>
                                      </p:to>
                                    </p:set>
                                  </p:childTnLst>
                                </p:cTn>
                              </p:par>
                              <p:par>
                                <p:cTn id="657" presetID="1" presetClass="entr" presetSubtype="0" fill="hold" grpId="0" nodeType="withEffect">
                                  <p:stCondLst>
                                    <p:cond delay="0"/>
                                  </p:stCondLst>
                                  <p:childTnLst>
                                    <p:set>
                                      <p:cBhvr>
                                        <p:cTn id="658" dur="1" fill="hold">
                                          <p:stCondLst>
                                            <p:cond delay="0"/>
                                          </p:stCondLst>
                                        </p:cTn>
                                        <p:tgtEl>
                                          <p:spTgt spid="386"/>
                                        </p:tgtEl>
                                        <p:attrNameLst>
                                          <p:attrName>style.visibility</p:attrName>
                                        </p:attrNameLst>
                                      </p:cBhvr>
                                      <p:to>
                                        <p:strVal val="visible"/>
                                      </p:to>
                                    </p:set>
                                  </p:childTnLst>
                                </p:cTn>
                              </p:par>
                              <p:par>
                                <p:cTn id="659" presetID="1" presetClass="entr" presetSubtype="0" fill="hold" grpId="0" nodeType="withEffect">
                                  <p:stCondLst>
                                    <p:cond delay="0"/>
                                  </p:stCondLst>
                                  <p:childTnLst>
                                    <p:set>
                                      <p:cBhvr>
                                        <p:cTn id="660" dur="1" fill="hold">
                                          <p:stCondLst>
                                            <p:cond delay="0"/>
                                          </p:stCondLst>
                                        </p:cTn>
                                        <p:tgtEl>
                                          <p:spTgt spid="387"/>
                                        </p:tgtEl>
                                        <p:attrNameLst>
                                          <p:attrName>style.visibility</p:attrName>
                                        </p:attrNameLst>
                                      </p:cBhvr>
                                      <p:to>
                                        <p:strVal val="visible"/>
                                      </p:to>
                                    </p:set>
                                  </p:childTnLst>
                                </p:cTn>
                              </p:par>
                              <p:par>
                                <p:cTn id="661" presetID="1" presetClass="entr" presetSubtype="0" fill="hold" grpId="0" nodeType="withEffect">
                                  <p:stCondLst>
                                    <p:cond delay="0"/>
                                  </p:stCondLst>
                                  <p:childTnLst>
                                    <p:set>
                                      <p:cBhvr>
                                        <p:cTn id="662" dur="1" fill="hold">
                                          <p:stCondLst>
                                            <p:cond delay="0"/>
                                          </p:stCondLst>
                                        </p:cTn>
                                        <p:tgtEl>
                                          <p:spTgt spid="388"/>
                                        </p:tgtEl>
                                        <p:attrNameLst>
                                          <p:attrName>style.visibility</p:attrName>
                                        </p:attrNameLst>
                                      </p:cBhvr>
                                      <p:to>
                                        <p:strVal val="visible"/>
                                      </p:to>
                                    </p:set>
                                  </p:childTnLst>
                                </p:cTn>
                              </p:par>
                              <p:par>
                                <p:cTn id="663" presetID="1" presetClass="entr" presetSubtype="0" fill="hold" grpId="0" nodeType="withEffect">
                                  <p:stCondLst>
                                    <p:cond delay="0"/>
                                  </p:stCondLst>
                                  <p:childTnLst>
                                    <p:set>
                                      <p:cBhvr>
                                        <p:cTn id="664" dur="1" fill="hold">
                                          <p:stCondLst>
                                            <p:cond delay="0"/>
                                          </p:stCondLst>
                                        </p:cTn>
                                        <p:tgtEl>
                                          <p:spTgt spid="389"/>
                                        </p:tgtEl>
                                        <p:attrNameLst>
                                          <p:attrName>style.visibility</p:attrName>
                                        </p:attrNameLst>
                                      </p:cBhvr>
                                      <p:to>
                                        <p:strVal val="visible"/>
                                      </p:to>
                                    </p:set>
                                  </p:childTnLst>
                                </p:cTn>
                              </p:par>
                              <p:par>
                                <p:cTn id="665" presetID="1" presetClass="entr" presetSubtype="0" fill="hold" grpId="0" nodeType="withEffect">
                                  <p:stCondLst>
                                    <p:cond delay="0"/>
                                  </p:stCondLst>
                                  <p:childTnLst>
                                    <p:set>
                                      <p:cBhvr>
                                        <p:cTn id="666" dur="1" fill="hold">
                                          <p:stCondLst>
                                            <p:cond delay="0"/>
                                          </p:stCondLst>
                                        </p:cTn>
                                        <p:tgtEl>
                                          <p:spTgt spid="390"/>
                                        </p:tgtEl>
                                        <p:attrNameLst>
                                          <p:attrName>style.visibility</p:attrName>
                                        </p:attrNameLst>
                                      </p:cBhvr>
                                      <p:to>
                                        <p:strVal val="visible"/>
                                      </p:to>
                                    </p:set>
                                  </p:childTnLst>
                                </p:cTn>
                              </p:par>
                              <p:par>
                                <p:cTn id="667" presetID="1" presetClass="entr" presetSubtype="0" fill="hold" grpId="0" nodeType="withEffect">
                                  <p:stCondLst>
                                    <p:cond delay="0"/>
                                  </p:stCondLst>
                                  <p:childTnLst>
                                    <p:set>
                                      <p:cBhvr>
                                        <p:cTn id="668" dur="1" fill="hold">
                                          <p:stCondLst>
                                            <p:cond delay="0"/>
                                          </p:stCondLst>
                                        </p:cTn>
                                        <p:tgtEl>
                                          <p:spTgt spid="391"/>
                                        </p:tgtEl>
                                        <p:attrNameLst>
                                          <p:attrName>style.visibility</p:attrName>
                                        </p:attrNameLst>
                                      </p:cBhvr>
                                      <p:to>
                                        <p:strVal val="visible"/>
                                      </p:to>
                                    </p:set>
                                  </p:childTnLst>
                                </p:cTn>
                              </p:par>
                              <p:par>
                                <p:cTn id="669" presetID="1" presetClass="entr" presetSubtype="0" fill="hold" grpId="0" nodeType="withEffect">
                                  <p:stCondLst>
                                    <p:cond delay="0"/>
                                  </p:stCondLst>
                                  <p:childTnLst>
                                    <p:set>
                                      <p:cBhvr>
                                        <p:cTn id="670" dur="1" fill="hold">
                                          <p:stCondLst>
                                            <p:cond delay="0"/>
                                          </p:stCondLst>
                                        </p:cTn>
                                        <p:tgtEl>
                                          <p:spTgt spid="392"/>
                                        </p:tgtEl>
                                        <p:attrNameLst>
                                          <p:attrName>style.visibility</p:attrName>
                                        </p:attrNameLst>
                                      </p:cBhvr>
                                      <p:to>
                                        <p:strVal val="visible"/>
                                      </p:to>
                                    </p:set>
                                  </p:childTnLst>
                                </p:cTn>
                              </p:par>
                              <p:par>
                                <p:cTn id="671" presetID="1" presetClass="entr" presetSubtype="0" fill="hold" grpId="0" nodeType="withEffect">
                                  <p:stCondLst>
                                    <p:cond delay="0"/>
                                  </p:stCondLst>
                                  <p:childTnLst>
                                    <p:set>
                                      <p:cBhvr>
                                        <p:cTn id="672" dur="1" fill="hold">
                                          <p:stCondLst>
                                            <p:cond delay="0"/>
                                          </p:stCondLst>
                                        </p:cTn>
                                        <p:tgtEl>
                                          <p:spTgt spid="393"/>
                                        </p:tgtEl>
                                        <p:attrNameLst>
                                          <p:attrName>style.visibility</p:attrName>
                                        </p:attrNameLst>
                                      </p:cBhvr>
                                      <p:to>
                                        <p:strVal val="visible"/>
                                      </p:to>
                                    </p:set>
                                  </p:childTnLst>
                                </p:cTn>
                              </p:par>
                              <p:par>
                                <p:cTn id="673" presetID="1" presetClass="entr" presetSubtype="0" fill="hold" grpId="0" nodeType="withEffect">
                                  <p:stCondLst>
                                    <p:cond delay="0"/>
                                  </p:stCondLst>
                                  <p:childTnLst>
                                    <p:set>
                                      <p:cBhvr>
                                        <p:cTn id="674" dur="1" fill="hold">
                                          <p:stCondLst>
                                            <p:cond delay="0"/>
                                          </p:stCondLst>
                                        </p:cTn>
                                        <p:tgtEl>
                                          <p:spTgt spid="394"/>
                                        </p:tgtEl>
                                        <p:attrNameLst>
                                          <p:attrName>style.visibility</p:attrName>
                                        </p:attrNameLst>
                                      </p:cBhvr>
                                      <p:to>
                                        <p:strVal val="visible"/>
                                      </p:to>
                                    </p:set>
                                  </p:childTnLst>
                                </p:cTn>
                              </p:par>
                              <p:par>
                                <p:cTn id="675" presetID="1" presetClass="entr" presetSubtype="0" fill="hold" grpId="0" nodeType="withEffect">
                                  <p:stCondLst>
                                    <p:cond delay="0"/>
                                  </p:stCondLst>
                                  <p:childTnLst>
                                    <p:set>
                                      <p:cBhvr>
                                        <p:cTn id="676" dur="1" fill="hold">
                                          <p:stCondLst>
                                            <p:cond delay="0"/>
                                          </p:stCondLst>
                                        </p:cTn>
                                        <p:tgtEl>
                                          <p:spTgt spid="395"/>
                                        </p:tgtEl>
                                        <p:attrNameLst>
                                          <p:attrName>style.visibility</p:attrName>
                                        </p:attrNameLst>
                                      </p:cBhvr>
                                      <p:to>
                                        <p:strVal val="visible"/>
                                      </p:to>
                                    </p:set>
                                  </p:childTnLst>
                                </p:cTn>
                              </p:par>
                              <p:par>
                                <p:cTn id="677" presetID="1" presetClass="entr" presetSubtype="0" fill="hold" grpId="0" nodeType="withEffect">
                                  <p:stCondLst>
                                    <p:cond delay="0"/>
                                  </p:stCondLst>
                                  <p:childTnLst>
                                    <p:set>
                                      <p:cBhvr>
                                        <p:cTn id="678" dur="1" fill="hold">
                                          <p:stCondLst>
                                            <p:cond delay="0"/>
                                          </p:stCondLst>
                                        </p:cTn>
                                        <p:tgtEl>
                                          <p:spTgt spid="396"/>
                                        </p:tgtEl>
                                        <p:attrNameLst>
                                          <p:attrName>style.visibility</p:attrName>
                                        </p:attrNameLst>
                                      </p:cBhvr>
                                      <p:to>
                                        <p:strVal val="visible"/>
                                      </p:to>
                                    </p:set>
                                  </p:childTnLst>
                                </p:cTn>
                              </p:par>
                              <p:par>
                                <p:cTn id="679" presetID="1" presetClass="entr" presetSubtype="0" fill="hold" grpId="0" nodeType="withEffect">
                                  <p:stCondLst>
                                    <p:cond delay="0"/>
                                  </p:stCondLst>
                                  <p:childTnLst>
                                    <p:set>
                                      <p:cBhvr>
                                        <p:cTn id="680" dur="1" fill="hold">
                                          <p:stCondLst>
                                            <p:cond delay="0"/>
                                          </p:stCondLst>
                                        </p:cTn>
                                        <p:tgtEl>
                                          <p:spTgt spid="397"/>
                                        </p:tgtEl>
                                        <p:attrNameLst>
                                          <p:attrName>style.visibility</p:attrName>
                                        </p:attrNameLst>
                                      </p:cBhvr>
                                      <p:to>
                                        <p:strVal val="visible"/>
                                      </p:to>
                                    </p:set>
                                  </p:childTnLst>
                                </p:cTn>
                              </p:par>
                              <p:par>
                                <p:cTn id="681" presetID="1" presetClass="entr" presetSubtype="0" fill="hold" grpId="0" nodeType="withEffect">
                                  <p:stCondLst>
                                    <p:cond delay="0"/>
                                  </p:stCondLst>
                                  <p:childTnLst>
                                    <p:set>
                                      <p:cBhvr>
                                        <p:cTn id="682" dur="1" fill="hold">
                                          <p:stCondLst>
                                            <p:cond delay="0"/>
                                          </p:stCondLst>
                                        </p:cTn>
                                        <p:tgtEl>
                                          <p:spTgt spid="398"/>
                                        </p:tgtEl>
                                        <p:attrNameLst>
                                          <p:attrName>style.visibility</p:attrName>
                                        </p:attrNameLst>
                                      </p:cBhvr>
                                      <p:to>
                                        <p:strVal val="visible"/>
                                      </p:to>
                                    </p:set>
                                  </p:childTnLst>
                                </p:cTn>
                              </p:par>
                              <p:par>
                                <p:cTn id="683" presetID="1" presetClass="entr" presetSubtype="0" fill="hold" grpId="0" nodeType="withEffect">
                                  <p:stCondLst>
                                    <p:cond delay="0"/>
                                  </p:stCondLst>
                                  <p:childTnLst>
                                    <p:set>
                                      <p:cBhvr>
                                        <p:cTn id="684" dur="1" fill="hold">
                                          <p:stCondLst>
                                            <p:cond delay="0"/>
                                          </p:stCondLst>
                                        </p:cTn>
                                        <p:tgtEl>
                                          <p:spTgt spid="399"/>
                                        </p:tgtEl>
                                        <p:attrNameLst>
                                          <p:attrName>style.visibility</p:attrName>
                                        </p:attrNameLst>
                                      </p:cBhvr>
                                      <p:to>
                                        <p:strVal val="visible"/>
                                      </p:to>
                                    </p:set>
                                  </p:childTnLst>
                                </p:cTn>
                              </p:par>
                              <p:par>
                                <p:cTn id="685" presetID="1" presetClass="entr" presetSubtype="0" fill="hold" grpId="0" nodeType="withEffect">
                                  <p:stCondLst>
                                    <p:cond delay="0"/>
                                  </p:stCondLst>
                                  <p:childTnLst>
                                    <p:set>
                                      <p:cBhvr>
                                        <p:cTn id="686" dur="1" fill="hold">
                                          <p:stCondLst>
                                            <p:cond delay="0"/>
                                          </p:stCondLst>
                                        </p:cTn>
                                        <p:tgtEl>
                                          <p:spTgt spid="400"/>
                                        </p:tgtEl>
                                        <p:attrNameLst>
                                          <p:attrName>style.visibility</p:attrName>
                                        </p:attrNameLst>
                                      </p:cBhvr>
                                      <p:to>
                                        <p:strVal val="visible"/>
                                      </p:to>
                                    </p:set>
                                  </p:childTnLst>
                                </p:cTn>
                              </p:par>
                              <p:par>
                                <p:cTn id="687" presetID="1" presetClass="entr" presetSubtype="0" fill="hold" grpId="0" nodeType="withEffect">
                                  <p:stCondLst>
                                    <p:cond delay="0"/>
                                  </p:stCondLst>
                                  <p:childTnLst>
                                    <p:set>
                                      <p:cBhvr>
                                        <p:cTn id="688" dur="1" fill="hold">
                                          <p:stCondLst>
                                            <p:cond delay="0"/>
                                          </p:stCondLst>
                                        </p:cTn>
                                        <p:tgtEl>
                                          <p:spTgt spid="401"/>
                                        </p:tgtEl>
                                        <p:attrNameLst>
                                          <p:attrName>style.visibility</p:attrName>
                                        </p:attrNameLst>
                                      </p:cBhvr>
                                      <p:to>
                                        <p:strVal val="visible"/>
                                      </p:to>
                                    </p:set>
                                  </p:childTnLst>
                                </p:cTn>
                              </p:par>
                              <p:par>
                                <p:cTn id="689" presetID="1" presetClass="entr" presetSubtype="0" fill="hold" grpId="0" nodeType="withEffect">
                                  <p:stCondLst>
                                    <p:cond delay="0"/>
                                  </p:stCondLst>
                                  <p:childTnLst>
                                    <p:set>
                                      <p:cBhvr>
                                        <p:cTn id="690" dur="1" fill="hold">
                                          <p:stCondLst>
                                            <p:cond delay="0"/>
                                          </p:stCondLst>
                                        </p:cTn>
                                        <p:tgtEl>
                                          <p:spTgt spid="402"/>
                                        </p:tgtEl>
                                        <p:attrNameLst>
                                          <p:attrName>style.visibility</p:attrName>
                                        </p:attrNameLst>
                                      </p:cBhvr>
                                      <p:to>
                                        <p:strVal val="visible"/>
                                      </p:to>
                                    </p:set>
                                  </p:childTnLst>
                                </p:cTn>
                              </p:par>
                              <p:par>
                                <p:cTn id="691" presetID="1" presetClass="entr" presetSubtype="0" fill="hold" grpId="0" nodeType="withEffect">
                                  <p:stCondLst>
                                    <p:cond delay="0"/>
                                  </p:stCondLst>
                                  <p:childTnLst>
                                    <p:set>
                                      <p:cBhvr>
                                        <p:cTn id="692" dur="1" fill="hold">
                                          <p:stCondLst>
                                            <p:cond delay="0"/>
                                          </p:stCondLst>
                                        </p:cTn>
                                        <p:tgtEl>
                                          <p:spTgt spid="403"/>
                                        </p:tgtEl>
                                        <p:attrNameLst>
                                          <p:attrName>style.visibility</p:attrName>
                                        </p:attrNameLst>
                                      </p:cBhvr>
                                      <p:to>
                                        <p:strVal val="visible"/>
                                      </p:to>
                                    </p:set>
                                  </p:childTnLst>
                                </p:cTn>
                              </p:par>
                              <p:par>
                                <p:cTn id="693" presetID="1" presetClass="entr" presetSubtype="0" fill="hold" grpId="0" nodeType="withEffect">
                                  <p:stCondLst>
                                    <p:cond delay="0"/>
                                  </p:stCondLst>
                                  <p:childTnLst>
                                    <p:set>
                                      <p:cBhvr>
                                        <p:cTn id="694" dur="1" fill="hold">
                                          <p:stCondLst>
                                            <p:cond delay="0"/>
                                          </p:stCondLst>
                                        </p:cTn>
                                        <p:tgtEl>
                                          <p:spTgt spid="404"/>
                                        </p:tgtEl>
                                        <p:attrNameLst>
                                          <p:attrName>style.visibility</p:attrName>
                                        </p:attrNameLst>
                                      </p:cBhvr>
                                      <p:to>
                                        <p:strVal val="visible"/>
                                      </p:to>
                                    </p:set>
                                  </p:childTnLst>
                                </p:cTn>
                              </p:par>
                              <p:par>
                                <p:cTn id="695" presetID="1" presetClass="entr" presetSubtype="0" fill="hold" grpId="0" nodeType="withEffect">
                                  <p:stCondLst>
                                    <p:cond delay="0"/>
                                  </p:stCondLst>
                                  <p:childTnLst>
                                    <p:set>
                                      <p:cBhvr>
                                        <p:cTn id="696" dur="1" fill="hold">
                                          <p:stCondLst>
                                            <p:cond delay="0"/>
                                          </p:stCondLst>
                                        </p:cTn>
                                        <p:tgtEl>
                                          <p:spTgt spid="405"/>
                                        </p:tgtEl>
                                        <p:attrNameLst>
                                          <p:attrName>style.visibility</p:attrName>
                                        </p:attrNameLst>
                                      </p:cBhvr>
                                      <p:to>
                                        <p:strVal val="visible"/>
                                      </p:to>
                                    </p:set>
                                  </p:childTnLst>
                                </p:cTn>
                              </p:par>
                              <p:par>
                                <p:cTn id="697" presetID="1" presetClass="entr" presetSubtype="0" fill="hold" grpId="0" nodeType="withEffect">
                                  <p:stCondLst>
                                    <p:cond delay="0"/>
                                  </p:stCondLst>
                                  <p:childTnLst>
                                    <p:set>
                                      <p:cBhvr>
                                        <p:cTn id="698" dur="1" fill="hold">
                                          <p:stCondLst>
                                            <p:cond delay="0"/>
                                          </p:stCondLst>
                                        </p:cTn>
                                        <p:tgtEl>
                                          <p:spTgt spid="406"/>
                                        </p:tgtEl>
                                        <p:attrNameLst>
                                          <p:attrName>style.visibility</p:attrName>
                                        </p:attrNameLst>
                                      </p:cBhvr>
                                      <p:to>
                                        <p:strVal val="visible"/>
                                      </p:to>
                                    </p:set>
                                  </p:childTnLst>
                                </p:cTn>
                              </p:par>
                              <p:par>
                                <p:cTn id="699" presetID="1" presetClass="entr" presetSubtype="0" fill="hold" grpId="0" nodeType="withEffect">
                                  <p:stCondLst>
                                    <p:cond delay="0"/>
                                  </p:stCondLst>
                                  <p:childTnLst>
                                    <p:set>
                                      <p:cBhvr>
                                        <p:cTn id="700" dur="1" fill="hold">
                                          <p:stCondLst>
                                            <p:cond delay="0"/>
                                          </p:stCondLst>
                                        </p:cTn>
                                        <p:tgtEl>
                                          <p:spTgt spid="407"/>
                                        </p:tgtEl>
                                        <p:attrNameLst>
                                          <p:attrName>style.visibility</p:attrName>
                                        </p:attrNameLst>
                                      </p:cBhvr>
                                      <p:to>
                                        <p:strVal val="visible"/>
                                      </p:to>
                                    </p:set>
                                  </p:childTnLst>
                                </p:cTn>
                              </p:par>
                              <p:par>
                                <p:cTn id="701" presetID="1" presetClass="entr" presetSubtype="0" fill="hold" grpId="0" nodeType="withEffect">
                                  <p:stCondLst>
                                    <p:cond delay="0"/>
                                  </p:stCondLst>
                                  <p:childTnLst>
                                    <p:set>
                                      <p:cBhvr>
                                        <p:cTn id="702" dur="1" fill="hold">
                                          <p:stCondLst>
                                            <p:cond delay="0"/>
                                          </p:stCondLst>
                                        </p:cTn>
                                        <p:tgtEl>
                                          <p:spTgt spid="408"/>
                                        </p:tgtEl>
                                        <p:attrNameLst>
                                          <p:attrName>style.visibility</p:attrName>
                                        </p:attrNameLst>
                                      </p:cBhvr>
                                      <p:to>
                                        <p:strVal val="visible"/>
                                      </p:to>
                                    </p:set>
                                  </p:childTnLst>
                                </p:cTn>
                              </p:par>
                              <p:par>
                                <p:cTn id="703" presetID="1" presetClass="entr" presetSubtype="0" fill="hold" grpId="0" nodeType="withEffect">
                                  <p:stCondLst>
                                    <p:cond delay="0"/>
                                  </p:stCondLst>
                                  <p:childTnLst>
                                    <p:set>
                                      <p:cBhvr>
                                        <p:cTn id="704" dur="1" fill="hold">
                                          <p:stCondLst>
                                            <p:cond delay="0"/>
                                          </p:stCondLst>
                                        </p:cTn>
                                        <p:tgtEl>
                                          <p:spTgt spid="409"/>
                                        </p:tgtEl>
                                        <p:attrNameLst>
                                          <p:attrName>style.visibility</p:attrName>
                                        </p:attrNameLst>
                                      </p:cBhvr>
                                      <p:to>
                                        <p:strVal val="visible"/>
                                      </p:to>
                                    </p:set>
                                  </p:childTnLst>
                                </p:cTn>
                              </p:par>
                              <p:par>
                                <p:cTn id="705" presetID="1" presetClass="entr" presetSubtype="0" fill="hold" grpId="0" nodeType="withEffect">
                                  <p:stCondLst>
                                    <p:cond delay="0"/>
                                  </p:stCondLst>
                                  <p:childTnLst>
                                    <p:set>
                                      <p:cBhvr>
                                        <p:cTn id="706" dur="1" fill="hold">
                                          <p:stCondLst>
                                            <p:cond delay="0"/>
                                          </p:stCondLst>
                                        </p:cTn>
                                        <p:tgtEl>
                                          <p:spTgt spid="410"/>
                                        </p:tgtEl>
                                        <p:attrNameLst>
                                          <p:attrName>style.visibility</p:attrName>
                                        </p:attrNameLst>
                                      </p:cBhvr>
                                      <p:to>
                                        <p:strVal val="visible"/>
                                      </p:to>
                                    </p:set>
                                  </p:childTnLst>
                                </p:cTn>
                              </p:par>
                              <p:par>
                                <p:cTn id="707" presetID="1" presetClass="entr" presetSubtype="0" fill="hold" grpId="0" nodeType="withEffect">
                                  <p:stCondLst>
                                    <p:cond delay="0"/>
                                  </p:stCondLst>
                                  <p:childTnLst>
                                    <p:set>
                                      <p:cBhvr>
                                        <p:cTn id="708" dur="1" fill="hold">
                                          <p:stCondLst>
                                            <p:cond delay="0"/>
                                          </p:stCondLst>
                                        </p:cTn>
                                        <p:tgtEl>
                                          <p:spTgt spid="411"/>
                                        </p:tgtEl>
                                        <p:attrNameLst>
                                          <p:attrName>style.visibility</p:attrName>
                                        </p:attrNameLst>
                                      </p:cBhvr>
                                      <p:to>
                                        <p:strVal val="visible"/>
                                      </p:to>
                                    </p:set>
                                  </p:childTnLst>
                                </p:cTn>
                              </p:par>
                              <p:par>
                                <p:cTn id="709" presetID="1" presetClass="entr" presetSubtype="0" fill="hold" grpId="0" nodeType="withEffect">
                                  <p:stCondLst>
                                    <p:cond delay="0"/>
                                  </p:stCondLst>
                                  <p:childTnLst>
                                    <p:set>
                                      <p:cBhvr>
                                        <p:cTn id="710" dur="1" fill="hold">
                                          <p:stCondLst>
                                            <p:cond delay="0"/>
                                          </p:stCondLst>
                                        </p:cTn>
                                        <p:tgtEl>
                                          <p:spTgt spid="412"/>
                                        </p:tgtEl>
                                        <p:attrNameLst>
                                          <p:attrName>style.visibility</p:attrName>
                                        </p:attrNameLst>
                                      </p:cBhvr>
                                      <p:to>
                                        <p:strVal val="visible"/>
                                      </p:to>
                                    </p:set>
                                  </p:childTnLst>
                                </p:cTn>
                              </p:par>
                              <p:par>
                                <p:cTn id="711" presetID="1" presetClass="entr" presetSubtype="0" fill="hold" grpId="0" nodeType="withEffect">
                                  <p:stCondLst>
                                    <p:cond delay="0"/>
                                  </p:stCondLst>
                                  <p:childTnLst>
                                    <p:set>
                                      <p:cBhvr>
                                        <p:cTn id="712" dur="1" fill="hold">
                                          <p:stCondLst>
                                            <p:cond delay="0"/>
                                          </p:stCondLst>
                                        </p:cTn>
                                        <p:tgtEl>
                                          <p:spTgt spid="413"/>
                                        </p:tgtEl>
                                        <p:attrNameLst>
                                          <p:attrName>style.visibility</p:attrName>
                                        </p:attrNameLst>
                                      </p:cBhvr>
                                      <p:to>
                                        <p:strVal val="visible"/>
                                      </p:to>
                                    </p:set>
                                  </p:childTnLst>
                                </p:cTn>
                              </p:par>
                              <p:par>
                                <p:cTn id="713" presetID="1" presetClass="entr" presetSubtype="0" fill="hold" grpId="0" nodeType="withEffect">
                                  <p:stCondLst>
                                    <p:cond delay="0"/>
                                  </p:stCondLst>
                                  <p:childTnLst>
                                    <p:set>
                                      <p:cBhvr>
                                        <p:cTn id="714" dur="1" fill="hold">
                                          <p:stCondLst>
                                            <p:cond delay="0"/>
                                          </p:stCondLst>
                                        </p:cTn>
                                        <p:tgtEl>
                                          <p:spTgt spid="414"/>
                                        </p:tgtEl>
                                        <p:attrNameLst>
                                          <p:attrName>style.visibility</p:attrName>
                                        </p:attrNameLst>
                                      </p:cBhvr>
                                      <p:to>
                                        <p:strVal val="visible"/>
                                      </p:to>
                                    </p:set>
                                  </p:childTnLst>
                                </p:cTn>
                              </p:par>
                              <p:par>
                                <p:cTn id="715" presetID="1" presetClass="entr" presetSubtype="0" fill="hold" grpId="0" nodeType="withEffect">
                                  <p:stCondLst>
                                    <p:cond delay="0"/>
                                  </p:stCondLst>
                                  <p:childTnLst>
                                    <p:set>
                                      <p:cBhvr>
                                        <p:cTn id="716" dur="1" fill="hold">
                                          <p:stCondLst>
                                            <p:cond delay="0"/>
                                          </p:stCondLst>
                                        </p:cTn>
                                        <p:tgtEl>
                                          <p:spTgt spid="415"/>
                                        </p:tgtEl>
                                        <p:attrNameLst>
                                          <p:attrName>style.visibility</p:attrName>
                                        </p:attrNameLst>
                                      </p:cBhvr>
                                      <p:to>
                                        <p:strVal val="visible"/>
                                      </p:to>
                                    </p:set>
                                  </p:childTnLst>
                                </p:cTn>
                              </p:par>
                              <p:par>
                                <p:cTn id="717" presetID="1" presetClass="entr" presetSubtype="0" fill="hold" grpId="0" nodeType="withEffect">
                                  <p:stCondLst>
                                    <p:cond delay="0"/>
                                  </p:stCondLst>
                                  <p:childTnLst>
                                    <p:set>
                                      <p:cBhvr>
                                        <p:cTn id="718" dur="1" fill="hold">
                                          <p:stCondLst>
                                            <p:cond delay="0"/>
                                          </p:stCondLst>
                                        </p:cTn>
                                        <p:tgtEl>
                                          <p:spTgt spid="416"/>
                                        </p:tgtEl>
                                        <p:attrNameLst>
                                          <p:attrName>style.visibility</p:attrName>
                                        </p:attrNameLst>
                                      </p:cBhvr>
                                      <p:to>
                                        <p:strVal val="visible"/>
                                      </p:to>
                                    </p:set>
                                  </p:childTnLst>
                                </p:cTn>
                              </p:par>
                              <p:par>
                                <p:cTn id="719" presetID="1" presetClass="entr" presetSubtype="0" fill="hold" grpId="0" nodeType="withEffect">
                                  <p:stCondLst>
                                    <p:cond delay="0"/>
                                  </p:stCondLst>
                                  <p:childTnLst>
                                    <p:set>
                                      <p:cBhvr>
                                        <p:cTn id="720" dur="1" fill="hold">
                                          <p:stCondLst>
                                            <p:cond delay="0"/>
                                          </p:stCondLst>
                                        </p:cTn>
                                        <p:tgtEl>
                                          <p:spTgt spid="417"/>
                                        </p:tgtEl>
                                        <p:attrNameLst>
                                          <p:attrName>style.visibility</p:attrName>
                                        </p:attrNameLst>
                                      </p:cBhvr>
                                      <p:to>
                                        <p:strVal val="visible"/>
                                      </p:to>
                                    </p:set>
                                  </p:childTnLst>
                                </p:cTn>
                              </p:par>
                              <p:par>
                                <p:cTn id="721" presetID="1" presetClass="entr" presetSubtype="0" fill="hold" grpId="0" nodeType="withEffect">
                                  <p:stCondLst>
                                    <p:cond delay="0"/>
                                  </p:stCondLst>
                                  <p:childTnLst>
                                    <p:set>
                                      <p:cBhvr>
                                        <p:cTn id="722" dur="1" fill="hold">
                                          <p:stCondLst>
                                            <p:cond delay="0"/>
                                          </p:stCondLst>
                                        </p:cTn>
                                        <p:tgtEl>
                                          <p:spTgt spid="418"/>
                                        </p:tgtEl>
                                        <p:attrNameLst>
                                          <p:attrName>style.visibility</p:attrName>
                                        </p:attrNameLst>
                                      </p:cBhvr>
                                      <p:to>
                                        <p:strVal val="visible"/>
                                      </p:to>
                                    </p:set>
                                  </p:childTnLst>
                                </p:cTn>
                              </p:par>
                              <p:par>
                                <p:cTn id="723" presetID="1" presetClass="entr" presetSubtype="0" fill="hold" grpId="0" nodeType="withEffect">
                                  <p:stCondLst>
                                    <p:cond delay="0"/>
                                  </p:stCondLst>
                                  <p:childTnLst>
                                    <p:set>
                                      <p:cBhvr>
                                        <p:cTn id="724" dur="1" fill="hold">
                                          <p:stCondLst>
                                            <p:cond delay="0"/>
                                          </p:stCondLst>
                                        </p:cTn>
                                        <p:tgtEl>
                                          <p:spTgt spid="419"/>
                                        </p:tgtEl>
                                        <p:attrNameLst>
                                          <p:attrName>style.visibility</p:attrName>
                                        </p:attrNameLst>
                                      </p:cBhvr>
                                      <p:to>
                                        <p:strVal val="visible"/>
                                      </p:to>
                                    </p:set>
                                  </p:childTnLst>
                                </p:cTn>
                              </p:par>
                              <p:par>
                                <p:cTn id="725" presetID="1" presetClass="entr" presetSubtype="0" fill="hold" grpId="0" nodeType="withEffect">
                                  <p:stCondLst>
                                    <p:cond delay="0"/>
                                  </p:stCondLst>
                                  <p:childTnLst>
                                    <p:set>
                                      <p:cBhvr>
                                        <p:cTn id="726" dur="1" fill="hold">
                                          <p:stCondLst>
                                            <p:cond delay="0"/>
                                          </p:stCondLst>
                                        </p:cTn>
                                        <p:tgtEl>
                                          <p:spTgt spid="420"/>
                                        </p:tgtEl>
                                        <p:attrNameLst>
                                          <p:attrName>style.visibility</p:attrName>
                                        </p:attrNameLst>
                                      </p:cBhvr>
                                      <p:to>
                                        <p:strVal val="visible"/>
                                      </p:to>
                                    </p:set>
                                  </p:childTnLst>
                                </p:cTn>
                              </p:par>
                              <p:par>
                                <p:cTn id="727" presetID="1" presetClass="entr" presetSubtype="0" fill="hold" grpId="0" nodeType="withEffect">
                                  <p:stCondLst>
                                    <p:cond delay="0"/>
                                  </p:stCondLst>
                                  <p:childTnLst>
                                    <p:set>
                                      <p:cBhvr>
                                        <p:cTn id="728" dur="1" fill="hold">
                                          <p:stCondLst>
                                            <p:cond delay="0"/>
                                          </p:stCondLst>
                                        </p:cTn>
                                        <p:tgtEl>
                                          <p:spTgt spid="421"/>
                                        </p:tgtEl>
                                        <p:attrNameLst>
                                          <p:attrName>style.visibility</p:attrName>
                                        </p:attrNameLst>
                                      </p:cBhvr>
                                      <p:to>
                                        <p:strVal val="visible"/>
                                      </p:to>
                                    </p:set>
                                  </p:childTnLst>
                                </p:cTn>
                              </p:par>
                              <p:par>
                                <p:cTn id="729" presetID="1" presetClass="entr" presetSubtype="0" fill="hold" grpId="0" nodeType="withEffect">
                                  <p:stCondLst>
                                    <p:cond delay="0"/>
                                  </p:stCondLst>
                                  <p:childTnLst>
                                    <p:set>
                                      <p:cBhvr>
                                        <p:cTn id="730" dur="1" fill="hold">
                                          <p:stCondLst>
                                            <p:cond delay="0"/>
                                          </p:stCondLst>
                                        </p:cTn>
                                        <p:tgtEl>
                                          <p:spTgt spid="422"/>
                                        </p:tgtEl>
                                        <p:attrNameLst>
                                          <p:attrName>style.visibility</p:attrName>
                                        </p:attrNameLst>
                                      </p:cBhvr>
                                      <p:to>
                                        <p:strVal val="visible"/>
                                      </p:to>
                                    </p:set>
                                  </p:childTnLst>
                                </p:cTn>
                              </p:par>
                              <p:par>
                                <p:cTn id="731" presetID="1" presetClass="entr" presetSubtype="0" fill="hold" grpId="0" nodeType="withEffect">
                                  <p:stCondLst>
                                    <p:cond delay="0"/>
                                  </p:stCondLst>
                                  <p:childTnLst>
                                    <p:set>
                                      <p:cBhvr>
                                        <p:cTn id="732" dur="1" fill="hold">
                                          <p:stCondLst>
                                            <p:cond delay="0"/>
                                          </p:stCondLst>
                                        </p:cTn>
                                        <p:tgtEl>
                                          <p:spTgt spid="423"/>
                                        </p:tgtEl>
                                        <p:attrNameLst>
                                          <p:attrName>style.visibility</p:attrName>
                                        </p:attrNameLst>
                                      </p:cBhvr>
                                      <p:to>
                                        <p:strVal val="visible"/>
                                      </p:to>
                                    </p:set>
                                  </p:childTnLst>
                                </p:cTn>
                              </p:par>
                              <p:par>
                                <p:cTn id="733" presetID="1" presetClass="entr" presetSubtype="0" fill="hold" grpId="0" nodeType="withEffect">
                                  <p:stCondLst>
                                    <p:cond delay="0"/>
                                  </p:stCondLst>
                                  <p:childTnLst>
                                    <p:set>
                                      <p:cBhvr>
                                        <p:cTn id="734" dur="1" fill="hold">
                                          <p:stCondLst>
                                            <p:cond delay="0"/>
                                          </p:stCondLst>
                                        </p:cTn>
                                        <p:tgtEl>
                                          <p:spTgt spid="424"/>
                                        </p:tgtEl>
                                        <p:attrNameLst>
                                          <p:attrName>style.visibility</p:attrName>
                                        </p:attrNameLst>
                                      </p:cBhvr>
                                      <p:to>
                                        <p:strVal val="visible"/>
                                      </p:to>
                                    </p:set>
                                  </p:childTnLst>
                                </p:cTn>
                              </p:par>
                              <p:par>
                                <p:cTn id="735" presetID="1" presetClass="entr" presetSubtype="0" fill="hold" grpId="0" nodeType="withEffect">
                                  <p:stCondLst>
                                    <p:cond delay="0"/>
                                  </p:stCondLst>
                                  <p:childTnLst>
                                    <p:set>
                                      <p:cBhvr>
                                        <p:cTn id="736" dur="1" fill="hold">
                                          <p:stCondLst>
                                            <p:cond delay="0"/>
                                          </p:stCondLst>
                                        </p:cTn>
                                        <p:tgtEl>
                                          <p:spTgt spid="425"/>
                                        </p:tgtEl>
                                        <p:attrNameLst>
                                          <p:attrName>style.visibility</p:attrName>
                                        </p:attrNameLst>
                                      </p:cBhvr>
                                      <p:to>
                                        <p:strVal val="visible"/>
                                      </p:to>
                                    </p:set>
                                  </p:childTnLst>
                                </p:cTn>
                              </p:par>
                              <p:par>
                                <p:cTn id="737" presetID="1" presetClass="entr" presetSubtype="0" fill="hold" grpId="0" nodeType="withEffect">
                                  <p:stCondLst>
                                    <p:cond delay="0"/>
                                  </p:stCondLst>
                                  <p:childTnLst>
                                    <p:set>
                                      <p:cBhvr>
                                        <p:cTn id="738" dur="1" fill="hold">
                                          <p:stCondLst>
                                            <p:cond delay="0"/>
                                          </p:stCondLst>
                                        </p:cTn>
                                        <p:tgtEl>
                                          <p:spTgt spid="426"/>
                                        </p:tgtEl>
                                        <p:attrNameLst>
                                          <p:attrName>style.visibility</p:attrName>
                                        </p:attrNameLst>
                                      </p:cBhvr>
                                      <p:to>
                                        <p:strVal val="visible"/>
                                      </p:to>
                                    </p:set>
                                  </p:childTnLst>
                                </p:cTn>
                              </p:par>
                              <p:par>
                                <p:cTn id="739" presetID="1" presetClass="entr" presetSubtype="0" fill="hold" grpId="0" nodeType="withEffect">
                                  <p:stCondLst>
                                    <p:cond delay="0"/>
                                  </p:stCondLst>
                                  <p:childTnLst>
                                    <p:set>
                                      <p:cBhvr>
                                        <p:cTn id="740" dur="1" fill="hold">
                                          <p:stCondLst>
                                            <p:cond delay="0"/>
                                          </p:stCondLst>
                                        </p:cTn>
                                        <p:tgtEl>
                                          <p:spTgt spid="427"/>
                                        </p:tgtEl>
                                        <p:attrNameLst>
                                          <p:attrName>style.visibility</p:attrName>
                                        </p:attrNameLst>
                                      </p:cBhvr>
                                      <p:to>
                                        <p:strVal val="visible"/>
                                      </p:to>
                                    </p:set>
                                  </p:childTnLst>
                                </p:cTn>
                              </p:par>
                              <p:par>
                                <p:cTn id="741" presetID="1" presetClass="entr" presetSubtype="0" fill="hold" grpId="0" nodeType="withEffect">
                                  <p:stCondLst>
                                    <p:cond delay="0"/>
                                  </p:stCondLst>
                                  <p:childTnLst>
                                    <p:set>
                                      <p:cBhvr>
                                        <p:cTn id="742" dur="1" fill="hold">
                                          <p:stCondLst>
                                            <p:cond delay="0"/>
                                          </p:stCondLst>
                                        </p:cTn>
                                        <p:tgtEl>
                                          <p:spTgt spid="428"/>
                                        </p:tgtEl>
                                        <p:attrNameLst>
                                          <p:attrName>style.visibility</p:attrName>
                                        </p:attrNameLst>
                                      </p:cBhvr>
                                      <p:to>
                                        <p:strVal val="visible"/>
                                      </p:to>
                                    </p:set>
                                  </p:childTnLst>
                                </p:cTn>
                              </p:par>
                              <p:par>
                                <p:cTn id="743" presetID="1" presetClass="entr" presetSubtype="0" fill="hold" grpId="0" nodeType="withEffect">
                                  <p:stCondLst>
                                    <p:cond delay="0"/>
                                  </p:stCondLst>
                                  <p:childTnLst>
                                    <p:set>
                                      <p:cBhvr>
                                        <p:cTn id="744" dur="1" fill="hold">
                                          <p:stCondLst>
                                            <p:cond delay="0"/>
                                          </p:stCondLst>
                                        </p:cTn>
                                        <p:tgtEl>
                                          <p:spTgt spid="429"/>
                                        </p:tgtEl>
                                        <p:attrNameLst>
                                          <p:attrName>style.visibility</p:attrName>
                                        </p:attrNameLst>
                                      </p:cBhvr>
                                      <p:to>
                                        <p:strVal val="visible"/>
                                      </p:to>
                                    </p:set>
                                  </p:childTnLst>
                                </p:cTn>
                              </p:par>
                              <p:par>
                                <p:cTn id="745" presetID="1" presetClass="entr" presetSubtype="0" fill="hold" grpId="0" nodeType="withEffect">
                                  <p:stCondLst>
                                    <p:cond delay="0"/>
                                  </p:stCondLst>
                                  <p:childTnLst>
                                    <p:set>
                                      <p:cBhvr>
                                        <p:cTn id="746" dur="1" fill="hold">
                                          <p:stCondLst>
                                            <p:cond delay="0"/>
                                          </p:stCondLst>
                                        </p:cTn>
                                        <p:tgtEl>
                                          <p:spTgt spid="430"/>
                                        </p:tgtEl>
                                        <p:attrNameLst>
                                          <p:attrName>style.visibility</p:attrName>
                                        </p:attrNameLst>
                                      </p:cBhvr>
                                      <p:to>
                                        <p:strVal val="visible"/>
                                      </p:to>
                                    </p:set>
                                  </p:childTnLst>
                                </p:cTn>
                              </p:par>
                              <p:par>
                                <p:cTn id="747" presetID="1" presetClass="entr" presetSubtype="0" fill="hold" grpId="0" nodeType="withEffect">
                                  <p:stCondLst>
                                    <p:cond delay="0"/>
                                  </p:stCondLst>
                                  <p:childTnLst>
                                    <p:set>
                                      <p:cBhvr>
                                        <p:cTn id="748" dur="1" fill="hold">
                                          <p:stCondLst>
                                            <p:cond delay="0"/>
                                          </p:stCondLst>
                                        </p:cTn>
                                        <p:tgtEl>
                                          <p:spTgt spid="431"/>
                                        </p:tgtEl>
                                        <p:attrNameLst>
                                          <p:attrName>style.visibility</p:attrName>
                                        </p:attrNameLst>
                                      </p:cBhvr>
                                      <p:to>
                                        <p:strVal val="visible"/>
                                      </p:to>
                                    </p:set>
                                  </p:childTnLst>
                                </p:cTn>
                              </p:par>
                              <p:par>
                                <p:cTn id="749" presetID="1" presetClass="entr" presetSubtype="0" fill="hold" grpId="0" nodeType="withEffect">
                                  <p:stCondLst>
                                    <p:cond delay="0"/>
                                  </p:stCondLst>
                                  <p:childTnLst>
                                    <p:set>
                                      <p:cBhvr>
                                        <p:cTn id="750" dur="1" fill="hold">
                                          <p:stCondLst>
                                            <p:cond delay="0"/>
                                          </p:stCondLst>
                                        </p:cTn>
                                        <p:tgtEl>
                                          <p:spTgt spid="432"/>
                                        </p:tgtEl>
                                        <p:attrNameLst>
                                          <p:attrName>style.visibility</p:attrName>
                                        </p:attrNameLst>
                                      </p:cBhvr>
                                      <p:to>
                                        <p:strVal val="visible"/>
                                      </p:to>
                                    </p:set>
                                  </p:childTnLst>
                                </p:cTn>
                              </p:par>
                              <p:par>
                                <p:cTn id="751" presetID="1" presetClass="entr" presetSubtype="0" fill="hold" grpId="0" nodeType="withEffect">
                                  <p:stCondLst>
                                    <p:cond delay="0"/>
                                  </p:stCondLst>
                                  <p:childTnLst>
                                    <p:set>
                                      <p:cBhvr>
                                        <p:cTn id="752" dur="1" fill="hold">
                                          <p:stCondLst>
                                            <p:cond delay="0"/>
                                          </p:stCondLst>
                                        </p:cTn>
                                        <p:tgtEl>
                                          <p:spTgt spid="433"/>
                                        </p:tgtEl>
                                        <p:attrNameLst>
                                          <p:attrName>style.visibility</p:attrName>
                                        </p:attrNameLst>
                                      </p:cBhvr>
                                      <p:to>
                                        <p:strVal val="visible"/>
                                      </p:to>
                                    </p:set>
                                  </p:childTnLst>
                                </p:cTn>
                              </p:par>
                            </p:childTnLst>
                          </p:cTn>
                        </p:par>
                      </p:childTnLst>
                    </p:cTn>
                  </p:par>
                  <p:par>
                    <p:cTn id="753" fill="hold">
                      <p:stCondLst>
                        <p:cond delay="indefinite"/>
                      </p:stCondLst>
                      <p:childTnLst>
                        <p:par>
                          <p:cTn id="754" fill="hold">
                            <p:stCondLst>
                              <p:cond delay="0"/>
                            </p:stCondLst>
                            <p:childTnLst>
                              <p:par>
                                <p:cTn id="755" presetID="1" presetClass="entr" presetSubtype="0" fill="hold" grpId="0" nodeType="clickEffect">
                                  <p:stCondLst>
                                    <p:cond delay="0"/>
                                  </p:stCondLst>
                                  <p:childTnLst>
                                    <p:set>
                                      <p:cBhvr>
                                        <p:cTn id="756" dur="1" fill="hold">
                                          <p:stCondLst>
                                            <p:cond delay="0"/>
                                          </p:stCondLst>
                                        </p:cTn>
                                        <p:tgtEl>
                                          <p:spTgt spid="434"/>
                                        </p:tgtEl>
                                        <p:attrNameLst>
                                          <p:attrName>style.visibility</p:attrName>
                                        </p:attrNameLst>
                                      </p:cBhvr>
                                      <p:to>
                                        <p:strVal val="visible"/>
                                      </p:to>
                                    </p:set>
                                  </p:childTnLst>
                                </p:cTn>
                              </p:par>
                              <p:par>
                                <p:cTn id="757" presetID="1" presetClass="entr" presetSubtype="0" fill="hold" grpId="0" nodeType="withEffect">
                                  <p:stCondLst>
                                    <p:cond delay="0"/>
                                  </p:stCondLst>
                                  <p:childTnLst>
                                    <p:set>
                                      <p:cBhvr>
                                        <p:cTn id="758" dur="1" fill="hold">
                                          <p:stCondLst>
                                            <p:cond delay="0"/>
                                          </p:stCondLst>
                                        </p:cTn>
                                        <p:tgtEl>
                                          <p:spTgt spid="435"/>
                                        </p:tgtEl>
                                        <p:attrNameLst>
                                          <p:attrName>style.visibility</p:attrName>
                                        </p:attrNameLst>
                                      </p:cBhvr>
                                      <p:to>
                                        <p:strVal val="visible"/>
                                      </p:to>
                                    </p:set>
                                  </p:childTnLst>
                                </p:cTn>
                              </p:par>
                              <p:par>
                                <p:cTn id="759" presetID="1" presetClass="entr" presetSubtype="0" fill="hold" grpId="0" nodeType="withEffect">
                                  <p:stCondLst>
                                    <p:cond delay="0"/>
                                  </p:stCondLst>
                                  <p:childTnLst>
                                    <p:set>
                                      <p:cBhvr>
                                        <p:cTn id="760" dur="1" fill="hold">
                                          <p:stCondLst>
                                            <p:cond delay="0"/>
                                          </p:stCondLst>
                                        </p:cTn>
                                        <p:tgtEl>
                                          <p:spTgt spid="436"/>
                                        </p:tgtEl>
                                        <p:attrNameLst>
                                          <p:attrName>style.visibility</p:attrName>
                                        </p:attrNameLst>
                                      </p:cBhvr>
                                      <p:to>
                                        <p:strVal val="visible"/>
                                      </p:to>
                                    </p:set>
                                  </p:childTnLst>
                                </p:cTn>
                              </p:par>
                              <p:par>
                                <p:cTn id="761" presetID="1" presetClass="entr" presetSubtype="0" fill="hold" grpId="0" nodeType="withEffect">
                                  <p:stCondLst>
                                    <p:cond delay="0"/>
                                  </p:stCondLst>
                                  <p:childTnLst>
                                    <p:set>
                                      <p:cBhvr>
                                        <p:cTn id="762" dur="1" fill="hold">
                                          <p:stCondLst>
                                            <p:cond delay="0"/>
                                          </p:stCondLst>
                                        </p:cTn>
                                        <p:tgtEl>
                                          <p:spTgt spid="437"/>
                                        </p:tgtEl>
                                        <p:attrNameLst>
                                          <p:attrName>style.visibility</p:attrName>
                                        </p:attrNameLst>
                                      </p:cBhvr>
                                      <p:to>
                                        <p:strVal val="visible"/>
                                      </p:to>
                                    </p:set>
                                  </p:childTnLst>
                                </p:cTn>
                              </p:par>
                              <p:par>
                                <p:cTn id="763" presetID="1" presetClass="entr" presetSubtype="0" fill="hold" grpId="0" nodeType="withEffect">
                                  <p:stCondLst>
                                    <p:cond delay="0"/>
                                  </p:stCondLst>
                                  <p:childTnLst>
                                    <p:set>
                                      <p:cBhvr>
                                        <p:cTn id="764" dur="1" fill="hold">
                                          <p:stCondLst>
                                            <p:cond delay="0"/>
                                          </p:stCondLst>
                                        </p:cTn>
                                        <p:tgtEl>
                                          <p:spTgt spid="438"/>
                                        </p:tgtEl>
                                        <p:attrNameLst>
                                          <p:attrName>style.visibility</p:attrName>
                                        </p:attrNameLst>
                                      </p:cBhvr>
                                      <p:to>
                                        <p:strVal val="visible"/>
                                      </p:to>
                                    </p:set>
                                  </p:childTnLst>
                                </p:cTn>
                              </p:par>
                              <p:par>
                                <p:cTn id="765" presetID="1" presetClass="entr" presetSubtype="0" fill="hold" grpId="0" nodeType="withEffect">
                                  <p:stCondLst>
                                    <p:cond delay="0"/>
                                  </p:stCondLst>
                                  <p:childTnLst>
                                    <p:set>
                                      <p:cBhvr>
                                        <p:cTn id="766" dur="1" fill="hold">
                                          <p:stCondLst>
                                            <p:cond delay="0"/>
                                          </p:stCondLst>
                                        </p:cTn>
                                        <p:tgtEl>
                                          <p:spTgt spid="439"/>
                                        </p:tgtEl>
                                        <p:attrNameLst>
                                          <p:attrName>style.visibility</p:attrName>
                                        </p:attrNameLst>
                                      </p:cBhvr>
                                      <p:to>
                                        <p:strVal val="visible"/>
                                      </p:to>
                                    </p:set>
                                  </p:childTnLst>
                                </p:cTn>
                              </p:par>
                              <p:par>
                                <p:cTn id="767" presetID="1" presetClass="entr" presetSubtype="0" fill="hold" grpId="0" nodeType="withEffect">
                                  <p:stCondLst>
                                    <p:cond delay="0"/>
                                  </p:stCondLst>
                                  <p:childTnLst>
                                    <p:set>
                                      <p:cBhvr>
                                        <p:cTn id="768" dur="1" fill="hold">
                                          <p:stCondLst>
                                            <p:cond delay="0"/>
                                          </p:stCondLst>
                                        </p:cTn>
                                        <p:tgtEl>
                                          <p:spTgt spid="440"/>
                                        </p:tgtEl>
                                        <p:attrNameLst>
                                          <p:attrName>style.visibility</p:attrName>
                                        </p:attrNameLst>
                                      </p:cBhvr>
                                      <p:to>
                                        <p:strVal val="visible"/>
                                      </p:to>
                                    </p:set>
                                  </p:childTnLst>
                                </p:cTn>
                              </p:par>
                              <p:par>
                                <p:cTn id="769" presetID="1" presetClass="entr" presetSubtype="0" fill="hold" grpId="0" nodeType="withEffect">
                                  <p:stCondLst>
                                    <p:cond delay="0"/>
                                  </p:stCondLst>
                                  <p:childTnLst>
                                    <p:set>
                                      <p:cBhvr>
                                        <p:cTn id="770" dur="1" fill="hold">
                                          <p:stCondLst>
                                            <p:cond delay="0"/>
                                          </p:stCondLst>
                                        </p:cTn>
                                        <p:tgtEl>
                                          <p:spTgt spid="441"/>
                                        </p:tgtEl>
                                        <p:attrNameLst>
                                          <p:attrName>style.visibility</p:attrName>
                                        </p:attrNameLst>
                                      </p:cBhvr>
                                      <p:to>
                                        <p:strVal val="visible"/>
                                      </p:to>
                                    </p:set>
                                  </p:childTnLst>
                                </p:cTn>
                              </p:par>
                              <p:par>
                                <p:cTn id="771" presetID="1" presetClass="entr" presetSubtype="0" fill="hold" grpId="0" nodeType="withEffect">
                                  <p:stCondLst>
                                    <p:cond delay="0"/>
                                  </p:stCondLst>
                                  <p:childTnLst>
                                    <p:set>
                                      <p:cBhvr>
                                        <p:cTn id="772" dur="1" fill="hold">
                                          <p:stCondLst>
                                            <p:cond delay="0"/>
                                          </p:stCondLst>
                                        </p:cTn>
                                        <p:tgtEl>
                                          <p:spTgt spid="442"/>
                                        </p:tgtEl>
                                        <p:attrNameLst>
                                          <p:attrName>style.visibility</p:attrName>
                                        </p:attrNameLst>
                                      </p:cBhvr>
                                      <p:to>
                                        <p:strVal val="visible"/>
                                      </p:to>
                                    </p:set>
                                  </p:childTnLst>
                                </p:cTn>
                              </p:par>
                              <p:par>
                                <p:cTn id="773" presetID="1" presetClass="entr" presetSubtype="0" fill="hold" grpId="0" nodeType="withEffect">
                                  <p:stCondLst>
                                    <p:cond delay="0"/>
                                  </p:stCondLst>
                                  <p:childTnLst>
                                    <p:set>
                                      <p:cBhvr>
                                        <p:cTn id="774" dur="1" fill="hold">
                                          <p:stCondLst>
                                            <p:cond delay="0"/>
                                          </p:stCondLst>
                                        </p:cTn>
                                        <p:tgtEl>
                                          <p:spTgt spid="443"/>
                                        </p:tgtEl>
                                        <p:attrNameLst>
                                          <p:attrName>style.visibility</p:attrName>
                                        </p:attrNameLst>
                                      </p:cBhvr>
                                      <p:to>
                                        <p:strVal val="visible"/>
                                      </p:to>
                                    </p:set>
                                  </p:childTnLst>
                                </p:cTn>
                              </p:par>
                              <p:par>
                                <p:cTn id="775" presetID="1" presetClass="entr" presetSubtype="0" fill="hold" grpId="0" nodeType="withEffect">
                                  <p:stCondLst>
                                    <p:cond delay="0"/>
                                  </p:stCondLst>
                                  <p:childTnLst>
                                    <p:set>
                                      <p:cBhvr>
                                        <p:cTn id="776" dur="1" fill="hold">
                                          <p:stCondLst>
                                            <p:cond delay="0"/>
                                          </p:stCondLst>
                                        </p:cTn>
                                        <p:tgtEl>
                                          <p:spTgt spid="444"/>
                                        </p:tgtEl>
                                        <p:attrNameLst>
                                          <p:attrName>style.visibility</p:attrName>
                                        </p:attrNameLst>
                                      </p:cBhvr>
                                      <p:to>
                                        <p:strVal val="visible"/>
                                      </p:to>
                                    </p:set>
                                  </p:childTnLst>
                                </p:cTn>
                              </p:par>
                              <p:par>
                                <p:cTn id="777" presetID="1" presetClass="entr" presetSubtype="0" fill="hold" grpId="0" nodeType="withEffect">
                                  <p:stCondLst>
                                    <p:cond delay="0"/>
                                  </p:stCondLst>
                                  <p:childTnLst>
                                    <p:set>
                                      <p:cBhvr>
                                        <p:cTn id="778" dur="1" fill="hold">
                                          <p:stCondLst>
                                            <p:cond delay="0"/>
                                          </p:stCondLst>
                                        </p:cTn>
                                        <p:tgtEl>
                                          <p:spTgt spid="445"/>
                                        </p:tgtEl>
                                        <p:attrNameLst>
                                          <p:attrName>style.visibility</p:attrName>
                                        </p:attrNameLst>
                                      </p:cBhvr>
                                      <p:to>
                                        <p:strVal val="visible"/>
                                      </p:to>
                                    </p:set>
                                  </p:childTnLst>
                                </p:cTn>
                              </p:par>
                              <p:par>
                                <p:cTn id="779" presetID="1" presetClass="entr" presetSubtype="0" fill="hold" grpId="0" nodeType="withEffect">
                                  <p:stCondLst>
                                    <p:cond delay="0"/>
                                  </p:stCondLst>
                                  <p:childTnLst>
                                    <p:set>
                                      <p:cBhvr>
                                        <p:cTn id="780" dur="1" fill="hold">
                                          <p:stCondLst>
                                            <p:cond delay="0"/>
                                          </p:stCondLst>
                                        </p:cTn>
                                        <p:tgtEl>
                                          <p:spTgt spid="446"/>
                                        </p:tgtEl>
                                        <p:attrNameLst>
                                          <p:attrName>style.visibility</p:attrName>
                                        </p:attrNameLst>
                                      </p:cBhvr>
                                      <p:to>
                                        <p:strVal val="visible"/>
                                      </p:to>
                                    </p:set>
                                  </p:childTnLst>
                                </p:cTn>
                              </p:par>
                              <p:par>
                                <p:cTn id="781" presetID="1" presetClass="entr" presetSubtype="0" fill="hold" grpId="0" nodeType="withEffect">
                                  <p:stCondLst>
                                    <p:cond delay="0"/>
                                  </p:stCondLst>
                                  <p:childTnLst>
                                    <p:set>
                                      <p:cBhvr>
                                        <p:cTn id="782" dur="1" fill="hold">
                                          <p:stCondLst>
                                            <p:cond delay="0"/>
                                          </p:stCondLst>
                                        </p:cTn>
                                        <p:tgtEl>
                                          <p:spTgt spid="447"/>
                                        </p:tgtEl>
                                        <p:attrNameLst>
                                          <p:attrName>style.visibility</p:attrName>
                                        </p:attrNameLst>
                                      </p:cBhvr>
                                      <p:to>
                                        <p:strVal val="visible"/>
                                      </p:to>
                                    </p:set>
                                  </p:childTnLst>
                                </p:cTn>
                              </p:par>
                              <p:par>
                                <p:cTn id="783" presetID="1" presetClass="entr" presetSubtype="0" fill="hold" grpId="0" nodeType="withEffect">
                                  <p:stCondLst>
                                    <p:cond delay="0"/>
                                  </p:stCondLst>
                                  <p:childTnLst>
                                    <p:set>
                                      <p:cBhvr>
                                        <p:cTn id="784" dur="1" fill="hold">
                                          <p:stCondLst>
                                            <p:cond delay="0"/>
                                          </p:stCondLst>
                                        </p:cTn>
                                        <p:tgtEl>
                                          <p:spTgt spid="448"/>
                                        </p:tgtEl>
                                        <p:attrNameLst>
                                          <p:attrName>style.visibility</p:attrName>
                                        </p:attrNameLst>
                                      </p:cBhvr>
                                      <p:to>
                                        <p:strVal val="visible"/>
                                      </p:to>
                                    </p:set>
                                  </p:childTnLst>
                                </p:cTn>
                              </p:par>
                              <p:par>
                                <p:cTn id="785" presetID="1" presetClass="entr" presetSubtype="0" fill="hold" grpId="0" nodeType="withEffect">
                                  <p:stCondLst>
                                    <p:cond delay="0"/>
                                  </p:stCondLst>
                                  <p:childTnLst>
                                    <p:set>
                                      <p:cBhvr>
                                        <p:cTn id="786" dur="1" fill="hold">
                                          <p:stCondLst>
                                            <p:cond delay="0"/>
                                          </p:stCondLst>
                                        </p:cTn>
                                        <p:tgtEl>
                                          <p:spTgt spid="449"/>
                                        </p:tgtEl>
                                        <p:attrNameLst>
                                          <p:attrName>style.visibility</p:attrName>
                                        </p:attrNameLst>
                                      </p:cBhvr>
                                      <p:to>
                                        <p:strVal val="visible"/>
                                      </p:to>
                                    </p:set>
                                  </p:childTnLst>
                                </p:cTn>
                              </p:par>
                              <p:par>
                                <p:cTn id="787" presetID="1" presetClass="entr" presetSubtype="0" fill="hold" grpId="0" nodeType="withEffect">
                                  <p:stCondLst>
                                    <p:cond delay="0"/>
                                  </p:stCondLst>
                                  <p:childTnLst>
                                    <p:set>
                                      <p:cBhvr>
                                        <p:cTn id="788" dur="1" fill="hold">
                                          <p:stCondLst>
                                            <p:cond delay="0"/>
                                          </p:stCondLst>
                                        </p:cTn>
                                        <p:tgtEl>
                                          <p:spTgt spid="450"/>
                                        </p:tgtEl>
                                        <p:attrNameLst>
                                          <p:attrName>style.visibility</p:attrName>
                                        </p:attrNameLst>
                                      </p:cBhvr>
                                      <p:to>
                                        <p:strVal val="visible"/>
                                      </p:to>
                                    </p:set>
                                  </p:childTnLst>
                                </p:cTn>
                              </p:par>
                              <p:par>
                                <p:cTn id="789" presetID="1" presetClass="entr" presetSubtype="0" fill="hold" grpId="0" nodeType="withEffect">
                                  <p:stCondLst>
                                    <p:cond delay="0"/>
                                  </p:stCondLst>
                                  <p:childTnLst>
                                    <p:set>
                                      <p:cBhvr>
                                        <p:cTn id="790" dur="1" fill="hold">
                                          <p:stCondLst>
                                            <p:cond delay="0"/>
                                          </p:stCondLst>
                                        </p:cTn>
                                        <p:tgtEl>
                                          <p:spTgt spid="451"/>
                                        </p:tgtEl>
                                        <p:attrNameLst>
                                          <p:attrName>style.visibility</p:attrName>
                                        </p:attrNameLst>
                                      </p:cBhvr>
                                      <p:to>
                                        <p:strVal val="visible"/>
                                      </p:to>
                                    </p:set>
                                  </p:childTnLst>
                                </p:cTn>
                              </p:par>
                              <p:par>
                                <p:cTn id="791" presetID="1" presetClass="entr" presetSubtype="0" fill="hold" grpId="0" nodeType="withEffect">
                                  <p:stCondLst>
                                    <p:cond delay="0"/>
                                  </p:stCondLst>
                                  <p:childTnLst>
                                    <p:set>
                                      <p:cBhvr>
                                        <p:cTn id="792" dur="1" fill="hold">
                                          <p:stCondLst>
                                            <p:cond delay="0"/>
                                          </p:stCondLst>
                                        </p:cTn>
                                        <p:tgtEl>
                                          <p:spTgt spid="452"/>
                                        </p:tgtEl>
                                        <p:attrNameLst>
                                          <p:attrName>style.visibility</p:attrName>
                                        </p:attrNameLst>
                                      </p:cBhvr>
                                      <p:to>
                                        <p:strVal val="visible"/>
                                      </p:to>
                                    </p:set>
                                  </p:childTnLst>
                                </p:cTn>
                              </p:par>
                              <p:par>
                                <p:cTn id="793" presetID="1" presetClass="entr" presetSubtype="0" fill="hold" grpId="0" nodeType="withEffect">
                                  <p:stCondLst>
                                    <p:cond delay="0"/>
                                  </p:stCondLst>
                                  <p:childTnLst>
                                    <p:set>
                                      <p:cBhvr>
                                        <p:cTn id="794" dur="1" fill="hold">
                                          <p:stCondLst>
                                            <p:cond delay="0"/>
                                          </p:stCondLst>
                                        </p:cTn>
                                        <p:tgtEl>
                                          <p:spTgt spid="453"/>
                                        </p:tgtEl>
                                        <p:attrNameLst>
                                          <p:attrName>style.visibility</p:attrName>
                                        </p:attrNameLst>
                                      </p:cBhvr>
                                      <p:to>
                                        <p:strVal val="visible"/>
                                      </p:to>
                                    </p:set>
                                  </p:childTnLst>
                                </p:cTn>
                              </p:par>
                              <p:par>
                                <p:cTn id="795" presetID="1" presetClass="entr" presetSubtype="0" fill="hold" grpId="0" nodeType="withEffect">
                                  <p:stCondLst>
                                    <p:cond delay="0"/>
                                  </p:stCondLst>
                                  <p:childTnLst>
                                    <p:set>
                                      <p:cBhvr>
                                        <p:cTn id="796" dur="1" fill="hold">
                                          <p:stCondLst>
                                            <p:cond delay="0"/>
                                          </p:stCondLst>
                                        </p:cTn>
                                        <p:tgtEl>
                                          <p:spTgt spid="454"/>
                                        </p:tgtEl>
                                        <p:attrNameLst>
                                          <p:attrName>style.visibility</p:attrName>
                                        </p:attrNameLst>
                                      </p:cBhvr>
                                      <p:to>
                                        <p:strVal val="visible"/>
                                      </p:to>
                                    </p:set>
                                  </p:childTnLst>
                                </p:cTn>
                              </p:par>
                              <p:par>
                                <p:cTn id="797" presetID="1" presetClass="entr" presetSubtype="0" fill="hold" grpId="0" nodeType="withEffect">
                                  <p:stCondLst>
                                    <p:cond delay="0"/>
                                  </p:stCondLst>
                                  <p:childTnLst>
                                    <p:set>
                                      <p:cBhvr>
                                        <p:cTn id="798" dur="1" fill="hold">
                                          <p:stCondLst>
                                            <p:cond delay="0"/>
                                          </p:stCondLst>
                                        </p:cTn>
                                        <p:tgtEl>
                                          <p:spTgt spid="455"/>
                                        </p:tgtEl>
                                        <p:attrNameLst>
                                          <p:attrName>style.visibility</p:attrName>
                                        </p:attrNameLst>
                                      </p:cBhvr>
                                      <p:to>
                                        <p:strVal val="visible"/>
                                      </p:to>
                                    </p:set>
                                  </p:childTnLst>
                                </p:cTn>
                              </p:par>
                              <p:par>
                                <p:cTn id="799" presetID="1" presetClass="entr" presetSubtype="0" fill="hold" grpId="0" nodeType="withEffect">
                                  <p:stCondLst>
                                    <p:cond delay="0"/>
                                  </p:stCondLst>
                                  <p:childTnLst>
                                    <p:set>
                                      <p:cBhvr>
                                        <p:cTn id="800" dur="1" fill="hold">
                                          <p:stCondLst>
                                            <p:cond delay="0"/>
                                          </p:stCondLst>
                                        </p:cTn>
                                        <p:tgtEl>
                                          <p:spTgt spid="456"/>
                                        </p:tgtEl>
                                        <p:attrNameLst>
                                          <p:attrName>style.visibility</p:attrName>
                                        </p:attrNameLst>
                                      </p:cBhvr>
                                      <p:to>
                                        <p:strVal val="visible"/>
                                      </p:to>
                                    </p:set>
                                  </p:childTnLst>
                                </p:cTn>
                              </p:par>
                              <p:par>
                                <p:cTn id="801" presetID="1" presetClass="entr" presetSubtype="0" fill="hold" grpId="0" nodeType="withEffect">
                                  <p:stCondLst>
                                    <p:cond delay="0"/>
                                  </p:stCondLst>
                                  <p:childTnLst>
                                    <p:set>
                                      <p:cBhvr>
                                        <p:cTn id="802" dur="1" fill="hold">
                                          <p:stCondLst>
                                            <p:cond delay="0"/>
                                          </p:stCondLst>
                                        </p:cTn>
                                        <p:tgtEl>
                                          <p:spTgt spid="457"/>
                                        </p:tgtEl>
                                        <p:attrNameLst>
                                          <p:attrName>style.visibility</p:attrName>
                                        </p:attrNameLst>
                                      </p:cBhvr>
                                      <p:to>
                                        <p:strVal val="visible"/>
                                      </p:to>
                                    </p:set>
                                  </p:childTnLst>
                                </p:cTn>
                              </p:par>
                              <p:par>
                                <p:cTn id="803" presetID="1" presetClass="entr" presetSubtype="0" fill="hold" grpId="0" nodeType="withEffect">
                                  <p:stCondLst>
                                    <p:cond delay="0"/>
                                  </p:stCondLst>
                                  <p:childTnLst>
                                    <p:set>
                                      <p:cBhvr>
                                        <p:cTn id="804" dur="1" fill="hold">
                                          <p:stCondLst>
                                            <p:cond delay="0"/>
                                          </p:stCondLst>
                                        </p:cTn>
                                        <p:tgtEl>
                                          <p:spTgt spid="458"/>
                                        </p:tgtEl>
                                        <p:attrNameLst>
                                          <p:attrName>style.visibility</p:attrName>
                                        </p:attrNameLst>
                                      </p:cBhvr>
                                      <p:to>
                                        <p:strVal val="visible"/>
                                      </p:to>
                                    </p:set>
                                  </p:childTnLst>
                                </p:cTn>
                              </p:par>
                              <p:par>
                                <p:cTn id="805" presetID="1" presetClass="entr" presetSubtype="0" fill="hold" grpId="0" nodeType="withEffect">
                                  <p:stCondLst>
                                    <p:cond delay="0"/>
                                  </p:stCondLst>
                                  <p:childTnLst>
                                    <p:set>
                                      <p:cBhvr>
                                        <p:cTn id="806" dur="1" fill="hold">
                                          <p:stCondLst>
                                            <p:cond delay="0"/>
                                          </p:stCondLst>
                                        </p:cTn>
                                        <p:tgtEl>
                                          <p:spTgt spid="459"/>
                                        </p:tgtEl>
                                        <p:attrNameLst>
                                          <p:attrName>style.visibility</p:attrName>
                                        </p:attrNameLst>
                                      </p:cBhvr>
                                      <p:to>
                                        <p:strVal val="visible"/>
                                      </p:to>
                                    </p:set>
                                  </p:childTnLst>
                                </p:cTn>
                              </p:par>
                              <p:par>
                                <p:cTn id="807" presetID="1" presetClass="entr" presetSubtype="0" fill="hold" grpId="0" nodeType="withEffect">
                                  <p:stCondLst>
                                    <p:cond delay="0"/>
                                  </p:stCondLst>
                                  <p:childTnLst>
                                    <p:set>
                                      <p:cBhvr>
                                        <p:cTn id="808" dur="1" fill="hold">
                                          <p:stCondLst>
                                            <p:cond delay="0"/>
                                          </p:stCondLst>
                                        </p:cTn>
                                        <p:tgtEl>
                                          <p:spTgt spid="460"/>
                                        </p:tgtEl>
                                        <p:attrNameLst>
                                          <p:attrName>style.visibility</p:attrName>
                                        </p:attrNameLst>
                                      </p:cBhvr>
                                      <p:to>
                                        <p:strVal val="visible"/>
                                      </p:to>
                                    </p:set>
                                  </p:childTnLst>
                                </p:cTn>
                              </p:par>
                              <p:par>
                                <p:cTn id="809" presetID="1" presetClass="entr" presetSubtype="0" fill="hold" grpId="0" nodeType="withEffect">
                                  <p:stCondLst>
                                    <p:cond delay="0"/>
                                  </p:stCondLst>
                                  <p:childTnLst>
                                    <p:set>
                                      <p:cBhvr>
                                        <p:cTn id="810" dur="1" fill="hold">
                                          <p:stCondLst>
                                            <p:cond delay="0"/>
                                          </p:stCondLst>
                                        </p:cTn>
                                        <p:tgtEl>
                                          <p:spTgt spid="461"/>
                                        </p:tgtEl>
                                        <p:attrNameLst>
                                          <p:attrName>style.visibility</p:attrName>
                                        </p:attrNameLst>
                                      </p:cBhvr>
                                      <p:to>
                                        <p:strVal val="visible"/>
                                      </p:to>
                                    </p:set>
                                  </p:childTnLst>
                                </p:cTn>
                              </p:par>
                              <p:par>
                                <p:cTn id="811" presetID="1" presetClass="entr" presetSubtype="0" fill="hold" grpId="0" nodeType="withEffect">
                                  <p:stCondLst>
                                    <p:cond delay="0"/>
                                  </p:stCondLst>
                                  <p:childTnLst>
                                    <p:set>
                                      <p:cBhvr>
                                        <p:cTn id="812" dur="1" fill="hold">
                                          <p:stCondLst>
                                            <p:cond delay="0"/>
                                          </p:stCondLst>
                                        </p:cTn>
                                        <p:tgtEl>
                                          <p:spTgt spid="462"/>
                                        </p:tgtEl>
                                        <p:attrNameLst>
                                          <p:attrName>style.visibility</p:attrName>
                                        </p:attrNameLst>
                                      </p:cBhvr>
                                      <p:to>
                                        <p:strVal val="visible"/>
                                      </p:to>
                                    </p:set>
                                  </p:childTnLst>
                                </p:cTn>
                              </p:par>
                              <p:par>
                                <p:cTn id="813" presetID="1" presetClass="entr" presetSubtype="0" fill="hold" grpId="0" nodeType="withEffect">
                                  <p:stCondLst>
                                    <p:cond delay="0"/>
                                  </p:stCondLst>
                                  <p:childTnLst>
                                    <p:set>
                                      <p:cBhvr>
                                        <p:cTn id="814" dur="1" fill="hold">
                                          <p:stCondLst>
                                            <p:cond delay="0"/>
                                          </p:stCondLst>
                                        </p:cTn>
                                        <p:tgtEl>
                                          <p:spTgt spid="463"/>
                                        </p:tgtEl>
                                        <p:attrNameLst>
                                          <p:attrName>style.visibility</p:attrName>
                                        </p:attrNameLst>
                                      </p:cBhvr>
                                      <p:to>
                                        <p:strVal val="visible"/>
                                      </p:to>
                                    </p:set>
                                  </p:childTnLst>
                                </p:cTn>
                              </p:par>
                              <p:par>
                                <p:cTn id="815" presetID="1" presetClass="entr" presetSubtype="0" fill="hold" grpId="0" nodeType="withEffect">
                                  <p:stCondLst>
                                    <p:cond delay="0"/>
                                  </p:stCondLst>
                                  <p:childTnLst>
                                    <p:set>
                                      <p:cBhvr>
                                        <p:cTn id="816" dur="1" fill="hold">
                                          <p:stCondLst>
                                            <p:cond delay="0"/>
                                          </p:stCondLst>
                                        </p:cTn>
                                        <p:tgtEl>
                                          <p:spTgt spid="464"/>
                                        </p:tgtEl>
                                        <p:attrNameLst>
                                          <p:attrName>style.visibility</p:attrName>
                                        </p:attrNameLst>
                                      </p:cBhvr>
                                      <p:to>
                                        <p:strVal val="visible"/>
                                      </p:to>
                                    </p:set>
                                  </p:childTnLst>
                                </p:cTn>
                              </p:par>
                              <p:par>
                                <p:cTn id="817" presetID="1" presetClass="entr" presetSubtype="0" fill="hold" grpId="0" nodeType="withEffect">
                                  <p:stCondLst>
                                    <p:cond delay="0"/>
                                  </p:stCondLst>
                                  <p:childTnLst>
                                    <p:set>
                                      <p:cBhvr>
                                        <p:cTn id="818" dur="1" fill="hold">
                                          <p:stCondLst>
                                            <p:cond delay="0"/>
                                          </p:stCondLst>
                                        </p:cTn>
                                        <p:tgtEl>
                                          <p:spTgt spid="465"/>
                                        </p:tgtEl>
                                        <p:attrNameLst>
                                          <p:attrName>style.visibility</p:attrName>
                                        </p:attrNameLst>
                                      </p:cBhvr>
                                      <p:to>
                                        <p:strVal val="visible"/>
                                      </p:to>
                                    </p:set>
                                  </p:childTnLst>
                                </p:cTn>
                              </p:par>
                              <p:par>
                                <p:cTn id="819" presetID="1" presetClass="entr" presetSubtype="0" fill="hold" grpId="0" nodeType="withEffect">
                                  <p:stCondLst>
                                    <p:cond delay="0"/>
                                  </p:stCondLst>
                                  <p:childTnLst>
                                    <p:set>
                                      <p:cBhvr>
                                        <p:cTn id="820" dur="1" fill="hold">
                                          <p:stCondLst>
                                            <p:cond delay="0"/>
                                          </p:stCondLst>
                                        </p:cTn>
                                        <p:tgtEl>
                                          <p:spTgt spid="466"/>
                                        </p:tgtEl>
                                        <p:attrNameLst>
                                          <p:attrName>style.visibility</p:attrName>
                                        </p:attrNameLst>
                                      </p:cBhvr>
                                      <p:to>
                                        <p:strVal val="visible"/>
                                      </p:to>
                                    </p:set>
                                  </p:childTnLst>
                                </p:cTn>
                              </p:par>
                              <p:par>
                                <p:cTn id="821" presetID="1" presetClass="entr" presetSubtype="0" fill="hold" grpId="0" nodeType="withEffect">
                                  <p:stCondLst>
                                    <p:cond delay="0"/>
                                  </p:stCondLst>
                                  <p:childTnLst>
                                    <p:set>
                                      <p:cBhvr>
                                        <p:cTn id="822" dur="1" fill="hold">
                                          <p:stCondLst>
                                            <p:cond delay="0"/>
                                          </p:stCondLst>
                                        </p:cTn>
                                        <p:tgtEl>
                                          <p:spTgt spid="467"/>
                                        </p:tgtEl>
                                        <p:attrNameLst>
                                          <p:attrName>style.visibility</p:attrName>
                                        </p:attrNameLst>
                                      </p:cBhvr>
                                      <p:to>
                                        <p:strVal val="visible"/>
                                      </p:to>
                                    </p:set>
                                  </p:childTnLst>
                                </p:cTn>
                              </p:par>
                              <p:par>
                                <p:cTn id="823" presetID="1" presetClass="entr" presetSubtype="0" fill="hold" grpId="0" nodeType="withEffect">
                                  <p:stCondLst>
                                    <p:cond delay="0"/>
                                  </p:stCondLst>
                                  <p:childTnLst>
                                    <p:set>
                                      <p:cBhvr>
                                        <p:cTn id="824" dur="1" fill="hold">
                                          <p:stCondLst>
                                            <p:cond delay="0"/>
                                          </p:stCondLst>
                                        </p:cTn>
                                        <p:tgtEl>
                                          <p:spTgt spid="468"/>
                                        </p:tgtEl>
                                        <p:attrNameLst>
                                          <p:attrName>style.visibility</p:attrName>
                                        </p:attrNameLst>
                                      </p:cBhvr>
                                      <p:to>
                                        <p:strVal val="visible"/>
                                      </p:to>
                                    </p:set>
                                  </p:childTnLst>
                                </p:cTn>
                              </p:par>
                              <p:par>
                                <p:cTn id="825" presetID="1" presetClass="entr" presetSubtype="0" fill="hold" grpId="0" nodeType="withEffect">
                                  <p:stCondLst>
                                    <p:cond delay="0"/>
                                  </p:stCondLst>
                                  <p:childTnLst>
                                    <p:set>
                                      <p:cBhvr>
                                        <p:cTn id="826" dur="1" fill="hold">
                                          <p:stCondLst>
                                            <p:cond delay="0"/>
                                          </p:stCondLst>
                                        </p:cTn>
                                        <p:tgtEl>
                                          <p:spTgt spid="469"/>
                                        </p:tgtEl>
                                        <p:attrNameLst>
                                          <p:attrName>style.visibility</p:attrName>
                                        </p:attrNameLst>
                                      </p:cBhvr>
                                      <p:to>
                                        <p:strVal val="visible"/>
                                      </p:to>
                                    </p:set>
                                  </p:childTnLst>
                                </p:cTn>
                              </p:par>
                              <p:par>
                                <p:cTn id="827" presetID="1" presetClass="entr" presetSubtype="0" fill="hold" grpId="0" nodeType="withEffect">
                                  <p:stCondLst>
                                    <p:cond delay="0"/>
                                  </p:stCondLst>
                                  <p:childTnLst>
                                    <p:set>
                                      <p:cBhvr>
                                        <p:cTn id="828" dur="1" fill="hold">
                                          <p:stCondLst>
                                            <p:cond delay="0"/>
                                          </p:stCondLst>
                                        </p:cTn>
                                        <p:tgtEl>
                                          <p:spTgt spid="470"/>
                                        </p:tgtEl>
                                        <p:attrNameLst>
                                          <p:attrName>style.visibility</p:attrName>
                                        </p:attrNameLst>
                                      </p:cBhvr>
                                      <p:to>
                                        <p:strVal val="visible"/>
                                      </p:to>
                                    </p:set>
                                  </p:childTnLst>
                                </p:cTn>
                              </p:par>
                              <p:par>
                                <p:cTn id="829" presetID="1" presetClass="entr" presetSubtype="0" fill="hold" grpId="0" nodeType="withEffect">
                                  <p:stCondLst>
                                    <p:cond delay="0"/>
                                  </p:stCondLst>
                                  <p:childTnLst>
                                    <p:set>
                                      <p:cBhvr>
                                        <p:cTn id="830" dur="1" fill="hold">
                                          <p:stCondLst>
                                            <p:cond delay="0"/>
                                          </p:stCondLst>
                                        </p:cTn>
                                        <p:tgtEl>
                                          <p:spTgt spid="471"/>
                                        </p:tgtEl>
                                        <p:attrNameLst>
                                          <p:attrName>style.visibility</p:attrName>
                                        </p:attrNameLst>
                                      </p:cBhvr>
                                      <p:to>
                                        <p:strVal val="visible"/>
                                      </p:to>
                                    </p:set>
                                  </p:childTnLst>
                                </p:cTn>
                              </p:par>
                              <p:par>
                                <p:cTn id="831" presetID="1" presetClass="entr" presetSubtype="0" fill="hold" grpId="0" nodeType="withEffect">
                                  <p:stCondLst>
                                    <p:cond delay="0"/>
                                  </p:stCondLst>
                                  <p:childTnLst>
                                    <p:set>
                                      <p:cBhvr>
                                        <p:cTn id="832" dur="1" fill="hold">
                                          <p:stCondLst>
                                            <p:cond delay="0"/>
                                          </p:stCondLst>
                                        </p:cTn>
                                        <p:tgtEl>
                                          <p:spTgt spid="472"/>
                                        </p:tgtEl>
                                        <p:attrNameLst>
                                          <p:attrName>style.visibility</p:attrName>
                                        </p:attrNameLst>
                                      </p:cBhvr>
                                      <p:to>
                                        <p:strVal val="visible"/>
                                      </p:to>
                                    </p:set>
                                  </p:childTnLst>
                                </p:cTn>
                              </p:par>
                              <p:par>
                                <p:cTn id="833" presetID="1" presetClass="entr" presetSubtype="0" fill="hold" grpId="0" nodeType="withEffect">
                                  <p:stCondLst>
                                    <p:cond delay="0"/>
                                  </p:stCondLst>
                                  <p:childTnLst>
                                    <p:set>
                                      <p:cBhvr>
                                        <p:cTn id="834" dur="1" fill="hold">
                                          <p:stCondLst>
                                            <p:cond delay="0"/>
                                          </p:stCondLst>
                                        </p:cTn>
                                        <p:tgtEl>
                                          <p:spTgt spid="473"/>
                                        </p:tgtEl>
                                        <p:attrNameLst>
                                          <p:attrName>style.visibility</p:attrName>
                                        </p:attrNameLst>
                                      </p:cBhvr>
                                      <p:to>
                                        <p:strVal val="visible"/>
                                      </p:to>
                                    </p:set>
                                  </p:childTnLst>
                                </p:cTn>
                              </p:par>
                              <p:par>
                                <p:cTn id="835" presetID="1" presetClass="entr" presetSubtype="0" fill="hold" grpId="0" nodeType="withEffect">
                                  <p:stCondLst>
                                    <p:cond delay="0"/>
                                  </p:stCondLst>
                                  <p:childTnLst>
                                    <p:set>
                                      <p:cBhvr>
                                        <p:cTn id="836" dur="1" fill="hold">
                                          <p:stCondLst>
                                            <p:cond delay="0"/>
                                          </p:stCondLst>
                                        </p:cTn>
                                        <p:tgtEl>
                                          <p:spTgt spid="474"/>
                                        </p:tgtEl>
                                        <p:attrNameLst>
                                          <p:attrName>style.visibility</p:attrName>
                                        </p:attrNameLst>
                                      </p:cBhvr>
                                      <p:to>
                                        <p:strVal val="visible"/>
                                      </p:to>
                                    </p:set>
                                  </p:childTnLst>
                                </p:cTn>
                              </p:par>
                              <p:par>
                                <p:cTn id="837" presetID="1" presetClass="entr" presetSubtype="0" fill="hold" grpId="0" nodeType="withEffect">
                                  <p:stCondLst>
                                    <p:cond delay="0"/>
                                  </p:stCondLst>
                                  <p:childTnLst>
                                    <p:set>
                                      <p:cBhvr>
                                        <p:cTn id="838" dur="1" fill="hold">
                                          <p:stCondLst>
                                            <p:cond delay="0"/>
                                          </p:stCondLst>
                                        </p:cTn>
                                        <p:tgtEl>
                                          <p:spTgt spid="475"/>
                                        </p:tgtEl>
                                        <p:attrNameLst>
                                          <p:attrName>style.visibility</p:attrName>
                                        </p:attrNameLst>
                                      </p:cBhvr>
                                      <p:to>
                                        <p:strVal val="visible"/>
                                      </p:to>
                                    </p:set>
                                  </p:childTnLst>
                                </p:cTn>
                              </p:par>
                              <p:par>
                                <p:cTn id="839" presetID="1" presetClass="entr" presetSubtype="0" fill="hold" grpId="0" nodeType="withEffect">
                                  <p:stCondLst>
                                    <p:cond delay="0"/>
                                  </p:stCondLst>
                                  <p:childTnLst>
                                    <p:set>
                                      <p:cBhvr>
                                        <p:cTn id="840" dur="1" fill="hold">
                                          <p:stCondLst>
                                            <p:cond delay="0"/>
                                          </p:stCondLst>
                                        </p:cTn>
                                        <p:tgtEl>
                                          <p:spTgt spid="476"/>
                                        </p:tgtEl>
                                        <p:attrNameLst>
                                          <p:attrName>style.visibility</p:attrName>
                                        </p:attrNameLst>
                                      </p:cBhvr>
                                      <p:to>
                                        <p:strVal val="visible"/>
                                      </p:to>
                                    </p:set>
                                  </p:childTnLst>
                                </p:cTn>
                              </p:par>
                              <p:par>
                                <p:cTn id="841" presetID="1" presetClass="entr" presetSubtype="0" fill="hold" grpId="0" nodeType="withEffect">
                                  <p:stCondLst>
                                    <p:cond delay="0"/>
                                  </p:stCondLst>
                                  <p:childTnLst>
                                    <p:set>
                                      <p:cBhvr>
                                        <p:cTn id="842" dur="1" fill="hold">
                                          <p:stCondLst>
                                            <p:cond delay="0"/>
                                          </p:stCondLst>
                                        </p:cTn>
                                        <p:tgtEl>
                                          <p:spTgt spid="477"/>
                                        </p:tgtEl>
                                        <p:attrNameLst>
                                          <p:attrName>style.visibility</p:attrName>
                                        </p:attrNameLst>
                                      </p:cBhvr>
                                      <p:to>
                                        <p:strVal val="visible"/>
                                      </p:to>
                                    </p:set>
                                  </p:childTnLst>
                                </p:cTn>
                              </p:par>
                              <p:par>
                                <p:cTn id="843" presetID="1" presetClass="entr" presetSubtype="0" fill="hold" grpId="0" nodeType="withEffect">
                                  <p:stCondLst>
                                    <p:cond delay="0"/>
                                  </p:stCondLst>
                                  <p:childTnLst>
                                    <p:set>
                                      <p:cBhvr>
                                        <p:cTn id="844" dur="1" fill="hold">
                                          <p:stCondLst>
                                            <p:cond delay="0"/>
                                          </p:stCondLst>
                                        </p:cTn>
                                        <p:tgtEl>
                                          <p:spTgt spid="478"/>
                                        </p:tgtEl>
                                        <p:attrNameLst>
                                          <p:attrName>style.visibility</p:attrName>
                                        </p:attrNameLst>
                                      </p:cBhvr>
                                      <p:to>
                                        <p:strVal val="visible"/>
                                      </p:to>
                                    </p:set>
                                  </p:childTnLst>
                                </p:cTn>
                              </p:par>
                              <p:par>
                                <p:cTn id="845" presetID="1" presetClass="entr" presetSubtype="0" fill="hold" grpId="0" nodeType="withEffect">
                                  <p:stCondLst>
                                    <p:cond delay="0"/>
                                  </p:stCondLst>
                                  <p:childTnLst>
                                    <p:set>
                                      <p:cBhvr>
                                        <p:cTn id="846" dur="1" fill="hold">
                                          <p:stCondLst>
                                            <p:cond delay="0"/>
                                          </p:stCondLst>
                                        </p:cTn>
                                        <p:tgtEl>
                                          <p:spTgt spid="479"/>
                                        </p:tgtEl>
                                        <p:attrNameLst>
                                          <p:attrName>style.visibility</p:attrName>
                                        </p:attrNameLst>
                                      </p:cBhvr>
                                      <p:to>
                                        <p:strVal val="visible"/>
                                      </p:to>
                                    </p:set>
                                  </p:childTnLst>
                                </p:cTn>
                              </p:par>
                              <p:par>
                                <p:cTn id="847" presetID="1" presetClass="entr" presetSubtype="0" fill="hold" grpId="0" nodeType="withEffect">
                                  <p:stCondLst>
                                    <p:cond delay="0"/>
                                  </p:stCondLst>
                                  <p:childTnLst>
                                    <p:set>
                                      <p:cBhvr>
                                        <p:cTn id="848" dur="1" fill="hold">
                                          <p:stCondLst>
                                            <p:cond delay="0"/>
                                          </p:stCondLst>
                                        </p:cTn>
                                        <p:tgtEl>
                                          <p:spTgt spid="480"/>
                                        </p:tgtEl>
                                        <p:attrNameLst>
                                          <p:attrName>style.visibility</p:attrName>
                                        </p:attrNameLst>
                                      </p:cBhvr>
                                      <p:to>
                                        <p:strVal val="visible"/>
                                      </p:to>
                                    </p:set>
                                  </p:childTnLst>
                                </p:cTn>
                              </p:par>
                              <p:par>
                                <p:cTn id="849" presetID="1" presetClass="entr" presetSubtype="0" fill="hold" grpId="0" nodeType="withEffect">
                                  <p:stCondLst>
                                    <p:cond delay="0"/>
                                  </p:stCondLst>
                                  <p:childTnLst>
                                    <p:set>
                                      <p:cBhvr>
                                        <p:cTn id="850" dur="1" fill="hold">
                                          <p:stCondLst>
                                            <p:cond delay="0"/>
                                          </p:stCondLst>
                                        </p:cTn>
                                        <p:tgtEl>
                                          <p:spTgt spid="481"/>
                                        </p:tgtEl>
                                        <p:attrNameLst>
                                          <p:attrName>style.visibility</p:attrName>
                                        </p:attrNameLst>
                                      </p:cBhvr>
                                      <p:to>
                                        <p:strVal val="visible"/>
                                      </p:to>
                                    </p:set>
                                  </p:childTnLst>
                                </p:cTn>
                              </p:par>
                              <p:par>
                                <p:cTn id="851" presetID="1" presetClass="entr" presetSubtype="0" fill="hold" grpId="0" nodeType="withEffect">
                                  <p:stCondLst>
                                    <p:cond delay="0"/>
                                  </p:stCondLst>
                                  <p:childTnLst>
                                    <p:set>
                                      <p:cBhvr>
                                        <p:cTn id="852" dur="1" fill="hold">
                                          <p:stCondLst>
                                            <p:cond delay="0"/>
                                          </p:stCondLst>
                                        </p:cTn>
                                        <p:tgtEl>
                                          <p:spTgt spid="482"/>
                                        </p:tgtEl>
                                        <p:attrNameLst>
                                          <p:attrName>style.visibility</p:attrName>
                                        </p:attrNameLst>
                                      </p:cBhvr>
                                      <p:to>
                                        <p:strVal val="visible"/>
                                      </p:to>
                                    </p:set>
                                  </p:childTnLst>
                                </p:cTn>
                              </p:par>
                              <p:par>
                                <p:cTn id="853" presetID="1" presetClass="entr" presetSubtype="0" fill="hold" grpId="0" nodeType="withEffect">
                                  <p:stCondLst>
                                    <p:cond delay="0"/>
                                  </p:stCondLst>
                                  <p:childTnLst>
                                    <p:set>
                                      <p:cBhvr>
                                        <p:cTn id="854" dur="1" fill="hold">
                                          <p:stCondLst>
                                            <p:cond delay="0"/>
                                          </p:stCondLst>
                                        </p:cTn>
                                        <p:tgtEl>
                                          <p:spTgt spid="483"/>
                                        </p:tgtEl>
                                        <p:attrNameLst>
                                          <p:attrName>style.visibility</p:attrName>
                                        </p:attrNameLst>
                                      </p:cBhvr>
                                      <p:to>
                                        <p:strVal val="visible"/>
                                      </p:to>
                                    </p:set>
                                  </p:childTnLst>
                                </p:cTn>
                              </p:par>
                              <p:par>
                                <p:cTn id="855" presetID="1" presetClass="entr" presetSubtype="0" fill="hold" grpId="0" nodeType="withEffect">
                                  <p:stCondLst>
                                    <p:cond delay="0"/>
                                  </p:stCondLst>
                                  <p:childTnLst>
                                    <p:set>
                                      <p:cBhvr>
                                        <p:cTn id="856" dur="1" fill="hold">
                                          <p:stCondLst>
                                            <p:cond delay="0"/>
                                          </p:stCondLst>
                                        </p:cTn>
                                        <p:tgtEl>
                                          <p:spTgt spid="484"/>
                                        </p:tgtEl>
                                        <p:attrNameLst>
                                          <p:attrName>style.visibility</p:attrName>
                                        </p:attrNameLst>
                                      </p:cBhvr>
                                      <p:to>
                                        <p:strVal val="visible"/>
                                      </p:to>
                                    </p:set>
                                  </p:childTnLst>
                                </p:cTn>
                              </p:par>
                              <p:par>
                                <p:cTn id="857" presetID="1" presetClass="entr" presetSubtype="0" fill="hold" grpId="0" nodeType="withEffect">
                                  <p:stCondLst>
                                    <p:cond delay="0"/>
                                  </p:stCondLst>
                                  <p:childTnLst>
                                    <p:set>
                                      <p:cBhvr>
                                        <p:cTn id="858" dur="1" fill="hold">
                                          <p:stCondLst>
                                            <p:cond delay="0"/>
                                          </p:stCondLst>
                                        </p:cTn>
                                        <p:tgtEl>
                                          <p:spTgt spid="485"/>
                                        </p:tgtEl>
                                        <p:attrNameLst>
                                          <p:attrName>style.visibility</p:attrName>
                                        </p:attrNameLst>
                                      </p:cBhvr>
                                      <p:to>
                                        <p:strVal val="visible"/>
                                      </p:to>
                                    </p:set>
                                  </p:childTnLst>
                                </p:cTn>
                              </p:par>
                              <p:par>
                                <p:cTn id="859" presetID="1" presetClass="entr" presetSubtype="0" fill="hold" grpId="0" nodeType="withEffect">
                                  <p:stCondLst>
                                    <p:cond delay="0"/>
                                  </p:stCondLst>
                                  <p:childTnLst>
                                    <p:set>
                                      <p:cBhvr>
                                        <p:cTn id="860" dur="1" fill="hold">
                                          <p:stCondLst>
                                            <p:cond delay="0"/>
                                          </p:stCondLst>
                                        </p:cTn>
                                        <p:tgtEl>
                                          <p:spTgt spid="486"/>
                                        </p:tgtEl>
                                        <p:attrNameLst>
                                          <p:attrName>style.visibility</p:attrName>
                                        </p:attrNameLst>
                                      </p:cBhvr>
                                      <p:to>
                                        <p:strVal val="visible"/>
                                      </p:to>
                                    </p:set>
                                  </p:childTnLst>
                                </p:cTn>
                              </p:par>
                              <p:par>
                                <p:cTn id="861" presetID="1" presetClass="entr" presetSubtype="0" fill="hold" grpId="0" nodeType="withEffect">
                                  <p:stCondLst>
                                    <p:cond delay="0"/>
                                  </p:stCondLst>
                                  <p:childTnLst>
                                    <p:set>
                                      <p:cBhvr>
                                        <p:cTn id="862" dur="1" fill="hold">
                                          <p:stCondLst>
                                            <p:cond delay="0"/>
                                          </p:stCondLst>
                                        </p:cTn>
                                        <p:tgtEl>
                                          <p:spTgt spid="487"/>
                                        </p:tgtEl>
                                        <p:attrNameLst>
                                          <p:attrName>style.visibility</p:attrName>
                                        </p:attrNameLst>
                                      </p:cBhvr>
                                      <p:to>
                                        <p:strVal val="visible"/>
                                      </p:to>
                                    </p:set>
                                  </p:childTnLst>
                                </p:cTn>
                              </p:par>
                              <p:par>
                                <p:cTn id="863" presetID="1" presetClass="entr" presetSubtype="0" fill="hold" grpId="0" nodeType="withEffect">
                                  <p:stCondLst>
                                    <p:cond delay="0"/>
                                  </p:stCondLst>
                                  <p:childTnLst>
                                    <p:set>
                                      <p:cBhvr>
                                        <p:cTn id="864" dur="1" fill="hold">
                                          <p:stCondLst>
                                            <p:cond delay="0"/>
                                          </p:stCondLst>
                                        </p:cTn>
                                        <p:tgtEl>
                                          <p:spTgt spid="488"/>
                                        </p:tgtEl>
                                        <p:attrNameLst>
                                          <p:attrName>style.visibility</p:attrName>
                                        </p:attrNameLst>
                                      </p:cBhvr>
                                      <p:to>
                                        <p:strVal val="visible"/>
                                      </p:to>
                                    </p:set>
                                  </p:childTnLst>
                                </p:cTn>
                              </p:par>
                              <p:par>
                                <p:cTn id="865" presetID="1" presetClass="entr" presetSubtype="0" fill="hold" grpId="0" nodeType="withEffect">
                                  <p:stCondLst>
                                    <p:cond delay="0"/>
                                  </p:stCondLst>
                                  <p:childTnLst>
                                    <p:set>
                                      <p:cBhvr>
                                        <p:cTn id="866" dur="1" fill="hold">
                                          <p:stCondLst>
                                            <p:cond delay="0"/>
                                          </p:stCondLst>
                                        </p:cTn>
                                        <p:tgtEl>
                                          <p:spTgt spid="489"/>
                                        </p:tgtEl>
                                        <p:attrNameLst>
                                          <p:attrName>style.visibility</p:attrName>
                                        </p:attrNameLst>
                                      </p:cBhvr>
                                      <p:to>
                                        <p:strVal val="visible"/>
                                      </p:to>
                                    </p:set>
                                  </p:childTnLst>
                                </p:cTn>
                              </p:par>
                              <p:par>
                                <p:cTn id="867" presetID="1" presetClass="entr" presetSubtype="0" fill="hold" grpId="0" nodeType="withEffect">
                                  <p:stCondLst>
                                    <p:cond delay="0"/>
                                  </p:stCondLst>
                                  <p:childTnLst>
                                    <p:set>
                                      <p:cBhvr>
                                        <p:cTn id="868" dur="1" fill="hold">
                                          <p:stCondLst>
                                            <p:cond delay="0"/>
                                          </p:stCondLst>
                                        </p:cTn>
                                        <p:tgtEl>
                                          <p:spTgt spid="490"/>
                                        </p:tgtEl>
                                        <p:attrNameLst>
                                          <p:attrName>style.visibility</p:attrName>
                                        </p:attrNameLst>
                                      </p:cBhvr>
                                      <p:to>
                                        <p:strVal val="visible"/>
                                      </p:to>
                                    </p:set>
                                  </p:childTnLst>
                                </p:cTn>
                              </p:par>
                              <p:par>
                                <p:cTn id="869" presetID="1" presetClass="entr" presetSubtype="0" fill="hold" grpId="0" nodeType="withEffect">
                                  <p:stCondLst>
                                    <p:cond delay="0"/>
                                  </p:stCondLst>
                                  <p:childTnLst>
                                    <p:set>
                                      <p:cBhvr>
                                        <p:cTn id="870" dur="1" fill="hold">
                                          <p:stCondLst>
                                            <p:cond delay="0"/>
                                          </p:stCondLst>
                                        </p:cTn>
                                        <p:tgtEl>
                                          <p:spTgt spid="491"/>
                                        </p:tgtEl>
                                        <p:attrNameLst>
                                          <p:attrName>style.visibility</p:attrName>
                                        </p:attrNameLst>
                                      </p:cBhvr>
                                      <p:to>
                                        <p:strVal val="visible"/>
                                      </p:to>
                                    </p:set>
                                  </p:childTnLst>
                                </p:cTn>
                              </p:par>
                              <p:par>
                                <p:cTn id="871" presetID="1" presetClass="entr" presetSubtype="0" fill="hold" grpId="0" nodeType="withEffect">
                                  <p:stCondLst>
                                    <p:cond delay="0"/>
                                  </p:stCondLst>
                                  <p:childTnLst>
                                    <p:set>
                                      <p:cBhvr>
                                        <p:cTn id="872" dur="1" fill="hold">
                                          <p:stCondLst>
                                            <p:cond delay="0"/>
                                          </p:stCondLst>
                                        </p:cTn>
                                        <p:tgtEl>
                                          <p:spTgt spid="492"/>
                                        </p:tgtEl>
                                        <p:attrNameLst>
                                          <p:attrName>style.visibility</p:attrName>
                                        </p:attrNameLst>
                                      </p:cBhvr>
                                      <p:to>
                                        <p:strVal val="visible"/>
                                      </p:to>
                                    </p:set>
                                  </p:childTnLst>
                                </p:cTn>
                              </p:par>
                              <p:par>
                                <p:cTn id="873" presetID="1" presetClass="entr" presetSubtype="0" fill="hold" grpId="0" nodeType="withEffect">
                                  <p:stCondLst>
                                    <p:cond delay="0"/>
                                  </p:stCondLst>
                                  <p:childTnLst>
                                    <p:set>
                                      <p:cBhvr>
                                        <p:cTn id="874" dur="1" fill="hold">
                                          <p:stCondLst>
                                            <p:cond delay="0"/>
                                          </p:stCondLst>
                                        </p:cTn>
                                        <p:tgtEl>
                                          <p:spTgt spid="493"/>
                                        </p:tgtEl>
                                        <p:attrNameLst>
                                          <p:attrName>style.visibility</p:attrName>
                                        </p:attrNameLst>
                                      </p:cBhvr>
                                      <p:to>
                                        <p:strVal val="visible"/>
                                      </p:to>
                                    </p:set>
                                  </p:childTnLst>
                                </p:cTn>
                              </p:par>
                              <p:par>
                                <p:cTn id="875" presetID="1" presetClass="entr" presetSubtype="0" fill="hold" grpId="0" nodeType="withEffect">
                                  <p:stCondLst>
                                    <p:cond delay="0"/>
                                  </p:stCondLst>
                                  <p:childTnLst>
                                    <p:set>
                                      <p:cBhvr>
                                        <p:cTn id="876" dur="1" fill="hold">
                                          <p:stCondLst>
                                            <p:cond delay="0"/>
                                          </p:stCondLst>
                                        </p:cTn>
                                        <p:tgtEl>
                                          <p:spTgt spid="494"/>
                                        </p:tgtEl>
                                        <p:attrNameLst>
                                          <p:attrName>style.visibility</p:attrName>
                                        </p:attrNameLst>
                                      </p:cBhvr>
                                      <p:to>
                                        <p:strVal val="visible"/>
                                      </p:to>
                                    </p:set>
                                  </p:childTnLst>
                                </p:cTn>
                              </p:par>
                              <p:par>
                                <p:cTn id="877" presetID="1" presetClass="entr" presetSubtype="0" fill="hold" grpId="0" nodeType="withEffect">
                                  <p:stCondLst>
                                    <p:cond delay="0"/>
                                  </p:stCondLst>
                                  <p:childTnLst>
                                    <p:set>
                                      <p:cBhvr>
                                        <p:cTn id="878" dur="1" fill="hold">
                                          <p:stCondLst>
                                            <p:cond delay="0"/>
                                          </p:stCondLst>
                                        </p:cTn>
                                        <p:tgtEl>
                                          <p:spTgt spid="495"/>
                                        </p:tgtEl>
                                        <p:attrNameLst>
                                          <p:attrName>style.visibility</p:attrName>
                                        </p:attrNameLst>
                                      </p:cBhvr>
                                      <p:to>
                                        <p:strVal val="visible"/>
                                      </p:to>
                                    </p:set>
                                  </p:childTnLst>
                                </p:cTn>
                              </p:par>
                            </p:childTnLst>
                          </p:cTn>
                        </p:par>
                      </p:childTnLst>
                    </p:cTn>
                  </p:par>
                  <p:par>
                    <p:cTn id="879" fill="hold">
                      <p:stCondLst>
                        <p:cond delay="indefinite"/>
                      </p:stCondLst>
                      <p:childTnLst>
                        <p:par>
                          <p:cTn id="880" fill="hold">
                            <p:stCondLst>
                              <p:cond delay="0"/>
                            </p:stCondLst>
                            <p:childTnLst>
                              <p:par>
                                <p:cTn id="881" presetID="1" presetClass="entr" presetSubtype="0" fill="hold" grpId="0" nodeType="clickEffect">
                                  <p:stCondLst>
                                    <p:cond delay="0"/>
                                  </p:stCondLst>
                                  <p:childTnLst>
                                    <p:set>
                                      <p:cBhvr>
                                        <p:cTn id="882" dur="1" fill="hold">
                                          <p:stCondLst>
                                            <p:cond delay="0"/>
                                          </p:stCondLst>
                                        </p:cTn>
                                        <p:tgtEl>
                                          <p:spTgt spid="496"/>
                                        </p:tgtEl>
                                        <p:attrNameLst>
                                          <p:attrName>style.visibility</p:attrName>
                                        </p:attrNameLst>
                                      </p:cBhvr>
                                      <p:to>
                                        <p:strVal val="visible"/>
                                      </p:to>
                                    </p:set>
                                  </p:childTnLst>
                                </p:cTn>
                              </p:par>
                              <p:par>
                                <p:cTn id="883" presetID="1" presetClass="entr" presetSubtype="0" fill="hold" grpId="0" nodeType="withEffect">
                                  <p:stCondLst>
                                    <p:cond delay="0"/>
                                  </p:stCondLst>
                                  <p:childTnLst>
                                    <p:set>
                                      <p:cBhvr>
                                        <p:cTn id="884" dur="1" fill="hold">
                                          <p:stCondLst>
                                            <p:cond delay="0"/>
                                          </p:stCondLst>
                                        </p:cTn>
                                        <p:tgtEl>
                                          <p:spTgt spid="497"/>
                                        </p:tgtEl>
                                        <p:attrNameLst>
                                          <p:attrName>style.visibility</p:attrName>
                                        </p:attrNameLst>
                                      </p:cBhvr>
                                      <p:to>
                                        <p:strVal val="visible"/>
                                      </p:to>
                                    </p:set>
                                  </p:childTnLst>
                                </p:cTn>
                              </p:par>
                              <p:par>
                                <p:cTn id="885" presetID="1" presetClass="entr" presetSubtype="0" fill="hold" grpId="0" nodeType="withEffect">
                                  <p:stCondLst>
                                    <p:cond delay="0"/>
                                  </p:stCondLst>
                                  <p:childTnLst>
                                    <p:set>
                                      <p:cBhvr>
                                        <p:cTn id="886" dur="1" fill="hold">
                                          <p:stCondLst>
                                            <p:cond delay="0"/>
                                          </p:stCondLst>
                                        </p:cTn>
                                        <p:tgtEl>
                                          <p:spTgt spid="498"/>
                                        </p:tgtEl>
                                        <p:attrNameLst>
                                          <p:attrName>style.visibility</p:attrName>
                                        </p:attrNameLst>
                                      </p:cBhvr>
                                      <p:to>
                                        <p:strVal val="visible"/>
                                      </p:to>
                                    </p:set>
                                  </p:childTnLst>
                                </p:cTn>
                              </p:par>
                              <p:par>
                                <p:cTn id="887" presetID="1" presetClass="entr" presetSubtype="0" fill="hold" grpId="0" nodeType="withEffect">
                                  <p:stCondLst>
                                    <p:cond delay="0"/>
                                  </p:stCondLst>
                                  <p:childTnLst>
                                    <p:set>
                                      <p:cBhvr>
                                        <p:cTn id="888" dur="1" fill="hold">
                                          <p:stCondLst>
                                            <p:cond delay="0"/>
                                          </p:stCondLst>
                                        </p:cTn>
                                        <p:tgtEl>
                                          <p:spTgt spid="499"/>
                                        </p:tgtEl>
                                        <p:attrNameLst>
                                          <p:attrName>style.visibility</p:attrName>
                                        </p:attrNameLst>
                                      </p:cBhvr>
                                      <p:to>
                                        <p:strVal val="visible"/>
                                      </p:to>
                                    </p:set>
                                  </p:childTnLst>
                                </p:cTn>
                              </p:par>
                              <p:par>
                                <p:cTn id="889" presetID="1" presetClass="entr" presetSubtype="0" fill="hold" grpId="0" nodeType="withEffect">
                                  <p:stCondLst>
                                    <p:cond delay="0"/>
                                  </p:stCondLst>
                                  <p:childTnLst>
                                    <p:set>
                                      <p:cBhvr>
                                        <p:cTn id="890" dur="1" fill="hold">
                                          <p:stCondLst>
                                            <p:cond delay="0"/>
                                          </p:stCondLst>
                                        </p:cTn>
                                        <p:tgtEl>
                                          <p:spTgt spid="500"/>
                                        </p:tgtEl>
                                        <p:attrNameLst>
                                          <p:attrName>style.visibility</p:attrName>
                                        </p:attrNameLst>
                                      </p:cBhvr>
                                      <p:to>
                                        <p:strVal val="visible"/>
                                      </p:to>
                                    </p:set>
                                  </p:childTnLst>
                                </p:cTn>
                              </p:par>
                              <p:par>
                                <p:cTn id="891" presetID="1" presetClass="entr" presetSubtype="0" fill="hold" grpId="0" nodeType="withEffect">
                                  <p:stCondLst>
                                    <p:cond delay="0"/>
                                  </p:stCondLst>
                                  <p:childTnLst>
                                    <p:set>
                                      <p:cBhvr>
                                        <p:cTn id="892" dur="1" fill="hold">
                                          <p:stCondLst>
                                            <p:cond delay="0"/>
                                          </p:stCondLst>
                                        </p:cTn>
                                        <p:tgtEl>
                                          <p:spTgt spid="501"/>
                                        </p:tgtEl>
                                        <p:attrNameLst>
                                          <p:attrName>style.visibility</p:attrName>
                                        </p:attrNameLst>
                                      </p:cBhvr>
                                      <p:to>
                                        <p:strVal val="visible"/>
                                      </p:to>
                                    </p:set>
                                  </p:childTnLst>
                                </p:cTn>
                              </p:par>
                              <p:par>
                                <p:cTn id="893" presetID="1" presetClass="entr" presetSubtype="0" fill="hold" grpId="0" nodeType="withEffect">
                                  <p:stCondLst>
                                    <p:cond delay="0"/>
                                  </p:stCondLst>
                                  <p:childTnLst>
                                    <p:set>
                                      <p:cBhvr>
                                        <p:cTn id="894" dur="1" fill="hold">
                                          <p:stCondLst>
                                            <p:cond delay="0"/>
                                          </p:stCondLst>
                                        </p:cTn>
                                        <p:tgtEl>
                                          <p:spTgt spid="502"/>
                                        </p:tgtEl>
                                        <p:attrNameLst>
                                          <p:attrName>style.visibility</p:attrName>
                                        </p:attrNameLst>
                                      </p:cBhvr>
                                      <p:to>
                                        <p:strVal val="visible"/>
                                      </p:to>
                                    </p:set>
                                  </p:childTnLst>
                                </p:cTn>
                              </p:par>
                              <p:par>
                                <p:cTn id="895" presetID="1" presetClass="entr" presetSubtype="0" fill="hold" grpId="0" nodeType="withEffect">
                                  <p:stCondLst>
                                    <p:cond delay="0"/>
                                  </p:stCondLst>
                                  <p:childTnLst>
                                    <p:set>
                                      <p:cBhvr>
                                        <p:cTn id="896" dur="1" fill="hold">
                                          <p:stCondLst>
                                            <p:cond delay="0"/>
                                          </p:stCondLst>
                                        </p:cTn>
                                        <p:tgtEl>
                                          <p:spTgt spid="503"/>
                                        </p:tgtEl>
                                        <p:attrNameLst>
                                          <p:attrName>style.visibility</p:attrName>
                                        </p:attrNameLst>
                                      </p:cBhvr>
                                      <p:to>
                                        <p:strVal val="visible"/>
                                      </p:to>
                                    </p:set>
                                  </p:childTnLst>
                                </p:cTn>
                              </p:par>
                              <p:par>
                                <p:cTn id="897" presetID="1" presetClass="entr" presetSubtype="0" fill="hold" grpId="0" nodeType="withEffect">
                                  <p:stCondLst>
                                    <p:cond delay="0"/>
                                  </p:stCondLst>
                                  <p:childTnLst>
                                    <p:set>
                                      <p:cBhvr>
                                        <p:cTn id="898" dur="1" fill="hold">
                                          <p:stCondLst>
                                            <p:cond delay="0"/>
                                          </p:stCondLst>
                                        </p:cTn>
                                        <p:tgtEl>
                                          <p:spTgt spid="504"/>
                                        </p:tgtEl>
                                        <p:attrNameLst>
                                          <p:attrName>style.visibility</p:attrName>
                                        </p:attrNameLst>
                                      </p:cBhvr>
                                      <p:to>
                                        <p:strVal val="visible"/>
                                      </p:to>
                                    </p:set>
                                  </p:childTnLst>
                                </p:cTn>
                              </p:par>
                              <p:par>
                                <p:cTn id="899" presetID="1" presetClass="entr" presetSubtype="0" fill="hold" grpId="0" nodeType="withEffect">
                                  <p:stCondLst>
                                    <p:cond delay="0"/>
                                  </p:stCondLst>
                                  <p:childTnLst>
                                    <p:set>
                                      <p:cBhvr>
                                        <p:cTn id="900" dur="1" fill="hold">
                                          <p:stCondLst>
                                            <p:cond delay="0"/>
                                          </p:stCondLst>
                                        </p:cTn>
                                        <p:tgtEl>
                                          <p:spTgt spid="505"/>
                                        </p:tgtEl>
                                        <p:attrNameLst>
                                          <p:attrName>style.visibility</p:attrName>
                                        </p:attrNameLst>
                                      </p:cBhvr>
                                      <p:to>
                                        <p:strVal val="visible"/>
                                      </p:to>
                                    </p:set>
                                  </p:childTnLst>
                                </p:cTn>
                              </p:par>
                              <p:par>
                                <p:cTn id="901" presetID="1" presetClass="entr" presetSubtype="0" fill="hold" grpId="0" nodeType="withEffect">
                                  <p:stCondLst>
                                    <p:cond delay="0"/>
                                  </p:stCondLst>
                                  <p:childTnLst>
                                    <p:set>
                                      <p:cBhvr>
                                        <p:cTn id="902" dur="1" fill="hold">
                                          <p:stCondLst>
                                            <p:cond delay="0"/>
                                          </p:stCondLst>
                                        </p:cTn>
                                        <p:tgtEl>
                                          <p:spTgt spid="506"/>
                                        </p:tgtEl>
                                        <p:attrNameLst>
                                          <p:attrName>style.visibility</p:attrName>
                                        </p:attrNameLst>
                                      </p:cBhvr>
                                      <p:to>
                                        <p:strVal val="visible"/>
                                      </p:to>
                                    </p:set>
                                  </p:childTnLst>
                                </p:cTn>
                              </p:par>
                              <p:par>
                                <p:cTn id="903" presetID="1" presetClass="entr" presetSubtype="0" fill="hold" grpId="0" nodeType="withEffect">
                                  <p:stCondLst>
                                    <p:cond delay="0"/>
                                  </p:stCondLst>
                                  <p:childTnLst>
                                    <p:set>
                                      <p:cBhvr>
                                        <p:cTn id="904" dur="1" fill="hold">
                                          <p:stCondLst>
                                            <p:cond delay="0"/>
                                          </p:stCondLst>
                                        </p:cTn>
                                        <p:tgtEl>
                                          <p:spTgt spid="507"/>
                                        </p:tgtEl>
                                        <p:attrNameLst>
                                          <p:attrName>style.visibility</p:attrName>
                                        </p:attrNameLst>
                                      </p:cBhvr>
                                      <p:to>
                                        <p:strVal val="visible"/>
                                      </p:to>
                                    </p:set>
                                  </p:childTnLst>
                                </p:cTn>
                              </p:par>
                              <p:par>
                                <p:cTn id="905" presetID="1" presetClass="entr" presetSubtype="0" fill="hold" grpId="0" nodeType="withEffect">
                                  <p:stCondLst>
                                    <p:cond delay="0"/>
                                  </p:stCondLst>
                                  <p:childTnLst>
                                    <p:set>
                                      <p:cBhvr>
                                        <p:cTn id="906" dur="1" fill="hold">
                                          <p:stCondLst>
                                            <p:cond delay="0"/>
                                          </p:stCondLst>
                                        </p:cTn>
                                        <p:tgtEl>
                                          <p:spTgt spid="508"/>
                                        </p:tgtEl>
                                        <p:attrNameLst>
                                          <p:attrName>style.visibility</p:attrName>
                                        </p:attrNameLst>
                                      </p:cBhvr>
                                      <p:to>
                                        <p:strVal val="visible"/>
                                      </p:to>
                                    </p:set>
                                  </p:childTnLst>
                                </p:cTn>
                              </p:par>
                              <p:par>
                                <p:cTn id="907" presetID="1" presetClass="entr" presetSubtype="0" fill="hold" grpId="0" nodeType="withEffect">
                                  <p:stCondLst>
                                    <p:cond delay="0"/>
                                  </p:stCondLst>
                                  <p:childTnLst>
                                    <p:set>
                                      <p:cBhvr>
                                        <p:cTn id="908" dur="1" fill="hold">
                                          <p:stCondLst>
                                            <p:cond delay="0"/>
                                          </p:stCondLst>
                                        </p:cTn>
                                        <p:tgtEl>
                                          <p:spTgt spid="509"/>
                                        </p:tgtEl>
                                        <p:attrNameLst>
                                          <p:attrName>style.visibility</p:attrName>
                                        </p:attrNameLst>
                                      </p:cBhvr>
                                      <p:to>
                                        <p:strVal val="visible"/>
                                      </p:to>
                                    </p:set>
                                  </p:childTnLst>
                                </p:cTn>
                              </p:par>
                              <p:par>
                                <p:cTn id="909" presetID="1" presetClass="entr" presetSubtype="0" fill="hold" grpId="0" nodeType="withEffect">
                                  <p:stCondLst>
                                    <p:cond delay="0"/>
                                  </p:stCondLst>
                                  <p:childTnLst>
                                    <p:set>
                                      <p:cBhvr>
                                        <p:cTn id="910" dur="1" fill="hold">
                                          <p:stCondLst>
                                            <p:cond delay="0"/>
                                          </p:stCondLst>
                                        </p:cTn>
                                        <p:tgtEl>
                                          <p:spTgt spid="510"/>
                                        </p:tgtEl>
                                        <p:attrNameLst>
                                          <p:attrName>style.visibility</p:attrName>
                                        </p:attrNameLst>
                                      </p:cBhvr>
                                      <p:to>
                                        <p:strVal val="visible"/>
                                      </p:to>
                                    </p:set>
                                  </p:childTnLst>
                                </p:cTn>
                              </p:par>
                              <p:par>
                                <p:cTn id="911" presetID="1" presetClass="entr" presetSubtype="0" fill="hold" grpId="0" nodeType="withEffect">
                                  <p:stCondLst>
                                    <p:cond delay="0"/>
                                  </p:stCondLst>
                                  <p:childTnLst>
                                    <p:set>
                                      <p:cBhvr>
                                        <p:cTn id="912" dur="1" fill="hold">
                                          <p:stCondLst>
                                            <p:cond delay="0"/>
                                          </p:stCondLst>
                                        </p:cTn>
                                        <p:tgtEl>
                                          <p:spTgt spid="511"/>
                                        </p:tgtEl>
                                        <p:attrNameLst>
                                          <p:attrName>style.visibility</p:attrName>
                                        </p:attrNameLst>
                                      </p:cBhvr>
                                      <p:to>
                                        <p:strVal val="visible"/>
                                      </p:to>
                                    </p:set>
                                  </p:childTnLst>
                                </p:cTn>
                              </p:par>
                              <p:par>
                                <p:cTn id="913" presetID="1" presetClass="entr" presetSubtype="0" fill="hold" grpId="0" nodeType="withEffect">
                                  <p:stCondLst>
                                    <p:cond delay="0"/>
                                  </p:stCondLst>
                                  <p:childTnLst>
                                    <p:set>
                                      <p:cBhvr>
                                        <p:cTn id="914" dur="1" fill="hold">
                                          <p:stCondLst>
                                            <p:cond delay="0"/>
                                          </p:stCondLst>
                                        </p:cTn>
                                        <p:tgtEl>
                                          <p:spTgt spid="512"/>
                                        </p:tgtEl>
                                        <p:attrNameLst>
                                          <p:attrName>style.visibility</p:attrName>
                                        </p:attrNameLst>
                                      </p:cBhvr>
                                      <p:to>
                                        <p:strVal val="visible"/>
                                      </p:to>
                                    </p:set>
                                  </p:childTnLst>
                                </p:cTn>
                              </p:par>
                              <p:par>
                                <p:cTn id="915" presetID="1" presetClass="entr" presetSubtype="0" fill="hold" grpId="0" nodeType="withEffect">
                                  <p:stCondLst>
                                    <p:cond delay="0"/>
                                  </p:stCondLst>
                                  <p:childTnLst>
                                    <p:set>
                                      <p:cBhvr>
                                        <p:cTn id="916" dur="1" fill="hold">
                                          <p:stCondLst>
                                            <p:cond delay="0"/>
                                          </p:stCondLst>
                                        </p:cTn>
                                        <p:tgtEl>
                                          <p:spTgt spid="513"/>
                                        </p:tgtEl>
                                        <p:attrNameLst>
                                          <p:attrName>style.visibility</p:attrName>
                                        </p:attrNameLst>
                                      </p:cBhvr>
                                      <p:to>
                                        <p:strVal val="visible"/>
                                      </p:to>
                                    </p:set>
                                  </p:childTnLst>
                                </p:cTn>
                              </p:par>
                              <p:par>
                                <p:cTn id="917" presetID="1" presetClass="entr" presetSubtype="0" fill="hold" grpId="0" nodeType="withEffect">
                                  <p:stCondLst>
                                    <p:cond delay="0"/>
                                  </p:stCondLst>
                                  <p:childTnLst>
                                    <p:set>
                                      <p:cBhvr>
                                        <p:cTn id="918" dur="1" fill="hold">
                                          <p:stCondLst>
                                            <p:cond delay="0"/>
                                          </p:stCondLst>
                                        </p:cTn>
                                        <p:tgtEl>
                                          <p:spTgt spid="514"/>
                                        </p:tgtEl>
                                        <p:attrNameLst>
                                          <p:attrName>style.visibility</p:attrName>
                                        </p:attrNameLst>
                                      </p:cBhvr>
                                      <p:to>
                                        <p:strVal val="visible"/>
                                      </p:to>
                                    </p:set>
                                  </p:childTnLst>
                                </p:cTn>
                              </p:par>
                              <p:par>
                                <p:cTn id="919" presetID="1" presetClass="entr" presetSubtype="0" fill="hold" grpId="0" nodeType="withEffect">
                                  <p:stCondLst>
                                    <p:cond delay="0"/>
                                  </p:stCondLst>
                                  <p:childTnLst>
                                    <p:set>
                                      <p:cBhvr>
                                        <p:cTn id="920" dur="1" fill="hold">
                                          <p:stCondLst>
                                            <p:cond delay="0"/>
                                          </p:stCondLst>
                                        </p:cTn>
                                        <p:tgtEl>
                                          <p:spTgt spid="515"/>
                                        </p:tgtEl>
                                        <p:attrNameLst>
                                          <p:attrName>style.visibility</p:attrName>
                                        </p:attrNameLst>
                                      </p:cBhvr>
                                      <p:to>
                                        <p:strVal val="visible"/>
                                      </p:to>
                                    </p:set>
                                  </p:childTnLst>
                                </p:cTn>
                              </p:par>
                              <p:par>
                                <p:cTn id="921" presetID="1" presetClass="entr" presetSubtype="0" fill="hold" grpId="0" nodeType="withEffect">
                                  <p:stCondLst>
                                    <p:cond delay="0"/>
                                  </p:stCondLst>
                                  <p:childTnLst>
                                    <p:set>
                                      <p:cBhvr>
                                        <p:cTn id="922" dur="1" fill="hold">
                                          <p:stCondLst>
                                            <p:cond delay="0"/>
                                          </p:stCondLst>
                                        </p:cTn>
                                        <p:tgtEl>
                                          <p:spTgt spid="516"/>
                                        </p:tgtEl>
                                        <p:attrNameLst>
                                          <p:attrName>style.visibility</p:attrName>
                                        </p:attrNameLst>
                                      </p:cBhvr>
                                      <p:to>
                                        <p:strVal val="visible"/>
                                      </p:to>
                                    </p:set>
                                  </p:childTnLst>
                                </p:cTn>
                              </p:par>
                              <p:par>
                                <p:cTn id="923" presetID="1" presetClass="entr" presetSubtype="0" fill="hold" grpId="0" nodeType="withEffect">
                                  <p:stCondLst>
                                    <p:cond delay="0"/>
                                  </p:stCondLst>
                                  <p:childTnLst>
                                    <p:set>
                                      <p:cBhvr>
                                        <p:cTn id="924" dur="1" fill="hold">
                                          <p:stCondLst>
                                            <p:cond delay="0"/>
                                          </p:stCondLst>
                                        </p:cTn>
                                        <p:tgtEl>
                                          <p:spTgt spid="517"/>
                                        </p:tgtEl>
                                        <p:attrNameLst>
                                          <p:attrName>style.visibility</p:attrName>
                                        </p:attrNameLst>
                                      </p:cBhvr>
                                      <p:to>
                                        <p:strVal val="visible"/>
                                      </p:to>
                                    </p:set>
                                  </p:childTnLst>
                                </p:cTn>
                              </p:par>
                              <p:par>
                                <p:cTn id="925" presetID="1" presetClass="entr" presetSubtype="0" fill="hold" grpId="0" nodeType="withEffect">
                                  <p:stCondLst>
                                    <p:cond delay="0"/>
                                  </p:stCondLst>
                                  <p:childTnLst>
                                    <p:set>
                                      <p:cBhvr>
                                        <p:cTn id="926" dur="1" fill="hold">
                                          <p:stCondLst>
                                            <p:cond delay="0"/>
                                          </p:stCondLst>
                                        </p:cTn>
                                        <p:tgtEl>
                                          <p:spTgt spid="518"/>
                                        </p:tgtEl>
                                        <p:attrNameLst>
                                          <p:attrName>style.visibility</p:attrName>
                                        </p:attrNameLst>
                                      </p:cBhvr>
                                      <p:to>
                                        <p:strVal val="visible"/>
                                      </p:to>
                                    </p:set>
                                  </p:childTnLst>
                                </p:cTn>
                              </p:par>
                              <p:par>
                                <p:cTn id="927" presetID="1" presetClass="entr" presetSubtype="0" fill="hold" grpId="0" nodeType="withEffect">
                                  <p:stCondLst>
                                    <p:cond delay="0"/>
                                  </p:stCondLst>
                                  <p:childTnLst>
                                    <p:set>
                                      <p:cBhvr>
                                        <p:cTn id="928" dur="1" fill="hold">
                                          <p:stCondLst>
                                            <p:cond delay="0"/>
                                          </p:stCondLst>
                                        </p:cTn>
                                        <p:tgtEl>
                                          <p:spTgt spid="519"/>
                                        </p:tgtEl>
                                        <p:attrNameLst>
                                          <p:attrName>style.visibility</p:attrName>
                                        </p:attrNameLst>
                                      </p:cBhvr>
                                      <p:to>
                                        <p:strVal val="visible"/>
                                      </p:to>
                                    </p:set>
                                  </p:childTnLst>
                                </p:cTn>
                              </p:par>
                              <p:par>
                                <p:cTn id="929" presetID="1" presetClass="entr" presetSubtype="0" fill="hold" grpId="0" nodeType="withEffect">
                                  <p:stCondLst>
                                    <p:cond delay="0"/>
                                  </p:stCondLst>
                                  <p:childTnLst>
                                    <p:set>
                                      <p:cBhvr>
                                        <p:cTn id="930" dur="1" fill="hold">
                                          <p:stCondLst>
                                            <p:cond delay="0"/>
                                          </p:stCondLst>
                                        </p:cTn>
                                        <p:tgtEl>
                                          <p:spTgt spid="520"/>
                                        </p:tgtEl>
                                        <p:attrNameLst>
                                          <p:attrName>style.visibility</p:attrName>
                                        </p:attrNameLst>
                                      </p:cBhvr>
                                      <p:to>
                                        <p:strVal val="visible"/>
                                      </p:to>
                                    </p:set>
                                  </p:childTnLst>
                                </p:cTn>
                              </p:par>
                              <p:par>
                                <p:cTn id="931" presetID="1" presetClass="entr" presetSubtype="0" fill="hold" grpId="0" nodeType="withEffect">
                                  <p:stCondLst>
                                    <p:cond delay="0"/>
                                  </p:stCondLst>
                                  <p:childTnLst>
                                    <p:set>
                                      <p:cBhvr>
                                        <p:cTn id="932" dur="1" fill="hold">
                                          <p:stCondLst>
                                            <p:cond delay="0"/>
                                          </p:stCondLst>
                                        </p:cTn>
                                        <p:tgtEl>
                                          <p:spTgt spid="521"/>
                                        </p:tgtEl>
                                        <p:attrNameLst>
                                          <p:attrName>style.visibility</p:attrName>
                                        </p:attrNameLst>
                                      </p:cBhvr>
                                      <p:to>
                                        <p:strVal val="visible"/>
                                      </p:to>
                                    </p:set>
                                  </p:childTnLst>
                                </p:cTn>
                              </p:par>
                              <p:par>
                                <p:cTn id="933" presetID="1" presetClass="entr" presetSubtype="0" fill="hold" grpId="0" nodeType="withEffect">
                                  <p:stCondLst>
                                    <p:cond delay="0"/>
                                  </p:stCondLst>
                                  <p:childTnLst>
                                    <p:set>
                                      <p:cBhvr>
                                        <p:cTn id="934" dur="1" fill="hold">
                                          <p:stCondLst>
                                            <p:cond delay="0"/>
                                          </p:stCondLst>
                                        </p:cTn>
                                        <p:tgtEl>
                                          <p:spTgt spid="522"/>
                                        </p:tgtEl>
                                        <p:attrNameLst>
                                          <p:attrName>style.visibility</p:attrName>
                                        </p:attrNameLst>
                                      </p:cBhvr>
                                      <p:to>
                                        <p:strVal val="visible"/>
                                      </p:to>
                                    </p:set>
                                  </p:childTnLst>
                                </p:cTn>
                              </p:par>
                              <p:par>
                                <p:cTn id="935" presetID="1" presetClass="entr" presetSubtype="0" fill="hold" grpId="0" nodeType="withEffect">
                                  <p:stCondLst>
                                    <p:cond delay="0"/>
                                  </p:stCondLst>
                                  <p:childTnLst>
                                    <p:set>
                                      <p:cBhvr>
                                        <p:cTn id="936" dur="1" fill="hold">
                                          <p:stCondLst>
                                            <p:cond delay="0"/>
                                          </p:stCondLst>
                                        </p:cTn>
                                        <p:tgtEl>
                                          <p:spTgt spid="523"/>
                                        </p:tgtEl>
                                        <p:attrNameLst>
                                          <p:attrName>style.visibility</p:attrName>
                                        </p:attrNameLst>
                                      </p:cBhvr>
                                      <p:to>
                                        <p:strVal val="visible"/>
                                      </p:to>
                                    </p:set>
                                  </p:childTnLst>
                                </p:cTn>
                              </p:par>
                              <p:par>
                                <p:cTn id="937" presetID="1" presetClass="entr" presetSubtype="0" fill="hold" grpId="0" nodeType="withEffect">
                                  <p:stCondLst>
                                    <p:cond delay="0"/>
                                  </p:stCondLst>
                                  <p:childTnLst>
                                    <p:set>
                                      <p:cBhvr>
                                        <p:cTn id="938" dur="1" fill="hold">
                                          <p:stCondLst>
                                            <p:cond delay="0"/>
                                          </p:stCondLst>
                                        </p:cTn>
                                        <p:tgtEl>
                                          <p:spTgt spid="524"/>
                                        </p:tgtEl>
                                        <p:attrNameLst>
                                          <p:attrName>style.visibility</p:attrName>
                                        </p:attrNameLst>
                                      </p:cBhvr>
                                      <p:to>
                                        <p:strVal val="visible"/>
                                      </p:to>
                                    </p:set>
                                  </p:childTnLst>
                                </p:cTn>
                              </p:par>
                              <p:par>
                                <p:cTn id="939" presetID="1" presetClass="entr" presetSubtype="0" fill="hold" grpId="0" nodeType="withEffect">
                                  <p:stCondLst>
                                    <p:cond delay="0"/>
                                  </p:stCondLst>
                                  <p:childTnLst>
                                    <p:set>
                                      <p:cBhvr>
                                        <p:cTn id="940" dur="1" fill="hold">
                                          <p:stCondLst>
                                            <p:cond delay="0"/>
                                          </p:stCondLst>
                                        </p:cTn>
                                        <p:tgtEl>
                                          <p:spTgt spid="525"/>
                                        </p:tgtEl>
                                        <p:attrNameLst>
                                          <p:attrName>style.visibility</p:attrName>
                                        </p:attrNameLst>
                                      </p:cBhvr>
                                      <p:to>
                                        <p:strVal val="visible"/>
                                      </p:to>
                                    </p:set>
                                  </p:childTnLst>
                                </p:cTn>
                              </p:par>
                              <p:par>
                                <p:cTn id="941" presetID="1" presetClass="entr" presetSubtype="0" fill="hold" grpId="0" nodeType="withEffect">
                                  <p:stCondLst>
                                    <p:cond delay="0"/>
                                  </p:stCondLst>
                                  <p:childTnLst>
                                    <p:set>
                                      <p:cBhvr>
                                        <p:cTn id="942" dur="1" fill="hold">
                                          <p:stCondLst>
                                            <p:cond delay="0"/>
                                          </p:stCondLst>
                                        </p:cTn>
                                        <p:tgtEl>
                                          <p:spTgt spid="526"/>
                                        </p:tgtEl>
                                        <p:attrNameLst>
                                          <p:attrName>style.visibility</p:attrName>
                                        </p:attrNameLst>
                                      </p:cBhvr>
                                      <p:to>
                                        <p:strVal val="visible"/>
                                      </p:to>
                                    </p:set>
                                  </p:childTnLst>
                                </p:cTn>
                              </p:par>
                              <p:par>
                                <p:cTn id="943" presetID="1" presetClass="entr" presetSubtype="0" fill="hold" grpId="0" nodeType="withEffect">
                                  <p:stCondLst>
                                    <p:cond delay="0"/>
                                  </p:stCondLst>
                                  <p:childTnLst>
                                    <p:set>
                                      <p:cBhvr>
                                        <p:cTn id="944" dur="1" fill="hold">
                                          <p:stCondLst>
                                            <p:cond delay="0"/>
                                          </p:stCondLst>
                                        </p:cTn>
                                        <p:tgtEl>
                                          <p:spTgt spid="527"/>
                                        </p:tgtEl>
                                        <p:attrNameLst>
                                          <p:attrName>style.visibility</p:attrName>
                                        </p:attrNameLst>
                                      </p:cBhvr>
                                      <p:to>
                                        <p:strVal val="visible"/>
                                      </p:to>
                                    </p:set>
                                  </p:childTnLst>
                                </p:cTn>
                              </p:par>
                              <p:par>
                                <p:cTn id="945" presetID="1" presetClass="entr" presetSubtype="0" fill="hold" grpId="0" nodeType="withEffect">
                                  <p:stCondLst>
                                    <p:cond delay="0"/>
                                  </p:stCondLst>
                                  <p:childTnLst>
                                    <p:set>
                                      <p:cBhvr>
                                        <p:cTn id="946" dur="1" fill="hold">
                                          <p:stCondLst>
                                            <p:cond delay="0"/>
                                          </p:stCondLst>
                                        </p:cTn>
                                        <p:tgtEl>
                                          <p:spTgt spid="528"/>
                                        </p:tgtEl>
                                        <p:attrNameLst>
                                          <p:attrName>style.visibility</p:attrName>
                                        </p:attrNameLst>
                                      </p:cBhvr>
                                      <p:to>
                                        <p:strVal val="visible"/>
                                      </p:to>
                                    </p:set>
                                  </p:childTnLst>
                                </p:cTn>
                              </p:par>
                              <p:par>
                                <p:cTn id="947" presetID="1" presetClass="entr" presetSubtype="0" fill="hold" grpId="0" nodeType="withEffect">
                                  <p:stCondLst>
                                    <p:cond delay="0"/>
                                  </p:stCondLst>
                                  <p:childTnLst>
                                    <p:set>
                                      <p:cBhvr>
                                        <p:cTn id="948" dur="1" fill="hold">
                                          <p:stCondLst>
                                            <p:cond delay="0"/>
                                          </p:stCondLst>
                                        </p:cTn>
                                        <p:tgtEl>
                                          <p:spTgt spid="529"/>
                                        </p:tgtEl>
                                        <p:attrNameLst>
                                          <p:attrName>style.visibility</p:attrName>
                                        </p:attrNameLst>
                                      </p:cBhvr>
                                      <p:to>
                                        <p:strVal val="visible"/>
                                      </p:to>
                                    </p:set>
                                  </p:childTnLst>
                                </p:cTn>
                              </p:par>
                              <p:par>
                                <p:cTn id="949" presetID="1" presetClass="entr" presetSubtype="0" fill="hold" grpId="0" nodeType="withEffect">
                                  <p:stCondLst>
                                    <p:cond delay="0"/>
                                  </p:stCondLst>
                                  <p:childTnLst>
                                    <p:set>
                                      <p:cBhvr>
                                        <p:cTn id="950" dur="1" fill="hold">
                                          <p:stCondLst>
                                            <p:cond delay="0"/>
                                          </p:stCondLst>
                                        </p:cTn>
                                        <p:tgtEl>
                                          <p:spTgt spid="530"/>
                                        </p:tgtEl>
                                        <p:attrNameLst>
                                          <p:attrName>style.visibility</p:attrName>
                                        </p:attrNameLst>
                                      </p:cBhvr>
                                      <p:to>
                                        <p:strVal val="visible"/>
                                      </p:to>
                                    </p:set>
                                  </p:childTnLst>
                                </p:cTn>
                              </p:par>
                              <p:par>
                                <p:cTn id="951" presetID="1" presetClass="entr" presetSubtype="0" fill="hold" grpId="0" nodeType="withEffect">
                                  <p:stCondLst>
                                    <p:cond delay="0"/>
                                  </p:stCondLst>
                                  <p:childTnLst>
                                    <p:set>
                                      <p:cBhvr>
                                        <p:cTn id="952" dur="1" fill="hold">
                                          <p:stCondLst>
                                            <p:cond delay="0"/>
                                          </p:stCondLst>
                                        </p:cTn>
                                        <p:tgtEl>
                                          <p:spTgt spid="531"/>
                                        </p:tgtEl>
                                        <p:attrNameLst>
                                          <p:attrName>style.visibility</p:attrName>
                                        </p:attrNameLst>
                                      </p:cBhvr>
                                      <p:to>
                                        <p:strVal val="visible"/>
                                      </p:to>
                                    </p:set>
                                  </p:childTnLst>
                                </p:cTn>
                              </p:par>
                              <p:par>
                                <p:cTn id="953" presetID="1" presetClass="entr" presetSubtype="0" fill="hold" grpId="0" nodeType="withEffect">
                                  <p:stCondLst>
                                    <p:cond delay="0"/>
                                  </p:stCondLst>
                                  <p:childTnLst>
                                    <p:set>
                                      <p:cBhvr>
                                        <p:cTn id="954" dur="1" fill="hold">
                                          <p:stCondLst>
                                            <p:cond delay="0"/>
                                          </p:stCondLst>
                                        </p:cTn>
                                        <p:tgtEl>
                                          <p:spTgt spid="532"/>
                                        </p:tgtEl>
                                        <p:attrNameLst>
                                          <p:attrName>style.visibility</p:attrName>
                                        </p:attrNameLst>
                                      </p:cBhvr>
                                      <p:to>
                                        <p:strVal val="visible"/>
                                      </p:to>
                                    </p:set>
                                  </p:childTnLst>
                                </p:cTn>
                              </p:par>
                              <p:par>
                                <p:cTn id="955" presetID="1" presetClass="entr" presetSubtype="0" fill="hold" grpId="0" nodeType="withEffect">
                                  <p:stCondLst>
                                    <p:cond delay="0"/>
                                  </p:stCondLst>
                                  <p:childTnLst>
                                    <p:set>
                                      <p:cBhvr>
                                        <p:cTn id="956" dur="1" fill="hold">
                                          <p:stCondLst>
                                            <p:cond delay="0"/>
                                          </p:stCondLst>
                                        </p:cTn>
                                        <p:tgtEl>
                                          <p:spTgt spid="533"/>
                                        </p:tgtEl>
                                        <p:attrNameLst>
                                          <p:attrName>style.visibility</p:attrName>
                                        </p:attrNameLst>
                                      </p:cBhvr>
                                      <p:to>
                                        <p:strVal val="visible"/>
                                      </p:to>
                                    </p:set>
                                  </p:childTnLst>
                                </p:cTn>
                              </p:par>
                              <p:par>
                                <p:cTn id="957" presetID="1" presetClass="entr" presetSubtype="0" fill="hold" grpId="0" nodeType="withEffect">
                                  <p:stCondLst>
                                    <p:cond delay="0"/>
                                  </p:stCondLst>
                                  <p:childTnLst>
                                    <p:set>
                                      <p:cBhvr>
                                        <p:cTn id="958" dur="1" fill="hold">
                                          <p:stCondLst>
                                            <p:cond delay="0"/>
                                          </p:stCondLst>
                                        </p:cTn>
                                        <p:tgtEl>
                                          <p:spTgt spid="534"/>
                                        </p:tgtEl>
                                        <p:attrNameLst>
                                          <p:attrName>style.visibility</p:attrName>
                                        </p:attrNameLst>
                                      </p:cBhvr>
                                      <p:to>
                                        <p:strVal val="visible"/>
                                      </p:to>
                                    </p:set>
                                  </p:childTnLst>
                                </p:cTn>
                              </p:par>
                              <p:par>
                                <p:cTn id="959" presetID="1" presetClass="entr" presetSubtype="0" fill="hold" grpId="0" nodeType="withEffect">
                                  <p:stCondLst>
                                    <p:cond delay="0"/>
                                  </p:stCondLst>
                                  <p:childTnLst>
                                    <p:set>
                                      <p:cBhvr>
                                        <p:cTn id="960" dur="1" fill="hold">
                                          <p:stCondLst>
                                            <p:cond delay="0"/>
                                          </p:stCondLst>
                                        </p:cTn>
                                        <p:tgtEl>
                                          <p:spTgt spid="535"/>
                                        </p:tgtEl>
                                        <p:attrNameLst>
                                          <p:attrName>style.visibility</p:attrName>
                                        </p:attrNameLst>
                                      </p:cBhvr>
                                      <p:to>
                                        <p:strVal val="visible"/>
                                      </p:to>
                                    </p:set>
                                  </p:childTnLst>
                                </p:cTn>
                              </p:par>
                              <p:par>
                                <p:cTn id="961" presetID="1" presetClass="entr" presetSubtype="0" fill="hold" grpId="0" nodeType="withEffect">
                                  <p:stCondLst>
                                    <p:cond delay="0"/>
                                  </p:stCondLst>
                                  <p:childTnLst>
                                    <p:set>
                                      <p:cBhvr>
                                        <p:cTn id="962" dur="1" fill="hold">
                                          <p:stCondLst>
                                            <p:cond delay="0"/>
                                          </p:stCondLst>
                                        </p:cTn>
                                        <p:tgtEl>
                                          <p:spTgt spid="536"/>
                                        </p:tgtEl>
                                        <p:attrNameLst>
                                          <p:attrName>style.visibility</p:attrName>
                                        </p:attrNameLst>
                                      </p:cBhvr>
                                      <p:to>
                                        <p:strVal val="visible"/>
                                      </p:to>
                                    </p:set>
                                  </p:childTnLst>
                                </p:cTn>
                              </p:par>
                              <p:par>
                                <p:cTn id="963" presetID="1" presetClass="entr" presetSubtype="0" fill="hold" grpId="0" nodeType="withEffect">
                                  <p:stCondLst>
                                    <p:cond delay="0"/>
                                  </p:stCondLst>
                                  <p:childTnLst>
                                    <p:set>
                                      <p:cBhvr>
                                        <p:cTn id="964" dur="1" fill="hold">
                                          <p:stCondLst>
                                            <p:cond delay="0"/>
                                          </p:stCondLst>
                                        </p:cTn>
                                        <p:tgtEl>
                                          <p:spTgt spid="537"/>
                                        </p:tgtEl>
                                        <p:attrNameLst>
                                          <p:attrName>style.visibility</p:attrName>
                                        </p:attrNameLst>
                                      </p:cBhvr>
                                      <p:to>
                                        <p:strVal val="visible"/>
                                      </p:to>
                                    </p:set>
                                  </p:childTnLst>
                                </p:cTn>
                              </p:par>
                              <p:par>
                                <p:cTn id="965" presetID="1" presetClass="entr" presetSubtype="0" fill="hold" grpId="0" nodeType="withEffect">
                                  <p:stCondLst>
                                    <p:cond delay="0"/>
                                  </p:stCondLst>
                                  <p:childTnLst>
                                    <p:set>
                                      <p:cBhvr>
                                        <p:cTn id="966" dur="1" fill="hold">
                                          <p:stCondLst>
                                            <p:cond delay="0"/>
                                          </p:stCondLst>
                                        </p:cTn>
                                        <p:tgtEl>
                                          <p:spTgt spid="538"/>
                                        </p:tgtEl>
                                        <p:attrNameLst>
                                          <p:attrName>style.visibility</p:attrName>
                                        </p:attrNameLst>
                                      </p:cBhvr>
                                      <p:to>
                                        <p:strVal val="visible"/>
                                      </p:to>
                                    </p:set>
                                  </p:childTnLst>
                                </p:cTn>
                              </p:par>
                              <p:par>
                                <p:cTn id="967" presetID="1" presetClass="entr" presetSubtype="0" fill="hold" grpId="0" nodeType="withEffect">
                                  <p:stCondLst>
                                    <p:cond delay="0"/>
                                  </p:stCondLst>
                                  <p:childTnLst>
                                    <p:set>
                                      <p:cBhvr>
                                        <p:cTn id="968" dur="1" fill="hold">
                                          <p:stCondLst>
                                            <p:cond delay="0"/>
                                          </p:stCondLst>
                                        </p:cTn>
                                        <p:tgtEl>
                                          <p:spTgt spid="539"/>
                                        </p:tgtEl>
                                        <p:attrNameLst>
                                          <p:attrName>style.visibility</p:attrName>
                                        </p:attrNameLst>
                                      </p:cBhvr>
                                      <p:to>
                                        <p:strVal val="visible"/>
                                      </p:to>
                                    </p:set>
                                  </p:childTnLst>
                                </p:cTn>
                              </p:par>
                              <p:par>
                                <p:cTn id="969" presetID="1" presetClass="entr" presetSubtype="0" fill="hold" grpId="0" nodeType="withEffect">
                                  <p:stCondLst>
                                    <p:cond delay="0"/>
                                  </p:stCondLst>
                                  <p:childTnLst>
                                    <p:set>
                                      <p:cBhvr>
                                        <p:cTn id="970" dur="1" fill="hold">
                                          <p:stCondLst>
                                            <p:cond delay="0"/>
                                          </p:stCondLst>
                                        </p:cTn>
                                        <p:tgtEl>
                                          <p:spTgt spid="540"/>
                                        </p:tgtEl>
                                        <p:attrNameLst>
                                          <p:attrName>style.visibility</p:attrName>
                                        </p:attrNameLst>
                                      </p:cBhvr>
                                      <p:to>
                                        <p:strVal val="visible"/>
                                      </p:to>
                                    </p:set>
                                  </p:childTnLst>
                                </p:cTn>
                              </p:par>
                              <p:par>
                                <p:cTn id="971" presetID="1" presetClass="entr" presetSubtype="0" fill="hold" grpId="0" nodeType="withEffect">
                                  <p:stCondLst>
                                    <p:cond delay="0"/>
                                  </p:stCondLst>
                                  <p:childTnLst>
                                    <p:set>
                                      <p:cBhvr>
                                        <p:cTn id="972" dur="1" fill="hold">
                                          <p:stCondLst>
                                            <p:cond delay="0"/>
                                          </p:stCondLst>
                                        </p:cTn>
                                        <p:tgtEl>
                                          <p:spTgt spid="541"/>
                                        </p:tgtEl>
                                        <p:attrNameLst>
                                          <p:attrName>style.visibility</p:attrName>
                                        </p:attrNameLst>
                                      </p:cBhvr>
                                      <p:to>
                                        <p:strVal val="visible"/>
                                      </p:to>
                                    </p:set>
                                  </p:childTnLst>
                                </p:cTn>
                              </p:par>
                              <p:par>
                                <p:cTn id="973" presetID="1" presetClass="entr" presetSubtype="0" fill="hold" grpId="0" nodeType="withEffect">
                                  <p:stCondLst>
                                    <p:cond delay="0"/>
                                  </p:stCondLst>
                                  <p:childTnLst>
                                    <p:set>
                                      <p:cBhvr>
                                        <p:cTn id="974" dur="1" fill="hold">
                                          <p:stCondLst>
                                            <p:cond delay="0"/>
                                          </p:stCondLst>
                                        </p:cTn>
                                        <p:tgtEl>
                                          <p:spTgt spid="542"/>
                                        </p:tgtEl>
                                        <p:attrNameLst>
                                          <p:attrName>style.visibility</p:attrName>
                                        </p:attrNameLst>
                                      </p:cBhvr>
                                      <p:to>
                                        <p:strVal val="visible"/>
                                      </p:to>
                                    </p:set>
                                  </p:childTnLst>
                                </p:cTn>
                              </p:par>
                              <p:par>
                                <p:cTn id="975" presetID="1" presetClass="entr" presetSubtype="0" fill="hold" grpId="0" nodeType="withEffect">
                                  <p:stCondLst>
                                    <p:cond delay="0"/>
                                  </p:stCondLst>
                                  <p:childTnLst>
                                    <p:set>
                                      <p:cBhvr>
                                        <p:cTn id="976" dur="1" fill="hold">
                                          <p:stCondLst>
                                            <p:cond delay="0"/>
                                          </p:stCondLst>
                                        </p:cTn>
                                        <p:tgtEl>
                                          <p:spTgt spid="543"/>
                                        </p:tgtEl>
                                        <p:attrNameLst>
                                          <p:attrName>style.visibility</p:attrName>
                                        </p:attrNameLst>
                                      </p:cBhvr>
                                      <p:to>
                                        <p:strVal val="visible"/>
                                      </p:to>
                                    </p:set>
                                  </p:childTnLst>
                                </p:cTn>
                              </p:par>
                              <p:par>
                                <p:cTn id="977" presetID="1" presetClass="entr" presetSubtype="0" fill="hold" grpId="0" nodeType="withEffect">
                                  <p:stCondLst>
                                    <p:cond delay="0"/>
                                  </p:stCondLst>
                                  <p:childTnLst>
                                    <p:set>
                                      <p:cBhvr>
                                        <p:cTn id="978" dur="1" fill="hold">
                                          <p:stCondLst>
                                            <p:cond delay="0"/>
                                          </p:stCondLst>
                                        </p:cTn>
                                        <p:tgtEl>
                                          <p:spTgt spid="544"/>
                                        </p:tgtEl>
                                        <p:attrNameLst>
                                          <p:attrName>style.visibility</p:attrName>
                                        </p:attrNameLst>
                                      </p:cBhvr>
                                      <p:to>
                                        <p:strVal val="visible"/>
                                      </p:to>
                                    </p:set>
                                  </p:childTnLst>
                                </p:cTn>
                              </p:par>
                              <p:par>
                                <p:cTn id="979" presetID="1" presetClass="entr" presetSubtype="0" fill="hold" grpId="0" nodeType="withEffect">
                                  <p:stCondLst>
                                    <p:cond delay="0"/>
                                  </p:stCondLst>
                                  <p:childTnLst>
                                    <p:set>
                                      <p:cBhvr>
                                        <p:cTn id="980" dur="1" fill="hold">
                                          <p:stCondLst>
                                            <p:cond delay="0"/>
                                          </p:stCondLst>
                                        </p:cTn>
                                        <p:tgtEl>
                                          <p:spTgt spid="545"/>
                                        </p:tgtEl>
                                        <p:attrNameLst>
                                          <p:attrName>style.visibility</p:attrName>
                                        </p:attrNameLst>
                                      </p:cBhvr>
                                      <p:to>
                                        <p:strVal val="visible"/>
                                      </p:to>
                                    </p:set>
                                  </p:childTnLst>
                                </p:cTn>
                              </p:par>
                              <p:par>
                                <p:cTn id="981" presetID="1" presetClass="entr" presetSubtype="0" fill="hold" grpId="0" nodeType="withEffect">
                                  <p:stCondLst>
                                    <p:cond delay="0"/>
                                  </p:stCondLst>
                                  <p:childTnLst>
                                    <p:set>
                                      <p:cBhvr>
                                        <p:cTn id="982" dur="1" fill="hold">
                                          <p:stCondLst>
                                            <p:cond delay="0"/>
                                          </p:stCondLst>
                                        </p:cTn>
                                        <p:tgtEl>
                                          <p:spTgt spid="546"/>
                                        </p:tgtEl>
                                        <p:attrNameLst>
                                          <p:attrName>style.visibility</p:attrName>
                                        </p:attrNameLst>
                                      </p:cBhvr>
                                      <p:to>
                                        <p:strVal val="visible"/>
                                      </p:to>
                                    </p:set>
                                  </p:childTnLst>
                                </p:cTn>
                              </p:par>
                              <p:par>
                                <p:cTn id="983" presetID="1" presetClass="entr" presetSubtype="0" fill="hold" grpId="0" nodeType="withEffect">
                                  <p:stCondLst>
                                    <p:cond delay="0"/>
                                  </p:stCondLst>
                                  <p:childTnLst>
                                    <p:set>
                                      <p:cBhvr>
                                        <p:cTn id="984" dur="1" fill="hold">
                                          <p:stCondLst>
                                            <p:cond delay="0"/>
                                          </p:stCondLst>
                                        </p:cTn>
                                        <p:tgtEl>
                                          <p:spTgt spid="547"/>
                                        </p:tgtEl>
                                        <p:attrNameLst>
                                          <p:attrName>style.visibility</p:attrName>
                                        </p:attrNameLst>
                                      </p:cBhvr>
                                      <p:to>
                                        <p:strVal val="visible"/>
                                      </p:to>
                                    </p:set>
                                  </p:childTnLst>
                                </p:cTn>
                              </p:par>
                              <p:par>
                                <p:cTn id="985" presetID="1" presetClass="entr" presetSubtype="0" fill="hold" grpId="0" nodeType="withEffect">
                                  <p:stCondLst>
                                    <p:cond delay="0"/>
                                  </p:stCondLst>
                                  <p:childTnLst>
                                    <p:set>
                                      <p:cBhvr>
                                        <p:cTn id="986" dur="1" fill="hold">
                                          <p:stCondLst>
                                            <p:cond delay="0"/>
                                          </p:stCondLst>
                                        </p:cTn>
                                        <p:tgtEl>
                                          <p:spTgt spid="548"/>
                                        </p:tgtEl>
                                        <p:attrNameLst>
                                          <p:attrName>style.visibility</p:attrName>
                                        </p:attrNameLst>
                                      </p:cBhvr>
                                      <p:to>
                                        <p:strVal val="visible"/>
                                      </p:to>
                                    </p:set>
                                  </p:childTnLst>
                                </p:cTn>
                              </p:par>
                              <p:par>
                                <p:cTn id="987" presetID="1" presetClass="entr" presetSubtype="0" fill="hold" grpId="0" nodeType="withEffect">
                                  <p:stCondLst>
                                    <p:cond delay="0"/>
                                  </p:stCondLst>
                                  <p:childTnLst>
                                    <p:set>
                                      <p:cBhvr>
                                        <p:cTn id="988" dur="1" fill="hold">
                                          <p:stCondLst>
                                            <p:cond delay="0"/>
                                          </p:stCondLst>
                                        </p:cTn>
                                        <p:tgtEl>
                                          <p:spTgt spid="549"/>
                                        </p:tgtEl>
                                        <p:attrNameLst>
                                          <p:attrName>style.visibility</p:attrName>
                                        </p:attrNameLst>
                                      </p:cBhvr>
                                      <p:to>
                                        <p:strVal val="visible"/>
                                      </p:to>
                                    </p:set>
                                  </p:childTnLst>
                                </p:cTn>
                              </p:par>
                              <p:par>
                                <p:cTn id="989" presetID="1" presetClass="entr" presetSubtype="0" fill="hold" grpId="0" nodeType="withEffect">
                                  <p:stCondLst>
                                    <p:cond delay="0"/>
                                  </p:stCondLst>
                                  <p:childTnLst>
                                    <p:set>
                                      <p:cBhvr>
                                        <p:cTn id="990" dur="1" fill="hold">
                                          <p:stCondLst>
                                            <p:cond delay="0"/>
                                          </p:stCondLst>
                                        </p:cTn>
                                        <p:tgtEl>
                                          <p:spTgt spid="550"/>
                                        </p:tgtEl>
                                        <p:attrNameLst>
                                          <p:attrName>style.visibility</p:attrName>
                                        </p:attrNameLst>
                                      </p:cBhvr>
                                      <p:to>
                                        <p:strVal val="visible"/>
                                      </p:to>
                                    </p:set>
                                  </p:childTnLst>
                                </p:cTn>
                              </p:par>
                              <p:par>
                                <p:cTn id="991" presetID="1" presetClass="entr" presetSubtype="0" fill="hold" grpId="0" nodeType="withEffect">
                                  <p:stCondLst>
                                    <p:cond delay="0"/>
                                  </p:stCondLst>
                                  <p:childTnLst>
                                    <p:set>
                                      <p:cBhvr>
                                        <p:cTn id="992" dur="1" fill="hold">
                                          <p:stCondLst>
                                            <p:cond delay="0"/>
                                          </p:stCondLst>
                                        </p:cTn>
                                        <p:tgtEl>
                                          <p:spTgt spid="551"/>
                                        </p:tgtEl>
                                        <p:attrNameLst>
                                          <p:attrName>style.visibility</p:attrName>
                                        </p:attrNameLst>
                                      </p:cBhvr>
                                      <p:to>
                                        <p:strVal val="visible"/>
                                      </p:to>
                                    </p:set>
                                  </p:childTnLst>
                                </p:cTn>
                              </p:par>
                              <p:par>
                                <p:cTn id="993" presetID="1" presetClass="entr" presetSubtype="0" fill="hold" grpId="0" nodeType="withEffect">
                                  <p:stCondLst>
                                    <p:cond delay="0"/>
                                  </p:stCondLst>
                                  <p:childTnLst>
                                    <p:set>
                                      <p:cBhvr>
                                        <p:cTn id="994" dur="1" fill="hold">
                                          <p:stCondLst>
                                            <p:cond delay="0"/>
                                          </p:stCondLst>
                                        </p:cTn>
                                        <p:tgtEl>
                                          <p:spTgt spid="552"/>
                                        </p:tgtEl>
                                        <p:attrNameLst>
                                          <p:attrName>style.visibility</p:attrName>
                                        </p:attrNameLst>
                                      </p:cBhvr>
                                      <p:to>
                                        <p:strVal val="visible"/>
                                      </p:to>
                                    </p:set>
                                  </p:childTnLst>
                                </p:cTn>
                              </p:par>
                              <p:par>
                                <p:cTn id="995" presetID="1" presetClass="entr" presetSubtype="0" fill="hold" grpId="0" nodeType="withEffect">
                                  <p:stCondLst>
                                    <p:cond delay="0"/>
                                  </p:stCondLst>
                                  <p:childTnLst>
                                    <p:set>
                                      <p:cBhvr>
                                        <p:cTn id="996" dur="1" fill="hold">
                                          <p:stCondLst>
                                            <p:cond delay="0"/>
                                          </p:stCondLst>
                                        </p:cTn>
                                        <p:tgtEl>
                                          <p:spTgt spid="553"/>
                                        </p:tgtEl>
                                        <p:attrNameLst>
                                          <p:attrName>style.visibility</p:attrName>
                                        </p:attrNameLst>
                                      </p:cBhvr>
                                      <p:to>
                                        <p:strVal val="visible"/>
                                      </p:to>
                                    </p:set>
                                  </p:childTnLst>
                                </p:cTn>
                              </p:par>
                              <p:par>
                                <p:cTn id="997" presetID="1" presetClass="entr" presetSubtype="0" fill="hold" grpId="0" nodeType="withEffect">
                                  <p:stCondLst>
                                    <p:cond delay="0"/>
                                  </p:stCondLst>
                                  <p:childTnLst>
                                    <p:set>
                                      <p:cBhvr>
                                        <p:cTn id="998" dur="1" fill="hold">
                                          <p:stCondLst>
                                            <p:cond delay="0"/>
                                          </p:stCondLst>
                                        </p:cTn>
                                        <p:tgtEl>
                                          <p:spTgt spid="554"/>
                                        </p:tgtEl>
                                        <p:attrNameLst>
                                          <p:attrName>style.visibility</p:attrName>
                                        </p:attrNameLst>
                                      </p:cBhvr>
                                      <p:to>
                                        <p:strVal val="visible"/>
                                      </p:to>
                                    </p:set>
                                  </p:childTnLst>
                                </p:cTn>
                              </p:par>
                              <p:par>
                                <p:cTn id="999" presetID="1" presetClass="entr" presetSubtype="0" fill="hold" grpId="0" nodeType="withEffect">
                                  <p:stCondLst>
                                    <p:cond delay="0"/>
                                  </p:stCondLst>
                                  <p:childTnLst>
                                    <p:set>
                                      <p:cBhvr>
                                        <p:cTn id="1000" dur="1" fill="hold">
                                          <p:stCondLst>
                                            <p:cond delay="0"/>
                                          </p:stCondLst>
                                        </p:cTn>
                                        <p:tgtEl>
                                          <p:spTgt spid="555"/>
                                        </p:tgtEl>
                                        <p:attrNameLst>
                                          <p:attrName>style.visibility</p:attrName>
                                        </p:attrNameLst>
                                      </p:cBhvr>
                                      <p:to>
                                        <p:strVal val="visible"/>
                                      </p:to>
                                    </p:set>
                                  </p:childTnLst>
                                </p:cTn>
                              </p:par>
                              <p:par>
                                <p:cTn id="1001" presetID="1" presetClass="entr" presetSubtype="0" fill="hold" grpId="0" nodeType="withEffect">
                                  <p:stCondLst>
                                    <p:cond delay="0"/>
                                  </p:stCondLst>
                                  <p:childTnLst>
                                    <p:set>
                                      <p:cBhvr>
                                        <p:cTn id="1002" dur="1" fill="hold">
                                          <p:stCondLst>
                                            <p:cond delay="0"/>
                                          </p:stCondLst>
                                        </p:cTn>
                                        <p:tgtEl>
                                          <p:spTgt spid="556"/>
                                        </p:tgtEl>
                                        <p:attrNameLst>
                                          <p:attrName>style.visibility</p:attrName>
                                        </p:attrNameLst>
                                      </p:cBhvr>
                                      <p:to>
                                        <p:strVal val="visible"/>
                                      </p:to>
                                    </p:set>
                                  </p:childTnLst>
                                </p:cTn>
                              </p:par>
                            </p:childTnLst>
                          </p:cTn>
                        </p:par>
                      </p:childTnLst>
                    </p:cTn>
                  </p:par>
                  <p:par>
                    <p:cTn id="1003" fill="hold">
                      <p:stCondLst>
                        <p:cond delay="indefinite"/>
                      </p:stCondLst>
                      <p:childTnLst>
                        <p:par>
                          <p:cTn id="1004" fill="hold">
                            <p:stCondLst>
                              <p:cond delay="0"/>
                            </p:stCondLst>
                            <p:childTnLst>
                              <p:par>
                                <p:cTn id="1005" presetID="1" presetClass="entr" presetSubtype="0" fill="hold" grpId="0" nodeType="clickEffect">
                                  <p:stCondLst>
                                    <p:cond delay="0"/>
                                  </p:stCondLst>
                                  <p:childTnLst>
                                    <p:set>
                                      <p:cBhvr>
                                        <p:cTn id="1006" dur="1" fill="hold">
                                          <p:stCondLst>
                                            <p:cond delay="0"/>
                                          </p:stCondLst>
                                        </p:cTn>
                                        <p:tgtEl>
                                          <p:spTgt spid="557"/>
                                        </p:tgtEl>
                                        <p:attrNameLst>
                                          <p:attrName>style.visibility</p:attrName>
                                        </p:attrNameLst>
                                      </p:cBhvr>
                                      <p:to>
                                        <p:strVal val="visible"/>
                                      </p:to>
                                    </p:set>
                                  </p:childTnLst>
                                </p:cTn>
                              </p:par>
                              <p:par>
                                <p:cTn id="1007" presetID="1" presetClass="entr" presetSubtype="0" fill="hold" grpId="0" nodeType="withEffect">
                                  <p:stCondLst>
                                    <p:cond delay="0"/>
                                  </p:stCondLst>
                                  <p:childTnLst>
                                    <p:set>
                                      <p:cBhvr>
                                        <p:cTn id="1008" dur="1" fill="hold">
                                          <p:stCondLst>
                                            <p:cond delay="0"/>
                                          </p:stCondLst>
                                        </p:cTn>
                                        <p:tgtEl>
                                          <p:spTgt spid="558"/>
                                        </p:tgtEl>
                                        <p:attrNameLst>
                                          <p:attrName>style.visibility</p:attrName>
                                        </p:attrNameLst>
                                      </p:cBhvr>
                                      <p:to>
                                        <p:strVal val="visible"/>
                                      </p:to>
                                    </p:set>
                                  </p:childTnLst>
                                </p:cTn>
                              </p:par>
                              <p:par>
                                <p:cTn id="1009" presetID="1" presetClass="entr" presetSubtype="0" fill="hold" grpId="0" nodeType="withEffect">
                                  <p:stCondLst>
                                    <p:cond delay="0"/>
                                  </p:stCondLst>
                                  <p:childTnLst>
                                    <p:set>
                                      <p:cBhvr>
                                        <p:cTn id="1010" dur="1" fill="hold">
                                          <p:stCondLst>
                                            <p:cond delay="0"/>
                                          </p:stCondLst>
                                        </p:cTn>
                                        <p:tgtEl>
                                          <p:spTgt spid="559"/>
                                        </p:tgtEl>
                                        <p:attrNameLst>
                                          <p:attrName>style.visibility</p:attrName>
                                        </p:attrNameLst>
                                      </p:cBhvr>
                                      <p:to>
                                        <p:strVal val="visible"/>
                                      </p:to>
                                    </p:set>
                                  </p:childTnLst>
                                </p:cTn>
                              </p:par>
                              <p:par>
                                <p:cTn id="1011" presetID="1" presetClass="entr" presetSubtype="0" fill="hold" grpId="0" nodeType="withEffect">
                                  <p:stCondLst>
                                    <p:cond delay="0"/>
                                  </p:stCondLst>
                                  <p:childTnLst>
                                    <p:set>
                                      <p:cBhvr>
                                        <p:cTn id="1012" dur="1" fill="hold">
                                          <p:stCondLst>
                                            <p:cond delay="0"/>
                                          </p:stCondLst>
                                        </p:cTn>
                                        <p:tgtEl>
                                          <p:spTgt spid="560"/>
                                        </p:tgtEl>
                                        <p:attrNameLst>
                                          <p:attrName>style.visibility</p:attrName>
                                        </p:attrNameLst>
                                      </p:cBhvr>
                                      <p:to>
                                        <p:strVal val="visible"/>
                                      </p:to>
                                    </p:set>
                                  </p:childTnLst>
                                </p:cTn>
                              </p:par>
                              <p:par>
                                <p:cTn id="1013" presetID="1" presetClass="entr" presetSubtype="0" fill="hold" grpId="0" nodeType="withEffect">
                                  <p:stCondLst>
                                    <p:cond delay="0"/>
                                  </p:stCondLst>
                                  <p:childTnLst>
                                    <p:set>
                                      <p:cBhvr>
                                        <p:cTn id="1014" dur="1" fill="hold">
                                          <p:stCondLst>
                                            <p:cond delay="0"/>
                                          </p:stCondLst>
                                        </p:cTn>
                                        <p:tgtEl>
                                          <p:spTgt spid="561"/>
                                        </p:tgtEl>
                                        <p:attrNameLst>
                                          <p:attrName>style.visibility</p:attrName>
                                        </p:attrNameLst>
                                      </p:cBhvr>
                                      <p:to>
                                        <p:strVal val="visible"/>
                                      </p:to>
                                    </p:set>
                                  </p:childTnLst>
                                </p:cTn>
                              </p:par>
                              <p:par>
                                <p:cTn id="1015" presetID="1" presetClass="entr" presetSubtype="0" fill="hold" grpId="0" nodeType="withEffect">
                                  <p:stCondLst>
                                    <p:cond delay="0"/>
                                  </p:stCondLst>
                                  <p:childTnLst>
                                    <p:set>
                                      <p:cBhvr>
                                        <p:cTn id="1016" dur="1" fill="hold">
                                          <p:stCondLst>
                                            <p:cond delay="0"/>
                                          </p:stCondLst>
                                        </p:cTn>
                                        <p:tgtEl>
                                          <p:spTgt spid="562"/>
                                        </p:tgtEl>
                                        <p:attrNameLst>
                                          <p:attrName>style.visibility</p:attrName>
                                        </p:attrNameLst>
                                      </p:cBhvr>
                                      <p:to>
                                        <p:strVal val="visible"/>
                                      </p:to>
                                    </p:set>
                                  </p:childTnLst>
                                </p:cTn>
                              </p:par>
                              <p:par>
                                <p:cTn id="1017" presetID="1" presetClass="entr" presetSubtype="0" fill="hold" grpId="0" nodeType="withEffect">
                                  <p:stCondLst>
                                    <p:cond delay="0"/>
                                  </p:stCondLst>
                                  <p:childTnLst>
                                    <p:set>
                                      <p:cBhvr>
                                        <p:cTn id="1018" dur="1" fill="hold">
                                          <p:stCondLst>
                                            <p:cond delay="0"/>
                                          </p:stCondLst>
                                        </p:cTn>
                                        <p:tgtEl>
                                          <p:spTgt spid="563"/>
                                        </p:tgtEl>
                                        <p:attrNameLst>
                                          <p:attrName>style.visibility</p:attrName>
                                        </p:attrNameLst>
                                      </p:cBhvr>
                                      <p:to>
                                        <p:strVal val="visible"/>
                                      </p:to>
                                    </p:set>
                                  </p:childTnLst>
                                </p:cTn>
                              </p:par>
                              <p:par>
                                <p:cTn id="1019" presetID="1" presetClass="entr" presetSubtype="0" fill="hold" grpId="0" nodeType="withEffect">
                                  <p:stCondLst>
                                    <p:cond delay="0"/>
                                  </p:stCondLst>
                                  <p:childTnLst>
                                    <p:set>
                                      <p:cBhvr>
                                        <p:cTn id="1020" dur="1" fill="hold">
                                          <p:stCondLst>
                                            <p:cond delay="0"/>
                                          </p:stCondLst>
                                        </p:cTn>
                                        <p:tgtEl>
                                          <p:spTgt spid="564"/>
                                        </p:tgtEl>
                                        <p:attrNameLst>
                                          <p:attrName>style.visibility</p:attrName>
                                        </p:attrNameLst>
                                      </p:cBhvr>
                                      <p:to>
                                        <p:strVal val="visible"/>
                                      </p:to>
                                    </p:set>
                                  </p:childTnLst>
                                </p:cTn>
                              </p:par>
                              <p:par>
                                <p:cTn id="1021" presetID="1" presetClass="entr" presetSubtype="0" fill="hold" grpId="0" nodeType="withEffect">
                                  <p:stCondLst>
                                    <p:cond delay="0"/>
                                  </p:stCondLst>
                                  <p:childTnLst>
                                    <p:set>
                                      <p:cBhvr>
                                        <p:cTn id="1022" dur="1" fill="hold">
                                          <p:stCondLst>
                                            <p:cond delay="0"/>
                                          </p:stCondLst>
                                        </p:cTn>
                                        <p:tgtEl>
                                          <p:spTgt spid="565"/>
                                        </p:tgtEl>
                                        <p:attrNameLst>
                                          <p:attrName>style.visibility</p:attrName>
                                        </p:attrNameLst>
                                      </p:cBhvr>
                                      <p:to>
                                        <p:strVal val="visible"/>
                                      </p:to>
                                    </p:set>
                                  </p:childTnLst>
                                </p:cTn>
                              </p:par>
                              <p:par>
                                <p:cTn id="1023" presetID="1" presetClass="entr" presetSubtype="0" fill="hold" grpId="0" nodeType="withEffect">
                                  <p:stCondLst>
                                    <p:cond delay="0"/>
                                  </p:stCondLst>
                                  <p:childTnLst>
                                    <p:set>
                                      <p:cBhvr>
                                        <p:cTn id="1024" dur="1" fill="hold">
                                          <p:stCondLst>
                                            <p:cond delay="0"/>
                                          </p:stCondLst>
                                        </p:cTn>
                                        <p:tgtEl>
                                          <p:spTgt spid="566"/>
                                        </p:tgtEl>
                                        <p:attrNameLst>
                                          <p:attrName>style.visibility</p:attrName>
                                        </p:attrNameLst>
                                      </p:cBhvr>
                                      <p:to>
                                        <p:strVal val="visible"/>
                                      </p:to>
                                    </p:set>
                                  </p:childTnLst>
                                </p:cTn>
                              </p:par>
                              <p:par>
                                <p:cTn id="1025" presetID="1" presetClass="entr" presetSubtype="0" fill="hold" grpId="0" nodeType="withEffect">
                                  <p:stCondLst>
                                    <p:cond delay="0"/>
                                  </p:stCondLst>
                                  <p:childTnLst>
                                    <p:set>
                                      <p:cBhvr>
                                        <p:cTn id="1026" dur="1" fill="hold">
                                          <p:stCondLst>
                                            <p:cond delay="0"/>
                                          </p:stCondLst>
                                        </p:cTn>
                                        <p:tgtEl>
                                          <p:spTgt spid="567"/>
                                        </p:tgtEl>
                                        <p:attrNameLst>
                                          <p:attrName>style.visibility</p:attrName>
                                        </p:attrNameLst>
                                      </p:cBhvr>
                                      <p:to>
                                        <p:strVal val="visible"/>
                                      </p:to>
                                    </p:set>
                                  </p:childTnLst>
                                </p:cTn>
                              </p:par>
                              <p:par>
                                <p:cTn id="1027" presetID="1" presetClass="entr" presetSubtype="0" fill="hold" grpId="0" nodeType="withEffect">
                                  <p:stCondLst>
                                    <p:cond delay="0"/>
                                  </p:stCondLst>
                                  <p:childTnLst>
                                    <p:set>
                                      <p:cBhvr>
                                        <p:cTn id="1028" dur="1" fill="hold">
                                          <p:stCondLst>
                                            <p:cond delay="0"/>
                                          </p:stCondLst>
                                        </p:cTn>
                                        <p:tgtEl>
                                          <p:spTgt spid="568"/>
                                        </p:tgtEl>
                                        <p:attrNameLst>
                                          <p:attrName>style.visibility</p:attrName>
                                        </p:attrNameLst>
                                      </p:cBhvr>
                                      <p:to>
                                        <p:strVal val="visible"/>
                                      </p:to>
                                    </p:set>
                                  </p:childTnLst>
                                </p:cTn>
                              </p:par>
                              <p:par>
                                <p:cTn id="1029" presetID="1" presetClass="entr" presetSubtype="0" fill="hold" grpId="0" nodeType="withEffect">
                                  <p:stCondLst>
                                    <p:cond delay="0"/>
                                  </p:stCondLst>
                                  <p:childTnLst>
                                    <p:set>
                                      <p:cBhvr>
                                        <p:cTn id="1030" dur="1" fill="hold">
                                          <p:stCondLst>
                                            <p:cond delay="0"/>
                                          </p:stCondLst>
                                        </p:cTn>
                                        <p:tgtEl>
                                          <p:spTgt spid="569"/>
                                        </p:tgtEl>
                                        <p:attrNameLst>
                                          <p:attrName>style.visibility</p:attrName>
                                        </p:attrNameLst>
                                      </p:cBhvr>
                                      <p:to>
                                        <p:strVal val="visible"/>
                                      </p:to>
                                    </p:set>
                                  </p:childTnLst>
                                </p:cTn>
                              </p:par>
                              <p:par>
                                <p:cTn id="1031" presetID="1" presetClass="entr" presetSubtype="0" fill="hold" grpId="0" nodeType="withEffect">
                                  <p:stCondLst>
                                    <p:cond delay="0"/>
                                  </p:stCondLst>
                                  <p:childTnLst>
                                    <p:set>
                                      <p:cBhvr>
                                        <p:cTn id="1032" dur="1" fill="hold">
                                          <p:stCondLst>
                                            <p:cond delay="0"/>
                                          </p:stCondLst>
                                        </p:cTn>
                                        <p:tgtEl>
                                          <p:spTgt spid="570"/>
                                        </p:tgtEl>
                                        <p:attrNameLst>
                                          <p:attrName>style.visibility</p:attrName>
                                        </p:attrNameLst>
                                      </p:cBhvr>
                                      <p:to>
                                        <p:strVal val="visible"/>
                                      </p:to>
                                    </p:set>
                                  </p:childTnLst>
                                </p:cTn>
                              </p:par>
                              <p:par>
                                <p:cTn id="1033" presetID="1" presetClass="entr" presetSubtype="0" fill="hold" grpId="0" nodeType="withEffect">
                                  <p:stCondLst>
                                    <p:cond delay="0"/>
                                  </p:stCondLst>
                                  <p:childTnLst>
                                    <p:set>
                                      <p:cBhvr>
                                        <p:cTn id="1034" dur="1" fill="hold">
                                          <p:stCondLst>
                                            <p:cond delay="0"/>
                                          </p:stCondLst>
                                        </p:cTn>
                                        <p:tgtEl>
                                          <p:spTgt spid="571"/>
                                        </p:tgtEl>
                                        <p:attrNameLst>
                                          <p:attrName>style.visibility</p:attrName>
                                        </p:attrNameLst>
                                      </p:cBhvr>
                                      <p:to>
                                        <p:strVal val="visible"/>
                                      </p:to>
                                    </p:set>
                                  </p:childTnLst>
                                </p:cTn>
                              </p:par>
                              <p:par>
                                <p:cTn id="1035" presetID="1" presetClass="entr" presetSubtype="0" fill="hold" grpId="0" nodeType="withEffect">
                                  <p:stCondLst>
                                    <p:cond delay="0"/>
                                  </p:stCondLst>
                                  <p:childTnLst>
                                    <p:set>
                                      <p:cBhvr>
                                        <p:cTn id="1036" dur="1" fill="hold">
                                          <p:stCondLst>
                                            <p:cond delay="0"/>
                                          </p:stCondLst>
                                        </p:cTn>
                                        <p:tgtEl>
                                          <p:spTgt spid="572"/>
                                        </p:tgtEl>
                                        <p:attrNameLst>
                                          <p:attrName>style.visibility</p:attrName>
                                        </p:attrNameLst>
                                      </p:cBhvr>
                                      <p:to>
                                        <p:strVal val="visible"/>
                                      </p:to>
                                    </p:set>
                                  </p:childTnLst>
                                </p:cTn>
                              </p:par>
                              <p:par>
                                <p:cTn id="1037" presetID="1" presetClass="entr" presetSubtype="0" fill="hold" grpId="0" nodeType="withEffect">
                                  <p:stCondLst>
                                    <p:cond delay="0"/>
                                  </p:stCondLst>
                                  <p:childTnLst>
                                    <p:set>
                                      <p:cBhvr>
                                        <p:cTn id="1038" dur="1" fill="hold">
                                          <p:stCondLst>
                                            <p:cond delay="0"/>
                                          </p:stCondLst>
                                        </p:cTn>
                                        <p:tgtEl>
                                          <p:spTgt spid="573"/>
                                        </p:tgtEl>
                                        <p:attrNameLst>
                                          <p:attrName>style.visibility</p:attrName>
                                        </p:attrNameLst>
                                      </p:cBhvr>
                                      <p:to>
                                        <p:strVal val="visible"/>
                                      </p:to>
                                    </p:set>
                                  </p:childTnLst>
                                </p:cTn>
                              </p:par>
                              <p:par>
                                <p:cTn id="1039" presetID="1" presetClass="entr" presetSubtype="0" fill="hold" grpId="0" nodeType="withEffect">
                                  <p:stCondLst>
                                    <p:cond delay="0"/>
                                  </p:stCondLst>
                                  <p:childTnLst>
                                    <p:set>
                                      <p:cBhvr>
                                        <p:cTn id="1040" dur="1" fill="hold">
                                          <p:stCondLst>
                                            <p:cond delay="0"/>
                                          </p:stCondLst>
                                        </p:cTn>
                                        <p:tgtEl>
                                          <p:spTgt spid="574"/>
                                        </p:tgtEl>
                                        <p:attrNameLst>
                                          <p:attrName>style.visibility</p:attrName>
                                        </p:attrNameLst>
                                      </p:cBhvr>
                                      <p:to>
                                        <p:strVal val="visible"/>
                                      </p:to>
                                    </p:set>
                                  </p:childTnLst>
                                </p:cTn>
                              </p:par>
                              <p:par>
                                <p:cTn id="1041" presetID="1" presetClass="entr" presetSubtype="0" fill="hold" grpId="0" nodeType="withEffect">
                                  <p:stCondLst>
                                    <p:cond delay="0"/>
                                  </p:stCondLst>
                                  <p:childTnLst>
                                    <p:set>
                                      <p:cBhvr>
                                        <p:cTn id="1042" dur="1" fill="hold">
                                          <p:stCondLst>
                                            <p:cond delay="0"/>
                                          </p:stCondLst>
                                        </p:cTn>
                                        <p:tgtEl>
                                          <p:spTgt spid="575"/>
                                        </p:tgtEl>
                                        <p:attrNameLst>
                                          <p:attrName>style.visibility</p:attrName>
                                        </p:attrNameLst>
                                      </p:cBhvr>
                                      <p:to>
                                        <p:strVal val="visible"/>
                                      </p:to>
                                    </p:set>
                                  </p:childTnLst>
                                </p:cTn>
                              </p:par>
                              <p:par>
                                <p:cTn id="1043" presetID="1" presetClass="entr" presetSubtype="0" fill="hold" grpId="0" nodeType="withEffect">
                                  <p:stCondLst>
                                    <p:cond delay="0"/>
                                  </p:stCondLst>
                                  <p:childTnLst>
                                    <p:set>
                                      <p:cBhvr>
                                        <p:cTn id="1044" dur="1" fill="hold">
                                          <p:stCondLst>
                                            <p:cond delay="0"/>
                                          </p:stCondLst>
                                        </p:cTn>
                                        <p:tgtEl>
                                          <p:spTgt spid="576"/>
                                        </p:tgtEl>
                                        <p:attrNameLst>
                                          <p:attrName>style.visibility</p:attrName>
                                        </p:attrNameLst>
                                      </p:cBhvr>
                                      <p:to>
                                        <p:strVal val="visible"/>
                                      </p:to>
                                    </p:set>
                                  </p:childTnLst>
                                </p:cTn>
                              </p:par>
                              <p:par>
                                <p:cTn id="1045" presetID="1" presetClass="entr" presetSubtype="0" fill="hold" grpId="0" nodeType="withEffect">
                                  <p:stCondLst>
                                    <p:cond delay="0"/>
                                  </p:stCondLst>
                                  <p:childTnLst>
                                    <p:set>
                                      <p:cBhvr>
                                        <p:cTn id="1046" dur="1" fill="hold">
                                          <p:stCondLst>
                                            <p:cond delay="0"/>
                                          </p:stCondLst>
                                        </p:cTn>
                                        <p:tgtEl>
                                          <p:spTgt spid="577"/>
                                        </p:tgtEl>
                                        <p:attrNameLst>
                                          <p:attrName>style.visibility</p:attrName>
                                        </p:attrNameLst>
                                      </p:cBhvr>
                                      <p:to>
                                        <p:strVal val="visible"/>
                                      </p:to>
                                    </p:set>
                                  </p:childTnLst>
                                </p:cTn>
                              </p:par>
                              <p:par>
                                <p:cTn id="1047" presetID="1" presetClass="entr" presetSubtype="0" fill="hold" grpId="0" nodeType="withEffect">
                                  <p:stCondLst>
                                    <p:cond delay="0"/>
                                  </p:stCondLst>
                                  <p:childTnLst>
                                    <p:set>
                                      <p:cBhvr>
                                        <p:cTn id="1048" dur="1" fill="hold">
                                          <p:stCondLst>
                                            <p:cond delay="0"/>
                                          </p:stCondLst>
                                        </p:cTn>
                                        <p:tgtEl>
                                          <p:spTgt spid="578"/>
                                        </p:tgtEl>
                                        <p:attrNameLst>
                                          <p:attrName>style.visibility</p:attrName>
                                        </p:attrNameLst>
                                      </p:cBhvr>
                                      <p:to>
                                        <p:strVal val="visible"/>
                                      </p:to>
                                    </p:set>
                                  </p:childTnLst>
                                </p:cTn>
                              </p:par>
                              <p:par>
                                <p:cTn id="1049" presetID="1" presetClass="entr" presetSubtype="0" fill="hold" grpId="0" nodeType="withEffect">
                                  <p:stCondLst>
                                    <p:cond delay="0"/>
                                  </p:stCondLst>
                                  <p:childTnLst>
                                    <p:set>
                                      <p:cBhvr>
                                        <p:cTn id="1050" dur="1" fill="hold">
                                          <p:stCondLst>
                                            <p:cond delay="0"/>
                                          </p:stCondLst>
                                        </p:cTn>
                                        <p:tgtEl>
                                          <p:spTgt spid="579"/>
                                        </p:tgtEl>
                                        <p:attrNameLst>
                                          <p:attrName>style.visibility</p:attrName>
                                        </p:attrNameLst>
                                      </p:cBhvr>
                                      <p:to>
                                        <p:strVal val="visible"/>
                                      </p:to>
                                    </p:set>
                                  </p:childTnLst>
                                </p:cTn>
                              </p:par>
                              <p:par>
                                <p:cTn id="1051" presetID="1" presetClass="entr" presetSubtype="0" fill="hold" grpId="0" nodeType="withEffect">
                                  <p:stCondLst>
                                    <p:cond delay="0"/>
                                  </p:stCondLst>
                                  <p:childTnLst>
                                    <p:set>
                                      <p:cBhvr>
                                        <p:cTn id="1052" dur="1" fill="hold">
                                          <p:stCondLst>
                                            <p:cond delay="0"/>
                                          </p:stCondLst>
                                        </p:cTn>
                                        <p:tgtEl>
                                          <p:spTgt spid="580"/>
                                        </p:tgtEl>
                                        <p:attrNameLst>
                                          <p:attrName>style.visibility</p:attrName>
                                        </p:attrNameLst>
                                      </p:cBhvr>
                                      <p:to>
                                        <p:strVal val="visible"/>
                                      </p:to>
                                    </p:set>
                                  </p:childTnLst>
                                </p:cTn>
                              </p:par>
                              <p:par>
                                <p:cTn id="1053" presetID="1" presetClass="entr" presetSubtype="0" fill="hold" grpId="0" nodeType="withEffect">
                                  <p:stCondLst>
                                    <p:cond delay="0"/>
                                  </p:stCondLst>
                                  <p:childTnLst>
                                    <p:set>
                                      <p:cBhvr>
                                        <p:cTn id="1054" dur="1" fill="hold">
                                          <p:stCondLst>
                                            <p:cond delay="0"/>
                                          </p:stCondLst>
                                        </p:cTn>
                                        <p:tgtEl>
                                          <p:spTgt spid="581"/>
                                        </p:tgtEl>
                                        <p:attrNameLst>
                                          <p:attrName>style.visibility</p:attrName>
                                        </p:attrNameLst>
                                      </p:cBhvr>
                                      <p:to>
                                        <p:strVal val="visible"/>
                                      </p:to>
                                    </p:set>
                                  </p:childTnLst>
                                </p:cTn>
                              </p:par>
                              <p:par>
                                <p:cTn id="1055" presetID="1" presetClass="entr" presetSubtype="0" fill="hold" grpId="0" nodeType="withEffect">
                                  <p:stCondLst>
                                    <p:cond delay="0"/>
                                  </p:stCondLst>
                                  <p:childTnLst>
                                    <p:set>
                                      <p:cBhvr>
                                        <p:cTn id="1056" dur="1" fill="hold">
                                          <p:stCondLst>
                                            <p:cond delay="0"/>
                                          </p:stCondLst>
                                        </p:cTn>
                                        <p:tgtEl>
                                          <p:spTgt spid="582"/>
                                        </p:tgtEl>
                                        <p:attrNameLst>
                                          <p:attrName>style.visibility</p:attrName>
                                        </p:attrNameLst>
                                      </p:cBhvr>
                                      <p:to>
                                        <p:strVal val="visible"/>
                                      </p:to>
                                    </p:set>
                                  </p:childTnLst>
                                </p:cTn>
                              </p:par>
                              <p:par>
                                <p:cTn id="1057" presetID="1" presetClass="entr" presetSubtype="0" fill="hold" grpId="0" nodeType="withEffect">
                                  <p:stCondLst>
                                    <p:cond delay="0"/>
                                  </p:stCondLst>
                                  <p:childTnLst>
                                    <p:set>
                                      <p:cBhvr>
                                        <p:cTn id="1058" dur="1" fill="hold">
                                          <p:stCondLst>
                                            <p:cond delay="0"/>
                                          </p:stCondLst>
                                        </p:cTn>
                                        <p:tgtEl>
                                          <p:spTgt spid="583"/>
                                        </p:tgtEl>
                                        <p:attrNameLst>
                                          <p:attrName>style.visibility</p:attrName>
                                        </p:attrNameLst>
                                      </p:cBhvr>
                                      <p:to>
                                        <p:strVal val="visible"/>
                                      </p:to>
                                    </p:set>
                                  </p:childTnLst>
                                </p:cTn>
                              </p:par>
                              <p:par>
                                <p:cTn id="1059" presetID="1" presetClass="entr" presetSubtype="0" fill="hold" grpId="0" nodeType="withEffect">
                                  <p:stCondLst>
                                    <p:cond delay="0"/>
                                  </p:stCondLst>
                                  <p:childTnLst>
                                    <p:set>
                                      <p:cBhvr>
                                        <p:cTn id="1060" dur="1" fill="hold">
                                          <p:stCondLst>
                                            <p:cond delay="0"/>
                                          </p:stCondLst>
                                        </p:cTn>
                                        <p:tgtEl>
                                          <p:spTgt spid="584"/>
                                        </p:tgtEl>
                                        <p:attrNameLst>
                                          <p:attrName>style.visibility</p:attrName>
                                        </p:attrNameLst>
                                      </p:cBhvr>
                                      <p:to>
                                        <p:strVal val="visible"/>
                                      </p:to>
                                    </p:set>
                                  </p:childTnLst>
                                </p:cTn>
                              </p:par>
                              <p:par>
                                <p:cTn id="1061" presetID="1" presetClass="entr" presetSubtype="0" fill="hold" grpId="0" nodeType="withEffect">
                                  <p:stCondLst>
                                    <p:cond delay="0"/>
                                  </p:stCondLst>
                                  <p:childTnLst>
                                    <p:set>
                                      <p:cBhvr>
                                        <p:cTn id="1062" dur="1" fill="hold">
                                          <p:stCondLst>
                                            <p:cond delay="0"/>
                                          </p:stCondLst>
                                        </p:cTn>
                                        <p:tgtEl>
                                          <p:spTgt spid="585"/>
                                        </p:tgtEl>
                                        <p:attrNameLst>
                                          <p:attrName>style.visibility</p:attrName>
                                        </p:attrNameLst>
                                      </p:cBhvr>
                                      <p:to>
                                        <p:strVal val="visible"/>
                                      </p:to>
                                    </p:set>
                                  </p:childTnLst>
                                </p:cTn>
                              </p:par>
                              <p:par>
                                <p:cTn id="1063" presetID="1" presetClass="entr" presetSubtype="0" fill="hold" grpId="0" nodeType="withEffect">
                                  <p:stCondLst>
                                    <p:cond delay="0"/>
                                  </p:stCondLst>
                                  <p:childTnLst>
                                    <p:set>
                                      <p:cBhvr>
                                        <p:cTn id="1064" dur="1" fill="hold">
                                          <p:stCondLst>
                                            <p:cond delay="0"/>
                                          </p:stCondLst>
                                        </p:cTn>
                                        <p:tgtEl>
                                          <p:spTgt spid="586"/>
                                        </p:tgtEl>
                                        <p:attrNameLst>
                                          <p:attrName>style.visibility</p:attrName>
                                        </p:attrNameLst>
                                      </p:cBhvr>
                                      <p:to>
                                        <p:strVal val="visible"/>
                                      </p:to>
                                    </p:set>
                                  </p:childTnLst>
                                </p:cTn>
                              </p:par>
                              <p:par>
                                <p:cTn id="1065" presetID="1" presetClass="entr" presetSubtype="0" fill="hold" grpId="0" nodeType="withEffect">
                                  <p:stCondLst>
                                    <p:cond delay="0"/>
                                  </p:stCondLst>
                                  <p:childTnLst>
                                    <p:set>
                                      <p:cBhvr>
                                        <p:cTn id="1066" dur="1" fill="hold">
                                          <p:stCondLst>
                                            <p:cond delay="0"/>
                                          </p:stCondLst>
                                        </p:cTn>
                                        <p:tgtEl>
                                          <p:spTgt spid="587"/>
                                        </p:tgtEl>
                                        <p:attrNameLst>
                                          <p:attrName>style.visibility</p:attrName>
                                        </p:attrNameLst>
                                      </p:cBhvr>
                                      <p:to>
                                        <p:strVal val="visible"/>
                                      </p:to>
                                    </p:set>
                                  </p:childTnLst>
                                </p:cTn>
                              </p:par>
                              <p:par>
                                <p:cTn id="1067" presetID="1" presetClass="entr" presetSubtype="0" fill="hold" grpId="0" nodeType="withEffect">
                                  <p:stCondLst>
                                    <p:cond delay="0"/>
                                  </p:stCondLst>
                                  <p:childTnLst>
                                    <p:set>
                                      <p:cBhvr>
                                        <p:cTn id="1068" dur="1" fill="hold">
                                          <p:stCondLst>
                                            <p:cond delay="0"/>
                                          </p:stCondLst>
                                        </p:cTn>
                                        <p:tgtEl>
                                          <p:spTgt spid="588"/>
                                        </p:tgtEl>
                                        <p:attrNameLst>
                                          <p:attrName>style.visibility</p:attrName>
                                        </p:attrNameLst>
                                      </p:cBhvr>
                                      <p:to>
                                        <p:strVal val="visible"/>
                                      </p:to>
                                    </p:set>
                                  </p:childTnLst>
                                </p:cTn>
                              </p:par>
                              <p:par>
                                <p:cTn id="1069" presetID="1" presetClass="entr" presetSubtype="0" fill="hold" grpId="0" nodeType="withEffect">
                                  <p:stCondLst>
                                    <p:cond delay="0"/>
                                  </p:stCondLst>
                                  <p:childTnLst>
                                    <p:set>
                                      <p:cBhvr>
                                        <p:cTn id="1070" dur="1" fill="hold">
                                          <p:stCondLst>
                                            <p:cond delay="0"/>
                                          </p:stCondLst>
                                        </p:cTn>
                                        <p:tgtEl>
                                          <p:spTgt spid="589"/>
                                        </p:tgtEl>
                                        <p:attrNameLst>
                                          <p:attrName>style.visibility</p:attrName>
                                        </p:attrNameLst>
                                      </p:cBhvr>
                                      <p:to>
                                        <p:strVal val="visible"/>
                                      </p:to>
                                    </p:set>
                                  </p:childTnLst>
                                </p:cTn>
                              </p:par>
                              <p:par>
                                <p:cTn id="1071" presetID="1" presetClass="entr" presetSubtype="0" fill="hold" grpId="0" nodeType="withEffect">
                                  <p:stCondLst>
                                    <p:cond delay="0"/>
                                  </p:stCondLst>
                                  <p:childTnLst>
                                    <p:set>
                                      <p:cBhvr>
                                        <p:cTn id="1072" dur="1" fill="hold">
                                          <p:stCondLst>
                                            <p:cond delay="0"/>
                                          </p:stCondLst>
                                        </p:cTn>
                                        <p:tgtEl>
                                          <p:spTgt spid="590"/>
                                        </p:tgtEl>
                                        <p:attrNameLst>
                                          <p:attrName>style.visibility</p:attrName>
                                        </p:attrNameLst>
                                      </p:cBhvr>
                                      <p:to>
                                        <p:strVal val="visible"/>
                                      </p:to>
                                    </p:set>
                                  </p:childTnLst>
                                </p:cTn>
                              </p:par>
                              <p:par>
                                <p:cTn id="1073" presetID="1" presetClass="entr" presetSubtype="0" fill="hold" grpId="0" nodeType="withEffect">
                                  <p:stCondLst>
                                    <p:cond delay="0"/>
                                  </p:stCondLst>
                                  <p:childTnLst>
                                    <p:set>
                                      <p:cBhvr>
                                        <p:cTn id="1074" dur="1" fill="hold">
                                          <p:stCondLst>
                                            <p:cond delay="0"/>
                                          </p:stCondLst>
                                        </p:cTn>
                                        <p:tgtEl>
                                          <p:spTgt spid="591"/>
                                        </p:tgtEl>
                                        <p:attrNameLst>
                                          <p:attrName>style.visibility</p:attrName>
                                        </p:attrNameLst>
                                      </p:cBhvr>
                                      <p:to>
                                        <p:strVal val="visible"/>
                                      </p:to>
                                    </p:set>
                                  </p:childTnLst>
                                </p:cTn>
                              </p:par>
                              <p:par>
                                <p:cTn id="1075" presetID="1" presetClass="entr" presetSubtype="0" fill="hold" grpId="0" nodeType="withEffect">
                                  <p:stCondLst>
                                    <p:cond delay="0"/>
                                  </p:stCondLst>
                                  <p:childTnLst>
                                    <p:set>
                                      <p:cBhvr>
                                        <p:cTn id="1076" dur="1" fill="hold">
                                          <p:stCondLst>
                                            <p:cond delay="0"/>
                                          </p:stCondLst>
                                        </p:cTn>
                                        <p:tgtEl>
                                          <p:spTgt spid="592"/>
                                        </p:tgtEl>
                                        <p:attrNameLst>
                                          <p:attrName>style.visibility</p:attrName>
                                        </p:attrNameLst>
                                      </p:cBhvr>
                                      <p:to>
                                        <p:strVal val="visible"/>
                                      </p:to>
                                    </p:set>
                                  </p:childTnLst>
                                </p:cTn>
                              </p:par>
                              <p:par>
                                <p:cTn id="1077" presetID="1" presetClass="entr" presetSubtype="0" fill="hold" grpId="0" nodeType="withEffect">
                                  <p:stCondLst>
                                    <p:cond delay="0"/>
                                  </p:stCondLst>
                                  <p:childTnLst>
                                    <p:set>
                                      <p:cBhvr>
                                        <p:cTn id="1078" dur="1" fill="hold">
                                          <p:stCondLst>
                                            <p:cond delay="0"/>
                                          </p:stCondLst>
                                        </p:cTn>
                                        <p:tgtEl>
                                          <p:spTgt spid="593"/>
                                        </p:tgtEl>
                                        <p:attrNameLst>
                                          <p:attrName>style.visibility</p:attrName>
                                        </p:attrNameLst>
                                      </p:cBhvr>
                                      <p:to>
                                        <p:strVal val="visible"/>
                                      </p:to>
                                    </p:set>
                                  </p:childTnLst>
                                </p:cTn>
                              </p:par>
                              <p:par>
                                <p:cTn id="1079" presetID="1" presetClass="entr" presetSubtype="0" fill="hold" grpId="0" nodeType="withEffect">
                                  <p:stCondLst>
                                    <p:cond delay="0"/>
                                  </p:stCondLst>
                                  <p:childTnLst>
                                    <p:set>
                                      <p:cBhvr>
                                        <p:cTn id="1080" dur="1" fill="hold">
                                          <p:stCondLst>
                                            <p:cond delay="0"/>
                                          </p:stCondLst>
                                        </p:cTn>
                                        <p:tgtEl>
                                          <p:spTgt spid="594"/>
                                        </p:tgtEl>
                                        <p:attrNameLst>
                                          <p:attrName>style.visibility</p:attrName>
                                        </p:attrNameLst>
                                      </p:cBhvr>
                                      <p:to>
                                        <p:strVal val="visible"/>
                                      </p:to>
                                    </p:set>
                                  </p:childTnLst>
                                </p:cTn>
                              </p:par>
                              <p:par>
                                <p:cTn id="1081" presetID="1" presetClass="entr" presetSubtype="0" fill="hold" grpId="0" nodeType="withEffect">
                                  <p:stCondLst>
                                    <p:cond delay="0"/>
                                  </p:stCondLst>
                                  <p:childTnLst>
                                    <p:set>
                                      <p:cBhvr>
                                        <p:cTn id="1082" dur="1" fill="hold">
                                          <p:stCondLst>
                                            <p:cond delay="0"/>
                                          </p:stCondLst>
                                        </p:cTn>
                                        <p:tgtEl>
                                          <p:spTgt spid="595"/>
                                        </p:tgtEl>
                                        <p:attrNameLst>
                                          <p:attrName>style.visibility</p:attrName>
                                        </p:attrNameLst>
                                      </p:cBhvr>
                                      <p:to>
                                        <p:strVal val="visible"/>
                                      </p:to>
                                    </p:set>
                                  </p:childTnLst>
                                </p:cTn>
                              </p:par>
                              <p:par>
                                <p:cTn id="1083" presetID="1" presetClass="entr" presetSubtype="0" fill="hold" grpId="0" nodeType="withEffect">
                                  <p:stCondLst>
                                    <p:cond delay="0"/>
                                  </p:stCondLst>
                                  <p:childTnLst>
                                    <p:set>
                                      <p:cBhvr>
                                        <p:cTn id="1084" dur="1" fill="hold">
                                          <p:stCondLst>
                                            <p:cond delay="0"/>
                                          </p:stCondLst>
                                        </p:cTn>
                                        <p:tgtEl>
                                          <p:spTgt spid="596"/>
                                        </p:tgtEl>
                                        <p:attrNameLst>
                                          <p:attrName>style.visibility</p:attrName>
                                        </p:attrNameLst>
                                      </p:cBhvr>
                                      <p:to>
                                        <p:strVal val="visible"/>
                                      </p:to>
                                    </p:set>
                                  </p:childTnLst>
                                </p:cTn>
                              </p:par>
                              <p:par>
                                <p:cTn id="1085" presetID="1" presetClass="entr" presetSubtype="0" fill="hold" grpId="0" nodeType="withEffect">
                                  <p:stCondLst>
                                    <p:cond delay="0"/>
                                  </p:stCondLst>
                                  <p:childTnLst>
                                    <p:set>
                                      <p:cBhvr>
                                        <p:cTn id="1086" dur="1" fill="hold">
                                          <p:stCondLst>
                                            <p:cond delay="0"/>
                                          </p:stCondLst>
                                        </p:cTn>
                                        <p:tgtEl>
                                          <p:spTgt spid="597"/>
                                        </p:tgtEl>
                                        <p:attrNameLst>
                                          <p:attrName>style.visibility</p:attrName>
                                        </p:attrNameLst>
                                      </p:cBhvr>
                                      <p:to>
                                        <p:strVal val="visible"/>
                                      </p:to>
                                    </p:set>
                                  </p:childTnLst>
                                </p:cTn>
                              </p:par>
                              <p:par>
                                <p:cTn id="1087" presetID="1" presetClass="entr" presetSubtype="0" fill="hold" grpId="0" nodeType="withEffect">
                                  <p:stCondLst>
                                    <p:cond delay="0"/>
                                  </p:stCondLst>
                                  <p:childTnLst>
                                    <p:set>
                                      <p:cBhvr>
                                        <p:cTn id="1088" dur="1" fill="hold">
                                          <p:stCondLst>
                                            <p:cond delay="0"/>
                                          </p:stCondLst>
                                        </p:cTn>
                                        <p:tgtEl>
                                          <p:spTgt spid="598"/>
                                        </p:tgtEl>
                                        <p:attrNameLst>
                                          <p:attrName>style.visibility</p:attrName>
                                        </p:attrNameLst>
                                      </p:cBhvr>
                                      <p:to>
                                        <p:strVal val="visible"/>
                                      </p:to>
                                    </p:set>
                                  </p:childTnLst>
                                </p:cTn>
                              </p:par>
                              <p:par>
                                <p:cTn id="1089" presetID="1" presetClass="entr" presetSubtype="0" fill="hold" grpId="0" nodeType="withEffect">
                                  <p:stCondLst>
                                    <p:cond delay="0"/>
                                  </p:stCondLst>
                                  <p:childTnLst>
                                    <p:set>
                                      <p:cBhvr>
                                        <p:cTn id="1090" dur="1" fill="hold">
                                          <p:stCondLst>
                                            <p:cond delay="0"/>
                                          </p:stCondLst>
                                        </p:cTn>
                                        <p:tgtEl>
                                          <p:spTgt spid="599"/>
                                        </p:tgtEl>
                                        <p:attrNameLst>
                                          <p:attrName>style.visibility</p:attrName>
                                        </p:attrNameLst>
                                      </p:cBhvr>
                                      <p:to>
                                        <p:strVal val="visible"/>
                                      </p:to>
                                    </p:set>
                                  </p:childTnLst>
                                </p:cTn>
                              </p:par>
                              <p:par>
                                <p:cTn id="1091" presetID="1" presetClass="entr" presetSubtype="0" fill="hold" grpId="0" nodeType="withEffect">
                                  <p:stCondLst>
                                    <p:cond delay="0"/>
                                  </p:stCondLst>
                                  <p:childTnLst>
                                    <p:set>
                                      <p:cBhvr>
                                        <p:cTn id="1092" dur="1" fill="hold">
                                          <p:stCondLst>
                                            <p:cond delay="0"/>
                                          </p:stCondLst>
                                        </p:cTn>
                                        <p:tgtEl>
                                          <p:spTgt spid="600"/>
                                        </p:tgtEl>
                                        <p:attrNameLst>
                                          <p:attrName>style.visibility</p:attrName>
                                        </p:attrNameLst>
                                      </p:cBhvr>
                                      <p:to>
                                        <p:strVal val="visible"/>
                                      </p:to>
                                    </p:set>
                                  </p:childTnLst>
                                </p:cTn>
                              </p:par>
                              <p:par>
                                <p:cTn id="1093" presetID="1" presetClass="entr" presetSubtype="0" fill="hold" grpId="0" nodeType="withEffect">
                                  <p:stCondLst>
                                    <p:cond delay="0"/>
                                  </p:stCondLst>
                                  <p:childTnLst>
                                    <p:set>
                                      <p:cBhvr>
                                        <p:cTn id="1094" dur="1" fill="hold">
                                          <p:stCondLst>
                                            <p:cond delay="0"/>
                                          </p:stCondLst>
                                        </p:cTn>
                                        <p:tgtEl>
                                          <p:spTgt spid="601"/>
                                        </p:tgtEl>
                                        <p:attrNameLst>
                                          <p:attrName>style.visibility</p:attrName>
                                        </p:attrNameLst>
                                      </p:cBhvr>
                                      <p:to>
                                        <p:strVal val="visible"/>
                                      </p:to>
                                    </p:set>
                                  </p:childTnLst>
                                </p:cTn>
                              </p:par>
                              <p:par>
                                <p:cTn id="1095" presetID="1" presetClass="entr" presetSubtype="0" fill="hold" grpId="0" nodeType="withEffect">
                                  <p:stCondLst>
                                    <p:cond delay="0"/>
                                  </p:stCondLst>
                                  <p:childTnLst>
                                    <p:set>
                                      <p:cBhvr>
                                        <p:cTn id="1096" dur="1" fill="hold">
                                          <p:stCondLst>
                                            <p:cond delay="0"/>
                                          </p:stCondLst>
                                        </p:cTn>
                                        <p:tgtEl>
                                          <p:spTgt spid="602"/>
                                        </p:tgtEl>
                                        <p:attrNameLst>
                                          <p:attrName>style.visibility</p:attrName>
                                        </p:attrNameLst>
                                      </p:cBhvr>
                                      <p:to>
                                        <p:strVal val="visible"/>
                                      </p:to>
                                    </p:set>
                                  </p:childTnLst>
                                </p:cTn>
                              </p:par>
                              <p:par>
                                <p:cTn id="1097" presetID="1" presetClass="entr" presetSubtype="0" fill="hold" grpId="0" nodeType="withEffect">
                                  <p:stCondLst>
                                    <p:cond delay="0"/>
                                  </p:stCondLst>
                                  <p:childTnLst>
                                    <p:set>
                                      <p:cBhvr>
                                        <p:cTn id="1098" dur="1" fill="hold">
                                          <p:stCondLst>
                                            <p:cond delay="0"/>
                                          </p:stCondLst>
                                        </p:cTn>
                                        <p:tgtEl>
                                          <p:spTgt spid="603"/>
                                        </p:tgtEl>
                                        <p:attrNameLst>
                                          <p:attrName>style.visibility</p:attrName>
                                        </p:attrNameLst>
                                      </p:cBhvr>
                                      <p:to>
                                        <p:strVal val="visible"/>
                                      </p:to>
                                    </p:set>
                                  </p:childTnLst>
                                </p:cTn>
                              </p:par>
                              <p:par>
                                <p:cTn id="1099" presetID="1" presetClass="entr" presetSubtype="0" fill="hold" grpId="0" nodeType="withEffect">
                                  <p:stCondLst>
                                    <p:cond delay="0"/>
                                  </p:stCondLst>
                                  <p:childTnLst>
                                    <p:set>
                                      <p:cBhvr>
                                        <p:cTn id="1100" dur="1" fill="hold">
                                          <p:stCondLst>
                                            <p:cond delay="0"/>
                                          </p:stCondLst>
                                        </p:cTn>
                                        <p:tgtEl>
                                          <p:spTgt spid="604"/>
                                        </p:tgtEl>
                                        <p:attrNameLst>
                                          <p:attrName>style.visibility</p:attrName>
                                        </p:attrNameLst>
                                      </p:cBhvr>
                                      <p:to>
                                        <p:strVal val="visible"/>
                                      </p:to>
                                    </p:set>
                                  </p:childTnLst>
                                </p:cTn>
                              </p:par>
                              <p:par>
                                <p:cTn id="1101" presetID="1" presetClass="entr" presetSubtype="0" fill="hold" grpId="0" nodeType="withEffect">
                                  <p:stCondLst>
                                    <p:cond delay="0"/>
                                  </p:stCondLst>
                                  <p:childTnLst>
                                    <p:set>
                                      <p:cBhvr>
                                        <p:cTn id="1102" dur="1" fill="hold">
                                          <p:stCondLst>
                                            <p:cond delay="0"/>
                                          </p:stCondLst>
                                        </p:cTn>
                                        <p:tgtEl>
                                          <p:spTgt spid="605"/>
                                        </p:tgtEl>
                                        <p:attrNameLst>
                                          <p:attrName>style.visibility</p:attrName>
                                        </p:attrNameLst>
                                      </p:cBhvr>
                                      <p:to>
                                        <p:strVal val="visible"/>
                                      </p:to>
                                    </p:set>
                                  </p:childTnLst>
                                </p:cTn>
                              </p:par>
                              <p:par>
                                <p:cTn id="1103" presetID="1" presetClass="entr" presetSubtype="0" fill="hold" grpId="0" nodeType="withEffect">
                                  <p:stCondLst>
                                    <p:cond delay="0"/>
                                  </p:stCondLst>
                                  <p:childTnLst>
                                    <p:set>
                                      <p:cBhvr>
                                        <p:cTn id="1104" dur="1" fill="hold">
                                          <p:stCondLst>
                                            <p:cond delay="0"/>
                                          </p:stCondLst>
                                        </p:cTn>
                                        <p:tgtEl>
                                          <p:spTgt spid="606"/>
                                        </p:tgtEl>
                                        <p:attrNameLst>
                                          <p:attrName>style.visibility</p:attrName>
                                        </p:attrNameLst>
                                      </p:cBhvr>
                                      <p:to>
                                        <p:strVal val="visible"/>
                                      </p:to>
                                    </p:set>
                                  </p:childTnLst>
                                </p:cTn>
                              </p:par>
                              <p:par>
                                <p:cTn id="1105" presetID="1" presetClass="entr" presetSubtype="0" fill="hold" grpId="0" nodeType="withEffect">
                                  <p:stCondLst>
                                    <p:cond delay="0"/>
                                  </p:stCondLst>
                                  <p:childTnLst>
                                    <p:set>
                                      <p:cBhvr>
                                        <p:cTn id="1106" dur="1" fill="hold">
                                          <p:stCondLst>
                                            <p:cond delay="0"/>
                                          </p:stCondLst>
                                        </p:cTn>
                                        <p:tgtEl>
                                          <p:spTgt spid="607"/>
                                        </p:tgtEl>
                                        <p:attrNameLst>
                                          <p:attrName>style.visibility</p:attrName>
                                        </p:attrNameLst>
                                      </p:cBhvr>
                                      <p:to>
                                        <p:strVal val="visible"/>
                                      </p:to>
                                    </p:set>
                                  </p:childTnLst>
                                </p:cTn>
                              </p:par>
                              <p:par>
                                <p:cTn id="1107" presetID="1" presetClass="entr" presetSubtype="0" fill="hold" grpId="0" nodeType="withEffect">
                                  <p:stCondLst>
                                    <p:cond delay="0"/>
                                  </p:stCondLst>
                                  <p:childTnLst>
                                    <p:set>
                                      <p:cBhvr>
                                        <p:cTn id="1108" dur="1" fill="hold">
                                          <p:stCondLst>
                                            <p:cond delay="0"/>
                                          </p:stCondLst>
                                        </p:cTn>
                                        <p:tgtEl>
                                          <p:spTgt spid="608"/>
                                        </p:tgtEl>
                                        <p:attrNameLst>
                                          <p:attrName>style.visibility</p:attrName>
                                        </p:attrNameLst>
                                      </p:cBhvr>
                                      <p:to>
                                        <p:strVal val="visible"/>
                                      </p:to>
                                    </p:set>
                                  </p:childTnLst>
                                </p:cTn>
                              </p:par>
                              <p:par>
                                <p:cTn id="1109" presetID="1" presetClass="entr" presetSubtype="0" fill="hold" grpId="0" nodeType="withEffect">
                                  <p:stCondLst>
                                    <p:cond delay="0"/>
                                  </p:stCondLst>
                                  <p:childTnLst>
                                    <p:set>
                                      <p:cBhvr>
                                        <p:cTn id="1110" dur="1" fill="hold">
                                          <p:stCondLst>
                                            <p:cond delay="0"/>
                                          </p:stCondLst>
                                        </p:cTn>
                                        <p:tgtEl>
                                          <p:spTgt spid="609"/>
                                        </p:tgtEl>
                                        <p:attrNameLst>
                                          <p:attrName>style.visibility</p:attrName>
                                        </p:attrNameLst>
                                      </p:cBhvr>
                                      <p:to>
                                        <p:strVal val="visible"/>
                                      </p:to>
                                    </p:set>
                                  </p:childTnLst>
                                </p:cTn>
                              </p:par>
                              <p:par>
                                <p:cTn id="1111" presetID="1" presetClass="entr" presetSubtype="0" fill="hold" grpId="0" nodeType="withEffect">
                                  <p:stCondLst>
                                    <p:cond delay="0"/>
                                  </p:stCondLst>
                                  <p:childTnLst>
                                    <p:set>
                                      <p:cBhvr>
                                        <p:cTn id="1112" dur="1" fill="hold">
                                          <p:stCondLst>
                                            <p:cond delay="0"/>
                                          </p:stCondLst>
                                        </p:cTn>
                                        <p:tgtEl>
                                          <p:spTgt spid="610"/>
                                        </p:tgtEl>
                                        <p:attrNameLst>
                                          <p:attrName>style.visibility</p:attrName>
                                        </p:attrNameLst>
                                      </p:cBhvr>
                                      <p:to>
                                        <p:strVal val="visible"/>
                                      </p:to>
                                    </p:set>
                                  </p:childTnLst>
                                </p:cTn>
                              </p:par>
                              <p:par>
                                <p:cTn id="1113" presetID="1" presetClass="entr" presetSubtype="0" fill="hold" grpId="0" nodeType="withEffect">
                                  <p:stCondLst>
                                    <p:cond delay="0"/>
                                  </p:stCondLst>
                                  <p:childTnLst>
                                    <p:set>
                                      <p:cBhvr>
                                        <p:cTn id="1114" dur="1" fill="hold">
                                          <p:stCondLst>
                                            <p:cond delay="0"/>
                                          </p:stCondLst>
                                        </p:cTn>
                                        <p:tgtEl>
                                          <p:spTgt spid="611"/>
                                        </p:tgtEl>
                                        <p:attrNameLst>
                                          <p:attrName>style.visibility</p:attrName>
                                        </p:attrNameLst>
                                      </p:cBhvr>
                                      <p:to>
                                        <p:strVal val="visible"/>
                                      </p:to>
                                    </p:set>
                                  </p:childTnLst>
                                </p:cTn>
                              </p:par>
                              <p:par>
                                <p:cTn id="1115" presetID="1" presetClass="entr" presetSubtype="0" fill="hold" grpId="0" nodeType="withEffect">
                                  <p:stCondLst>
                                    <p:cond delay="0"/>
                                  </p:stCondLst>
                                  <p:childTnLst>
                                    <p:set>
                                      <p:cBhvr>
                                        <p:cTn id="1116" dur="1" fill="hold">
                                          <p:stCondLst>
                                            <p:cond delay="0"/>
                                          </p:stCondLst>
                                        </p:cTn>
                                        <p:tgtEl>
                                          <p:spTgt spid="612"/>
                                        </p:tgtEl>
                                        <p:attrNameLst>
                                          <p:attrName>style.visibility</p:attrName>
                                        </p:attrNameLst>
                                      </p:cBhvr>
                                      <p:to>
                                        <p:strVal val="visible"/>
                                      </p:to>
                                    </p:set>
                                  </p:childTnLst>
                                </p:cTn>
                              </p:par>
                              <p:par>
                                <p:cTn id="1117" presetID="1" presetClass="entr" presetSubtype="0" fill="hold" grpId="0" nodeType="withEffect">
                                  <p:stCondLst>
                                    <p:cond delay="0"/>
                                  </p:stCondLst>
                                  <p:childTnLst>
                                    <p:set>
                                      <p:cBhvr>
                                        <p:cTn id="1118" dur="1" fill="hold">
                                          <p:stCondLst>
                                            <p:cond delay="0"/>
                                          </p:stCondLst>
                                        </p:cTn>
                                        <p:tgtEl>
                                          <p:spTgt spid="613"/>
                                        </p:tgtEl>
                                        <p:attrNameLst>
                                          <p:attrName>style.visibility</p:attrName>
                                        </p:attrNameLst>
                                      </p:cBhvr>
                                      <p:to>
                                        <p:strVal val="visible"/>
                                      </p:to>
                                    </p:set>
                                  </p:childTnLst>
                                </p:cTn>
                              </p:par>
                              <p:par>
                                <p:cTn id="1119" presetID="1" presetClass="entr" presetSubtype="0" fill="hold" grpId="0" nodeType="withEffect">
                                  <p:stCondLst>
                                    <p:cond delay="0"/>
                                  </p:stCondLst>
                                  <p:childTnLst>
                                    <p:set>
                                      <p:cBhvr>
                                        <p:cTn id="1120" dur="1" fill="hold">
                                          <p:stCondLst>
                                            <p:cond delay="0"/>
                                          </p:stCondLst>
                                        </p:cTn>
                                        <p:tgtEl>
                                          <p:spTgt spid="614"/>
                                        </p:tgtEl>
                                        <p:attrNameLst>
                                          <p:attrName>style.visibility</p:attrName>
                                        </p:attrNameLst>
                                      </p:cBhvr>
                                      <p:to>
                                        <p:strVal val="visible"/>
                                      </p:to>
                                    </p:set>
                                  </p:childTnLst>
                                </p:cTn>
                              </p:par>
                              <p:par>
                                <p:cTn id="1121" presetID="1" presetClass="entr" presetSubtype="0" fill="hold" grpId="0" nodeType="withEffect">
                                  <p:stCondLst>
                                    <p:cond delay="0"/>
                                  </p:stCondLst>
                                  <p:childTnLst>
                                    <p:set>
                                      <p:cBhvr>
                                        <p:cTn id="1122" dur="1" fill="hold">
                                          <p:stCondLst>
                                            <p:cond delay="0"/>
                                          </p:stCondLst>
                                        </p:cTn>
                                        <p:tgtEl>
                                          <p:spTgt spid="615"/>
                                        </p:tgtEl>
                                        <p:attrNameLst>
                                          <p:attrName>style.visibility</p:attrName>
                                        </p:attrNameLst>
                                      </p:cBhvr>
                                      <p:to>
                                        <p:strVal val="visible"/>
                                      </p:to>
                                    </p:set>
                                  </p:childTnLst>
                                </p:cTn>
                              </p:par>
                              <p:par>
                                <p:cTn id="1123" presetID="1" presetClass="entr" presetSubtype="0" fill="hold" grpId="0" nodeType="withEffect">
                                  <p:stCondLst>
                                    <p:cond delay="0"/>
                                  </p:stCondLst>
                                  <p:childTnLst>
                                    <p:set>
                                      <p:cBhvr>
                                        <p:cTn id="1124" dur="1" fill="hold">
                                          <p:stCondLst>
                                            <p:cond delay="0"/>
                                          </p:stCondLst>
                                        </p:cTn>
                                        <p:tgtEl>
                                          <p:spTgt spid="616"/>
                                        </p:tgtEl>
                                        <p:attrNameLst>
                                          <p:attrName>style.visibility</p:attrName>
                                        </p:attrNameLst>
                                      </p:cBhvr>
                                      <p:to>
                                        <p:strVal val="visible"/>
                                      </p:to>
                                    </p:set>
                                  </p:childTnLst>
                                </p:cTn>
                              </p:par>
                              <p:par>
                                <p:cTn id="1125" presetID="1" presetClass="entr" presetSubtype="0" fill="hold" grpId="0" nodeType="withEffect">
                                  <p:stCondLst>
                                    <p:cond delay="0"/>
                                  </p:stCondLst>
                                  <p:childTnLst>
                                    <p:set>
                                      <p:cBhvr>
                                        <p:cTn id="1126" dur="1" fill="hold">
                                          <p:stCondLst>
                                            <p:cond delay="0"/>
                                          </p:stCondLst>
                                        </p:cTn>
                                        <p:tgtEl>
                                          <p:spTgt spid="617"/>
                                        </p:tgtEl>
                                        <p:attrNameLst>
                                          <p:attrName>style.visibility</p:attrName>
                                        </p:attrNameLst>
                                      </p:cBhvr>
                                      <p:to>
                                        <p:strVal val="visible"/>
                                      </p:to>
                                    </p:set>
                                  </p:childTnLst>
                                </p:cTn>
                              </p:par>
                              <p:par>
                                <p:cTn id="1127" presetID="1" presetClass="entr" presetSubtype="0" fill="hold" grpId="0" nodeType="withEffect">
                                  <p:stCondLst>
                                    <p:cond delay="0"/>
                                  </p:stCondLst>
                                  <p:childTnLst>
                                    <p:set>
                                      <p:cBhvr>
                                        <p:cTn id="1128" dur="1" fill="hold">
                                          <p:stCondLst>
                                            <p:cond delay="0"/>
                                          </p:stCondLst>
                                        </p:cTn>
                                        <p:tgtEl>
                                          <p:spTgt spid="618"/>
                                        </p:tgtEl>
                                        <p:attrNameLst>
                                          <p:attrName>style.visibility</p:attrName>
                                        </p:attrNameLst>
                                      </p:cBhvr>
                                      <p:to>
                                        <p:strVal val="visible"/>
                                      </p:to>
                                    </p:set>
                                  </p:childTnLst>
                                </p:cTn>
                              </p:par>
                            </p:childTnLst>
                          </p:cTn>
                        </p:par>
                      </p:childTnLst>
                    </p:cTn>
                  </p:par>
                  <p:par>
                    <p:cTn id="1129" fill="hold">
                      <p:stCondLst>
                        <p:cond delay="indefinite"/>
                      </p:stCondLst>
                      <p:childTnLst>
                        <p:par>
                          <p:cTn id="1130" fill="hold">
                            <p:stCondLst>
                              <p:cond delay="0"/>
                            </p:stCondLst>
                            <p:childTnLst>
                              <p:par>
                                <p:cTn id="1131" presetID="1" presetClass="entr" presetSubtype="0" fill="hold" grpId="0" nodeType="clickEffect">
                                  <p:stCondLst>
                                    <p:cond delay="0"/>
                                  </p:stCondLst>
                                  <p:childTnLst>
                                    <p:set>
                                      <p:cBhvr>
                                        <p:cTn id="1132" dur="1" fill="hold">
                                          <p:stCondLst>
                                            <p:cond delay="0"/>
                                          </p:stCondLst>
                                        </p:cTn>
                                        <p:tgtEl>
                                          <p:spTgt spid="619"/>
                                        </p:tgtEl>
                                        <p:attrNameLst>
                                          <p:attrName>style.visibility</p:attrName>
                                        </p:attrNameLst>
                                      </p:cBhvr>
                                      <p:to>
                                        <p:strVal val="visible"/>
                                      </p:to>
                                    </p:set>
                                  </p:childTnLst>
                                </p:cTn>
                              </p:par>
                              <p:par>
                                <p:cTn id="1133" presetID="1" presetClass="entr" presetSubtype="0" fill="hold" grpId="0" nodeType="withEffect">
                                  <p:stCondLst>
                                    <p:cond delay="0"/>
                                  </p:stCondLst>
                                  <p:childTnLst>
                                    <p:set>
                                      <p:cBhvr>
                                        <p:cTn id="1134" dur="1" fill="hold">
                                          <p:stCondLst>
                                            <p:cond delay="0"/>
                                          </p:stCondLst>
                                        </p:cTn>
                                        <p:tgtEl>
                                          <p:spTgt spid="620"/>
                                        </p:tgtEl>
                                        <p:attrNameLst>
                                          <p:attrName>style.visibility</p:attrName>
                                        </p:attrNameLst>
                                      </p:cBhvr>
                                      <p:to>
                                        <p:strVal val="visible"/>
                                      </p:to>
                                    </p:set>
                                  </p:childTnLst>
                                </p:cTn>
                              </p:par>
                              <p:par>
                                <p:cTn id="1135" presetID="1" presetClass="entr" presetSubtype="0" fill="hold" grpId="0" nodeType="withEffect">
                                  <p:stCondLst>
                                    <p:cond delay="0"/>
                                  </p:stCondLst>
                                  <p:childTnLst>
                                    <p:set>
                                      <p:cBhvr>
                                        <p:cTn id="1136" dur="1" fill="hold">
                                          <p:stCondLst>
                                            <p:cond delay="0"/>
                                          </p:stCondLst>
                                        </p:cTn>
                                        <p:tgtEl>
                                          <p:spTgt spid="621"/>
                                        </p:tgtEl>
                                        <p:attrNameLst>
                                          <p:attrName>style.visibility</p:attrName>
                                        </p:attrNameLst>
                                      </p:cBhvr>
                                      <p:to>
                                        <p:strVal val="visible"/>
                                      </p:to>
                                    </p:set>
                                  </p:childTnLst>
                                </p:cTn>
                              </p:par>
                              <p:par>
                                <p:cTn id="1137" presetID="1" presetClass="entr" presetSubtype="0" fill="hold" grpId="0" nodeType="withEffect">
                                  <p:stCondLst>
                                    <p:cond delay="0"/>
                                  </p:stCondLst>
                                  <p:childTnLst>
                                    <p:set>
                                      <p:cBhvr>
                                        <p:cTn id="1138" dur="1" fill="hold">
                                          <p:stCondLst>
                                            <p:cond delay="0"/>
                                          </p:stCondLst>
                                        </p:cTn>
                                        <p:tgtEl>
                                          <p:spTgt spid="622"/>
                                        </p:tgtEl>
                                        <p:attrNameLst>
                                          <p:attrName>style.visibility</p:attrName>
                                        </p:attrNameLst>
                                      </p:cBhvr>
                                      <p:to>
                                        <p:strVal val="visible"/>
                                      </p:to>
                                    </p:set>
                                  </p:childTnLst>
                                </p:cTn>
                              </p:par>
                              <p:par>
                                <p:cTn id="1139" presetID="1" presetClass="entr" presetSubtype="0" fill="hold" grpId="0" nodeType="withEffect">
                                  <p:stCondLst>
                                    <p:cond delay="0"/>
                                  </p:stCondLst>
                                  <p:childTnLst>
                                    <p:set>
                                      <p:cBhvr>
                                        <p:cTn id="1140" dur="1" fill="hold">
                                          <p:stCondLst>
                                            <p:cond delay="0"/>
                                          </p:stCondLst>
                                        </p:cTn>
                                        <p:tgtEl>
                                          <p:spTgt spid="623"/>
                                        </p:tgtEl>
                                        <p:attrNameLst>
                                          <p:attrName>style.visibility</p:attrName>
                                        </p:attrNameLst>
                                      </p:cBhvr>
                                      <p:to>
                                        <p:strVal val="visible"/>
                                      </p:to>
                                    </p:set>
                                  </p:childTnLst>
                                </p:cTn>
                              </p:par>
                              <p:par>
                                <p:cTn id="1141" presetID="1" presetClass="entr" presetSubtype="0" fill="hold" grpId="0" nodeType="withEffect">
                                  <p:stCondLst>
                                    <p:cond delay="0"/>
                                  </p:stCondLst>
                                  <p:childTnLst>
                                    <p:set>
                                      <p:cBhvr>
                                        <p:cTn id="1142" dur="1" fill="hold">
                                          <p:stCondLst>
                                            <p:cond delay="0"/>
                                          </p:stCondLst>
                                        </p:cTn>
                                        <p:tgtEl>
                                          <p:spTgt spid="624"/>
                                        </p:tgtEl>
                                        <p:attrNameLst>
                                          <p:attrName>style.visibility</p:attrName>
                                        </p:attrNameLst>
                                      </p:cBhvr>
                                      <p:to>
                                        <p:strVal val="visible"/>
                                      </p:to>
                                    </p:set>
                                  </p:childTnLst>
                                </p:cTn>
                              </p:par>
                              <p:par>
                                <p:cTn id="1143" presetID="1" presetClass="entr" presetSubtype="0" fill="hold" grpId="0" nodeType="withEffect">
                                  <p:stCondLst>
                                    <p:cond delay="0"/>
                                  </p:stCondLst>
                                  <p:childTnLst>
                                    <p:set>
                                      <p:cBhvr>
                                        <p:cTn id="1144" dur="1" fill="hold">
                                          <p:stCondLst>
                                            <p:cond delay="0"/>
                                          </p:stCondLst>
                                        </p:cTn>
                                        <p:tgtEl>
                                          <p:spTgt spid="625"/>
                                        </p:tgtEl>
                                        <p:attrNameLst>
                                          <p:attrName>style.visibility</p:attrName>
                                        </p:attrNameLst>
                                      </p:cBhvr>
                                      <p:to>
                                        <p:strVal val="visible"/>
                                      </p:to>
                                    </p:set>
                                  </p:childTnLst>
                                </p:cTn>
                              </p:par>
                              <p:par>
                                <p:cTn id="1145" presetID="1" presetClass="entr" presetSubtype="0" fill="hold" grpId="0" nodeType="withEffect">
                                  <p:stCondLst>
                                    <p:cond delay="0"/>
                                  </p:stCondLst>
                                  <p:childTnLst>
                                    <p:set>
                                      <p:cBhvr>
                                        <p:cTn id="1146" dur="1" fill="hold">
                                          <p:stCondLst>
                                            <p:cond delay="0"/>
                                          </p:stCondLst>
                                        </p:cTn>
                                        <p:tgtEl>
                                          <p:spTgt spid="626"/>
                                        </p:tgtEl>
                                        <p:attrNameLst>
                                          <p:attrName>style.visibility</p:attrName>
                                        </p:attrNameLst>
                                      </p:cBhvr>
                                      <p:to>
                                        <p:strVal val="visible"/>
                                      </p:to>
                                    </p:set>
                                  </p:childTnLst>
                                </p:cTn>
                              </p:par>
                              <p:par>
                                <p:cTn id="1147" presetID="1" presetClass="entr" presetSubtype="0" fill="hold" grpId="0" nodeType="withEffect">
                                  <p:stCondLst>
                                    <p:cond delay="0"/>
                                  </p:stCondLst>
                                  <p:childTnLst>
                                    <p:set>
                                      <p:cBhvr>
                                        <p:cTn id="1148" dur="1" fill="hold">
                                          <p:stCondLst>
                                            <p:cond delay="0"/>
                                          </p:stCondLst>
                                        </p:cTn>
                                        <p:tgtEl>
                                          <p:spTgt spid="627"/>
                                        </p:tgtEl>
                                        <p:attrNameLst>
                                          <p:attrName>style.visibility</p:attrName>
                                        </p:attrNameLst>
                                      </p:cBhvr>
                                      <p:to>
                                        <p:strVal val="visible"/>
                                      </p:to>
                                    </p:set>
                                  </p:childTnLst>
                                </p:cTn>
                              </p:par>
                              <p:par>
                                <p:cTn id="1149" presetID="1" presetClass="entr" presetSubtype="0" fill="hold" grpId="0" nodeType="withEffect">
                                  <p:stCondLst>
                                    <p:cond delay="0"/>
                                  </p:stCondLst>
                                  <p:childTnLst>
                                    <p:set>
                                      <p:cBhvr>
                                        <p:cTn id="1150" dur="1" fill="hold">
                                          <p:stCondLst>
                                            <p:cond delay="0"/>
                                          </p:stCondLst>
                                        </p:cTn>
                                        <p:tgtEl>
                                          <p:spTgt spid="628"/>
                                        </p:tgtEl>
                                        <p:attrNameLst>
                                          <p:attrName>style.visibility</p:attrName>
                                        </p:attrNameLst>
                                      </p:cBhvr>
                                      <p:to>
                                        <p:strVal val="visible"/>
                                      </p:to>
                                    </p:set>
                                  </p:childTnLst>
                                </p:cTn>
                              </p:par>
                              <p:par>
                                <p:cTn id="1151" presetID="1" presetClass="entr" presetSubtype="0" fill="hold" grpId="0" nodeType="withEffect">
                                  <p:stCondLst>
                                    <p:cond delay="0"/>
                                  </p:stCondLst>
                                  <p:childTnLst>
                                    <p:set>
                                      <p:cBhvr>
                                        <p:cTn id="1152" dur="1" fill="hold">
                                          <p:stCondLst>
                                            <p:cond delay="0"/>
                                          </p:stCondLst>
                                        </p:cTn>
                                        <p:tgtEl>
                                          <p:spTgt spid="629"/>
                                        </p:tgtEl>
                                        <p:attrNameLst>
                                          <p:attrName>style.visibility</p:attrName>
                                        </p:attrNameLst>
                                      </p:cBhvr>
                                      <p:to>
                                        <p:strVal val="visible"/>
                                      </p:to>
                                    </p:set>
                                  </p:childTnLst>
                                </p:cTn>
                              </p:par>
                              <p:par>
                                <p:cTn id="1153" presetID="1" presetClass="entr" presetSubtype="0" fill="hold" grpId="0" nodeType="withEffect">
                                  <p:stCondLst>
                                    <p:cond delay="0"/>
                                  </p:stCondLst>
                                  <p:childTnLst>
                                    <p:set>
                                      <p:cBhvr>
                                        <p:cTn id="1154" dur="1" fill="hold">
                                          <p:stCondLst>
                                            <p:cond delay="0"/>
                                          </p:stCondLst>
                                        </p:cTn>
                                        <p:tgtEl>
                                          <p:spTgt spid="630"/>
                                        </p:tgtEl>
                                        <p:attrNameLst>
                                          <p:attrName>style.visibility</p:attrName>
                                        </p:attrNameLst>
                                      </p:cBhvr>
                                      <p:to>
                                        <p:strVal val="visible"/>
                                      </p:to>
                                    </p:set>
                                  </p:childTnLst>
                                </p:cTn>
                              </p:par>
                              <p:par>
                                <p:cTn id="1155" presetID="1" presetClass="entr" presetSubtype="0" fill="hold" grpId="0" nodeType="withEffect">
                                  <p:stCondLst>
                                    <p:cond delay="0"/>
                                  </p:stCondLst>
                                  <p:childTnLst>
                                    <p:set>
                                      <p:cBhvr>
                                        <p:cTn id="1156" dur="1" fill="hold">
                                          <p:stCondLst>
                                            <p:cond delay="0"/>
                                          </p:stCondLst>
                                        </p:cTn>
                                        <p:tgtEl>
                                          <p:spTgt spid="631"/>
                                        </p:tgtEl>
                                        <p:attrNameLst>
                                          <p:attrName>style.visibility</p:attrName>
                                        </p:attrNameLst>
                                      </p:cBhvr>
                                      <p:to>
                                        <p:strVal val="visible"/>
                                      </p:to>
                                    </p:set>
                                  </p:childTnLst>
                                </p:cTn>
                              </p:par>
                              <p:par>
                                <p:cTn id="1157" presetID="1" presetClass="entr" presetSubtype="0" fill="hold" grpId="0" nodeType="withEffect">
                                  <p:stCondLst>
                                    <p:cond delay="0"/>
                                  </p:stCondLst>
                                  <p:childTnLst>
                                    <p:set>
                                      <p:cBhvr>
                                        <p:cTn id="1158" dur="1" fill="hold">
                                          <p:stCondLst>
                                            <p:cond delay="0"/>
                                          </p:stCondLst>
                                        </p:cTn>
                                        <p:tgtEl>
                                          <p:spTgt spid="632"/>
                                        </p:tgtEl>
                                        <p:attrNameLst>
                                          <p:attrName>style.visibility</p:attrName>
                                        </p:attrNameLst>
                                      </p:cBhvr>
                                      <p:to>
                                        <p:strVal val="visible"/>
                                      </p:to>
                                    </p:set>
                                  </p:childTnLst>
                                </p:cTn>
                              </p:par>
                              <p:par>
                                <p:cTn id="1159" presetID="1" presetClass="entr" presetSubtype="0" fill="hold" grpId="0" nodeType="withEffect">
                                  <p:stCondLst>
                                    <p:cond delay="0"/>
                                  </p:stCondLst>
                                  <p:childTnLst>
                                    <p:set>
                                      <p:cBhvr>
                                        <p:cTn id="1160" dur="1" fill="hold">
                                          <p:stCondLst>
                                            <p:cond delay="0"/>
                                          </p:stCondLst>
                                        </p:cTn>
                                        <p:tgtEl>
                                          <p:spTgt spid="633"/>
                                        </p:tgtEl>
                                        <p:attrNameLst>
                                          <p:attrName>style.visibility</p:attrName>
                                        </p:attrNameLst>
                                      </p:cBhvr>
                                      <p:to>
                                        <p:strVal val="visible"/>
                                      </p:to>
                                    </p:set>
                                  </p:childTnLst>
                                </p:cTn>
                              </p:par>
                              <p:par>
                                <p:cTn id="1161" presetID="1" presetClass="entr" presetSubtype="0" fill="hold" grpId="0" nodeType="withEffect">
                                  <p:stCondLst>
                                    <p:cond delay="0"/>
                                  </p:stCondLst>
                                  <p:childTnLst>
                                    <p:set>
                                      <p:cBhvr>
                                        <p:cTn id="1162" dur="1" fill="hold">
                                          <p:stCondLst>
                                            <p:cond delay="0"/>
                                          </p:stCondLst>
                                        </p:cTn>
                                        <p:tgtEl>
                                          <p:spTgt spid="634"/>
                                        </p:tgtEl>
                                        <p:attrNameLst>
                                          <p:attrName>style.visibility</p:attrName>
                                        </p:attrNameLst>
                                      </p:cBhvr>
                                      <p:to>
                                        <p:strVal val="visible"/>
                                      </p:to>
                                    </p:set>
                                  </p:childTnLst>
                                </p:cTn>
                              </p:par>
                              <p:par>
                                <p:cTn id="1163" presetID="1" presetClass="entr" presetSubtype="0" fill="hold" grpId="0" nodeType="withEffect">
                                  <p:stCondLst>
                                    <p:cond delay="0"/>
                                  </p:stCondLst>
                                  <p:childTnLst>
                                    <p:set>
                                      <p:cBhvr>
                                        <p:cTn id="1164" dur="1" fill="hold">
                                          <p:stCondLst>
                                            <p:cond delay="0"/>
                                          </p:stCondLst>
                                        </p:cTn>
                                        <p:tgtEl>
                                          <p:spTgt spid="635"/>
                                        </p:tgtEl>
                                        <p:attrNameLst>
                                          <p:attrName>style.visibility</p:attrName>
                                        </p:attrNameLst>
                                      </p:cBhvr>
                                      <p:to>
                                        <p:strVal val="visible"/>
                                      </p:to>
                                    </p:set>
                                  </p:childTnLst>
                                </p:cTn>
                              </p:par>
                              <p:par>
                                <p:cTn id="1165" presetID="1" presetClass="entr" presetSubtype="0" fill="hold" grpId="0" nodeType="withEffect">
                                  <p:stCondLst>
                                    <p:cond delay="0"/>
                                  </p:stCondLst>
                                  <p:childTnLst>
                                    <p:set>
                                      <p:cBhvr>
                                        <p:cTn id="1166" dur="1" fill="hold">
                                          <p:stCondLst>
                                            <p:cond delay="0"/>
                                          </p:stCondLst>
                                        </p:cTn>
                                        <p:tgtEl>
                                          <p:spTgt spid="636"/>
                                        </p:tgtEl>
                                        <p:attrNameLst>
                                          <p:attrName>style.visibility</p:attrName>
                                        </p:attrNameLst>
                                      </p:cBhvr>
                                      <p:to>
                                        <p:strVal val="visible"/>
                                      </p:to>
                                    </p:set>
                                  </p:childTnLst>
                                </p:cTn>
                              </p:par>
                              <p:par>
                                <p:cTn id="1167" presetID="1" presetClass="entr" presetSubtype="0" fill="hold" grpId="0" nodeType="withEffect">
                                  <p:stCondLst>
                                    <p:cond delay="0"/>
                                  </p:stCondLst>
                                  <p:childTnLst>
                                    <p:set>
                                      <p:cBhvr>
                                        <p:cTn id="1168" dur="1" fill="hold">
                                          <p:stCondLst>
                                            <p:cond delay="0"/>
                                          </p:stCondLst>
                                        </p:cTn>
                                        <p:tgtEl>
                                          <p:spTgt spid="637"/>
                                        </p:tgtEl>
                                        <p:attrNameLst>
                                          <p:attrName>style.visibility</p:attrName>
                                        </p:attrNameLst>
                                      </p:cBhvr>
                                      <p:to>
                                        <p:strVal val="visible"/>
                                      </p:to>
                                    </p:set>
                                  </p:childTnLst>
                                </p:cTn>
                              </p:par>
                              <p:par>
                                <p:cTn id="1169" presetID="1" presetClass="entr" presetSubtype="0" fill="hold" grpId="0" nodeType="withEffect">
                                  <p:stCondLst>
                                    <p:cond delay="0"/>
                                  </p:stCondLst>
                                  <p:childTnLst>
                                    <p:set>
                                      <p:cBhvr>
                                        <p:cTn id="1170" dur="1" fill="hold">
                                          <p:stCondLst>
                                            <p:cond delay="0"/>
                                          </p:stCondLst>
                                        </p:cTn>
                                        <p:tgtEl>
                                          <p:spTgt spid="638"/>
                                        </p:tgtEl>
                                        <p:attrNameLst>
                                          <p:attrName>style.visibility</p:attrName>
                                        </p:attrNameLst>
                                      </p:cBhvr>
                                      <p:to>
                                        <p:strVal val="visible"/>
                                      </p:to>
                                    </p:set>
                                  </p:childTnLst>
                                </p:cTn>
                              </p:par>
                              <p:par>
                                <p:cTn id="1171" presetID="1" presetClass="entr" presetSubtype="0" fill="hold" grpId="0" nodeType="withEffect">
                                  <p:stCondLst>
                                    <p:cond delay="0"/>
                                  </p:stCondLst>
                                  <p:childTnLst>
                                    <p:set>
                                      <p:cBhvr>
                                        <p:cTn id="1172" dur="1" fill="hold">
                                          <p:stCondLst>
                                            <p:cond delay="0"/>
                                          </p:stCondLst>
                                        </p:cTn>
                                        <p:tgtEl>
                                          <p:spTgt spid="639"/>
                                        </p:tgtEl>
                                        <p:attrNameLst>
                                          <p:attrName>style.visibility</p:attrName>
                                        </p:attrNameLst>
                                      </p:cBhvr>
                                      <p:to>
                                        <p:strVal val="visible"/>
                                      </p:to>
                                    </p:set>
                                  </p:childTnLst>
                                </p:cTn>
                              </p:par>
                              <p:par>
                                <p:cTn id="1173" presetID="1" presetClass="entr" presetSubtype="0" fill="hold" grpId="0" nodeType="withEffect">
                                  <p:stCondLst>
                                    <p:cond delay="0"/>
                                  </p:stCondLst>
                                  <p:childTnLst>
                                    <p:set>
                                      <p:cBhvr>
                                        <p:cTn id="1174" dur="1" fill="hold">
                                          <p:stCondLst>
                                            <p:cond delay="0"/>
                                          </p:stCondLst>
                                        </p:cTn>
                                        <p:tgtEl>
                                          <p:spTgt spid="640"/>
                                        </p:tgtEl>
                                        <p:attrNameLst>
                                          <p:attrName>style.visibility</p:attrName>
                                        </p:attrNameLst>
                                      </p:cBhvr>
                                      <p:to>
                                        <p:strVal val="visible"/>
                                      </p:to>
                                    </p:set>
                                  </p:childTnLst>
                                </p:cTn>
                              </p:par>
                              <p:par>
                                <p:cTn id="1175" presetID="1" presetClass="entr" presetSubtype="0" fill="hold" grpId="0" nodeType="withEffect">
                                  <p:stCondLst>
                                    <p:cond delay="0"/>
                                  </p:stCondLst>
                                  <p:childTnLst>
                                    <p:set>
                                      <p:cBhvr>
                                        <p:cTn id="1176" dur="1" fill="hold">
                                          <p:stCondLst>
                                            <p:cond delay="0"/>
                                          </p:stCondLst>
                                        </p:cTn>
                                        <p:tgtEl>
                                          <p:spTgt spid="641"/>
                                        </p:tgtEl>
                                        <p:attrNameLst>
                                          <p:attrName>style.visibility</p:attrName>
                                        </p:attrNameLst>
                                      </p:cBhvr>
                                      <p:to>
                                        <p:strVal val="visible"/>
                                      </p:to>
                                    </p:set>
                                  </p:childTnLst>
                                </p:cTn>
                              </p:par>
                              <p:par>
                                <p:cTn id="1177" presetID="1" presetClass="entr" presetSubtype="0" fill="hold" grpId="0" nodeType="withEffect">
                                  <p:stCondLst>
                                    <p:cond delay="0"/>
                                  </p:stCondLst>
                                  <p:childTnLst>
                                    <p:set>
                                      <p:cBhvr>
                                        <p:cTn id="1178" dur="1" fill="hold">
                                          <p:stCondLst>
                                            <p:cond delay="0"/>
                                          </p:stCondLst>
                                        </p:cTn>
                                        <p:tgtEl>
                                          <p:spTgt spid="642"/>
                                        </p:tgtEl>
                                        <p:attrNameLst>
                                          <p:attrName>style.visibility</p:attrName>
                                        </p:attrNameLst>
                                      </p:cBhvr>
                                      <p:to>
                                        <p:strVal val="visible"/>
                                      </p:to>
                                    </p:set>
                                  </p:childTnLst>
                                </p:cTn>
                              </p:par>
                              <p:par>
                                <p:cTn id="1179" presetID="1" presetClass="entr" presetSubtype="0" fill="hold" grpId="0" nodeType="withEffect">
                                  <p:stCondLst>
                                    <p:cond delay="0"/>
                                  </p:stCondLst>
                                  <p:childTnLst>
                                    <p:set>
                                      <p:cBhvr>
                                        <p:cTn id="1180" dur="1" fill="hold">
                                          <p:stCondLst>
                                            <p:cond delay="0"/>
                                          </p:stCondLst>
                                        </p:cTn>
                                        <p:tgtEl>
                                          <p:spTgt spid="643"/>
                                        </p:tgtEl>
                                        <p:attrNameLst>
                                          <p:attrName>style.visibility</p:attrName>
                                        </p:attrNameLst>
                                      </p:cBhvr>
                                      <p:to>
                                        <p:strVal val="visible"/>
                                      </p:to>
                                    </p:set>
                                  </p:childTnLst>
                                </p:cTn>
                              </p:par>
                              <p:par>
                                <p:cTn id="1181" presetID="1" presetClass="entr" presetSubtype="0" fill="hold" grpId="0" nodeType="withEffect">
                                  <p:stCondLst>
                                    <p:cond delay="0"/>
                                  </p:stCondLst>
                                  <p:childTnLst>
                                    <p:set>
                                      <p:cBhvr>
                                        <p:cTn id="1182" dur="1" fill="hold">
                                          <p:stCondLst>
                                            <p:cond delay="0"/>
                                          </p:stCondLst>
                                        </p:cTn>
                                        <p:tgtEl>
                                          <p:spTgt spid="644"/>
                                        </p:tgtEl>
                                        <p:attrNameLst>
                                          <p:attrName>style.visibility</p:attrName>
                                        </p:attrNameLst>
                                      </p:cBhvr>
                                      <p:to>
                                        <p:strVal val="visible"/>
                                      </p:to>
                                    </p:set>
                                  </p:childTnLst>
                                </p:cTn>
                              </p:par>
                              <p:par>
                                <p:cTn id="1183" presetID="1" presetClass="entr" presetSubtype="0" fill="hold" grpId="0" nodeType="withEffect">
                                  <p:stCondLst>
                                    <p:cond delay="0"/>
                                  </p:stCondLst>
                                  <p:childTnLst>
                                    <p:set>
                                      <p:cBhvr>
                                        <p:cTn id="1184" dur="1" fill="hold">
                                          <p:stCondLst>
                                            <p:cond delay="0"/>
                                          </p:stCondLst>
                                        </p:cTn>
                                        <p:tgtEl>
                                          <p:spTgt spid="645"/>
                                        </p:tgtEl>
                                        <p:attrNameLst>
                                          <p:attrName>style.visibility</p:attrName>
                                        </p:attrNameLst>
                                      </p:cBhvr>
                                      <p:to>
                                        <p:strVal val="visible"/>
                                      </p:to>
                                    </p:set>
                                  </p:childTnLst>
                                </p:cTn>
                              </p:par>
                              <p:par>
                                <p:cTn id="1185" presetID="1" presetClass="entr" presetSubtype="0" fill="hold" grpId="0" nodeType="withEffect">
                                  <p:stCondLst>
                                    <p:cond delay="0"/>
                                  </p:stCondLst>
                                  <p:childTnLst>
                                    <p:set>
                                      <p:cBhvr>
                                        <p:cTn id="1186" dur="1" fill="hold">
                                          <p:stCondLst>
                                            <p:cond delay="0"/>
                                          </p:stCondLst>
                                        </p:cTn>
                                        <p:tgtEl>
                                          <p:spTgt spid="646"/>
                                        </p:tgtEl>
                                        <p:attrNameLst>
                                          <p:attrName>style.visibility</p:attrName>
                                        </p:attrNameLst>
                                      </p:cBhvr>
                                      <p:to>
                                        <p:strVal val="visible"/>
                                      </p:to>
                                    </p:set>
                                  </p:childTnLst>
                                </p:cTn>
                              </p:par>
                              <p:par>
                                <p:cTn id="1187" presetID="1" presetClass="entr" presetSubtype="0" fill="hold" grpId="0" nodeType="withEffect">
                                  <p:stCondLst>
                                    <p:cond delay="0"/>
                                  </p:stCondLst>
                                  <p:childTnLst>
                                    <p:set>
                                      <p:cBhvr>
                                        <p:cTn id="1188" dur="1" fill="hold">
                                          <p:stCondLst>
                                            <p:cond delay="0"/>
                                          </p:stCondLst>
                                        </p:cTn>
                                        <p:tgtEl>
                                          <p:spTgt spid="647"/>
                                        </p:tgtEl>
                                        <p:attrNameLst>
                                          <p:attrName>style.visibility</p:attrName>
                                        </p:attrNameLst>
                                      </p:cBhvr>
                                      <p:to>
                                        <p:strVal val="visible"/>
                                      </p:to>
                                    </p:set>
                                  </p:childTnLst>
                                </p:cTn>
                              </p:par>
                              <p:par>
                                <p:cTn id="1189" presetID="1" presetClass="entr" presetSubtype="0" fill="hold" grpId="0" nodeType="withEffect">
                                  <p:stCondLst>
                                    <p:cond delay="0"/>
                                  </p:stCondLst>
                                  <p:childTnLst>
                                    <p:set>
                                      <p:cBhvr>
                                        <p:cTn id="1190" dur="1" fill="hold">
                                          <p:stCondLst>
                                            <p:cond delay="0"/>
                                          </p:stCondLst>
                                        </p:cTn>
                                        <p:tgtEl>
                                          <p:spTgt spid="648"/>
                                        </p:tgtEl>
                                        <p:attrNameLst>
                                          <p:attrName>style.visibility</p:attrName>
                                        </p:attrNameLst>
                                      </p:cBhvr>
                                      <p:to>
                                        <p:strVal val="visible"/>
                                      </p:to>
                                    </p:set>
                                  </p:childTnLst>
                                </p:cTn>
                              </p:par>
                              <p:par>
                                <p:cTn id="1191" presetID="1" presetClass="entr" presetSubtype="0" fill="hold" grpId="0" nodeType="withEffect">
                                  <p:stCondLst>
                                    <p:cond delay="0"/>
                                  </p:stCondLst>
                                  <p:childTnLst>
                                    <p:set>
                                      <p:cBhvr>
                                        <p:cTn id="1192" dur="1" fill="hold">
                                          <p:stCondLst>
                                            <p:cond delay="0"/>
                                          </p:stCondLst>
                                        </p:cTn>
                                        <p:tgtEl>
                                          <p:spTgt spid="649"/>
                                        </p:tgtEl>
                                        <p:attrNameLst>
                                          <p:attrName>style.visibility</p:attrName>
                                        </p:attrNameLst>
                                      </p:cBhvr>
                                      <p:to>
                                        <p:strVal val="visible"/>
                                      </p:to>
                                    </p:set>
                                  </p:childTnLst>
                                </p:cTn>
                              </p:par>
                              <p:par>
                                <p:cTn id="1193" presetID="1" presetClass="entr" presetSubtype="0" fill="hold" grpId="0" nodeType="withEffect">
                                  <p:stCondLst>
                                    <p:cond delay="0"/>
                                  </p:stCondLst>
                                  <p:childTnLst>
                                    <p:set>
                                      <p:cBhvr>
                                        <p:cTn id="1194" dur="1" fill="hold">
                                          <p:stCondLst>
                                            <p:cond delay="0"/>
                                          </p:stCondLst>
                                        </p:cTn>
                                        <p:tgtEl>
                                          <p:spTgt spid="650"/>
                                        </p:tgtEl>
                                        <p:attrNameLst>
                                          <p:attrName>style.visibility</p:attrName>
                                        </p:attrNameLst>
                                      </p:cBhvr>
                                      <p:to>
                                        <p:strVal val="visible"/>
                                      </p:to>
                                    </p:set>
                                  </p:childTnLst>
                                </p:cTn>
                              </p:par>
                              <p:par>
                                <p:cTn id="1195" presetID="1" presetClass="entr" presetSubtype="0" fill="hold" grpId="0" nodeType="withEffect">
                                  <p:stCondLst>
                                    <p:cond delay="0"/>
                                  </p:stCondLst>
                                  <p:childTnLst>
                                    <p:set>
                                      <p:cBhvr>
                                        <p:cTn id="1196" dur="1" fill="hold">
                                          <p:stCondLst>
                                            <p:cond delay="0"/>
                                          </p:stCondLst>
                                        </p:cTn>
                                        <p:tgtEl>
                                          <p:spTgt spid="651"/>
                                        </p:tgtEl>
                                        <p:attrNameLst>
                                          <p:attrName>style.visibility</p:attrName>
                                        </p:attrNameLst>
                                      </p:cBhvr>
                                      <p:to>
                                        <p:strVal val="visible"/>
                                      </p:to>
                                    </p:set>
                                  </p:childTnLst>
                                </p:cTn>
                              </p:par>
                              <p:par>
                                <p:cTn id="1197" presetID="1" presetClass="entr" presetSubtype="0" fill="hold" grpId="0" nodeType="withEffect">
                                  <p:stCondLst>
                                    <p:cond delay="0"/>
                                  </p:stCondLst>
                                  <p:childTnLst>
                                    <p:set>
                                      <p:cBhvr>
                                        <p:cTn id="1198" dur="1" fill="hold">
                                          <p:stCondLst>
                                            <p:cond delay="0"/>
                                          </p:stCondLst>
                                        </p:cTn>
                                        <p:tgtEl>
                                          <p:spTgt spid="652"/>
                                        </p:tgtEl>
                                        <p:attrNameLst>
                                          <p:attrName>style.visibility</p:attrName>
                                        </p:attrNameLst>
                                      </p:cBhvr>
                                      <p:to>
                                        <p:strVal val="visible"/>
                                      </p:to>
                                    </p:set>
                                  </p:childTnLst>
                                </p:cTn>
                              </p:par>
                              <p:par>
                                <p:cTn id="1199" presetID="1" presetClass="entr" presetSubtype="0" fill="hold" grpId="0" nodeType="withEffect">
                                  <p:stCondLst>
                                    <p:cond delay="0"/>
                                  </p:stCondLst>
                                  <p:childTnLst>
                                    <p:set>
                                      <p:cBhvr>
                                        <p:cTn id="1200" dur="1" fill="hold">
                                          <p:stCondLst>
                                            <p:cond delay="0"/>
                                          </p:stCondLst>
                                        </p:cTn>
                                        <p:tgtEl>
                                          <p:spTgt spid="653"/>
                                        </p:tgtEl>
                                        <p:attrNameLst>
                                          <p:attrName>style.visibility</p:attrName>
                                        </p:attrNameLst>
                                      </p:cBhvr>
                                      <p:to>
                                        <p:strVal val="visible"/>
                                      </p:to>
                                    </p:set>
                                  </p:childTnLst>
                                </p:cTn>
                              </p:par>
                              <p:par>
                                <p:cTn id="1201" presetID="1" presetClass="entr" presetSubtype="0" fill="hold" grpId="0" nodeType="withEffect">
                                  <p:stCondLst>
                                    <p:cond delay="0"/>
                                  </p:stCondLst>
                                  <p:childTnLst>
                                    <p:set>
                                      <p:cBhvr>
                                        <p:cTn id="1202" dur="1" fill="hold">
                                          <p:stCondLst>
                                            <p:cond delay="0"/>
                                          </p:stCondLst>
                                        </p:cTn>
                                        <p:tgtEl>
                                          <p:spTgt spid="654"/>
                                        </p:tgtEl>
                                        <p:attrNameLst>
                                          <p:attrName>style.visibility</p:attrName>
                                        </p:attrNameLst>
                                      </p:cBhvr>
                                      <p:to>
                                        <p:strVal val="visible"/>
                                      </p:to>
                                    </p:set>
                                  </p:childTnLst>
                                </p:cTn>
                              </p:par>
                              <p:par>
                                <p:cTn id="1203" presetID="1" presetClass="entr" presetSubtype="0" fill="hold" grpId="0" nodeType="withEffect">
                                  <p:stCondLst>
                                    <p:cond delay="0"/>
                                  </p:stCondLst>
                                  <p:childTnLst>
                                    <p:set>
                                      <p:cBhvr>
                                        <p:cTn id="1204" dur="1" fill="hold">
                                          <p:stCondLst>
                                            <p:cond delay="0"/>
                                          </p:stCondLst>
                                        </p:cTn>
                                        <p:tgtEl>
                                          <p:spTgt spid="655"/>
                                        </p:tgtEl>
                                        <p:attrNameLst>
                                          <p:attrName>style.visibility</p:attrName>
                                        </p:attrNameLst>
                                      </p:cBhvr>
                                      <p:to>
                                        <p:strVal val="visible"/>
                                      </p:to>
                                    </p:set>
                                  </p:childTnLst>
                                </p:cTn>
                              </p:par>
                              <p:par>
                                <p:cTn id="1205" presetID="1" presetClass="entr" presetSubtype="0" fill="hold" grpId="0" nodeType="withEffect">
                                  <p:stCondLst>
                                    <p:cond delay="0"/>
                                  </p:stCondLst>
                                  <p:childTnLst>
                                    <p:set>
                                      <p:cBhvr>
                                        <p:cTn id="1206" dur="1" fill="hold">
                                          <p:stCondLst>
                                            <p:cond delay="0"/>
                                          </p:stCondLst>
                                        </p:cTn>
                                        <p:tgtEl>
                                          <p:spTgt spid="656"/>
                                        </p:tgtEl>
                                        <p:attrNameLst>
                                          <p:attrName>style.visibility</p:attrName>
                                        </p:attrNameLst>
                                      </p:cBhvr>
                                      <p:to>
                                        <p:strVal val="visible"/>
                                      </p:to>
                                    </p:set>
                                  </p:childTnLst>
                                </p:cTn>
                              </p:par>
                              <p:par>
                                <p:cTn id="1207" presetID="1" presetClass="entr" presetSubtype="0" fill="hold" grpId="0" nodeType="withEffect">
                                  <p:stCondLst>
                                    <p:cond delay="0"/>
                                  </p:stCondLst>
                                  <p:childTnLst>
                                    <p:set>
                                      <p:cBhvr>
                                        <p:cTn id="1208" dur="1" fill="hold">
                                          <p:stCondLst>
                                            <p:cond delay="0"/>
                                          </p:stCondLst>
                                        </p:cTn>
                                        <p:tgtEl>
                                          <p:spTgt spid="657"/>
                                        </p:tgtEl>
                                        <p:attrNameLst>
                                          <p:attrName>style.visibility</p:attrName>
                                        </p:attrNameLst>
                                      </p:cBhvr>
                                      <p:to>
                                        <p:strVal val="visible"/>
                                      </p:to>
                                    </p:set>
                                  </p:childTnLst>
                                </p:cTn>
                              </p:par>
                              <p:par>
                                <p:cTn id="1209" presetID="1" presetClass="entr" presetSubtype="0" fill="hold" grpId="0" nodeType="withEffect">
                                  <p:stCondLst>
                                    <p:cond delay="0"/>
                                  </p:stCondLst>
                                  <p:childTnLst>
                                    <p:set>
                                      <p:cBhvr>
                                        <p:cTn id="1210" dur="1" fill="hold">
                                          <p:stCondLst>
                                            <p:cond delay="0"/>
                                          </p:stCondLst>
                                        </p:cTn>
                                        <p:tgtEl>
                                          <p:spTgt spid="658"/>
                                        </p:tgtEl>
                                        <p:attrNameLst>
                                          <p:attrName>style.visibility</p:attrName>
                                        </p:attrNameLst>
                                      </p:cBhvr>
                                      <p:to>
                                        <p:strVal val="visible"/>
                                      </p:to>
                                    </p:set>
                                  </p:childTnLst>
                                </p:cTn>
                              </p:par>
                              <p:par>
                                <p:cTn id="1211" presetID="1" presetClass="entr" presetSubtype="0" fill="hold" grpId="0" nodeType="withEffect">
                                  <p:stCondLst>
                                    <p:cond delay="0"/>
                                  </p:stCondLst>
                                  <p:childTnLst>
                                    <p:set>
                                      <p:cBhvr>
                                        <p:cTn id="1212" dur="1" fill="hold">
                                          <p:stCondLst>
                                            <p:cond delay="0"/>
                                          </p:stCondLst>
                                        </p:cTn>
                                        <p:tgtEl>
                                          <p:spTgt spid="659"/>
                                        </p:tgtEl>
                                        <p:attrNameLst>
                                          <p:attrName>style.visibility</p:attrName>
                                        </p:attrNameLst>
                                      </p:cBhvr>
                                      <p:to>
                                        <p:strVal val="visible"/>
                                      </p:to>
                                    </p:set>
                                  </p:childTnLst>
                                </p:cTn>
                              </p:par>
                              <p:par>
                                <p:cTn id="1213" presetID="1" presetClass="entr" presetSubtype="0" fill="hold" grpId="0" nodeType="withEffect">
                                  <p:stCondLst>
                                    <p:cond delay="0"/>
                                  </p:stCondLst>
                                  <p:childTnLst>
                                    <p:set>
                                      <p:cBhvr>
                                        <p:cTn id="1214" dur="1" fill="hold">
                                          <p:stCondLst>
                                            <p:cond delay="0"/>
                                          </p:stCondLst>
                                        </p:cTn>
                                        <p:tgtEl>
                                          <p:spTgt spid="660"/>
                                        </p:tgtEl>
                                        <p:attrNameLst>
                                          <p:attrName>style.visibility</p:attrName>
                                        </p:attrNameLst>
                                      </p:cBhvr>
                                      <p:to>
                                        <p:strVal val="visible"/>
                                      </p:to>
                                    </p:set>
                                  </p:childTnLst>
                                </p:cTn>
                              </p:par>
                              <p:par>
                                <p:cTn id="1215" presetID="1" presetClass="entr" presetSubtype="0" fill="hold" grpId="0" nodeType="withEffect">
                                  <p:stCondLst>
                                    <p:cond delay="0"/>
                                  </p:stCondLst>
                                  <p:childTnLst>
                                    <p:set>
                                      <p:cBhvr>
                                        <p:cTn id="1216" dur="1" fill="hold">
                                          <p:stCondLst>
                                            <p:cond delay="0"/>
                                          </p:stCondLst>
                                        </p:cTn>
                                        <p:tgtEl>
                                          <p:spTgt spid="661"/>
                                        </p:tgtEl>
                                        <p:attrNameLst>
                                          <p:attrName>style.visibility</p:attrName>
                                        </p:attrNameLst>
                                      </p:cBhvr>
                                      <p:to>
                                        <p:strVal val="visible"/>
                                      </p:to>
                                    </p:set>
                                  </p:childTnLst>
                                </p:cTn>
                              </p:par>
                              <p:par>
                                <p:cTn id="1217" presetID="1" presetClass="entr" presetSubtype="0" fill="hold" grpId="0" nodeType="withEffect">
                                  <p:stCondLst>
                                    <p:cond delay="0"/>
                                  </p:stCondLst>
                                  <p:childTnLst>
                                    <p:set>
                                      <p:cBhvr>
                                        <p:cTn id="1218" dur="1" fill="hold">
                                          <p:stCondLst>
                                            <p:cond delay="0"/>
                                          </p:stCondLst>
                                        </p:cTn>
                                        <p:tgtEl>
                                          <p:spTgt spid="662"/>
                                        </p:tgtEl>
                                        <p:attrNameLst>
                                          <p:attrName>style.visibility</p:attrName>
                                        </p:attrNameLst>
                                      </p:cBhvr>
                                      <p:to>
                                        <p:strVal val="visible"/>
                                      </p:to>
                                    </p:set>
                                  </p:childTnLst>
                                </p:cTn>
                              </p:par>
                              <p:par>
                                <p:cTn id="1219" presetID="1" presetClass="entr" presetSubtype="0" fill="hold" grpId="0" nodeType="withEffect">
                                  <p:stCondLst>
                                    <p:cond delay="0"/>
                                  </p:stCondLst>
                                  <p:childTnLst>
                                    <p:set>
                                      <p:cBhvr>
                                        <p:cTn id="1220" dur="1" fill="hold">
                                          <p:stCondLst>
                                            <p:cond delay="0"/>
                                          </p:stCondLst>
                                        </p:cTn>
                                        <p:tgtEl>
                                          <p:spTgt spid="663"/>
                                        </p:tgtEl>
                                        <p:attrNameLst>
                                          <p:attrName>style.visibility</p:attrName>
                                        </p:attrNameLst>
                                      </p:cBhvr>
                                      <p:to>
                                        <p:strVal val="visible"/>
                                      </p:to>
                                    </p:set>
                                  </p:childTnLst>
                                </p:cTn>
                              </p:par>
                              <p:par>
                                <p:cTn id="1221" presetID="1" presetClass="entr" presetSubtype="0" fill="hold" grpId="0" nodeType="withEffect">
                                  <p:stCondLst>
                                    <p:cond delay="0"/>
                                  </p:stCondLst>
                                  <p:childTnLst>
                                    <p:set>
                                      <p:cBhvr>
                                        <p:cTn id="1222" dur="1" fill="hold">
                                          <p:stCondLst>
                                            <p:cond delay="0"/>
                                          </p:stCondLst>
                                        </p:cTn>
                                        <p:tgtEl>
                                          <p:spTgt spid="664"/>
                                        </p:tgtEl>
                                        <p:attrNameLst>
                                          <p:attrName>style.visibility</p:attrName>
                                        </p:attrNameLst>
                                      </p:cBhvr>
                                      <p:to>
                                        <p:strVal val="visible"/>
                                      </p:to>
                                    </p:set>
                                  </p:childTnLst>
                                </p:cTn>
                              </p:par>
                              <p:par>
                                <p:cTn id="1223" presetID="1" presetClass="entr" presetSubtype="0" fill="hold" grpId="0" nodeType="withEffect">
                                  <p:stCondLst>
                                    <p:cond delay="0"/>
                                  </p:stCondLst>
                                  <p:childTnLst>
                                    <p:set>
                                      <p:cBhvr>
                                        <p:cTn id="1224" dur="1" fill="hold">
                                          <p:stCondLst>
                                            <p:cond delay="0"/>
                                          </p:stCondLst>
                                        </p:cTn>
                                        <p:tgtEl>
                                          <p:spTgt spid="665"/>
                                        </p:tgtEl>
                                        <p:attrNameLst>
                                          <p:attrName>style.visibility</p:attrName>
                                        </p:attrNameLst>
                                      </p:cBhvr>
                                      <p:to>
                                        <p:strVal val="visible"/>
                                      </p:to>
                                    </p:set>
                                  </p:childTnLst>
                                </p:cTn>
                              </p:par>
                              <p:par>
                                <p:cTn id="1225" presetID="1" presetClass="entr" presetSubtype="0" fill="hold" grpId="0" nodeType="withEffect">
                                  <p:stCondLst>
                                    <p:cond delay="0"/>
                                  </p:stCondLst>
                                  <p:childTnLst>
                                    <p:set>
                                      <p:cBhvr>
                                        <p:cTn id="1226" dur="1" fill="hold">
                                          <p:stCondLst>
                                            <p:cond delay="0"/>
                                          </p:stCondLst>
                                        </p:cTn>
                                        <p:tgtEl>
                                          <p:spTgt spid="666"/>
                                        </p:tgtEl>
                                        <p:attrNameLst>
                                          <p:attrName>style.visibility</p:attrName>
                                        </p:attrNameLst>
                                      </p:cBhvr>
                                      <p:to>
                                        <p:strVal val="visible"/>
                                      </p:to>
                                    </p:set>
                                  </p:childTnLst>
                                </p:cTn>
                              </p:par>
                              <p:par>
                                <p:cTn id="1227" presetID="1" presetClass="entr" presetSubtype="0" fill="hold" grpId="0" nodeType="withEffect">
                                  <p:stCondLst>
                                    <p:cond delay="0"/>
                                  </p:stCondLst>
                                  <p:childTnLst>
                                    <p:set>
                                      <p:cBhvr>
                                        <p:cTn id="1228" dur="1" fill="hold">
                                          <p:stCondLst>
                                            <p:cond delay="0"/>
                                          </p:stCondLst>
                                        </p:cTn>
                                        <p:tgtEl>
                                          <p:spTgt spid="667"/>
                                        </p:tgtEl>
                                        <p:attrNameLst>
                                          <p:attrName>style.visibility</p:attrName>
                                        </p:attrNameLst>
                                      </p:cBhvr>
                                      <p:to>
                                        <p:strVal val="visible"/>
                                      </p:to>
                                    </p:set>
                                  </p:childTnLst>
                                </p:cTn>
                              </p:par>
                              <p:par>
                                <p:cTn id="1229" presetID="1" presetClass="entr" presetSubtype="0" fill="hold" grpId="0" nodeType="withEffect">
                                  <p:stCondLst>
                                    <p:cond delay="0"/>
                                  </p:stCondLst>
                                  <p:childTnLst>
                                    <p:set>
                                      <p:cBhvr>
                                        <p:cTn id="1230" dur="1" fill="hold">
                                          <p:stCondLst>
                                            <p:cond delay="0"/>
                                          </p:stCondLst>
                                        </p:cTn>
                                        <p:tgtEl>
                                          <p:spTgt spid="668"/>
                                        </p:tgtEl>
                                        <p:attrNameLst>
                                          <p:attrName>style.visibility</p:attrName>
                                        </p:attrNameLst>
                                      </p:cBhvr>
                                      <p:to>
                                        <p:strVal val="visible"/>
                                      </p:to>
                                    </p:set>
                                  </p:childTnLst>
                                </p:cTn>
                              </p:par>
                              <p:par>
                                <p:cTn id="1231" presetID="1" presetClass="entr" presetSubtype="0" fill="hold" grpId="0" nodeType="withEffect">
                                  <p:stCondLst>
                                    <p:cond delay="0"/>
                                  </p:stCondLst>
                                  <p:childTnLst>
                                    <p:set>
                                      <p:cBhvr>
                                        <p:cTn id="1232" dur="1" fill="hold">
                                          <p:stCondLst>
                                            <p:cond delay="0"/>
                                          </p:stCondLst>
                                        </p:cTn>
                                        <p:tgtEl>
                                          <p:spTgt spid="669"/>
                                        </p:tgtEl>
                                        <p:attrNameLst>
                                          <p:attrName>style.visibility</p:attrName>
                                        </p:attrNameLst>
                                      </p:cBhvr>
                                      <p:to>
                                        <p:strVal val="visible"/>
                                      </p:to>
                                    </p:set>
                                  </p:childTnLst>
                                </p:cTn>
                              </p:par>
                              <p:par>
                                <p:cTn id="1233" presetID="1" presetClass="entr" presetSubtype="0" fill="hold" grpId="0" nodeType="withEffect">
                                  <p:stCondLst>
                                    <p:cond delay="0"/>
                                  </p:stCondLst>
                                  <p:childTnLst>
                                    <p:set>
                                      <p:cBhvr>
                                        <p:cTn id="1234" dur="1" fill="hold">
                                          <p:stCondLst>
                                            <p:cond delay="0"/>
                                          </p:stCondLst>
                                        </p:cTn>
                                        <p:tgtEl>
                                          <p:spTgt spid="670"/>
                                        </p:tgtEl>
                                        <p:attrNameLst>
                                          <p:attrName>style.visibility</p:attrName>
                                        </p:attrNameLst>
                                      </p:cBhvr>
                                      <p:to>
                                        <p:strVal val="visible"/>
                                      </p:to>
                                    </p:set>
                                  </p:childTnLst>
                                </p:cTn>
                              </p:par>
                              <p:par>
                                <p:cTn id="1235" presetID="1" presetClass="entr" presetSubtype="0" fill="hold" grpId="0" nodeType="withEffect">
                                  <p:stCondLst>
                                    <p:cond delay="0"/>
                                  </p:stCondLst>
                                  <p:childTnLst>
                                    <p:set>
                                      <p:cBhvr>
                                        <p:cTn id="1236" dur="1" fill="hold">
                                          <p:stCondLst>
                                            <p:cond delay="0"/>
                                          </p:stCondLst>
                                        </p:cTn>
                                        <p:tgtEl>
                                          <p:spTgt spid="671"/>
                                        </p:tgtEl>
                                        <p:attrNameLst>
                                          <p:attrName>style.visibility</p:attrName>
                                        </p:attrNameLst>
                                      </p:cBhvr>
                                      <p:to>
                                        <p:strVal val="visible"/>
                                      </p:to>
                                    </p:set>
                                  </p:childTnLst>
                                </p:cTn>
                              </p:par>
                              <p:par>
                                <p:cTn id="1237" presetID="1" presetClass="entr" presetSubtype="0" fill="hold" grpId="0" nodeType="withEffect">
                                  <p:stCondLst>
                                    <p:cond delay="0"/>
                                  </p:stCondLst>
                                  <p:childTnLst>
                                    <p:set>
                                      <p:cBhvr>
                                        <p:cTn id="1238" dur="1" fill="hold">
                                          <p:stCondLst>
                                            <p:cond delay="0"/>
                                          </p:stCondLst>
                                        </p:cTn>
                                        <p:tgtEl>
                                          <p:spTgt spid="672"/>
                                        </p:tgtEl>
                                        <p:attrNameLst>
                                          <p:attrName>style.visibility</p:attrName>
                                        </p:attrNameLst>
                                      </p:cBhvr>
                                      <p:to>
                                        <p:strVal val="visible"/>
                                      </p:to>
                                    </p:set>
                                  </p:childTnLst>
                                </p:cTn>
                              </p:par>
                              <p:par>
                                <p:cTn id="1239" presetID="1" presetClass="entr" presetSubtype="0" fill="hold" grpId="0" nodeType="withEffect">
                                  <p:stCondLst>
                                    <p:cond delay="0"/>
                                  </p:stCondLst>
                                  <p:childTnLst>
                                    <p:set>
                                      <p:cBhvr>
                                        <p:cTn id="1240" dur="1" fill="hold">
                                          <p:stCondLst>
                                            <p:cond delay="0"/>
                                          </p:stCondLst>
                                        </p:cTn>
                                        <p:tgtEl>
                                          <p:spTgt spid="673"/>
                                        </p:tgtEl>
                                        <p:attrNameLst>
                                          <p:attrName>style.visibility</p:attrName>
                                        </p:attrNameLst>
                                      </p:cBhvr>
                                      <p:to>
                                        <p:strVal val="visible"/>
                                      </p:to>
                                    </p:set>
                                  </p:childTnLst>
                                </p:cTn>
                              </p:par>
                              <p:par>
                                <p:cTn id="1241" presetID="1" presetClass="entr" presetSubtype="0" fill="hold" grpId="0" nodeType="withEffect">
                                  <p:stCondLst>
                                    <p:cond delay="0"/>
                                  </p:stCondLst>
                                  <p:childTnLst>
                                    <p:set>
                                      <p:cBhvr>
                                        <p:cTn id="1242" dur="1" fill="hold">
                                          <p:stCondLst>
                                            <p:cond delay="0"/>
                                          </p:stCondLst>
                                        </p:cTn>
                                        <p:tgtEl>
                                          <p:spTgt spid="674"/>
                                        </p:tgtEl>
                                        <p:attrNameLst>
                                          <p:attrName>style.visibility</p:attrName>
                                        </p:attrNameLst>
                                      </p:cBhvr>
                                      <p:to>
                                        <p:strVal val="visible"/>
                                      </p:to>
                                    </p:set>
                                  </p:childTnLst>
                                </p:cTn>
                              </p:par>
                              <p:par>
                                <p:cTn id="1243" presetID="1" presetClass="entr" presetSubtype="0" fill="hold" grpId="0" nodeType="withEffect">
                                  <p:stCondLst>
                                    <p:cond delay="0"/>
                                  </p:stCondLst>
                                  <p:childTnLst>
                                    <p:set>
                                      <p:cBhvr>
                                        <p:cTn id="1244" dur="1" fill="hold">
                                          <p:stCondLst>
                                            <p:cond delay="0"/>
                                          </p:stCondLst>
                                        </p:cTn>
                                        <p:tgtEl>
                                          <p:spTgt spid="675"/>
                                        </p:tgtEl>
                                        <p:attrNameLst>
                                          <p:attrName>style.visibility</p:attrName>
                                        </p:attrNameLst>
                                      </p:cBhvr>
                                      <p:to>
                                        <p:strVal val="visible"/>
                                      </p:to>
                                    </p:set>
                                  </p:childTnLst>
                                </p:cTn>
                              </p:par>
                              <p:par>
                                <p:cTn id="1245" presetID="1" presetClass="entr" presetSubtype="0" fill="hold" grpId="0" nodeType="withEffect">
                                  <p:stCondLst>
                                    <p:cond delay="0"/>
                                  </p:stCondLst>
                                  <p:childTnLst>
                                    <p:set>
                                      <p:cBhvr>
                                        <p:cTn id="1246" dur="1" fill="hold">
                                          <p:stCondLst>
                                            <p:cond delay="0"/>
                                          </p:stCondLst>
                                        </p:cTn>
                                        <p:tgtEl>
                                          <p:spTgt spid="676"/>
                                        </p:tgtEl>
                                        <p:attrNameLst>
                                          <p:attrName>style.visibility</p:attrName>
                                        </p:attrNameLst>
                                      </p:cBhvr>
                                      <p:to>
                                        <p:strVal val="visible"/>
                                      </p:to>
                                    </p:set>
                                  </p:childTnLst>
                                </p:cTn>
                              </p:par>
                              <p:par>
                                <p:cTn id="1247" presetID="1" presetClass="entr" presetSubtype="0" fill="hold" grpId="0" nodeType="withEffect">
                                  <p:stCondLst>
                                    <p:cond delay="0"/>
                                  </p:stCondLst>
                                  <p:childTnLst>
                                    <p:set>
                                      <p:cBhvr>
                                        <p:cTn id="1248" dur="1" fill="hold">
                                          <p:stCondLst>
                                            <p:cond delay="0"/>
                                          </p:stCondLst>
                                        </p:cTn>
                                        <p:tgtEl>
                                          <p:spTgt spid="677"/>
                                        </p:tgtEl>
                                        <p:attrNameLst>
                                          <p:attrName>style.visibility</p:attrName>
                                        </p:attrNameLst>
                                      </p:cBhvr>
                                      <p:to>
                                        <p:strVal val="visible"/>
                                      </p:to>
                                    </p:set>
                                  </p:childTnLst>
                                </p:cTn>
                              </p:par>
                              <p:par>
                                <p:cTn id="1249" presetID="1" presetClass="entr" presetSubtype="0" fill="hold" grpId="0" nodeType="withEffect">
                                  <p:stCondLst>
                                    <p:cond delay="0"/>
                                  </p:stCondLst>
                                  <p:childTnLst>
                                    <p:set>
                                      <p:cBhvr>
                                        <p:cTn id="1250" dur="1" fill="hold">
                                          <p:stCondLst>
                                            <p:cond delay="0"/>
                                          </p:stCondLst>
                                        </p:cTn>
                                        <p:tgtEl>
                                          <p:spTgt spid="678"/>
                                        </p:tgtEl>
                                        <p:attrNameLst>
                                          <p:attrName>style.visibility</p:attrName>
                                        </p:attrNameLst>
                                      </p:cBhvr>
                                      <p:to>
                                        <p:strVal val="visible"/>
                                      </p:to>
                                    </p:set>
                                  </p:childTnLst>
                                </p:cTn>
                              </p:par>
                              <p:par>
                                <p:cTn id="1251" presetID="1" presetClass="entr" presetSubtype="0" fill="hold" grpId="0" nodeType="withEffect">
                                  <p:stCondLst>
                                    <p:cond delay="0"/>
                                  </p:stCondLst>
                                  <p:childTnLst>
                                    <p:set>
                                      <p:cBhvr>
                                        <p:cTn id="1252" dur="1" fill="hold">
                                          <p:stCondLst>
                                            <p:cond delay="0"/>
                                          </p:stCondLst>
                                        </p:cTn>
                                        <p:tgtEl>
                                          <p:spTgt spid="679"/>
                                        </p:tgtEl>
                                        <p:attrNameLst>
                                          <p:attrName>style.visibility</p:attrName>
                                        </p:attrNameLst>
                                      </p:cBhvr>
                                      <p:to>
                                        <p:strVal val="visible"/>
                                      </p:to>
                                    </p:set>
                                  </p:childTnLst>
                                </p:cTn>
                              </p:par>
                            </p:childTnLst>
                          </p:cTn>
                        </p:par>
                      </p:childTnLst>
                    </p:cTn>
                  </p:par>
                  <p:par>
                    <p:cTn id="1253" fill="hold">
                      <p:stCondLst>
                        <p:cond delay="indefinite"/>
                      </p:stCondLst>
                      <p:childTnLst>
                        <p:par>
                          <p:cTn id="1254" fill="hold">
                            <p:stCondLst>
                              <p:cond delay="0"/>
                            </p:stCondLst>
                            <p:childTnLst>
                              <p:par>
                                <p:cTn id="1255" presetID="1" presetClass="entr" presetSubtype="0" fill="hold" grpId="0" nodeType="clickEffect">
                                  <p:stCondLst>
                                    <p:cond delay="0"/>
                                  </p:stCondLst>
                                  <p:childTnLst>
                                    <p:set>
                                      <p:cBhvr>
                                        <p:cTn id="1256" dur="1" fill="hold">
                                          <p:stCondLst>
                                            <p:cond delay="0"/>
                                          </p:stCondLst>
                                        </p:cTn>
                                        <p:tgtEl>
                                          <p:spTgt spid="680"/>
                                        </p:tgtEl>
                                        <p:attrNameLst>
                                          <p:attrName>style.visibility</p:attrName>
                                        </p:attrNameLst>
                                      </p:cBhvr>
                                      <p:to>
                                        <p:strVal val="visible"/>
                                      </p:to>
                                    </p:set>
                                  </p:childTnLst>
                                </p:cTn>
                              </p:par>
                              <p:par>
                                <p:cTn id="1257" presetID="1" presetClass="entr" presetSubtype="0" fill="hold" grpId="0" nodeType="withEffect">
                                  <p:stCondLst>
                                    <p:cond delay="0"/>
                                  </p:stCondLst>
                                  <p:childTnLst>
                                    <p:set>
                                      <p:cBhvr>
                                        <p:cTn id="1258" dur="1" fill="hold">
                                          <p:stCondLst>
                                            <p:cond delay="0"/>
                                          </p:stCondLst>
                                        </p:cTn>
                                        <p:tgtEl>
                                          <p:spTgt spid="681"/>
                                        </p:tgtEl>
                                        <p:attrNameLst>
                                          <p:attrName>style.visibility</p:attrName>
                                        </p:attrNameLst>
                                      </p:cBhvr>
                                      <p:to>
                                        <p:strVal val="visible"/>
                                      </p:to>
                                    </p:set>
                                  </p:childTnLst>
                                </p:cTn>
                              </p:par>
                              <p:par>
                                <p:cTn id="1259" presetID="1" presetClass="entr" presetSubtype="0" fill="hold" grpId="0" nodeType="withEffect">
                                  <p:stCondLst>
                                    <p:cond delay="0"/>
                                  </p:stCondLst>
                                  <p:childTnLst>
                                    <p:set>
                                      <p:cBhvr>
                                        <p:cTn id="1260" dur="1" fill="hold">
                                          <p:stCondLst>
                                            <p:cond delay="0"/>
                                          </p:stCondLst>
                                        </p:cTn>
                                        <p:tgtEl>
                                          <p:spTgt spid="682"/>
                                        </p:tgtEl>
                                        <p:attrNameLst>
                                          <p:attrName>style.visibility</p:attrName>
                                        </p:attrNameLst>
                                      </p:cBhvr>
                                      <p:to>
                                        <p:strVal val="visible"/>
                                      </p:to>
                                    </p:set>
                                  </p:childTnLst>
                                </p:cTn>
                              </p:par>
                              <p:par>
                                <p:cTn id="1261" presetID="1" presetClass="entr" presetSubtype="0" fill="hold" grpId="0" nodeType="withEffect">
                                  <p:stCondLst>
                                    <p:cond delay="0"/>
                                  </p:stCondLst>
                                  <p:childTnLst>
                                    <p:set>
                                      <p:cBhvr>
                                        <p:cTn id="1262" dur="1" fill="hold">
                                          <p:stCondLst>
                                            <p:cond delay="0"/>
                                          </p:stCondLst>
                                        </p:cTn>
                                        <p:tgtEl>
                                          <p:spTgt spid="683"/>
                                        </p:tgtEl>
                                        <p:attrNameLst>
                                          <p:attrName>style.visibility</p:attrName>
                                        </p:attrNameLst>
                                      </p:cBhvr>
                                      <p:to>
                                        <p:strVal val="visible"/>
                                      </p:to>
                                    </p:set>
                                  </p:childTnLst>
                                </p:cTn>
                              </p:par>
                              <p:par>
                                <p:cTn id="1263" presetID="1" presetClass="entr" presetSubtype="0" fill="hold" grpId="0" nodeType="withEffect">
                                  <p:stCondLst>
                                    <p:cond delay="0"/>
                                  </p:stCondLst>
                                  <p:childTnLst>
                                    <p:set>
                                      <p:cBhvr>
                                        <p:cTn id="1264" dur="1" fill="hold">
                                          <p:stCondLst>
                                            <p:cond delay="0"/>
                                          </p:stCondLst>
                                        </p:cTn>
                                        <p:tgtEl>
                                          <p:spTgt spid="684"/>
                                        </p:tgtEl>
                                        <p:attrNameLst>
                                          <p:attrName>style.visibility</p:attrName>
                                        </p:attrNameLst>
                                      </p:cBhvr>
                                      <p:to>
                                        <p:strVal val="visible"/>
                                      </p:to>
                                    </p:set>
                                  </p:childTnLst>
                                </p:cTn>
                              </p:par>
                              <p:par>
                                <p:cTn id="1265" presetID="1" presetClass="entr" presetSubtype="0" fill="hold" grpId="0" nodeType="withEffect">
                                  <p:stCondLst>
                                    <p:cond delay="0"/>
                                  </p:stCondLst>
                                  <p:childTnLst>
                                    <p:set>
                                      <p:cBhvr>
                                        <p:cTn id="1266" dur="1" fill="hold">
                                          <p:stCondLst>
                                            <p:cond delay="0"/>
                                          </p:stCondLst>
                                        </p:cTn>
                                        <p:tgtEl>
                                          <p:spTgt spid="685"/>
                                        </p:tgtEl>
                                        <p:attrNameLst>
                                          <p:attrName>style.visibility</p:attrName>
                                        </p:attrNameLst>
                                      </p:cBhvr>
                                      <p:to>
                                        <p:strVal val="visible"/>
                                      </p:to>
                                    </p:set>
                                  </p:childTnLst>
                                </p:cTn>
                              </p:par>
                              <p:par>
                                <p:cTn id="1267" presetID="1" presetClass="entr" presetSubtype="0" fill="hold" grpId="0" nodeType="withEffect">
                                  <p:stCondLst>
                                    <p:cond delay="0"/>
                                  </p:stCondLst>
                                  <p:childTnLst>
                                    <p:set>
                                      <p:cBhvr>
                                        <p:cTn id="1268" dur="1" fill="hold">
                                          <p:stCondLst>
                                            <p:cond delay="0"/>
                                          </p:stCondLst>
                                        </p:cTn>
                                        <p:tgtEl>
                                          <p:spTgt spid="686"/>
                                        </p:tgtEl>
                                        <p:attrNameLst>
                                          <p:attrName>style.visibility</p:attrName>
                                        </p:attrNameLst>
                                      </p:cBhvr>
                                      <p:to>
                                        <p:strVal val="visible"/>
                                      </p:to>
                                    </p:set>
                                  </p:childTnLst>
                                </p:cTn>
                              </p:par>
                              <p:par>
                                <p:cTn id="1269" presetID="1" presetClass="entr" presetSubtype="0" fill="hold" grpId="0" nodeType="withEffect">
                                  <p:stCondLst>
                                    <p:cond delay="0"/>
                                  </p:stCondLst>
                                  <p:childTnLst>
                                    <p:set>
                                      <p:cBhvr>
                                        <p:cTn id="1270" dur="1" fill="hold">
                                          <p:stCondLst>
                                            <p:cond delay="0"/>
                                          </p:stCondLst>
                                        </p:cTn>
                                        <p:tgtEl>
                                          <p:spTgt spid="687"/>
                                        </p:tgtEl>
                                        <p:attrNameLst>
                                          <p:attrName>style.visibility</p:attrName>
                                        </p:attrNameLst>
                                      </p:cBhvr>
                                      <p:to>
                                        <p:strVal val="visible"/>
                                      </p:to>
                                    </p:set>
                                  </p:childTnLst>
                                </p:cTn>
                              </p:par>
                              <p:par>
                                <p:cTn id="1271" presetID="1" presetClass="entr" presetSubtype="0" fill="hold" grpId="0" nodeType="withEffect">
                                  <p:stCondLst>
                                    <p:cond delay="0"/>
                                  </p:stCondLst>
                                  <p:childTnLst>
                                    <p:set>
                                      <p:cBhvr>
                                        <p:cTn id="1272" dur="1" fill="hold">
                                          <p:stCondLst>
                                            <p:cond delay="0"/>
                                          </p:stCondLst>
                                        </p:cTn>
                                        <p:tgtEl>
                                          <p:spTgt spid="688"/>
                                        </p:tgtEl>
                                        <p:attrNameLst>
                                          <p:attrName>style.visibility</p:attrName>
                                        </p:attrNameLst>
                                      </p:cBhvr>
                                      <p:to>
                                        <p:strVal val="visible"/>
                                      </p:to>
                                    </p:set>
                                  </p:childTnLst>
                                </p:cTn>
                              </p:par>
                              <p:par>
                                <p:cTn id="1273" presetID="1" presetClass="entr" presetSubtype="0" fill="hold" grpId="0" nodeType="withEffect">
                                  <p:stCondLst>
                                    <p:cond delay="0"/>
                                  </p:stCondLst>
                                  <p:childTnLst>
                                    <p:set>
                                      <p:cBhvr>
                                        <p:cTn id="1274" dur="1" fill="hold">
                                          <p:stCondLst>
                                            <p:cond delay="0"/>
                                          </p:stCondLst>
                                        </p:cTn>
                                        <p:tgtEl>
                                          <p:spTgt spid="689"/>
                                        </p:tgtEl>
                                        <p:attrNameLst>
                                          <p:attrName>style.visibility</p:attrName>
                                        </p:attrNameLst>
                                      </p:cBhvr>
                                      <p:to>
                                        <p:strVal val="visible"/>
                                      </p:to>
                                    </p:set>
                                  </p:childTnLst>
                                </p:cTn>
                              </p:par>
                              <p:par>
                                <p:cTn id="1275" presetID="1" presetClass="entr" presetSubtype="0" fill="hold" grpId="0" nodeType="withEffect">
                                  <p:stCondLst>
                                    <p:cond delay="0"/>
                                  </p:stCondLst>
                                  <p:childTnLst>
                                    <p:set>
                                      <p:cBhvr>
                                        <p:cTn id="1276" dur="1" fill="hold">
                                          <p:stCondLst>
                                            <p:cond delay="0"/>
                                          </p:stCondLst>
                                        </p:cTn>
                                        <p:tgtEl>
                                          <p:spTgt spid="690"/>
                                        </p:tgtEl>
                                        <p:attrNameLst>
                                          <p:attrName>style.visibility</p:attrName>
                                        </p:attrNameLst>
                                      </p:cBhvr>
                                      <p:to>
                                        <p:strVal val="visible"/>
                                      </p:to>
                                    </p:set>
                                  </p:childTnLst>
                                </p:cTn>
                              </p:par>
                              <p:par>
                                <p:cTn id="1277" presetID="1" presetClass="entr" presetSubtype="0" fill="hold" grpId="0" nodeType="withEffect">
                                  <p:stCondLst>
                                    <p:cond delay="0"/>
                                  </p:stCondLst>
                                  <p:childTnLst>
                                    <p:set>
                                      <p:cBhvr>
                                        <p:cTn id="1278" dur="1" fill="hold">
                                          <p:stCondLst>
                                            <p:cond delay="0"/>
                                          </p:stCondLst>
                                        </p:cTn>
                                        <p:tgtEl>
                                          <p:spTgt spid="691"/>
                                        </p:tgtEl>
                                        <p:attrNameLst>
                                          <p:attrName>style.visibility</p:attrName>
                                        </p:attrNameLst>
                                      </p:cBhvr>
                                      <p:to>
                                        <p:strVal val="visible"/>
                                      </p:to>
                                    </p:set>
                                  </p:childTnLst>
                                </p:cTn>
                              </p:par>
                              <p:par>
                                <p:cTn id="1279" presetID="1" presetClass="entr" presetSubtype="0" fill="hold" grpId="0" nodeType="withEffect">
                                  <p:stCondLst>
                                    <p:cond delay="0"/>
                                  </p:stCondLst>
                                  <p:childTnLst>
                                    <p:set>
                                      <p:cBhvr>
                                        <p:cTn id="1280" dur="1" fill="hold">
                                          <p:stCondLst>
                                            <p:cond delay="0"/>
                                          </p:stCondLst>
                                        </p:cTn>
                                        <p:tgtEl>
                                          <p:spTgt spid="692"/>
                                        </p:tgtEl>
                                        <p:attrNameLst>
                                          <p:attrName>style.visibility</p:attrName>
                                        </p:attrNameLst>
                                      </p:cBhvr>
                                      <p:to>
                                        <p:strVal val="visible"/>
                                      </p:to>
                                    </p:set>
                                  </p:childTnLst>
                                </p:cTn>
                              </p:par>
                              <p:par>
                                <p:cTn id="1281" presetID="1" presetClass="entr" presetSubtype="0" fill="hold" grpId="0" nodeType="withEffect">
                                  <p:stCondLst>
                                    <p:cond delay="0"/>
                                  </p:stCondLst>
                                  <p:childTnLst>
                                    <p:set>
                                      <p:cBhvr>
                                        <p:cTn id="1282" dur="1" fill="hold">
                                          <p:stCondLst>
                                            <p:cond delay="0"/>
                                          </p:stCondLst>
                                        </p:cTn>
                                        <p:tgtEl>
                                          <p:spTgt spid="693"/>
                                        </p:tgtEl>
                                        <p:attrNameLst>
                                          <p:attrName>style.visibility</p:attrName>
                                        </p:attrNameLst>
                                      </p:cBhvr>
                                      <p:to>
                                        <p:strVal val="visible"/>
                                      </p:to>
                                    </p:set>
                                  </p:childTnLst>
                                </p:cTn>
                              </p:par>
                              <p:par>
                                <p:cTn id="1283" presetID="1" presetClass="entr" presetSubtype="0" fill="hold" grpId="0" nodeType="withEffect">
                                  <p:stCondLst>
                                    <p:cond delay="0"/>
                                  </p:stCondLst>
                                  <p:childTnLst>
                                    <p:set>
                                      <p:cBhvr>
                                        <p:cTn id="1284" dur="1" fill="hold">
                                          <p:stCondLst>
                                            <p:cond delay="0"/>
                                          </p:stCondLst>
                                        </p:cTn>
                                        <p:tgtEl>
                                          <p:spTgt spid="694"/>
                                        </p:tgtEl>
                                        <p:attrNameLst>
                                          <p:attrName>style.visibility</p:attrName>
                                        </p:attrNameLst>
                                      </p:cBhvr>
                                      <p:to>
                                        <p:strVal val="visible"/>
                                      </p:to>
                                    </p:set>
                                  </p:childTnLst>
                                </p:cTn>
                              </p:par>
                              <p:par>
                                <p:cTn id="1285" presetID="1" presetClass="entr" presetSubtype="0" fill="hold" grpId="0" nodeType="withEffect">
                                  <p:stCondLst>
                                    <p:cond delay="0"/>
                                  </p:stCondLst>
                                  <p:childTnLst>
                                    <p:set>
                                      <p:cBhvr>
                                        <p:cTn id="1286" dur="1" fill="hold">
                                          <p:stCondLst>
                                            <p:cond delay="0"/>
                                          </p:stCondLst>
                                        </p:cTn>
                                        <p:tgtEl>
                                          <p:spTgt spid="695"/>
                                        </p:tgtEl>
                                        <p:attrNameLst>
                                          <p:attrName>style.visibility</p:attrName>
                                        </p:attrNameLst>
                                      </p:cBhvr>
                                      <p:to>
                                        <p:strVal val="visible"/>
                                      </p:to>
                                    </p:set>
                                  </p:childTnLst>
                                </p:cTn>
                              </p:par>
                              <p:par>
                                <p:cTn id="1287" presetID="1" presetClass="entr" presetSubtype="0" fill="hold" grpId="0" nodeType="withEffect">
                                  <p:stCondLst>
                                    <p:cond delay="0"/>
                                  </p:stCondLst>
                                  <p:childTnLst>
                                    <p:set>
                                      <p:cBhvr>
                                        <p:cTn id="1288" dur="1" fill="hold">
                                          <p:stCondLst>
                                            <p:cond delay="0"/>
                                          </p:stCondLst>
                                        </p:cTn>
                                        <p:tgtEl>
                                          <p:spTgt spid="696"/>
                                        </p:tgtEl>
                                        <p:attrNameLst>
                                          <p:attrName>style.visibility</p:attrName>
                                        </p:attrNameLst>
                                      </p:cBhvr>
                                      <p:to>
                                        <p:strVal val="visible"/>
                                      </p:to>
                                    </p:set>
                                  </p:childTnLst>
                                </p:cTn>
                              </p:par>
                              <p:par>
                                <p:cTn id="1289" presetID="1" presetClass="entr" presetSubtype="0" fill="hold" grpId="0" nodeType="withEffect">
                                  <p:stCondLst>
                                    <p:cond delay="0"/>
                                  </p:stCondLst>
                                  <p:childTnLst>
                                    <p:set>
                                      <p:cBhvr>
                                        <p:cTn id="1290" dur="1" fill="hold">
                                          <p:stCondLst>
                                            <p:cond delay="0"/>
                                          </p:stCondLst>
                                        </p:cTn>
                                        <p:tgtEl>
                                          <p:spTgt spid="697"/>
                                        </p:tgtEl>
                                        <p:attrNameLst>
                                          <p:attrName>style.visibility</p:attrName>
                                        </p:attrNameLst>
                                      </p:cBhvr>
                                      <p:to>
                                        <p:strVal val="visible"/>
                                      </p:to>
                                    </p:set>
                                  </p:childTnLst>
                                </p:cTn>
                              </p:par>
                              <p:par>
                                <p:cTn id="1291" presetID="1" presetClass="entr" presetSubtype="0" fill="hold" grpId="0" nodeType="withEffect">
                                  <p:stCondLst>
                                    <p:cond delay="0"/>
                                  </p:stCondLst>
                                  <p:childTnLst>
                                    <p:set>
                                      <p:cBhvr>
                                        <p:cTn id="1292" dur="1" fill="hold">
                                          <p:stCondLst>
                                            <p:cond delay="0"/>
                                          </p:stCondLst>
                                        </p:cTn>
                                        <p:tgtEl>
                                          <p:spTgt spid="698"/>
                                        </p:tgtEl>
                                        <p:attrNameLst>
                                          <p:attrName>style.visibility</p:attrName>
                                        </p:attrNameLst>
                                      </p:cBhvr>
                                      <p:to>
                                        <p:strVal val="visible"/>
                                      </p:to>
                                    </p:set>
                                  </p:childTnLst>
                                </p:cTn>
                              </p:par>
                              <p:par>
                                <p:cTn id="1293" presetID="1" presetClass="entr" presetSubtype="0" fill="hold" grpId="0" nodeType="withEffect">
                                  <p:stCondLst>
                                    <p:cond delay="0"/>
                                  </p:stCondLst>
                                  <p:childTnLst>
                                    <p:set>
                                      <p:cBhvr>
                                        <p:cTn id="1294" dur="1" fill="hold">
                                          <p:stCondLst>
                                            <p:cond delay="0"/>
                                          </p:stCondLst>
                                        </p:cTn>
                                        <p:tgtEl>
                                          <p:spTgt spid="699"/>
                                        </p:tgtEl>
                                        <p:attrNameLst>
                                          <p:attrName>style.visibility</p:attrName>
                                        </p:attrNameLst>
                                      </p:cBhvr>
                                      <p:to>
                                        <p:strVal val="visible"/>
                                      </p:to>
                                    </p:set>
                                  </p:childTnLst>
                                </p:cTn>
                              </p:par>
                              <p:par>
                                <p:cTn id="1295" presetID="1" presetClass="entr" presetSubtype="0" fill="hold" grpId="0" nodeType="withEffect">
                                  <p:stCondLst>
                                    <p:cond delay="0"/>
                                  </p:stCondLst>
                                  <p:childTnLst>
                                    <p:set>
                                      <p:cBhvr>
                                        <p:cTn id="1296" dur="1" fill="hold">
                                          <p:stCondLst>
                                            <p:cond delay="0"/>
                                          </p:stCondLst>
                                        </p:cTn>
                                        <p:tgtEl>
                                          <p:spTgt spid="700"/>
                                        </p:tgtEl>
                                        <p:attrNameLst>
                                          <p:attrName>style.visibility</p:attrName>
                                        </p:attrNameLst>
                                      </p:cBhvr>
                                      <p:to>
                                        <p:strVal val="visible"/>
                                      </p:to>
                                    </p:set>
                                  </p:childTnLst>
                                </p:cTn>
                              </p:par>
                              <p:par>
                                <p:cTn id="1297" presetID="1" presetClass="entr" presetSubtype="0" fill="hold" grpId="0" nodeType="withEffect">
                                  <p:stCondLst>
                                    <p:cond delay="0"/>
                                  </p:stCondLst>
                                  <p:childTnLst>
                                    <p:set>
                                      <p:cBhvr>
                                        <p:cTn id="1298" dur="1" fill="hold">
                                          <p:stCondLst>
                                            <p:cond delay="0"/>
                                          </p:stCondLst>
                                        </p:cTn>
                                        <p:tgtEl>
                                          <p:spTgt spid="701"/>
                                        </p:tgtEl>
                                        <p:attrNameLst>
                                          <p:attrName>style.visibility</p:attrName>
                                        </p:attrNameLst>
                                      </p:cBhvr>
                                      <p:to>
                                        <p:strVal val="visible"/>
                                      </p:to>
                                    </p:set>
                                  </p:childTnLst>
                                </p:cTn>
                              </p:par>
                              <p:par>
                                <p:cTn id="1299" presetID="1" presetClass="entr" presetSubtype="0" fill="hold" grpId="0" nodeType="withEffect">
                                  <p:stCondLst>
                                    <p:cond delay="0"/>
                                  </p:stCondLst>
                                  <p:childTnLst>
                                    <p:set>
                                      <p:cBhvr>
                                        <p:cTn id="1300" dur="1" fill="hold">
                                          <p:stCondLst>
                                            <p:cond delay="0"/>
                                          </p:stCondLst>
                                        </p:cTn>
                                        <p:tgtEl>
                                          <p:spTgt spid="702"/>
                                        </p:tgtEl>
                                        <p:attrNameLst>
                                          <p:attrName>style.visibility</p:attrName>
                                        </p:attrNameLst>
                                      </p:cBhvr>
                                      <p:to>
                                        <p:strVal val="visible"/>
                                      </p:to>
                                    </p:set>
                                  </p:childTnLst>
                                </p:cTn>
                              </p:par>
                              <p:par>
                                <p:cTn id="1301" presetID="1" presetClass="entr" presetSubtype="0" fill="hold" grpId="0" nodeType="withEffect">
                                  <p:stCondLst>
                                    <p:cond delay="0"/>
                                  </p:stCondLst>
                                  <p:childTnLst>
                                    <p:set>
                                      <p:cBhvr>
                                        <p:cTn id="1302" dur="1" fill="hold">
                                          <p:stCondLst>
                                            <p:cond delay="0"/>
                                          </p:stCondLst>
                                        </p:cTn>
                                        <p:tgtEl>
                                          <p:spTgt spid="703"/>
                                        </p:tgtEl>
                                        <p:attrNameLst>
                                          <p:attrName>style.visibility</p:attrName>
                                        </p:attrNameLst>
                                      </p:cBhvr>
                                      <p:to>
                                        <p:strVal val="visible"/>
                                      </p:to>
                                    </p:set>
                                  </p:childTnLst>
                                </p:cTn>
                              </p:par>
                              <p:par>
                                <p:cTn id="1303" presetID="1" presetClass="entr" presetSubtype="0" fill="hold" grpId="0" nodeType="withEffect">
                                  <p:stCondLst>
                                    <p:cond delay="0"/>
                                  </p:stCondLst>
                                  <p:childTnLst>
                                    <p:set>
                                      <p:cBhvr>
                                        <p:cTn id="1304" dur="1" fill="hold">
                                          <p:stCondLst>
                                            <p:cond delay="0"/>
                                          </p:stCondLst>
                                        </p:cTn>
                                        <p:tgtEl>
                                          <p:spTgt spid="704"/>
                                        </p:tgtEl>
                                        <p:attrNameLst>
                                          <p:attrName>style.visibility</p:attrName>
                                        </p:attrNameLst>
                                      </p:cBhvr>
                                      <p:to>
                                        <p:strVal val="visible"/>
                                      </p:to>
                                    </p:set>
                                  </p:childTnLst>
                                </p:cTn>
                              </p:par>
                              <p:par>
                                <p:cTn id="1305" presetID="1" presetClass="entr" presetSubtype="0" fill="hold" grpId="0" nodeType="withEffect">
                                  <p:stCondLst>
                                    <p:cond delay="0"/>
                                  </p:stCondLst>
                                  <p:childTnLst>
                                    <p:set>
                                      <p:cBhvr>
                                        <p:cTn id="1306" dur="1" fill="hold">
                                          <p:stCondLst>
                                            <p:cond delay="0"/>
                                          </p:stCondLst>
                                        </p:cTn>
                                        <p:tgtEl>
                                          <p:spTgt spid="705"/>
                                        </p:tgtEl>
                                        <p:attrNameLst>
                                          <p:attrName>style.visibility</p:attrName>
                                        </p:attrNameLst>
                                      </p:cBhvr>
                                      <p:to>
                                        <p:strVal val="visible"/>
                                      </p:to>
                                    </p:set>
                                  </p:childTnLst>
                                </p:cTn>
                              </p:par>
                              <p:par>
                                <p:cTn id="1307" presetID="1" presetClass="entr" presetSubtype="0" fill="hold" grpId="0" nodeType="withEffect">
                                  <p:stCondLst>
                                    <p:cond delay="0"/>
                                  </p:stCondLst>
                                  <p:childTnLst>
                                    <p:set>
                                      <p:cBhvr>
                                        <p:cTn id="1308" dur="1" fill="hold">
                                          <p:stCondLst>
                                            <p:cond delay="0"/>
                                          </p:stCondLst>
                                        </p:cTn>
                                        <p:tgtEl>
                                          <p:spTgt spid="706"/>
                                        </p:tgtEl>
                                        <p:attrNameLst>
                                          <p:attrName>style.visibility</p:attrName>
                                        </p:attrNameLst>
                                      </p:cBhvr>
                                      <p:to>
                                        <p:strVal val="visible"/>
                                      </p:to>
                                    </p:set>
                                  </p:childTnLst>
                                </p:cTn>
                              </p:par>
                              <p:par>
                                <p:cTn id="1309" presetID="1" presetClass="entr" presetSubtype="0" fill="hold" grpId="0" nodeType="withEffect">
                                  <p:stCondLst>
                                    <p:cond delay="0"/>
                                  </p:stCondLst>
                                  <p:childTnLst>
                                    <p:set>
                                      <p:cBhvr>
                                        <p:cTn id="1310" dur="1" fill="hold">
                                          <p:stCondLst>
                                            <p:cond delay="0"/>
                                          </p:stCondLst>
                                        </p:cTn>
                                        <p:tgtEl>
                                          <p:spTgt spid="707"/>
                                        </p:tgtEl>
                                        <p:attrNameLst>
                                          <p:attrName>style.visibility</p:attrName>
                                        </p:attrNameLst>
                                      </p:cBhvr>
                                      <p:to>
                                        <p:strVal val="visible"/>
                                      </p:to>
                                    </p:set>
                                  </p:childTnLst>
                                </p:cTn>
                              </p:par>
                              <p:par>
                                <p:cTn id="1311" presetID="1" presetClass="entr" presetSubtype="0" fill="hold" grpId="0" nodeType="withEffect">
                                  <p:stCondLst>
                                    <p:cond delay="0"/>
                                  </p:stCondLst>
                                  <p:childTnLst>
                                    <p:set>
                                      <p:cBhvr>
                                        <p:cTn id="1312" dur="1" fill="hold">
                                          <p:stCondLst>
                                            <p:cond delay="0"/>
                                          </p:stCondLst>
                                        </p:cTn>
                                        <p:tgtEl>
                                          <p:spTgt spid="708"/>
                                        </p:tgtEl>
                                        <p:attrNameLst>
                                          <p:attrName>style.visibility</p:attrName>
                                        </p:attrNameLst>
                                      </p:cBhvr>
                                      <p:to>
                                        <p:strVal val="visible"/>
                                      </p:to>
                                    </p:set>
                                  </p:childTnLst>
                                </p:cTn>
                              </p:par>
                              <p:par>
                                <p:cTn id="1313" presetID="1" presetClass="entr" presetSubtype="0" fill="hold" grpId="0" nodeType="withEffect">
                                  <p:stCondLst>
                                    <p:cond delay="0"/>
                                  </p:stCondLst>
                                  <p:childTnLst>
                                    <p:set>
                                      <p:cBhvr>
                                        <p:cTn id="1314" dur="1" fill="hold">
                                          <p:stCondLst>
                                            <p:cond delay="0"/>
                                          </p:stCondLst>
                                        </p:cTn>
                                        <p:tgtEl>
                                          <p:spTgt spid="709"/>
                                        </p:tgtEl>
                                        <p:attrNameLst>
                                          <p:attrName>style.visibility</p:attrName>
                                        </p:attrNameLst>
                                      </p:cBhvr>
                                      <p:to>
                                        <p:strVal val="visible"/>
                                      </p:to>
                                    </p:set>
                                  </p:childTnLst>
                                </p:cTn>
                              </p:par>
                              <p:par>
                                <p:cTn id="1315" presetID="1" presetClass="entr" presetSubtype="0" fill="hold" grpId="0" nodeType="withEffect">
                                  <p:stCondLst>
                                    <p:cond delay="0"/>
                                  </p:stCondLst>
                                  <p:childTnLst>
                                    <p:set>
                                      <p:cBhvr>
                                        <p:cTn id="1316" dur="1" fill="hold">
                                          <p:stCondLst>
                                            <p:cond delay="0"/>
                                          </p:stCondLst>
                                        </p:cTn>
                                        <p:tgtEl>
                                          <p:spTgt spid="710"/>
                                        </p:tgtEl>
                                        <p:attrNameLst>
                                          <p:attrName>style.visibility</p:attrName>
                                        </p:attrNameLst>
                                      </p:cBhvr>
                                      <p:to>
                                        <p:strVal val="visible"/>
                                      </p:to>
                                    </p:set>
                                  </p:childTnLst>
                                </p:cTn>
                              </p:par>
                              <p:par>
                                <p:cTn id="1317" presetID="1" presetClass="entr" presetSubtype="0" fill="hold" grpId="0" nodeType="withEffect">
                                  <p:stCondLst>
                                    <p:cond delay="0"/>
                                  </p:stCondLst>
                                  <p:childTnLst>
                                    <p:set>
                                      <p:cBhvr>
                                        <p:cTn id="1318" dur="1" fill="hold">
                                          <p:stCondLst>
                                            <p:cond delay="0"/>
                                          </p:stCondLst>
                                        </p:cTn>
                                        <p:tgtEl>
                                          <p:spTgt spid="711"/>
                                        </p:tgtEl>
                                        <p:attrNameLst>
                                          <p:attrName>style.visibility</p:attrName>
                                        </p:attrNameLst>
                                      </p:cBhvr>
                                      <p:to>
                                        <p:strVal val="visible"/>
                                      </p:to>
                                    </p:set>
                                  </p:childTnLst>
                                </p:cTn>
                              </p:par>
                              <p:par>
                                <p:cTn id="1319" presetID="1" presetClass="entr" presetSubtype="0" fill="hold" grpId="0" nodeType="withEffect">
                                  <p:stCondLst>
                                    <p:cond delay="0"/>
                                  </p:stCondLst>
                                  <p:childTnLst>
                                    <p:set>
                                      <p:cBhvr>
                                        <p:cTn id="1320" dur="1" fill="hold">
                                          <p:stCondLst>
                                            <p:cond delay="0"/>
                                          </p:stCondLst>
                                        </p:cTn>
                                        <p:tgtEl>
                                          <p:spTgt spid="712"/>
                                        </p:tgtEl>
                                        <p:attrNameLst>
                                          <p:attrName>style.visibility</p:attrName>
                                        </p:attrNameLst>
                                      </p:cBhvr>
                                      <p:to>
                                        <p:strVal val="visible"/>
                                      </p:to>
                                    </p:set>
                                  </p:childTnLst>
                                </p:cTn>
                              </p:par>
                              <p:par>
                                <p:cTn id="1321" presetID="1" presetClass="entr" presetSubtype="0" fill="hold" grpId="0" nodeType="withEffect">
                                  <p:stCondLst>
                                    <p:cond delay="0"/>
                                  </p:stCondLst>
                                  <p:childTnLst>
                                    <p:set>
                                      <p:cBhvr>
                                        <p:cTn id="1322" dur="1" fill="hold">
                                          <p:stCondLst>
                                            <p:cond delay="0"/>
                                          </p:stCondLst>
                                        </p:cTn>
                                        <p:tgtEl>
                                          <p:spTgt spid="713"/>
                                        </p:tgtEl>
                                        <p:attrNameLst>
                                          <p:attrName>style.visibility</p:attrName>
                                        </p:attrNameLst>
                                      </p:cBhvr>
                                      <p:to>
                                        <p:strVal val="visible"/>
                                      </p:to>
                                    </p:set>
                                  </p:childTnLst>
                                </p:cTn>
                              </p:par>
                              <p:par>
                                <p:cTn id="1323" presetID="1" presetClass="entr" presetSubtype="0" fill="hold" grpId="0" nodeType="withEffect">
                                  <p:stCondLst>
                                    <p:cond delay="0"/>
                                  </p:stCondLst>
                                  <p:childTnLst>
                                    <p:set>
                                      <p:cBhvr>
                                        <p:cTn id="1324" dur="1" fill="hold">
                                          <p:stCondLst>
                                            <p:cond delay="0"/>
                                          </p:stCondLst>
                                        </p:cTn>
                                        <p:tgtEl>
                                          <p:spTgt spid="714"/>
                                        </p:tgtEl>
                                        <p:attrNameLst>
                                          <p:attrName>style.visibility</p:attrName>
                                        </p:attrNameLst>
                                      </p:cBhvr>
                                      <p:to>
                                        <p:strVal val="visible"/>
                                      </p:to>
                                    </p:set>
                                  </p:childTnLst>
                                </p:cTn>
                              </p:par>
                              <p:par>
                                <p:cTn id="1325" presetID="1" presetClass="entr" presetSubtype="0" fill="hold" grpId="0" nodeType="withEffect">
                                  <p:stCondLst>
                                    <p:cond delay="0"/>
                                  </p:stCondLst>
                                  <p:childTnLst>
                                    <p:set>
                                      <p:cBhvr>
                                        <p:cTn id="1326" dur="1" fill="hold">
                                          <p:stCondLst>
                                            <p:cond delay="0"/>
                                          </p:stCondLst>
                                        </p:cTn>
                                        <p:tgtEl>
                                          <p:spTgt spid="715"/>
                                        </p:tgtEl>
                                        <p:attrNameLst>
                                          <p:attrName>style.visibility</p:attrName>
                                        </p:attrNameLst>
                                      </p:cBhvr>
                                      <p:to>
                                        <p:strVal val="visible"/>
                                      </p:to>
                                    </p:set>
                                  </p:childTnLst>
                                </p:cTn>
                              </p:par>
                              <p:par>
                                <p:cTn id="1327" presetID="1" presetClass="entr" presetSubtype="0" fill="hold" grpId="0" nodeType="withEffect">
                                  <p:stCondLst>
                                    <p:cond delay="0"/>
                                  </p:stCondLst>
                                  <p:childTnLst>
                                    <p:set>
                                      <p:cBhvr>
                                        <p:cTn id="1328" dur="1" fill="hold">
                                          <p:stCondLst>
                                            <p:cond delay="0"/>
                                          </p:stCondLst>
                                        </p:cTn>
                                        <p:tgtEl>
                                          <p:spTgt spid="716"/>
                                        </p:tgtEl>
                                        <p:attrNameLst>
                                          <p:attrName>style.visibility</p:attrName>
                                        </p:attrNameLst>
                                      </p:cBhvr>
                                      <p:to>
                                        <p:strVal val="visible"/>
                                      </p:to>
                                    </p:set>
                                  </p:childTnLst>
                                </p:cTn>
                              </p:par>
                              <p:par>
                                <p:cTn id="1329" presetID="1" presetClass="entr" presetSubtype="0" fill="hold" grpId="0" nodeType="withEffect">
                                  <p:stCondLst>
                                    <p:cond delay="0"/>
                                  </p:stCondLst>
                                  <p:childTnLst>
                                    <p:set>
                                      <p:cBhvr>
                                        <p:cTn id="1330" dur="1" fill="hold">
                                          <p:stCondLst>
                                            <p:cond delay="0"/>
                                          </p:stCondLst>
                                        </p:cTn>
                                        <p:tgtEl>
                                          <p:spTgt spid="717"/>
                                        </p:tgtEl>
                                        <p:attrNameLst>
                                          <p:attrName>style.visibility</p:attrName>
                                        </p:attrNameLst>
                                      </p:cBhvr>
                                      <p:to>
                                        <p:strVal val="visible"/>
                                      </p:to>
                                    </p:set>
                                  </p:childTnLst>
                                </p:cTn>
                              </p:par>
                              <p:par>
                                <p:cTn id="1331" presetID="1" presetClass="entr" presetSubtype="0" fill="hold" grpId="0" nodeType="withEffect">
                                  <p:stCondLst>
                                    <p:cond delay="0"/>
                                  </p:stCondLst>
                                  <p:childTnLst>
                                    <p:set>
                                      <p:cBhvr>
                                        <p:cTn id="1332" dur="1" fill="hold">
                                          <p:stCondLst>
                                            <p:cond delay="0"/>
                                          </p:stCondLst>
                                        </p:cTn>
                                        <p:tgtEl>
                                          <p:spTgt spid="718"/>
                                        </p:tgtEl>
                                        <p:attrNameLst>
                                          <p:attrName>style.visibility</p:attrName>
                                        </p:attrNameLst>
                                      </p:cBhvr>
                                      <p:to>
                                        <p:strVal val="visible"/>
                                      </p:to>
                                    </p:set>
                                  </p:childTnLst>
                                </p:cTn>
                              </p:par>
                              <p:par>
                                <p:cTn id="1333" presetID="1" presetClass="entr" presetSubtype="0" fill="hold" grpId="0" nodeType="withEffect">
                                  <p:stCondLst>
                                    <p:cond delay="0"/>
                                  </p:stCondLst>
                                  <p:childTnLst>
                                    <p:set>
                                      <p:cBhvr>
                                        <p:cTn id="1334" dur="1" fill="hold">
                                          <p:stCondLst>
                                            <p:cond delay="0"/>
                                          </p:stCondLst>
                                        </p:cTn>
                                        <p:tgtEl>
                                          <p:spTgt spid="719"/>
                                        </p:tgtEl>
                                        <p:attrNameLst>
                                          <p:attrName>style.visibility</p:attrName>
                                        </p:attrNameLst>
                                      </p:cBhvr>
                                      <p:to>
                                        <p:strVal val="visible"/>
                                      </p:to>
                                    </p:set>
                                  </p:childTnLst>
                                </p:cTn>
                              </p:par>
                              <p:par>
                                <p:cTn id="1335" presetID="1" presetClass="entr" presetSubtype="0" fill="hold" grpId="0" nodeType="withEffect">
                                  <p:stCondLst>
                                    <p:cond delay="0"/>
                                  </p:stCondLst>
                                  <p:childTnLst>
                                    <p:set>
                                      <p:cBhvr>
                                        <p:cTn id="1336" dur="1" fill="hold">
                                          <p:stCondLst>
                                            <p:cond delay="0"/>
                                          </p:stCondLst>
                                        </p:cTn>
                                        <p:tgtEl>
                                          <p:spTgt spid="720"/>
                                        </p:tgtEl>
                                        <p:attrNameLst>
                                          <p:attrName>style.visibility</p:attrName>
                                        </p:attrNameLst>
                                      </p:cBhvr>
                                      <p:to>
                                        <p:strVal val="visible"/>
                                      </p:to>
                                    </p:set>
                                  </p:childTnLst>
                                </p:cTn>
                              </p:par>
                              <p:par>
                                <p:cTn id="1337" presetID="1" presetClass="entr" presetSubtype="0" fill="hold" grpId="0" nodeType="withEffect">
                                  <p:stCondLst>
                                    <p:cond delay="0"/>
                                  </p:stCondLst>
                                  <p:childTnLst>
                                    <p:set>
                                      <p:cBhvr>
                                        <p:cTn id="1338" dur="1" fill="hold">
                                          <p:stCondLst>
                                            <p:cond delay="0"/>
                                          </p:stCondLst>
                                        </p:cTn>
                                        <p:tgtEl>
                                          <p:spTgt spid="721"/>
                                        </p:tgtEl>
                                        <p:attrNameLst>
                                          <p:attrName>style.visibility</p:attrName>
                                        </p:attrNameLst>
                                      </p:cBhvr>
                                      <p:to>
                                        <p:strVal val="visible"/>
                                      </p:to>
                                    </p:set>
                                  </p:childTnLst>
                                </p:cTn>
                              </p:par>
                              <p:par>
                                <p:cTn id="1339" presetID="1" presetClass="entr" presetSubtype="0" fill="hold" grpId="0" nodeType="withEffect">
                                  <p:stCondLst>
                                    <p:cond delay="0"/>
                                  </p:stCondLst>
                                  <p:childTnLst>
                                    <p:set>
                                      <p:cBhvr>
                                        <p:cTn id="1340" dur="1" fill="hold">
                                          <p:stCondLst>
                                            <p:cond delay="0"/>
                                          </p:stCondLst>
                                        </p:cTn>
                                        <p:tgtEl>
                                          <p:spTgt spid="722"/>
                                        </p:tgtEl>
                                        <p:attrNameLst>
                                          <p:attrName>style.visibility</p:attrName>
                                        </p:attrNameLst>
                                      </p:cBhvr>
                                      <p:to>
                                        <p:strVal val="visible"/>
                                      </p:to>
                                    </p:set>
                                  </p:childTnLst>
                                </p:cTn>
                              </p:par>
                              <p:par>
                                <p:cTn id="1341" presetID="1" presetClass="entr" presetSubtype="0" fill="hold" grpId="0" nodeType="withEffect">
                                  <p:stCondLst>
                                    <p:cond delay="0"/>
                                  </p:stCondLst>
                                  <p:childTnLst>
                                    <p:set>
                                      <p:cBhvr>
                                        <p:cTn id="1342" dur="1" fill="hold">
                                          <p:stCondLst>
                                            <p:cond delay="0"/>
                                          </p:stCondLst>
                                        </p:cTn>
                                        <p:tgtEl>
                                          <p:spTgt spid="723"/>
                                        </p:tgtEl>
                                        <p:attrNameLst>
                                          <p:attrName>style.visibility</p:attrName>
                                        </p:attrNameLst>
                                      </p:cBhvr>
                                      <p:to>
                                        <p:strVal val="visible"/>
                                      </p:to>
                                    </p:set>
                                  </p:childTnLst>
                                </p:cTn>
                              </p:par>
                              <p:par>
                                <p:cTn id="1343" presetID="1" presetClass="entr" presetSubtype="0" fill="hold" grpId="0" nodeType="withEffect">
                                  <p:stCondLst>
                                    <p:cond delay="0"/>
                                  </p:stCondLst>
                                  <p:childTnLst>
                                    <p:set>
                                      <p:cBhvr>
                                        <p:cTn id="1344" dur="1" fill="hold">
                                          <p:stCondLst>
                                            <p:cond delay="0"/>
                                          </p:stCondLst>
                                        </p:cTn>
                                        <p:tgtEl>
                                          <p:spTgt spid="724"/>
                                        </p:tgtEl>
                                        <p:attrNameLst>
                                          <p:attrName>style.visibility</p:attrName>
                                        </p:attrNameLst>
                                      </p:cBhvr>
                                      <p:to>
                                        <p:strVal val="visible"/>
                                      </p:to>
                                    </p:set>
                                  </p:childTnLst>
                                </p:cTn>
                              </p:par>
                              <p:par>
                                <p:cTn id="1345" presetID="1" presetClass="entr" presetSubtype="0" fill="hold" grpId="0" nodeType="withEffect">
                                  <p:stCondLst>
                                    <p:cond delay="0"/>
                                  </p:stCondLst>
                                  <p:childTnLst>
                                    <p:set>
                                      <p:cBhvr>
                                        <p:cTn id="1346" dur="1" fill="hold">
                                          <p:stCondLst>
                                            <p:cond delay="0"/>
                                          </p:stCondLst>
                                        </p:cTn>
                                        <p:tgtEl>
                                          <p:spTgt spid="725"/>
                                        </p:tgtEl>
                                        <p:attrNameLst>
                                          <p:attrName>style.visibility</p:attrName>
                                        </p:attrNameLst>
                                      </p:cBhvr>
                                      <p:to>
                                        <p:strVal val="visible"/>
                                      </p:to>
                                    </p:set>
                                  </p:childTnLst>
                                </p:cTn>
                              </p:par>
                              <p:par>
                                <p:cTn id="1347" presetID="1" presetClass="entr" presetSubtype="0" fill="hold" grpId="0" nodeType="withEffect">
                                  <p:stCondLst>
                                    <p:cond delay="0"/>
                                  </p:stCondLst>
                                  <p:childTnLst>
                                    <p:set>
                                      <p:cBhvr>
                                        <p:cTn id="1348" dur="1" fill="hold">
                                          <p:stCondLst>
                                            <p:cond delay="0"/>
                                          </p:stCondLst>
                                        </p:cTn>
                                        <p:tgtEl>
                                          <p:spTgt spid="726"/>
                                        </p:tgtEl>
                                        <p:attrNameLst>
                                          <p:attrName>style.visibility</p:attrName>
                                        </p:attrNameLst>
                                      </p:cBhvr>
                                      <p:to>
                                        <p:strVal val="visible"/>
                                      </p:to>
                                    </p:set>
                                  </p:childTnLst>
                                </p:cTn>
                              </p:par>
                              <p:par>
                                <p:cTn id="1349" presetID="1" presetClass="entr" presetSubtype="0" fill="hold" grpId="0" nodeType="withEffect">
                                  <p:stCondLst>
                                    <p:cond delay="0"/>
                                  </p:stCondLst>
                                  <p:childTnLst>
                                    <p:set>
                                      <p:cBhvr>
                                        <p:cTn id="1350" dur="1" fill="hold">
                                          <p:stCondLst>
                                            <p:cond delay="0"/>
                                          </p:stCondLst>
                                        </p:cTn>
                                        <p:tgtEl>
                                          <p:spTgt spid="727"/>
                                        </p:tgtEl>
                                        <p:attrNameLst>
                                          <p:attrName>style.visibility</p:attrName>
                                        </p:attrNameLst>
                                      </p:cBhvr>
                                      <p:to>
                                        <p:strVal val="visible"/>
                                      </p:to>
                                    </p:set>
                                  </p:childTnLst>
                                </p:cTn>
                              </p:par>
                              <p:par>
                                <p:cTn id="1351" presetID="1" presetClass="entr" presetSubtype="0" fill="hold" grpId="0" nodeType="withEffect">
                                  <p:stCondLst>
                                    <p:cond delay="0"/>
                                  </p:stCondLst>
                                  <p:childTnLst>
                                    <p:set>
                                      <p:cBhvr>
                                        <p:cTn id="1352" dur="1" fill="hold">
                                          <p:stCondLst>
                                            <p:cond delay="0"/>
                                          </p:stCondLst>
                                        </p:cTn>
                                        <p:tgtEl>
                                          <p:spTgt spid="728"/>
                                        </p:tgtEl>
                                        <p:attrNameLst>
                                          <p:attrName>style.visibility</p:attrName>
                                        </p:attrNameLst>
                                      </p:cBhvr>
                                      <p:to>
                                        <p:strVal val="visible"/>
                                      </p:to>
                                    </p:set>
                                  </p:childTnLst>
                                </p:cTn>
                              </p:par>
                              <p:par>
                                <p:cTn id="1353" presetID="1" presetClass="entr" presetSubtype="0" fill="hold" grpId="0" nodeType="withEffect">
                                  <p:stCondLst>
                                    <p:cond delay="0"/>
                                  </p:stCondLst>
                                  <p:childTnLst>
                                    <p:set>
                                      <p:cBhvr>
                                        <p:cTn id="1354" dur="1" fill="hold">
                                          <p:stCondLst>
                                            <p:cond delay="0"/>
                                          </p:stCondLst>
                                        </p:cTn>
                                        <p:tgtEl>
                                          <p:spTgt spid="729"/>
                                        </p:tgtEl>
                                        <p:attrNameLst>
                                          <p:attrName>style.visibility</p:attrName>
                                        </p:attrNameLst>
                                      </p:cBhvr>
                                      <p:to>
                                        <p:strVal val="visible"/>
                                      </p:to>
                                    </p:set>
                                  </p:childTnLst>
                                </p:cTn>
                              </p:par>
                              <p:par>
                                <p:cTn id="1355" presetID="1" presetClass="entr" presetSubtype="0" fill="hold" grpId="0" nodeType="withEffect">
                                  <p:stCondLst>
                                    <p:cond delay="0"/>
                                  </p:stCondLst>
                                  <p:childTnLst>
                                    <p:set>
                                      <p:cBhvr>
                                        <p:cTn id="1356" dur="1" fill="hold">
                                          <p:stCondLst>
                                            <p:cond delay="0"/>
                                          </p:stCondLst>
                                        </p:cTn>
                                        <p:tgtEl>
                                          <p:spTgt spid="730"/>
                                        </p:tgtEl>
                                        <p:attrNameLst>
                                          <p:attrName>style.visibility</p:attrName>
                                        </p:attrNameLst>
                                      </p:cBhvr>
                                      <p:to>
                                        <p:strVal val="visible"/>
                                      </p:to>
                                    </p:set>
                                  </p:childTnLst>
                                </p:cTn>
                              </p:par>
                              <p:par>
                                <p:cTn id="1357" presetID="1" presetClass="entr" presetSubtype="0" fill="hold" grpId="0" nodeType="withEffect">
                                  <p:stCondLst>
                                    <p:cond delay="0"/>
                                  </p:stCondLst>
                                  <p:childTnLst>
                                    <p:set>
                                      <p:cBhvr>
                                        <p:cTn id="1358" dur="1" fill="hold">
                                          <p:stCondLst>
                                            <p:cond delay="0"/>
                                          </p:stCondLst>
                                        </p:cTn>
                                        <p:tgtEl>
                                          <p:spTgt spid="731"/>
                                        </p:tgtEl>
                                        <p:attrNameLst>
                                          <p:attrName>style.visibility</p:attrName>
                                        </p:attrNameLst>
                                      </p:cBhvr>
                                      <p:to>
                                        <p:strVal val="visible"/>
                                      </p:to>
                                    </p:set>
                                  </p:childTnLst>
                                </p:cTn>
                              </p:par>
                              <p:par>
                                <p:cTn id="1359" presetID="1" presetClass="entr" presetSubtype="0" fill="hold" grpId="0" nodeType="withEffect">
                                  <p:stCondLst>
                                    <p:cond delay="0"/>
                                  </p:stCondLst>
                                  <p:childTnLst>
                                    <p:set>
                                      <p:cBhvr>
                                        <p:cTn id="1360" dur="1" fill="hold">
                                          <p:stCondLst>
                                            <p:cond delay="0"/>
                                          </p:stCondLst>
                                        </p:cTn>
                                        <p:tgtEl>
                                          <p:spTgt spid="732"/>
                                        </p:tgtEl>
                                        <p:attrNameLst>
                                          <p:attrName>style.visibility</p:attrName>
                                        </p:attrNameLst>
                                      </p:cBhvr>
                                      <p:to>
                                        <p:strVal val="visible"/>
                                      </p:to>
                                    </p:set>
                                  </p:childTnLst>
                                </p:cTn>
                              </p:par>
                              <p:par>
                                <p:cTn id="1361" presetID="1" presetClass="entr" presetSubtype="0" fill="hold" grpId="0" nodeType="withEffect">
                                  <p:stCondLst>
                                    <p:cond delay="0"/>
                                  </p:stCondLst>
                                  <p:childTnLst>
                                    <p:set>
                                      <p:cBhvr>
                                        <p:cTn id="1362" dur="1" fill="hold">
                                          <p:stCondLst>
                                            <p:cond delay="0"/>
                                          </p:stCondLst>
                                        </p:cTn>
                                        <p:tgtEl>
                                          <p:spTgt spid="733"/>
                                        </p:tgtEl>
                                        <p:attrNameLst>
                                          <p:attrName>style.visibility</p:attrName>
                                        </p:attrNameLst>
                                      </p:cBhvr>
                                      <p:to>
                                        <p:strVal val="visible"/>
                                      </p:to>
                                    </p:set>
                                  </p:childTnLst>
                                </p:cTn>
                              </p:par>
                              <p:par>
                                <p:cTn id="1363" presetID="1" presetClass="entr" presetSubtype="0" fill="hold" grpId="0" nodeType="withEffect">
                                  <p:stCondLst>
                                    <p:cond delay="0"/>
                                  </p:stCondLst>
                                  <p:childTnLst>
                                    <p:set>
                                      <p:cBhvr>
                                        <p:cTn id="1364" dur="1" fill="hold">
                                          <p:stCondLst>
                                            <p:cond delay="0"/>
                                          </p:stCondLst>
                                        </p:cTn>
                                        <p:tgtEl>
                                          <p:spTgt spid="734"/>
                                        </p:tgtEl>
                                        <p:attrNameLst>
                                          <p:attrName>style.visibility</p:attrName>
                                        </p:attrNameLst>
                                      </p:cBhvr>
                                      <p:to>
                                        <p:strVal val="visible"/>
                                      </p:to>
                                    </p:set>
                                  </p:childTnLst>
                                </p:cTn>
                              </p:par>
                              <p:par>
                                <p:cTn id="1365" presetID="1" presetClass="entr" presetSubtype="0" fill="hold" grpId="0" nodeType="withEffect">
                                  <p:stCondLst>
                                    <p:cond delay="0"/>
                                  </p:stCondLst>
                                  <p:childTnLst>
                                    <p:set>
                                      <p:cBhvr>
                                        <p:cTn id="1366" dur="1" fill="hold">
                                          <p:stCondLst>
                                            <p:cond delay="0"/>
                                          </p:stCondLst>
                                        </p:cTn>
                                        <p:tgtEl>
                                          <p:spTgt spid="735"/>
                                        </p:tgtEl>
                                        <p:attrNameLst>
                                          <p:attrName>style.visibility</p:attrName>
                                        </p:attrNameLst>
                                      </p:cBhvr>
                                      <p:to>
                                        <p:strVal val="visible"/>
                                      </p:to>
                                    </p:set>
                                  </p:childTnLst>
                                </p:cTn>
                              </p:par>
                              <p:par>
                                <p:cTn id="1367" presetID="1" presetClass="entr" presetSubtype="0" fill="hold" grpId="0" nodeType="withEffect">
                                  <p:stCondLst>
                                    <p:cond delay="0"/>
                                  </p:stCondLst>
                                  <p:childTnLst>
                                    <p:set>
                                      <p:cBhvr>
                                        <p:cTn id="1368" dur="1" fill="hold">
                                          <p:stCondLst>
                                            <p:cond delay="0"/>
                                          </p:stCondLst>
                                        </p:cTn>
                                        <p:tgtEl>
                                          <p:spTgt spid="736"/>
                                        </p:tgtEl>
                                        <p:attrNameLst>
                                          <p:attrName>style.visibility</p:attrName>
                                        </p:attrNameLst>
                                      </p:cBhvr>
                                      <p:to>
                                        <p:strVal val="visible"/>
                                      </p:to>
                                    </p:set>
                                  </p:childTnLst>
                                </p:cTn>
                              </p:par>
                              <p:par>
                                <p:cTn id="1369" presetID="1" presetClass="entr" presetSubtype="0" fill="hold" grpId="0" nodeType="withEffect">
                                  <p:stCondLst>
                                    <p:cond delay="0"/>
                                  </p:stCondLst>
                                  <p:childTnLst>
                                    <p:set>
                                      <p:cBhvr>
                                        <p:cTn id="1370" dur="1" fill="hold">
                                          <p:stCondLst>
                                            <p:cond delay="0"/>
                                          </p:stCondLst>
                                        </p:cTn>
                                        <p:tgtEl>
                                          <p:spTgt spid="737"/>
                                        </p:tgtEl>
                                        <p:attrNameLst>
                                          <p:attrName>style.visibility</p:attrName>
                                        </p:attrNameLst>
                                      </p:cBhvr>
                                      <p:to>
                                        <p:strVal val="visible"/>
                                      </p:to>
                                    </p:set>
                                  </p:childTnLst>
                                </p:cTn>
                              </p:par>
                              <p:par>
                                <p:cTn id="1371" presetID="1" presetClass="entr" presetSubtype="0" fill="hold" grpId="0" nodeType="withEffect">
                                  <p:stCondLst>
                                    <p:cond delay="0"/>
                                  </p:stCondLst>
                                  <p:childTnLst>
                                    <p:set>
                                      <p:cBhvr>
                                        <p:cTn id="1372" dur="1" fill="hold">
                                          <p:stCondLst>
                                            <p:cond delay="0"/>
                                          </p:stCondLst>
                                        </p:cTn>
                                        <p:tgtEl>
                                          <p:spTgt spid="738"/>
                                        </p:tgtEl>
                                        <p:attrNameLst>
                                          <p:attrName>style.visibility</p:attrName>
                                        </p:attrNameLst>
                                      </p:cBhvr>
                                      <p:to>
                                        <p:strVal val="visible"/>
                                      </p:to>
                                    </p:set>
                                  </p:childTnLst>
                                </p:cTn>
                              </p:par>
                              <p:par>
                                <p:cTn id="1373" presetID="1" presetClass="entr" presetSubtype="0" fill="hold" grpId="0" nodeType="withEffect">
                                  <p:stCondLst>
                                    <p:cond delay="0"/>
                                  </p:stCondLst>
                                  <p:childTnLst>
                                    <p:set>
                                      <p:cBhvr>
                                        <p:cTn id="1374" dur="1" fill="hold">
                                          <p:stCondLst>
                                            <p:cond delay="0"/>
                                          </p:stCondLst>
                                        </p:cTn>
                                        <p:tgtEl>
                                          <p:spTgt spid="739"/>
                                        </p:tgtEl>
                                        <p:attrNameLst>
                                          <p:attrName>style.visibility</p:attrName>
                                        </p:attrNameLst>
                                      </p:cBhvr>
                                      <p:to>
                                        <p:strVal val="visible"/>
                                      </p:to>
                                    </p:set>
                                  </p:childTnLst>
                                </p:cTn>
                              </p:par>
                              <p:par>
                                <p:cTn id="1375" presetID="1" presetClass="entr" presetSubtype="0" fill="hold" grpId="0" nodeType="withEffect">
                                  <p:stCondLst>
                                    <p:cond delay="0"/>
                                  </p:stCondLst>
                                  <p:childTnLst>
                                    <p:set>
                                      <p:cBhvr>
                                        <p:cTn id="1376" dur="1" fill="hold">
                                          <p:stCondLst>
                                            <p:cond delay="0"/>
                                          </p:stCondLst>
                                        </p:cTn>
                                        <p:tgtEl>
                                          <p:spTgt spid="740"/>
                                        </p:tgtEl>
                                        <p:attrNameLst>
                                          <p:attrName>style.visibility</p:attrName>
                                        </p:attrNameLst>
                                      </p:cBhvr>
                                      <p:to>
                                        <p:strVal val="visible"/>
                                      </p:to>
                                    </p:set>
                                  </p:childTnLst>
                                </p:cTn>
                              </p:par>
                              <p:par>
                                <p:cTn id="1377" presetID="1" presetClass="entr" presetSubtype="0" fill="hold" grpId="0" nodeType="withEffect">
                                  <p:stCondLst>
                                    <p:cond delay="0"/>
                                  </p:stCondLst>
                                  <p:childTnLst>
                                    <p:set>
                                      <p:cBhvr>
                                        <p:cTn id="1378" dur="1" fill="hold">
                                          <p:stCondLst>
                                            <p:cond delay="0"/>
                                          </p:stCondLst>
                                        </p:cTn>
                                        <p:tgtEl>
                                          <p:spTgt spid="741"/>
                                        </p:tgtEl>
                                        <p:attrNameLst>
                                          <p:attrName>style.visibility</p:attrName>
                                        </p:attrNameLst>
                                      </p:cBhvr>
                                      <p:to>
                                        <p:strVal val="visible"/>
                                      </p:to>
                                    </p:set>
                                  </p:childTnLst>
                                </p:cTn>
                              </p:par>
                            </p:childTnLst>
                          </p:cTn>
                        </p:par>
                      </p:childTnLst>
                    </p:cTn>
                  </p:par>
                  <p:par>
                    <p:cTn id="1379" fill="hold">
                      <p:stCondLst>
                        <p:cond delay="indefinite"/>
                      </p:stCondLst>
                      <p:childTnLst>
                        <p:par>
                          <p:cTn id="1380" fill="hold">
                            <p:stCondLst>
                              <p:cond delay="0"/>
                            </p:stCondLst>
                            <p:childTnLst>
                              <p:par>
                                <p:cTn id="1381" presetID="1" presetClass="entr" presetSubtype="0" fill="hold" grpId="0" nodeType="clickEffect">
                                  <p:stCondLst>
                                    <p:cond delay="0"/>
                                  </p:stCondLst>
                                  <p:childTnLst>
                                    <p:set>
                                      <p:cBhvr>
                                        <p:cTn id="1382" dur="1" fill="hold">
                                          <p:stCondLst>
                                            <p:cond delay="0"/>
                                          </p:stCondLst>
                                        </p:cTn>
                                        <p:tgtEl>
                                          <p:spTgt spid="742"/>
                                        </p:tgtEl>
                                        <p:attrNameLst>
                                          <p:attrName>style.visibility</p:attrName>
                                        </p:attrNameLst>
                                      </p:cBhvr>
                                      <p:to>
                                        <p:strVal val="visible"/>
                                      </p:to>
                                    </p:set>
                                  </p:childTnLst>
                                </p:cTn>
                              </p:par>
                              <p:par>
                                <p:cTn id="1383" presetID="1" presetClass="entr" presetSubtype="0" fill="hold" grpId="0" nodeType="withEffect">
                                  <p:stCondLst>
                                    <p:cond delay="0"/>
                                  </p:stCondLst>
                                  <p:childTnLst>
                                    <p:set>
                                      <p:cBhvr>
                                        <p:cTn id="1384" dur="1" fill="hold">
                                          <p:stCondLst>
                                            <p:cond delay="0"/>
                                          </p:stCondLst>
                                        </p:cTn>
                                        <p:tgtEl>
                                          <p:spTgt spid="743"/>
                                        </p:tgtEl>
                                        <p:attrNameLst>
                                          <p:attrName>style.visibility</p:attrName>
                                        </p:attrNameLst>
                                      </p:cBhvr>
                                      <p:to>
                                        <p:strVal val="visible"/>
                                      </p:to>
                                    </p:set>
                                  </p:childTnLst>
                                </p:cTn>
                              </p:par>
                              <p:par>
                                <p:cTn id="1385" presetID="1" presetClass="entr" presetSubtype="0" fill="hold" grpId="0" nodeType="withEffect">
                                  <p:stCondLst>
                                    <p:cond delay="0"/>
                                  </p:stCondLst>
                                  <p:childTnLst>
                                    <p:set>
                                      <p:cBhvr>
                                        <p:cTn id="1386" dur="1" fill="hold">
                                          <p:stCondLst>
                                            <p:cond delay="0"/>
                                          </p:stCondLst>
                                        </p:cTn>
                                        <p:tgtEl>
                                          <p:spTgt spid="744"/>
                                        </p:tgtEl>
                                        <p:attrNameLst>
                                          <p:attrName>style.visibility</p:attrName>
                                        </p:attrNameLst>
                                      </p:cBhvr>
                                      <p:to>
                                        <p:strVal val="visible"/>
                                      </p:to>
                                    </p:set>
                                  </p:childTnLst>
                                </p:cTn>
                              </p:par>
                              <p:par>
                                <p:cTn id="1387" presetID="1" presetClass="entr" presetSubtype="0" fill="hold" grpId="0" nodeType="withEffect">
                                  <p:stCondLst>
                                    <p:cond delay="0"/>
                                  </p:stCondLst>
                                  <p:childTnLst>
                                    <p:set>
                                      <p:cBhvr>
                                        <p:cTn id="1388" dur="1" fill="hold">
                                          <p:stCondLst>
                                            <p:cond delay="0"/>
                                          </p:stCondLst>
                                        </p:cTn>
                                        <p:tgtEl>
                                          <p:spTgt spid="745"/>
                                        </p:tgtEl>
                                        <p:attrNameLst>
                                          <p:attrName>style.visibility</p:attrName>
                                        </p:attrNameLst>
                                      </p:cBhvr>
                                      <p:to>
                                        <p:strVal val="visible"/>
                                      </p:to>
                                    </p:set>
                                  </p:childTnLst>
                                </p:cTn>
                              </p:par>
                              <p:par>
                                <p:cTn id="1389" presetID="1" presetClass="entr" presetSubtype="0" fill="hold" grpId="0" nodeType="withEffect">
                                  <p:stCondLst>
                                    <p:cond delay="0"/>
                                  </p:stCondLst>
                                  <p:childTnLst>
                                    <p:set>
                                      <p:cBhvr>
                                        <p:cTn id="1390" dur="1" fill="hold">
                                          <p:stCondLst>
                                            <p:cond delay="0"/>
                                          </p:stCondLst>
                                        </p:cTn>
                                        <p:tgtEl>
                                          <p:spTgt spid="746"/>
                                        </p:tgtEl>
                                        <p:attrNameLst>
                                          <p:attrName>style.visibility</p:attrName>
                                        </p:attrNameLst>
                                      </p:cBhvr>
                                      <p:to>
                                        <p:strVal val="visible"/>
                                      </p:to>
                                    </p:set>
                                  </p:childTnLst>
                                </p:cTn>
                              </p:par>
                              <p:par>
                                <p:cTn id="1391" presetID="1" presetClass="entr" presetSubtype="0" fill="hold" grpId="0" nodeType="withEffect">
                                  <p:stCondLst>
                                    <p:cond delay="0"/>
                                  </p:stCondLst>
                                  <p:childTnLst>
                                    <p:set>
                                      <p:cBhvr>
                                        <p:cTn id="1392" dur="1" fill="hold">
                                          <p:stCondLst>
                                            <p:cond delay="0"/>
                                          </p:stCondLst>
                                        </p:cTn>
                                        <p:tgtEl>
                                          <p:spTgt spid="747"/>
                                        </p:tgtEl>
                                        <p:attrNameLst>
                                          <p:attrName>style.visibility</p:attrName>
                                        </p:attrNameLst>
                                      </p:cBhvr>
                                      <p:to>
                                        <p:strVal val="visible"/>
                                      </p:to>
                                    </p:set>
                                  </p:childTnLst>
                                </p:cTn>
                              </p:par>
                              <p:par>
                                <p:cTn id="1393" presetID="1" presetClass="entr" presetSubtype="0" fill="hold" grpId="0" nodeType="withEffect">
                                  <p:stCondLst>
                                    <p:cond delay="0"/>
                                  </p:stCondLst>
                                  <p:childTnLst>
                                    <p:set>
                                      <p:cBhvr>
                                        <p:cTn id="1394" dur="1" fill="hold">
                                          <p:stCondLst>
                                            <p:cond delay="0"/>
                                          </p:stCondLst>
                                        </p:cTn>
                                        <p:tgtEl>
                                          <p:spTgt spid="748"/>
                                        </p:tgtEl>
                                        <p:attrNameLst>
                                          <p:attrName>style.visibility</p:attrName>
                                        </p:attrNameLst>
                                      </p:cBhvr>
                                      <p:to>
                                        <p:strVal val="visible"/>
                                      </p:to>
                                    </p:set>
                                  </p:childTnLst>
                                </p:cTn>
                              </p:par>
                              <p:par>
                                <p:cTn id="1395" presetID="1" presetClass="entr" presetSubtype="0" fill="hold" grpId="0" nodeType="withEffect">
                                  <p:stCondLst>
                                    <p:cond delay="0"/>
                                  </p:stCondLst>
                                  <p:childTnLst>
                                    <p:set>
                                      <p:cBhvr>
                                        <p:cTn id="1396" dur="1" fill="hold">
                                          <p:stCondLst>
                                            <p:cond delay="0"/>
                                          </p:stCondLst>
                                        </p:cTn>
                                        <p:tgtEl>
                                          <p:spTgt spid="749"/>
                                        </p:tgtEl>
                                        <p:attrNameLst>
                                          <p:attrName>style.visibility</p:attrName>
                                        </p:attrNameLst>
                                      </p:cBhvr>
                                      <p:to>
                                        <p:strVal val="visible"/>
                                      </p:to>
                                    </p:set>
                                  </p:childTnLst>
                                </p:cTn>
                              </p:par>
                              <p:par>
                                <p:cTn id="1397" presetID="1" presetClass="entr" presetSubtype="0" fill="hold" grpId="0" nodeType="withEffect">
                                  <p:stCondLst>
                                    <p:cond delay="0"/>
                                  </p:stCondLst>
                                  <p:childTnLst>
                                    <p:set>
                                      <p:cBhvr>
                                        <p:cTn id="1398" dur="1" fill="hold">
                                          <p:stCondLst>
                                            <p:cond delay="0"/>
                                          </p:stCondLst>
                                        </p:cTn>
                                        <p:tgtEl>
                                          <p:spTgt spid="750"/>
                                        </p:tgtEl>
                                        <p:attrNameLst>
                                          <p:attrName>style.visibility</p:attrName>
                                        </p:attrNameLst>
                                      </p:cBhvr>
                                      <p:to>
                                        <p:strVal val="visible"/>
                                      </p:to>
                                    </p:set>
                                  </p:childTnLst>
                                </p:cTn>
                              </p:par>
                              <p:par>
                                <p:cTn id="1399" presetID="1" presetClass="entr" presetSubtype="0" fill="hold" grpId="0" nodeType="withEffect">
                                  <p:stCondLst>
                                    <p:cond delay="0"/>
                                  </p:stCondLst>
                                  <p:childTnLst>
                                    <p:set>
                                      <p:cBhvr>
                                        <p:cTn id="1400" dur="1" fill="hold">
                                          <p:stCondLst>
                                            <p:cond delay="0"/>
                                          </p:stCondLst>
                                        </p:cTn>
                                        <p:tgtEl>
                                          <p:spTgt spid="751"/>
                                        </p:tgtEl>
                                        <p:attrNameLst>
                                          <p:attrName>style.visibility</p:attrName>
                                        </p:attrNameLst>
                                      </p:cBhvr>
                                      <p:to>
                                        <p:strVal val="visible"/>
                                      </p:to>
                                    </p:set>
                                  </p:childTnLst>
                                </p:cTn>
                              </p:par>
                              <p:par>
                                <p:cTn id="1401" presetID="1" presetClass="entr" presetSubtype="0" fill="hold" grpId="0" nodeType="withEffect">
                                  <p:stCondLst>
                                    <p:cond delay="0"/>
                                  </p:stCondLst>
                                  <p:childTnLst>
                                    <p:set>
                                      <p:cBhvr>
                                        <p:cTn id="1402" dur="1" fill="hold">
                                          <p:stCondLst>
                                            <p:cond delay="0"/>
                                          </p:stCondLst>
                                        </p:cTn>
                                        <p:tgtEl>
                                          <p:spTgt spid="752"/>
                                        </p:tgtEl>
                                        <p:attrNameLst>
                                          <p:attrName>style.visibility</p:attrName>
                                        </p:attrNameLst>
                                      </p:cBhvr>
                                      <p:to>
                                        <p:strVal val="visible"/>
                                      </p:to>
                                    </p:set>
                                  </p:childTnLst>
                                </p:cTn>
                              </p:par>
                              <p:par>
                                <p:cTn id="1403" presetID="1" presetClass="entr" presetSubtype="0" fill="hold" grpId="0" nodeType="withEffect">
                                  <p:stCondLst>
                                    <p:cond delay="0"/>
                                  </p:stCondLst>
                                  <p:childTnLst>
                                    <p:set>
                                      <p:cBhvr>
                                        <p:cTn id="1404" dur="1" fill="hold">
                                          <p:stCondLst>
                                            <p:cond delay="0"/>
                                          </p:stCondLst>
                                        </p:cTn>
                                        <p:tgtEl>
                                          <p:spTgt spid="753"/>
                                        </p:tgtEl>
                                        <p:attrNameLst>
                                          <p:attrName>style.visibility</p:attrName>
                                        </p:attrNameLst>
                                      </p:cBhvr>
                                      <p:to>
                                        <p:strVal val="visible"/>
                                      </p:to>
                                    </p:set>
                                  </p:childTnLst>
                                </p:cTn>
                              </p:par>
                              <p:par>
                                <p:cTn id="1405" presetID="1" presetClass="entr" presetSubtype="0" fill="hold" grpId="0" nodeType="withEffect">
                                  <p:stCondLst>
                                    <p:cond delay="0"/>
                                  </p:stCondLst>
                                  <p:childTnLst>
                                    <p:set>
                                      <p:cBhvr>
                                        <p:cTn id="1406" dur="1" fill="hold">
                                          <p:stCondLst>
                                            <p:cond delay="0"/>
                                          </p:stCondLst>
                                        </p:cTn>
                                        <p:tgtEl>
                                          <p:spTgt spid="754"/>
                                        </p:tgtEl>
                                        <p:attrNameLst>
                                          <p:attrName>style.visibility</p:attrName>
                                        </p:attrNameLst>
                                      </p:cBhvr>
                                      <p:to>
                                        <p:strVal val="visible"/>
                                      </p:to>
                                    </p:set>
                                  </p:childTnLst>
                                </p:cTn>
                              </p:par>
                              <p:par>
                                <p:cTn id="1407" presetID="1" presetClass="entr" presetSubtype="0" fill="hold" grpId="0" nodeType="withEffect">
                                  <p:stCondLst>
                                    <p:cond delay="0"/>
                                  </p:stCondLst>
                                  <p:childTnLst>
                                    <p:set>
                                      <p:cBhvr>
                                        <p:cTn id="1408" dur="1" fill="hold">
                                          <p:stCondLst>
                                            <p:cond delay="0"/>
                                          </p:stCondLst>
                                        </p:cTn>
                                        <p:tgtEl>
                                          <p:spTgt spid="755"/>
                                        </p:tgtEl>
                                        <p:attrNameLst>
                                          <p:attrName>style.visibility</p:attrName>
                                        </p:attrNameLst>
                                      </p:cBhvr>
                                      <p:to>
                                        <p:strVal val="visible"/>
                                      </p:to>
                                    </p:set>
                                  </p:childTnLst>
                                </p:cTn>
                              </p:par>
                              <p:par>
                                <p:cTn id="1409" presetID="1" presetClass="entr" presetSubtype="0" fill="hold" grpId="0" nodeType="withEffect">
                                  <p:stCondLst>
                                    <p:cond delay="0"/>
                                  </p:stCondLst>
                                  <p:childTnLst>
                                    <p:set>
                                      <p:cBhvr>
                                        <p:cTn id="1410" dur="1" fill="hold">
                                          <p:stCondLst>
                                            <p:cond delay="0"/>
                                          </p:stCondLst>
                                        </p:cTn>
                                        <p:tgtEl>
                                          <p:spTgt spid="756"/>
                                        </p:tgtEl>
                                        <p:attrNameLst>
                                          <p:attrName>style.visibility</p:attrName>
                                        </p:attrNameLst>
                                      </p:cBhvr>
                                      <p:to>
                                        <p:strVal val="visible"/>
                                      </p:to>
                                    </p:set>
                                  </p:childTnLst>
                                </p:cTn>
                              </p:par>
                              <p:par>
                                <p:cTn id="1411" presetID="1" presetClass="entr" presetSubtype="0" fill="hold" grpId="0" nodeType="withEffect">
                                  <p:stCondLst>
                                    <p:cond delay="0"/>
                                  </p:stCondLst>
                                  <p:childTnLst>
                                    <p:set>
                                      <p:cBhvr>
                                        <p:cTn id="1412" dur="1" fill="hold">
                                          <p:stCondLst>
                                            <p:cond delay="0"/>
                                          </p:stCondLst>
                                        </p:cTn>
                                        <p:tgtEl>
                                          <p:spTgt spid="757"/>
                                        </p:tgtEl>
                                        <p:attrNameLst>
                                          <p:attrName>style.visibility</p:attrName>
                                        </p:attrNameLst>
                                      </p:cBhvr>
                                      <p:to>
                                        <p:strVal val="visible"/>
                                      </p:to>
                                    </p:set>
                                  </p:childTnLst>
                                </p:cTn>
                              </p:par>
                              <p:par>
                                <p:cTn id="1413" presetID="1" presetClass="entr" presetSubtype="0" fill="hold" grpId="0" nodeType="withEffect">
                                  <p:stCondLst>
                                    <p:cond delay="0"/>
                                  </p:stCondLst>
                                  <p:childTnLst>
                                    <p:set>
                                      <p:cBhvr>
                                        <p:cTn id="1414" dur="1" fill="hold">
                                          <p:stCondLst>
                                            <p:cond delay="0"/>
                                          </p:stCondLst>
                                        </p:cTn>
                                        <p:tgtEl>
                                          <p:spTgt spid="758"/>
                                        </p:tgtEl>
                                        <p:attrNameLst>
                                          <p:attrName>style.visibility</p:attrName>
                                        </p:attrNameLst>
                                      </p:cBhvr>
                                      <p:to>
                                        <p:strVal val="visible"/>
                                      </p:to>
                                    </p:set>
                                  </p:childTnLst>
                                </p:cTn>
                              </p:par>
                              <p:par>
                                <p:cTn id="1415" presetID="1" presetClass="entr" presetSubtype="0" fill="hold" grpId="0" nodeType="withEffect">
                                  <p:stCondLst>
                                    <p:cond delay="0"/>
                                  </p:stCondLst>
                                  <p:childTnLst>
                                    <p:set>
                                      <p:cBhvr>
                                        <p:cTn id="1416" dur="1" fill="hold">
                                          <p:stCondLst>
                                            <p:cond delay="0"/>
                                          </p:stCondLst>
                                        </p:cTn>
                                        <p:tgtEl>
                                          <p:spTgt spid="759"/>
                                        </p:tgtEl>
                                        <p:attrNameLst>
                                          <p:attrName>style.visibility</p:attrName>
                                        </p:attrNameLst>
                                      </p:cBhvr>
                                      <p:to>
                                        <p:strVal val="visible"/>
                                      </p:to>
                                    </p:set>
                                  </p:childTnLst>
                                </p:cTn>
                              </p:par>
                              <p:par>
                                <p:cTn id="1417" presetID="1" presetClass="entr" presetSubtype="0" fill="hold" grpId="0" nodeType="withEffect">
                                  <p:stCondLst>
                                    <p:cond delay="0"/>
                                  </p:stCondLst>
                                  <p:childTnLst>
                                    <p:set>
                                      <p:cBhvr>
                                        <p:cTn id="1418" dur="1" fill="hold">
                                          <p:stCondLst>
                                            <p:cond delay="0"/>
                                          </p:stCondLst>
                                        </p:cTn>
                                        <p:tgtEl>
                                          <p:spTgt spid="760"/>
                                        </p:tgtEl>
                                        <p:attrNameLst>
                                          <p:attrName>style.visibility</p:attrName>
                                        </p:attrNameLst>
                                      </p:cBhvr>
                                      <p:to>
                                        <p:strVal val="visible"/>
                                      </p:to>
                                    </p:set>
                                  </p:childTnLst>
                                </p:cTn>
                              </p:par>
                              <p:par>
                                <p:cTn id="1419" presetID="1" presetClass="entr" presetSubtype="0" fill="hold" grpId="0" nodeType="withEffect">
                                  <p:stCondLst>
                                    <p:cond delay="0"/>
                                  </p:stCondLst>
                                  <p:childTnLst>
                                    <p:set>
                                      <p:cBhvr>
                                        <p:cTn id="1420" dur="1" fill="hold">
                                          <p:stCondLst>
                                            <p:cond delay="0"/>
                                          </p:stCondLst>
                                        </p:cTn>
                                        <p:tgtEl>
                                          <p:spTgt spid="761"/>
                                        </p:tgtEl>
                                        <p:attrNameLst>
                                          <p:attrName>style.visibility</p:attrName>
                                        </p:attrNameLst>
                                      </p:cBhvr>
                                      <p:to>
                                        <p:strVal val="visible"/>
                                      </p:to>
                                    </p:set>
                                  </p:childTnLst>
                                </p:cTn>
                              </p:par>
                              <p:par>
                                <p:cTn id="1421" presetID="1" presetClass="entr" presetSubtype="0" fill="hold" grpId="0" nodeType="withEffect">
                                  <p:stCondLst>
                                    <p:cond delay="0"/>
                                  </p:stCondLst>
                                  <p:childTnLst>
                                    <p:set>
                                      <p:cBhvr>
                                        <p:cTn id="1422" dur="1" fill="hold">
                                          <p:stCondLst>
                                            <p:cond delay="0"/>
                                          </p:stCondLst>
                                        </p:cTn>
                                        <p:tgtEl>
                                          <p:spTgt spid="762"/>
                                        </p:tgtEl>
                                        <p:attrNameLst>
                                          <p:attrName>style.visibility</p:attrName>
                                        </p:attrNameLst>
                                      </p:cBhvr>
                                      <p:to>
                                        <p:strVal val="visible"/>
                                      </p:to>
                                    </p:set>
                                  </p:childTnLst>
                                </p:cTn>
                              </p:par>
                              <p:par>
                                <p:cTn id="1423" presetID="1" presetClass="entr" presetSubtype="0" fill="hold" grpId="0" nodeType="withEffect">
                                  <p:stCondLst>
                                    <p:cond delay="0"/>
                                  </p:stCondLst>
                                  <p:childTnLst>
                                    <p:set>
                                      <p:cBhvr>
                                        <p:cTn id="1424" dur="1" fill="hold">
                                          <p:stCondLst>
                                            <p:cond delay="0"/>
                                          </p:stCondLst>
                                        </p:cTn>
                                        <p:tgtEl>
                                          <p:spTgt spid="763"/>
                                        </p:tgtEl>
                                        <p:attrNameLst>
                                          <p:attrName>style.visibility</p:attrName>
                                        </p:attrNameLst>
                                      </p:cBhvr>
                                      <p:to>
                                        <p:strVal val="visible"/>
                                      </p:to>
                                    </p:set>
                                  </p:childTnLst>
                                </p:cTn>
                              </p:par>
                              <p:par>
                                <p:cTn id="1425" presetID="1" presetClass="entr" presetSubtype="0" fill="hold" grpId="0" nodeType="withEffect">
                                  <p:stCondLst>
                                    <p:cond delay="0"/>
                                  </p:stCondLst>
                                  <p:childTnLst>
                                    <p:set>
                                      <p:cBhvr>
                                        <p:cTn id="1426" dur="1" fill="hold">
                                          <p:stCondLst>
                                            <p:cond delay="0"/>
                                          </p:stCondLst>
                                        </p:cTn>
                                        <p:tgtEl>
                                          <p:spTgt spid="764"/>
                                        </p:tgtEl>
                                        <p:attrNameLst>
                                          <p:attrName>style.visibility</p:attrName>
                                        </p:attrNameLst>
                                      </p:cBhvr>
                                      <p:to>
                                        <p:strVal val="visible"/>
                                      </p:to>
                                    </p:set>
                                  </p:childTnLst>
                                </p:cTn>
                              </p:par>
                              <p:par>
                                <p:cTn id="1427" presetID="1" presetClass="entr" presetSubtype="0" fill="hold" grpId="0" nodeType="withEffect">
                                  <p:stCondLst>
                                    <p:cond delay="0"/>
                                  </p:stCondLst>
                                  <p:childTnLst>
                                    <p:set>
                                      <p:cBhvr>
                                        <p:cTn id="1428" dur="1" fill="hold">
                                          <p:stCondLst>
                                            <p:cond delay="0"/>
                                          </p:stCondLst>
                                        </p:cTn>
                                        <p:tgtEl>
                                          <p:spTgt spid="765"/>
                                        </p:tgtEl>
                                        <p:attrNameLst>
                                          <p:attrName>style.visibility</p:attrName>
                                        </p:attrNameLst>
                                      </p:cBhvr>
                                      <p:to>
                                        <p:strVal val="visible"/>
                                      </p:to>
                                    </p:set>
                                  </p:childTnLst>
                                </p:cTn>
                              </p:par>
                              <p:par>
                                <p:cTn id="1429" presetID="1" presetClass="entr" presetSubtype="0" fill="hold" grpId="0" nodeType="withEffect">
                                  <p:stCondLst>
                                    <p:cond delay="0"/>
                                  </p:stCondLst>
                                  <p:childTnLst>
                                    <p:set>
                                      <p:cBhvr>
                                        <p:cTn id="1430" dur="1" fill="hold">
                                          <p:stCondLst>
                                            <p:cond delay="0"/>
                                          </p:stCondLst>
                                        </p:cTn>
                                        <p:tgtEl>
                                          <p:spTgt spid="766"/>
                                        </p:tgtEl>
                                        <p:attrNameLst>
                                          <p:attrName>style.visibility</p:attrName>
                                        </p:attrNameLst>
                                      </p:cBhvr>
                                      <p:to>
                                        <p:strVal val="visible"/>
                                      </p:to>
                                    </p:set>
                                  </p:childTnLst>
                                </p:cTn>
                              </p:par>
                              <p:par>
                                <p:cTn id="1431" presetID="1" presetClass="entr" presetSubtype="0" fill="hold" grpId="0" nodeType="withEffect">
                                  <p:stCondLst>
                                    <p:cond delay="0"/>
                                  </p:stCondLst>
                                  <p:childTnLst>
                                    <p:set>
                                      <p:cBhvr>
                                        <p:cTn id="1432" dur="1" fill="hold">
                                          <p:stCondLst>
                                            <p:cond delay="0"/>
                                          </p:stCondLst>
                                        </p:cTn>
                                        <p:tgtEl>
                                          <p:spTgt spid="767"/>
                                        </p:tgtEl>
                                        <p:attrNameLst>
                                          <p:attrName>style.visibility</p:attrName>
                                        </p:attrNameLst>
                                      </p:cBhvr>
                                      <p:to>
                                        <p:strVal val="visible"/>
                                      </p:to>
                                    </p:set>
                                  </p:childTnLst>
                                </p:cTn>
                              </p:par>
                              <p:par>
                                <p:cTn id="1433" presetID="1" presetClass="entr" presetSubtype="0" fill="hold" grpId="0" nodeType="withEffect">
                                  <p:stCondLst>
                                    <p:cond delay="0"/>
                                  </p:stCondLst>
                                  <p:childTnLst>
                                    <p:set>
                                      <p:cBhvr>
                                        <p:cTn id="1434" dur="1" fill="hold">
                                          <p:stCondLst>
                                            <p:cond delay="0"/>
                                          </p:stCondLst>
                                        </p:cTn>
                                        <p:tgtEl>
                                          <p:spTgt spid="768"/>
                                        </p:tgtEl>
                                        <p:attrNameLst>
                                          <p:attrName>style.visibility</p:attrName>
                                        </p:attrNameLst>
                                      </p:cBhvr>
                                      <p:to>
                                        <p:strVal val="visible"/>
                                      </p:to>
                                    </p:set>
                                  </p:childTnLst>
                                </p:cTn>
                              </p:par>
                              <p:par>
                                <p:cTn id="1435" presetID="1" presetClass="entr" presetSubtype="0" fill="hold" grpId="0" nodeType="withEffect">
                                  <p:stCondLst>
                                    <p:cond delay="0"/>
                                  </p:stCondLst>
                                  <p:childTnLst>
                                    <p:set>
                                      <p:cBhvr>
                                        <p:cTn id="1436" dur="1" fill="hold">
                                          <p:stCondLst>
                                            <p:cond delay="0"/>
                                          </p:stCondLst>
                                        </p:cTn>
                                        <p:tgtEl>
                                          <p:spTgt spid="769"/>
                                        </p:tgtEl>
                                        <p:attrNameLst>
                                          <p:attrName>style.visibility</p:attrName>
                                        </p:attrNameLst>
                                      </p:cBhvr>
                                      <p:to>
                                        <p:strVal val="visible"/>
                                      </p:to>
                                    </p:set>
                                  </p:childTnLst>
                                </p:cTn>
                              </p:par>
                              <p:par>
                                <p:cTn id="1437" presetID="1" presetClass="entr" presetSubtype="0" fill="hold" grpId="0" nodeType="withEffect">
                                  <p:stCondLst>
                                    <p:cond delay="0"/>
                                  </p:stCondLst>
                                  <p:childTnLst>
                                    <p:set>
                                      <p:cBhvr>
                                        <p:cTn id="1438" dur="1" fill="hold">
                                          <p:stCondLst>
                                            <p:cond delay="0"/>
                                          </p:stCondLst>
                                        </p:cTn>
                                        <p:tgtEl>
                                          <p:spTgt spid="770"/>
                                        </p:tgtEl>
                                        <p:attrNameLst>
                                          <p:attrName>style.visibility</p:attrName>
                                        </p:attrNameLst>
                                      </p:cBhvr>
                                      <p:to>
                                        <p:strVal val="visible"/>
                                      </p:to>
                                    </p:set>
                                  </p:childTnLst>
                                </p:cTn>
                              </p:par>
                              <p:par>
                                <p:cTn id="1439" presetID="1" presetClass="entr" presetSubtype="0" fill="hold" grpId="0" nodeType="withEffect">
                                  <p:stCondLst>
                                    <p:cond delay="0"/>
                                  </p:stCondLst>
                                  <p:childTnLst>
                                    <p:set>
                                      <p:cBhvr>
                                        <p:cTn id="1440" dur="1" fill="hold">
                                          <p:stCondLst>
                                            <p:cond delay="0"/>
                                          </p:stCondLst>
                                        </p:cTn>
                                        <p:tgtEl>
                                          <p:spTgt spid="771"/>
                                        </p:tgtEl>
                                        <p:attrNameLst>
                                          <p:attrName>style.visibility</p:attrName>
                                        </p:attrNameLst>
                                      </p:cBhvr>
                                      <p:to>
                                        <p:strVal val="visible"/>
                                      </p:to>
                                    </p:set>
                                  </p:childTnLst>
                                </p:cTn>
                              </p:par>
                              <p:par>
                                <p:cTn id="1441" presetID="1" presetClass="entr" presetSubtype="0" fill="hold" grpId="0" nodeType="withEffect">
                                  <p:stCondLst>
                                    <p:cond delay="0"/>
                                  </p:stCondLst>
                                  <p:childTnLst>
                                    <p:set>
                                      <p:cBhvr>
                                        <p:cTn id="1442" dur="1" fill="hold">
                                          <p:stCondLst>
                                            <p:cond delay="0"/>
                                          </p:stCondLst>
                                        </p:cTn>
                                        <p:tgtEl>
                                          <p:spTgt spid="772"/>
                                        </p:tgtEl>
                                        <p:attrNameLst>
                                          <p:attrName>style.visibility</p:attrName>
                                        </p:attrNameLst>
                                      </p:cBhvr>
                                      <p:to>
                                        <p:strVal val="visible"/>
                                      </p:to>
                                    </p:set>
                                  </p:childTnLst>
                                </p:cTn>
                              </p:par>
                              <p:par>
                                <p:cTn id="1443" presetID="1" presetClass="entr" presetSubtype="0" fill="hold" grpId="0" nodeType="withEffect">
                                  <p:stCondLst>
                                    <p:cond delay="0"/>
                                  </p:stCondLst>
                                  <p:childTnLst>
                                    <p:set>
                                      <p:cBhvr>
                                        <p:cTn id="1444" dur="1" fill="hold">
                                          <p:stCondLst>
                                            <p:cond delay="0"/>
                                          </p:stCondLst>
                                        </p:cTn>
                                        <p:tgtEl>
                                          <p:spTgt spid="773"/>
                                        </p:tgtEl>
                                        <p:attrNameLst>
                                          <p:attrName>style.visibility</p:attrName>
                                        </p:attrNameLst>
                                      </p:cBhvr>
                                      <p:to>
                                        <p:strVal val="visible"/>
                                      </p:to>
                                    </p:set>
                                  </p:childTnLst>
                                </p:cTn>
                              </p:par>
                              <p:par>
                                <p:cTn id="1445" presetID="1" presetClass="entr" presetSubtype="0" fill="hold" grpId="0" nodeType="withEffect">
                                  <p:stCondLst>
                                    <p:cond delay="0"/>
                                  </p:stCondLst>
                                  <p:childTnLst>
                                    <p:set>
                                      <p:cBhvr>
                                        <p:cTn id="1446" dur="1" fill="hold">
                                          <p:stCondLst>
                                            <p:cond delay="0"/>
                                          </p:stCondLst>
                                        </p:cTn>
                                        <p:tgtEl>
                                          <p:spTgt spid="774"/>
                                        </p:tgtEl>
                                        <p:attrNameLst>
                                          <p:attrName>style.visibility</p:attrName>
                                        </p:attrNameLst>
                                      </p:cBhvr>
                                      <p:to>
                                        <p:strVal val="visible"/>
                                      </p:to>
                                    </p:set>
                                  </p:childTnLst>
                                </p:cTn>
                              </p:par>
                              <p:par>
                                <p:cTn id="1447" presetID="1" presetClass="entr" presetSubtype="0" fill="hold" grpId="0" nodeType="withEffect">
                                  <p:stCondLst>
                                    <p:cond delay="0"/>
                                  </p:stCondLst>
                                  <p:childTnLst>
                                    <p:set>
                                      <p:cBhvr>
                                        <p:cTn id="1448" dur="1" fill="hold">
                                          <p:stCondLst>
                                            <p:cond delay="0"/>
                                          </p:stCondLst>
                                        </p:cTn>
                                        <p:tgtEl>
                                          <p:spTgt spid="775"/>
                                        </p:tgtEl>
                                        <p:attrNameLst>
                                          <p:attrName>style.visibility</p:attrName>
                                        </p:attrNameLst>
                                      </p:cBhvr>
                                      <p:to>
                                        <p:strVal val="visible"/>
                                      </p:to>
                                    </p:set>
                                  </p:childTnLst>
                                </p:cTn>
                              </p:par>
                              <p:par>
                                <p:cTn id="1449" presetID="1" presetClass="entr" presetSubtype="0" fill="hold" grpId="0" nodeType="withEffect">
                                  <p:stCondLst>
                                    <p:cond delay="0"/>
                                  </p:stCondLst>
                                  <p:childTnLst>
                                    <p:set>
                                      <p:cBhvr>
                                        <p:cTn id="1450" dur="1" fill="hold">
                                          <p:stCondLst>
                                            <p:cond delay="0"/>
                                          </p:stCondLst>
                                        </p:cTn>
                                        <p:tgtEl>
                                          <p:spTgt spid="776"/>
                                        </p:tgtEl>
                                        <p:attrNameLst>
                                          <p:attrName>style.visibility</p:attrName>
                                        </p:attrNameLst>
                                      </p:cBhvr>
                                      <p:to>
                                        <p:strVal val="visible"/>
                                      </p:to>
                                    </p:set>
                                  </p:childTnLst>
                                </p:cTn>
                              </p:par>
                              <p:par>
                                <p:cTn id="1451" presetID="1" presetClass="entr" presetSubtype="0" fill="hold" grpId="0" nodeType="withEffect">
                                  <p:stCondLst>
                                    <p:cond delay="0"/>
                                  </p:stCondLst>
                                  <p:childTnLst>
                                    <p:set>
                                      <p:cBhvr>
                                        <p:cTn id="1452" dur="1" fill="hold">
                                          <p:stCondLst>
                                            <p:cond delay="0"/>
                                          </p:stCondLst>
                                        </p:cTn>
                                        <p:tgtEl>
                                          <p:spTgt spid="777"/>
                                        </p:tgtEl>
                                        <p:attrNameLst>
                                          <p:attrName>style.visibility</p:attrName>
                                        </p:attrNameLst>
                                      </p:cBhvr>
                                      <p:to>
                                        <p:strVal val="visible"/>
                                      </p:to>
                                    </p:set>
                                  </p:childTnLst>
                                </p:cTn>
                              </p:par>
                              <p:par>
                                <p:cTn id="1453" presetID="1" presetClass="entr" presetSubtype="0" fill="hold" grpId="0" nodeType="withEffect">
                                  <p:stCondLst>
                                    <p:cond delay="0"/>
                                  </p:stCondLst>
                                  <p:childTnLst>
                                    <p:set>
                                      <p:cBhvr>
                                        <p:cTn id="1454" dur="1" fill="hold">
                                          <p:stCondLst>
                                            <p:cond delay="0"/>
                                          </p:stCondLst>
                                        </p:cTn>
                                        <p:tgtEl>
                                          <p:spTgt spid="778"/>
                                        </p:tgtEl>
                                        <p:attrNameLst>
                                          <p:attrName>style.visibility</p:attrName>
                                        </p:attrNameLst>
                                      </p:cBhvr>
                                      <p:to>
                                        <p:strVal val="visible"/>
                                      </p:to>
                                    </p:set>
                                  </p:childTnLst>
                                </p:cTn>
                              </p:par>
                              <p:par>
                                <p:cTn id="1455" presetID="1" presetClass="entr" presetSubtype="0" fill="hold" grpId="0" nodeType="withEffect">
                                  <p:stCondLst>
                                    <p:cond delay="0"/>
                                  </p:stCondLst>
                                  <p:childTnLst>
                                    <p:set>
                                      <p:cBhvr>
                                        <p:cTn id="1456" dur="1" fill="hold">
                                          <p:stCondLst>
                                            <p:cond delay="0"/>
                                          </p:stCondLst>
                                        </p:cTn>
                                        <p:tgtEl>
                                          <p:spTgt spid="779"/>
                                        </p:tgtEl>
                                        <p:attrNameLst>
                                          <p:attrName>style.visibility</p:attrName>
                                        </p:attrNameLst>
                                      </p:cBhvr>
                                      <p:to>
                                        <p:strVal val="visible"/>
                                      </p:to>
                                    </p:set>
                                  </p:childTnLst>
                                </p:cTn>
                              </p:par>
                              <p:par>
                                <p:cTn id="1457" presetID="1" presetClass="entr" presetSubtype="0" fill="hold" grpId="0" nodeType="withEffect">
                                  <p:stCondLst>
                                    <p:cond delay="0"/>
                                  </p:stCondLst>
                                  <p:childTnLst>
                                    <p:set>
                                      <p:cBhvr>
                                        <p:cTn id="1458" dur="1" fill="hold">
                                          <p:stCondLst>
                                            <p:cond delay="0"/>
                                          </p:stCondLst>
                                        </p:cTn>
                                        <p:tgtEl>
                                          <p:spTgt spid="780"/>
                                        </p:tgtEl>
                                        <p:attrNameLst>
                                          <p:attrName>style.visibility</p:attrName>
                                        </p:attrNameLst>
                                      </p:cBhvr>
                                      <p:to>
                                        <p:strVal val="visible"/>
                                      </p:to>
                                    </p:set>
                                  </p:childTnLst>
                                </p:cTn>
                              </p:par>
                              <p:par>
                                <p:cTn id="1459" presetID="1" presetClass="entr" presetSubtype="0" fill="hold" grpId="0" nodeType="withEffect">
                                  <p:stCondLst>
                                    <p:cond delay="0"/>
                                  </p:stCondLst>
                                  <p:childTnLst>
                                    <p:set>
                                      <p:cBhvr>
                                        <p:cTn id="1460" dur="1" fill="hold">
                                          <p:stCondLst>
                                            <p:cond delay="0"/>
                                          </p:stCondLst>
                                        </p:cTn>
                                        <p:tgtEl>
                                          <p:spTgt spid="781"/>
                                        </p:tgtEl>
                                        <p:attrNameLst>
                                          <p:attrName>style.visibility</p:attrName>
                                        </p:attrNameLst>
                                      </p:cBhvr>
                                      <p:to>
                                        <p:strVal val="visible"/>
                                      </p:to>
                                    </p:set>
                                  </p:childTnLst>
                                </p:cTn>
                              </p:par>
                              <p:par>
                                <p:cTn id="1461" presetID="1" presetClass="entr" presetSubtype="0" fill="hold" grpId="0" nodeType="withEffect">
                                  <p:stCondLst>
                                    <p:cond delay="0"/>
                                  </p:stCondLst>
                                  <p:childTnLst>
                                    <p:set>
                                      <p:cBhvr>
                                        <p:cTn id="1462" dur="1" fill="hold">
                                          <p:stCondLst>
                                            <p:cond delay="0"/>
                                          </p:stCondLst>
                                        </p:cTn>
                                        <p:tgtEl>
                                          <p:spTgt spid="782"/>
                                        </p:tgtEl>
                                        <p:attrNameLst>
                                          <p:attrName>style.visibility</p:attrName>
                                        </p:attrNameLst>
                                      </p:cBhvr>
                                      <p:to>
                                        <p:strVal val="visible"/>
                                      </p:to>
                                    </p:set>
                                  </p:childTnLst>
                                </p:cTn>
                              </p:par>
                              <p:par>
                                <p:cTn id="1463" presetID="1" presetClass="entr" presetSubtype="0" fill="hold" grpId="0" nodeType="withEffect">
                                  <p:stCondLst>
                                    <p:cond delay="0"/>
                                  </p:stCondLst>
                                  <p:childTnLst>
                                    <p:set>
                                      <p:cBhvr>
                                        <p:cTn id="1464" dur="1" fill="hold">
                                          <p:stCondLst>
                                            <p:cond delay="0"/>
                                          </p:stCondLst>
                                        </p:cTn>
                                        <p:tgtEl>
                                          <p:spTgt spid="783"/>
                                        </p:tgtEl>
                                        <p:attrNameLst>
                                          <p:attrName>style.visibility</p:attrName>
                                        </p:attrNameLst>
                                      </p:cBhvr>
                                      <p:to>
                                        <p:strVal val="visible"/>
                                      </p:to>
                                    </p:set>
                                  </p:childTnLst>
                                </p:cTn>
                              </p:par>
                              <p:par>
                                <p:cTn id="1465" presetID="1" presetClass="entr" presetSubtype="0" fill="hold" grpId="0" nodeType="withEffect">
                                  <p:stCondLst>
                                    <p:cond delay="0"/>
                                  </p:stCondLst>
                                  <p:childTnLst>
                                    <p:set>
                                      <p:cBhvr>
                                        <p:cTn id="1466" dur="1" fill="hold">
                                          <p:stCondLst>
                                            <p:cond delay="0"/>
                                          </p:stCondLst>
                                        </p:cTn>
                                        <p:tgtEl>
                                          <p:spTgt spid="784"/>
                                        </p:tgtEl>
                                        <p:attrNameLst>
                                          <p:attrName>style.visibility</p:attrName>
                                        </p:attrNameLst>
                                      </p:cBhvr>
                                      <p:to>
                                        <p:strVal val="visible"/>
                                      </p:to>
                                    </p:set>
                                  </p:childTnLst>
                                </p:cTn>
                              </p:par>
                              <p:par>
                                <p:cTn id="1467" presetID="1" presetClass="entr" presetSubtype="0" fill="hold" grpId="0" nodeType="withEffect">
                                  <p:stCondLst>
                                    <p:cond delay="0"/>
                                  </p:stCondLst>
                                  <p:childTnLst>
                                    <p:set>
                                      <p:cBhvr>
                                        <p:cTn id="1468" dur="1" fill="hold">
                                          <p:stCondLst>
                                            <p:cond delay="0"/>
                                          </p:stCondLst>
                                        </p:cTn>
                                        <p:tgtEl>
                                          <p:spTgt spid="785"/>
                                        </p:tgtEl>
                                        <p:attrNameLst>
                                          <p:attrName>style.visibility</p:attrName>
                                        </p:attrNameLst>
                                      </p:cBhvr>
                                      <p:to>
                                        <p:strVal val="visible"/>
                                      </p:to>
                                    </p:set>
                                  </p:childTnLst>
                                </p:cTn>
                              </p:par>
                              <p:par>
                                <p:cTn id="1469" presetID="1" presetClass="entr" presetSubtype="0" fill="hold" grpId="0" nodeType="withEffect">
                                  <p:stCondLst>
                                    <p:cond delay="0"/>
                                  </p:stCondLst>
                                  <p:childTnLst>
                                    <p:set>
                                      <p:cBhvr>
                                        <p:cTn id="1470" dur="1" fill="hold">
                                          <p:stCondLst>
                                            <p:cond delay="0"/>
                                          </p:stCondLst>
                                        </p:cTn>
                                        <p:tgtEl>
                                          <p:spTgt spid="786"/>
                                        </p:tgtEl>
                                        <p:attrNameLst>
                                          <p:attrName>style.visibility</p:attrName>
                                        </p:attrNameLst>
                                      </p:cBhvr>
                                      <p:to>
                                        <p:strVal val="visible"/>
                                      </p:to>
                                    </p:set>
                                  </p:childTnLst>
                                </p:cTn>
                              </p:par>
                              <p:par>
                                <p:cTn id="1471" presetID="1" presetClass="entr" presetSubtype="0" fill="hold" grpId="0" nodeType="withEffect">
                                  <p:stCondLst>
                                    <p:cond delay="0"/>
                                  </p:stCondLst>
                                  <p:childTnLst>
                                    <p:set>
                                      <p:cBhvr>
                                        <p:cTn id="1472" dur="1" fill="hold">
                                          <p:stCondLst>
                                            <p:cond delay="0"/>
                                          </p:stCondLst>
                                        </p:cTn>
                                        <p:tgtEl>
                                          <p:spTgt spid="787"/>
                                        </p:tgtEl>
                                        <p:attrNameLst>
                                          <p:attrName>style.visibility</p:attrName>
                                        </p:attrNameLst>
                                      </p:cBhvr>
                                      <p:to>
                                        <p:strVal val="visible"/>
                                      </p:to>
                                    </p:set>
                                  </p:childTnLst>
                                </p:cTn>
                              </p:par>
                              <p:par>
                                <p:cTn id="1473" presetID="1" presetClass="entr" presetSubtype="0" fill="hold" grpId="0" nodeType="withEffect">
                                  <p:stCondLst>
                                    <p:cond delay="0"/>
                                  </p:stCondLst>
                                  <p:childTnLst>
                                    <p:set>
                                      <p:cBhvr>
                                        <p:cTn id="1474" dur="1" fill="hold">
                                          <p:stCondLst>
                                            <p:cond delay="0"/>
                                          </p:stCondLst>
                                        </p:cTn>
                                        <p:tgtEl>
                                          <p:spTgt spid="788"/>
                                        </p:tgtEl>
                                        <p:attrNameLst>
                                          <p:attrName>style.visibility</p:attrName>
                                        </p:attrNameLst>
                                      </p:cBhvr>
                                      <p:to>
                                        <p:strVal val="visible"/>
                                      </p:to>
                                    </p:set>
                                  </p:childTnLst>
                                </p:cTn>
                              </p:par>
                              <p:par>
                                <p:cTn id="1475" presetID="1" presetClass="entr" presetSubtype="0" fill="hold" grpId="0" nodeType="withEffect">
                                  <p:stCondLst>
                                    <p:cond delay="0"/>
                                  </p:stCondLst>
                                  <p:childTnLst>
                                    <p:set>
                                      <p:cBhvr>
                                        <p:cTn id="1476" dur="1" fill="hold">
                                          <p:stCondLst>
                                            <p:cond delay="0"/>
                                          </p:stCondLst>
                                        </p:cTn>
                                        <p:tgtEl>
                                          <p:spTgt spid="789"/>
                                        </p:tgtEl>
                                        <p:attrNameLst>
                                          <p:attrName>style.visibility</p:attrName>
                                        </p:attrNameLst>
                                      </p:cBhvr>
                                      <p:to>
                                        <p:strVal val="visible"/>
                                      </p:to>
                                    </p:set>
                                  </p:childTnLst>
                                </p:cTn>
                              </p:par>
                              <p:par>
                                <p:cTn id="1477" presetID="1" presetClass="entr" presetSubtype="0" fill="hold" grpId="0" nodeType="withEffect">
                                  <p:stCondLst>
                                    <p:cond delay="0"/>
                                  </p:stCondLst>
                                  <p:childTnLst>
                                    <p:set>
                                      <p:cBhvr>
                                        <p:cTn id="1478" dur="1" fill="hold">
                                          <p:stCondLst>
                                            <p:cond delay="0"/>
                                          </p:stCondLst>
                                        </p:cTn>
                                        <p:tgtEl>
                                          <p:spTgt spid="790"/>
                                        </p:tgtEl>
                                        <p:attrNameLst>
                                          <p:attrName>style.visibility</p:attrName>
                                        </p:attrNameLst>
                                      </p:cBhvr>
                                      <p:to>
                                        <p:strVal val="visible"/>
                                      </p:to>
                                    </p:set>
                                  </p:childTnLst>
                                </p:cTn>
                              </p:par>
                              <p:par>
                                <p:cTn id="1479" presetID="1" presetClass="entr" presetSubtype="0" fill="hold" grpId="0" nodeType="withEffect">
                                  <p:stCondLst>
                                    <p:cond delay="0"/>
                                  </p:stCondLst>
                                  <p:childTnLst>
                                    <p:set>
                                      <p:cBhvr>
                                        <p:cTn id="1480" dur="1" fill="hold">
                                          <p:stCondLst>
                                            <p:cond delay="0"/>
                                          </p:stCondLst>
                                        </p:cTn>
                                        <p:tgtEl>
                                          <p:spTgt spid="791"/>
                                        </p:tgtEl>
                                        <p:attrNameLst>
                                          <p:attrName>style.visibility</p:attrName>
                                        </p:attrNameLst>
                                      </p:cBhvr>
                                      <p:to>
                                        <p:strVal val="visible"/>
                                      </p:to>
                                    </p:set>
                                  </p:childTnLst>
                                </p:cTn>
                              </p:par>
                              <p:par>
                                <p:cTn id="1481" presetID="1" presetClass="entr" presetSubtype="0" fill="hold" grpId="0" nodeType="withEffect">
                                  <p:stCondLst>
                                    <p:cond delay="0"/>
                                  </p:stCondLst>
                                  <p:childTnLst>
                                    <p:set>
                                      <p:cBhvr>
                                        <p:cTn id="1482" dur="1" fill="hold">
                                          <p:stCondLst>
                                            <p:cond delay="0"/>
                                          </p:stCondLst>
                                        </p:cTn>
                                        <p:tgtEl>
                                          <p:spTgt spid="792"/>
                                        </p:tgtEl>
                                        <p:attrNameLst>
                                          <p:attrName>style.visibility</p:attrName>
                                        </p:attrNameLst>
                                      </p:cBhvr>
                                      <p:to>
                                        <p:strVal val="visible"/>
                                      </p:to>
                                    </p:set>
                                  </p:childTnLst>
                                </p:cTn>
                              </p:par>
                              <p:par>
                                <p:cTn id="1483" presetID="1" presetClass="entr" presetSubtype="0" fill="hold" grpId="0" nodeType="withEffect">
                                  <p:stCondLst>
                                    <p:cond delay="0"/>
                                  </p:stCondLst>
                                  <p:childTnLst>
                                    <p:set>
                                      <p:cBhvr>
                                        <p:cTn id="1484" dur="1" fill="hold">
                                          <p:stCondLst>
                                            <p:cond delay="0"/>
                                          </p:stCondLst>
                                        </p:cTn>
                                        <p:tgtEl>
                                          <p:spTgt spid="793"/>
                                        </p:tgtEl>
                                        <p:attrNameLst>
                                          <p:attrName>style.visibility</p:attrName>
                                        </p:attrNameLst>
                                      </p:cBhvr>
                                      <p:to>
                                        <p:strVal val="visible"/>
                                      </p:to>
                                    </p:set>
                                  </p:childTnLst>
                                </p:cTn>
                              </p:par>
                              <p:par>
                                <p:cTn id="1485" presetID="1" presetClass="entr" presetSubtype="0" fill="hold" grpId="0" nodeType="withEffect">
                                  <p:stCondLst>
                                    <p:cond delay="0"/>
                                  </p:stCondLst>
                                  <p:childTnLst>
                                    <p:set>
                                      <p:cBhvr>
                                        <p:cTn id="1486" dur="1" fill="hold">
                                          <p:stCondLst>
                                            <p:cond delay="0"/>
                                          </p:stCondLst>
                                        </p:cTn>
                                        <p:tgtEl>
                                          <p:spTgt spid="794"/>
                                        </p:tgtEl>
                                        <p:attrNameLst>
                                          <p:attrName>style.visibility</p:attrName>
                                        </p:attrNameLst>
                                      </p:cBhvr>
                                      <p:to>
                                        <p:strVal val="visible"/>
                                      </p:to>
                                    </p:set>
                                  </p:childTnLst>
                                </p:cTn>
                              </p:par>
                              <p:par>
                                <p:cTn id="1487" presetID="1" presetClass="entr" presetSubtype="0" fill="hold" grpId="0" nodeType="withEffect">
                                  <p:stCondLst>
                                    <p:cond delay="0"/>
                                  </p:stCondLst>
                                  <p:childTnLst>
                                    <p:set>
                                      <p:cBhvr>
                                        <p:cTn id="1488" dur="1" fill="hold">
                                          <p:stCondLst>
                                            <p:cond delay="0"/>
                                          </p:stCondLst>
                                        </p:cTn>
                                        <p:tgtEl>
                                          <p:spTgt spid="795"/>
                                        </p:tgtEl>
                                        <p:attrNameLst>
                                          <p:attrName>style.visibility</p:attrName>
                                        </p:attrNameLst>
                                      </p:cBhvr>
                                      <p:to>
                                        <p:strVal val="visible"/>
                                      </p:to>
                                    </p:set>
                                  </p:childTnLst>
                                </p:cTn>
                              </p:par>
                              <p:par>
                                <p:cTn id="1489" presetID="1" presetClass="entr" presetSubtype="0" fill="hold" grpId="0" nodeType="withEffect">
                                  <p:stCondLst>
                                    <p:cond delay="0"/>
                                  </p:stCondLst>
                                  <p:childTnLst>
                                    <p:set>
                                      <p:cBhvr>
                                        <p:cTn id="1490" dur="1" fill="hold">
                                          <p:stCondLst>
                                            <p:cond delay="0"/>
                                          </p:stCondLst>
                                        </p:cTn>
                                        <p:tgtEl>
                                          <p:spTgt spid="796"/>
                                        </p:tgtEl>
                                        <p:attrNameLst>
                                          <p:attrName>style.visibility</p:attrName>
                                        </p:attrNameLst>
                                      </p:cBhvr>
                                      <p:to>
                                        <p:strVal val="visible"/>
                                      </p:to>
                                    </p:set>
                                  </p:childTnLst>
                                </p:cTn>
                              </p:par>
                              <p:par>
                                <p:cTn id="1491" presetID="1" presetClass="entr" presetSubtype="0" fill="hold" grpId="0" nodeType="withEffect">
                                  <p:stCondLst>
                                    <p:cond delay="0"/>
                                  </p:stCondLst>
                                  <p:childTnLst>
                                    <p:set>
                                      <p:cBhvr>
                                        <p:cTn id="1492" dur="1" fill="hold">
                                          <p:stCondLst>
                                            <p:cond delay="0"/>
                                          </p:stCondLst>
                                        </p:cTn>
                                        <p:tgtEl>
                                          <p:spTgt spid="797"/>
                                        </p:tgtEl>
                                        <p:attrNameLst>
                                          <p:attrName>style.visibility</p:attrName>
                                        </p:attrNameLst>
                                      </p:cBhvr>
                                      <p:to>
                                        <p:strVal val="visible"/>
                                      </p:to>
                                    </p:set>
                                  </p:childTnLst>
                                </p:cTn>
                              </p:par>
                              <p:par>
                                <p:cTn id="1493" presetID="1" presetClass="entr" presetSubtype="0" fill="hold" grpId="0" nodeType="withEffect">
                                  <p:stCondLst>
                                    <p:cond delay="0"/>
                                  </p:stCondLst>
                                  <p:childTnLst>
                                    <p:set>
                                      <p:cBhvr>
                                        <p:cTn id="1494" dur="1" fill="hold">
                                          <p:stCondLst>
                                            <p:cond delay="0"/>
                                          </p:stCondLst>
                                        </p:cTn>
                                        <p:tgtEl>
                                          <p:spTgt spid="798"/>
                                        </p:tgtEl>
                                        <p:attrNameLst>
                                          <p:attrName>style.visibility</p:attrName>
                                        </p:attrNameLst>
                                      </p:cBhvr>
                                      <p:to>
                                        <p:strVal val="visible"/>
                                      </p:to>
                                    </p:set>
                                  </p:childTnLst>
                                </p:cTn>
                              </p:par>
                              <p:par>
                                <p:cTn id="1495" presetID="1" presetClass="entr" presetSubtype="0" fill="hold" grpId="0" nodeType="withEffect">
                                  <p:stCondLst>
                                    <p:cond delay="0"/>
                                  </p:stCondLst>
                                  <p:childTnLst>
                                    <p:set>
                                      <p:cBhvr>
                                        <p:cTn id="1496" dur="1" fill="hold">
                                          <p:stCondLst>
                                            <p:cond delay="0"/>
                                          </p:stCondLst>
                                        </p:cTn>
                                        <p:tgtEl>
                                          <p:spTgt spid="799"/>
                                        </p:tgtEl>
                                        <p:attrNameLst>
                                          <p:attrName>style.visibility</p:attrName>
                                        </p:attrNameLst>
                                      </p:cBhvr>
                                      <p:to>
                                        <p:strVal val="visible"/>
                                      </p:to>
                                    </p:set>
                                  </p:childTnLst>
                                </p:cTn>
                              </p:par>
                              <p:par>
                                <p:cTn id="1497" presetID="1" presetClass="entr" presetSubtype="0" fill="hold" grpId="0" nodeType="withEffect">
                                  <p:stCondLst>
                                    <p:cond delay="0"/>
                                  </p:stCondLst>
                                  <p:childTnLst>
                                    <p:set>
                                      <p:cBhvr>
                                        <p:cTn id="1498" dur="1" fill="hold">
                                          <p:stCondLst>
                                            <p:cond delay="0"/>
                                          </p:stCondLst>
                                        </p:cTn>
                                        <p:tgtEl>
                                          <p:spTgt spid="800"/>
                                        </p:tgtEl>
                                        <p:attrNameLst>
                                          <p:attrName>style.visibility</p:attrName>
                                        </p:attrNameLst>
                                      </p:cBhvr>
                                      <p:to>
                                        <p:strVal val="visible"/>
                                      </p:to>
                                    </p:set>
                                  </p:childTnLst>
                                </p:cTn>
                              </p:par>
                              <p:par>
                                <p:cTn id="1499" presetID="1" presetClass="entr" presetSubtype="0" fill="hold" grpId="0" nodeType="withEffect">
                                  <p:stCondLst>
                                    <p:cond delay="0"/>
                                  </p:stCondLst>
                                  <p:childTnLst>
                                    <p:set>
                                      <p:cBhvr>
                                        <p:cTn id="1500" dur="1" fill="hold">
                                          <p:stCondLst>
                                            <p:cond delay="0"/>
                                          </p:stCondLst>
                                        </p:cTn>
                                        <p:tgtEl>
                                          <p:spTgt spid="801"/>
                                        </p:tgtEl>
                                        <p:attrNameLst>
                                          <p:attrName>style.visibility</p:attrName>
                                        </p:attrNameLst>
                                      </p:cBhvr>
                                      <p:to>
                                        <p:strVal val="visible"/>
                                      </p:to>
                                    </p:set>
                                  </p:childTnLst>
                                </p:cTn>
                              </p:par>
                              <p:par>
                                <p:cTn id="1501" presetID="1" presetClass="entr" presetSubtype="0" fill="hold" grpId="0" nodeType="withEffect">
                                  <p:stCondLst>
                                    <p:cond delay="0"/>
                                  </p:stCondLst>
                                  <p:childTnLst>
                                    <p:set>
                                      <p:cBhvr>
                                        <p:cTn id="1502" dur="1" fill="hold">
                                          <p:stCondLst>
                                            <p:cond delay="0"/>
                                          </p:stCondLst>
                                        </p:cTn>
                                        <p:tgtEl>
                                          <p:spTgt spid="802"/>
                                        </p:tgtEl>
                                        <p:attrNameLst>
                                          <p:attrName>style.visibility</p:attrName>
                                        </p:attrNameLst>
                                      </p:cBhvr>
                                      <p:to>
                                        <p:strVal val="visible"/>
                                      </p:to>
                                    </p:set>
                                  </p:childTnLst>
                                </p:cTn>
                              </p:par>
                              <p:par>
                                <p:cTn id="1503" presetID="1" presetClass="entr" presetSubtype="0" fill="hold" grpId="0" nodeType="withEffect">
                                  <p:stCondLst>
                                    <p:cond delay="0"/>
                                  </p:stCondLst>
                                  <p:childTnLst>
                                    <p:set>
                                      <p:cBhvr>
                                        <p:cTn id="1504"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p:bldP spid="68" grpId="0"/>
      <p:bldP spid="69" grpId="0" animBg="1"/>
      <p:bldP spid="70" grpId="0"/>
      <p:bldP spid="71" grpId="0"/>
      <p:bldP spid="72" grpId="0" animBg="1"/>
      <p:bldP spid="73" grpId="0"/>
      <p:bldP spid="74" grpId="0" animBg="1"/>
      <p:bldP spid="75" grpId="0"/>
      <p:bldP spid="76" grpId="0"/>
      <p:bldP spid="77" grpId="0" animBg="1"/>
      <p:bldP spid="78" grpId="0"/>
      <p:bldP spid="79" grpId="0" animBg="1"/>
      <p:bldP spid="80" grpId="0"/>
      <p:bldP spid="81" grpId="0"/>
      <p:bldP spid="82" grpId="0" animBg="1"/>
      <p:bldP spid="83" grpId="0"/>
      <p:bldP spid="84" grpId="0" animBg="1"/>
      <p:bldP spid="85" grpId="0"/>
      <p:bldP spid="86" grpId="0"/>
      <p:bldP spid="87" grpId="0" animBg="1"/>
      <p:bldP spid="88" grpId="0"/>
      <p:bldP spid="89" grpId="0" animBg="1"/>
      <p:bldP spid="90" grpId="0"/>
      <p:bldP spid="91" grpId="0"/>
      <p:bldP spid="92" grpId="0" animBg="1"/>
      <p:bldP spid="93" grpId="0"/>
      <p:bldP spid="94" grpId="0" animBg="1"/>
      <p:bldP spid="95" grpId="0"/>
      <p:bldP spid="96" grpId="0"/>
      <p:bldP spid="97" grpId="0" animBg="1"/>
      <p:bldP spid="98" grpId="0"/>
      <p:bldP spid="99" grpId="0" animBg="1"/>
      <p:bldP spid="100" grpId="0"/>
      <p:bldP spid="101" grpId="0" animBg="1"/>
      <p:bldP spid="102" grpId="0" animBg="1"/>
      <p:bldP spid="103" grpId="0"/>
      <p:bldP spid="104" grpId="0" animBg="1"/>
      <p:bldP spid="105" grpId="0" animBg="1"/>
      <p:bldP spid="106" grpId="0"/>
      <p:bldP spid="107" grpId="0" animBg="1"/>
      <p:bldP spid="108" grpId="0" animBg="1"/>
      <p:bldP spid="109" grpId="0"/>
      <p:bldP spid="110" grpId="0" animBg="1"/>
      <p:bldP spid="111" grpId="0" animBg="1"/>
      <p:bldP spid="112" grpId="0"/>
      <p:bldP spid="113" grpId="0" animBg="1"/>
      <p:bldP spid="114" grpId="0" animBg="1"/>
      <p:bldP spid="115" grpId="0"/>
      <p:bldP spid="116" grpId="0" animBg="1"/>
      <p:bldP spid="117" grpId="0"/>
      <p:bldP spid="118" grpId="0" animBg="1"/>
      <p:bldP spid="119" grpId="0" animBg="1"/>
      <p:bldP spid="120" grpId="0"/>
      <p:bldP spid="121" grpId="0" animBg="1"/>
      <p:bldP spid="122" grpId="0"/>
      <p:bldP spid="123" grpId="0" animBg="1"/>
      <p:bldP spid="124" grpId="0"/>
      <p:bldP spid="125" grpId="0"/>
      <p:bldP spid="126" grpId="0"/>
      <p:bldP spid="127" grpId="0" animBg="1"/>
      <p:bldP spid="128" grpId="0" animBg="1"/>
      <p:bldP spid="129" grpId="0"/>
      <p:bldP spid="130" grpId="0"/>
      <p:bldP spid="131" grpId="0" animBg="1"/>
      <p:bldP spid="132" grpId="0"/>
      <p:bldP spid="133" grpId="0"/>
      <p:bldP spid="134" grpId="0" animBg="1"/>
      <p:bldP spid="135" grpId="0"/>
      <p:bldP spid="136" grpId="0" animBg="1"/>
      <p:bldP spid="137" grpId="0"/>
      <p:bldP spid="138" grpId="0"/>
      <p:bldP spid="139" grpId="0" animBg="1"/>
      <p:bldP spid="140" grpId="0"/>
      <p:bldP spid="141" grpId="0" animBg="1"/>
      <p:bldP spid="142" grpId="0"/>
      <p:bldP spid="143" grpId="0"/>
      <p:bldP spid="144" grpId="0" animBg="1"/>
      <p:bldP spid="145" grpId="0"/>
      <p:bldP spid="146" grpId="0" animBg="1"/>
      <p:bldP spid="147" grpId="0"/>
      <p:bldP spid="148" grpId="0"/>
      <p:bldP spid="149" grpId="0" animBg="1"/>
      <p:bldP spid="150" grpId="0"/>
      <p:bldP spid="151" grpId="0" animBg="1"/>
      <p:bldP spid="152" grpId="0"/>
      <p:bldP spid="153" grpId="0"/>
      <p:bldP spid="154" grpId="0" animBg="1"/>
      <p:bldP spid="155" grpId="0"/>
      <p:bldP spid="156" grpId="0" animBg="1"/>
      <p:bldP spid="157" grpId="0"/>
      <p:bldP spid="158" grpId="0"/>
      <p:bldP spid="159" grpId="0" animBg="1"/>
      <p:bldP spid="160" grpId="0"/>
      <p:bldP spid="161" grpId="0" animBg="1"/>
      <p:bldP spid="162" grpId="0"/>
      <p:bldP spid="163" grpId="0" animBg="1"/>
      <p:bldP spid="164" grpId="0" animBg="1"/>
      <p:bldP spid="165" grpId="0"/>
      <p:bldP spid="166" grpId="0" animBg="1"/>
      <p:bldP spid="167" grpId="0" animBg="1"/>
      <p:bldP spid="168" grpId="0"/>
      <p:bldP spid="169" grpId="0" animBg="1"/>
      <p:bldP spid="170" grpId="0" animBg="1"/>
      <p:bldP spid="171" grpId="0"/>
      <p:bldP spid="172" grpId="0" animBg="1"/>
      <p:bldP spid="173" grpId="0" animBg="1"/>
      <p:bldP spid="174" grpId="0"/>
      <p:bldP spid="175" grpId="0" animBg="1"/>
      <p:bldP spid="176" grpId="0" animBg="1"/>
      <p:bldP spid="177" grpId="0"/>
      <p:bldP spid="178" grpId="0" animBg="1"/>
      <p:bldP spid="179" grpId="0"/>
      <p:bldP spid="180" grpId="0" animBg="1"/>
      <p:bldP spid="181" grpId="0" animBg="1"/>
      <p:bldP spid="182" grpId="0"/>
      <p:bldP spid="183" grpId="0" animBg="1"/>
      <p:bldP spid="184" grpId="0"/>
      <p:bldP spid="185" grpId="0" animBg="1"/>
      <p:bldP spid="186" grpId="0"/>
      <p:bldP spid="187" grpId="0"/>
      <p:bldP spid="188" grpId="0" animBg="1"/>
      <p:bldP spid="189" grpId="0" animBg="1"/>
      <p:bldP spid="190" grpId="0"/>
      <p:bldP spid="191" grpId="0"/>
      <p:bldP spid="192" grpId="0" animBg="1"/>
      <p:bldP spid="193" grpId="0"/>
      <p:bldP spid="194" grpId="0"/>
      <p:bldP spid="195" grpId="0" animBg="1"/>
      <p:bldP spid="196" grpId="0"/>
      <p:bldP spid="197" grpId="0" animBg="1"/>
      <p:bldP spid="198" grpId="0"/>
      <p:bldP spid="199" grpId="0"/>
      <p:bldP spid="200" grpId="0" animBg="1"/>
      <p:bldP spid="201" grpId="0"/>
      <p:bldP spid="202" grpId="0" animBg="1"/>
      <p:bldP spid="203" grpId="0"/>
      <p:bldP spid="204" grpId="0"/>
      <p:bldP spid="205" grpId="0" animBg="1"/>
      <p:bldP spid="206" grpId="0"/>
      <p:bldP spid="207" grpId="0" animBg="1"/>
      <p:bldP spid="208" grpId="0"/>
      <p:bldP spid="209" grpId="0"/>
      <p:bldP spid="210" grpId="0" animBg="1"/>
      <p:bldP spid="211" grpId="0"/>
      <p:bldP spid="212" grpId="0" animBg="1"/>
      <p:bldP spid="213" grpId="0"/>
      <p:bldP spid="214" grpId="0"/>
      <p:bldP spid="215" grpId="0" animBg="1"/>
      <p:bldP spid="216" grpId="0"/>
      <p:bldP spid="217" grpId="0" animBg="1"/>
      <p:bldP spid="218" grpId="0"/>
      <p:bldP spid="219" grpId="0"/>
      <p:bldP spid="220" grpId="0" animBg="1"/>
      <p:bldP spid="221" grpId="0"/>
      <p:bldP spid="222" grpId="0" animBg="1"/>
      <p:bldP spid="223" grpId="0"/>
      <p:bldP spid="224" grpId="0" animBg="1"/>
      <p:bldP spid="225" grpId="0" animBg="1"/>
      <p:bldP spid="226" grpId="0"/>
      <p:bldP spid="227" grpId="0" animBg="1"/>
      <p:bldP spid="228" grpId="0" animBg="1"/>
      <p:bldP spid="229" grpId="0"/>
      <p:bldP spid="230" grpId="0" animBg="1"/>
      <p:bldP spid="231" grpId="0" animBg="1"/>
      <p:bldP spid="232" grpId="0"/>
      <p:bldP spid="233" grpId="0" animBg="1"/>
      <p:bldP spid="234" grpId="0" animBg="1"/>
      <p:bldP spid="235" grpId="0"/>
      <p:bldP spid="236" grpId="0" animBg="1"/>
      <p:bldP spid="237" grpId="0" animBg="1"/>
      <p:bldP spid="238" grpId="0"/>
      <p:bldP spid="239" grpId="0" animBg="1"/>
      <p:bldP spid="240" grpId="0"/>
      <p:bldP spid="241" grpId="0" animBg="1"/>
      <p:bldP spid="242" grpId="0" animBg="1"/>
      <p:bldP spid="243" grpId="0"/>
      <p:bldP spid="244" grpId="0" animBg="1"/>
      <p:bldP spid="245" grpId="0"/>
      <p:bldP spid="246" grpId="0" animBg="1"/>
      <p:bldP spid="247" grpId="0"/>
      <p:bldP spid="248" grpId="0"/>
      <p:bldP spid="249" grpId="0"/>
      <p:bldP spid="250" grpId="0" animBg="1"/>
      <p:bldP spid="251" grpId="0" animBg="1"/>
      <p:bldP spid="252" grpId="0"/>
      <p:bldP spid="253" grpId="0"/>
      <p:bldP spid="254" grpId="0" animBg="1"/>
      <p:bldP spid="255" grpId="0"/>
      <p:bldP spid="256" grpId="0"/>
      <p:bldP spid="257" grpId="0" animBg="1"/>
      <p:bldP spid="258" grpId="0"/>
      <p:bldP spid="259" grpId="0" animBg="1"/>
      <p:bldP spid="260" grpId="0"/>
      <p:bldP spid="261" grpId="0"/>
      <p:bldP spid="262" grpId="0" animBg="1"/>
      <p:bldP spid="263" grpId="0"/>
      <p:bldP spid="264" grpId="0" animBg="1"/>
      <p:bldP spid="265" grpId="0"/>
      <p:bldP spid="266" grpId="0"/>
      <p:bldP spid="267" grpId="0" animBg="1"/>
      <p:bldP spid="268" grpId="0"/>
      <p:bldP spid="269" grpId="0" animBg="1"/>
      <p:bldP spid="270" grpId="0"/>
      <p:bldP spid="271" grpId="0"/>
      <p:bldP spid="272" grpId="0" animBg="1"/>
      <p:bldP spid="273" grpId="0"/>
      <p:bldP spid="274" grpId="0" animBg="1"/>
      <p:bldP spid="275" grpId="0"/>
      <p:bldP spid="276" grpId="0"/>
      <p:bldP spid="277" grpId="0" animBg="1"/>
      <p:bldP spid="278" grpId="0"/>
      <p:bldP spid="279" grpId="0" animBg="1"/>
      <p:bldP spid="280" grpId="0"/>
      <p:bldP spid="281" grpId="0"/>
      <p:bldP spid="282" grpId="0" animBg="1"/>
      <p:bldP spid="283" grpId="0"/>
      <p:bldP spid="284" grpId="0" animBg="1"/>
      <p:bldP spid="285" grpId="0"/>
      <p:bldP spid="286" grpId="0" animBg="1"/>
      <p:bldP spid="287" grpId="0" animBg="1"/>
      <p:bldP spid="288" grpId="0"/>
      <p:bldP spid="289" grpId="0" animBg="1"/>
      <p:bldP spid="290" grpId="0" animBg="1"/>
      <p:bldP spid="291" grpId="0"/>
      <p:bldP spid="292" grpId="0" animBg="1"/>
      <p:bldP spid="293" grpId="0" animBg="1"/>
      <p:bldP spid="294" grpId="0"/>
      <p:bldP spid="295" grpId="0" animBg="1"/>
      <p:bldP spid="296" grpId="0" animBg="1"/>
      <p:bldP spid="297" grpId="0"/>
      <p:bldP spid="298" grpId="0" animBg="1"/>
      <p:bldP spid="299" grpId="0" animBg="1"/>
      <p:bldP spid="300" grpId="0"/>
      <p:bldP spid="301" grpId="0" animBg="1"/>
      <p:bldP spid="302" grpId="0"/>
      <p:bldP spid="303" grpId="0" animBg="1"/>
      <p:bldP spid="304" grpId="0" animBg="1"/>
      <p:bldP spid="305" grpId="0"/>
      <p:bldP spid="306" grpId="0" animBg="1"/>
      <p:bldP spid="307" grpId="0"/>
      <p:bldP spid="308" grpId="0" animBg="1"/>
      <p:bldP spid="309" grpId="0"/>
      <p:bldP spid="310" grpId="0"/>
      <p:bldP spid="311" grpId="0" animBg="1"/>
      <p:bldP spid="312" grpId="0" animBg="1"/>
      <p:bldP spid="313" grpId="0"/>
      <p:bldP spid="314" grpId="0"/>
      <p:bldP spid="315" grpId="0" animBg="1"/>
      <p:bldP spid="316" grpId="0"/>
      <p:bldP spid="317" grpId="0"/>
      <p:bldP spid="318" grpId="0" animBg="1"/>
      <p:bldP spid="319" grpId="0"/>
      <p:bldP spid="320" grpId="0" animBg="1"/>
      <p:bldP spid="321" grpId="0"/>
      <p:bldP spid="322" grpId="0"/>
      <p:bldP spid="323" grpId="0" animBg="1"/>
      <p:bldP spid="324" grpId="0"/>
      <p:bldP spid="325" grpId="0" animBg="1"/>
      <p:bldP spid="326" grpId="0"/>
      <p:bldP spid="327" grpId="0"/>
      <p:bldP spid="328" grpId="0" animBg="1"/>
      <p:bldP spid="329" grpId="0"/>
      <p:bldP spid="330" grpId="0" animBg="1"/>
      <p:bldP spid="331" grpId="0"/>
      <p:bldP spid="332" grpId="0"/>
      <p:bldP spid="333" grpId="0" animBg="1"/>
      <p:bldP spid="334" grpId="0"/>
      <p:bldP spid="335" grpId="0" animBg="1"/>
      <p:bldP spid="336" grpId="0"/>
      <p:bldP spid="337" grpId="0"/>
      <p:bldP spid="338" grpId="0" animBg="1"/>
      <p:bldP spid="339" grpId="0"/>
      <p:bldP spid="340" grpId="0" animBg="1"/>
      <p:bldP spid="341" grpId="0"/>
      <p:bldP spid="342" grpId="0"/>
      <p:bldP spid="343" grpId="0" animBg="1"/>
      <p:bldP spid="344" grpId="0"/>
      <p:bldP spid="345" grpId="0" animBg="1"/>
      <p:bldP spid="346" grpId="0"/>
      <p:bldP spid="347" grpId="0" animBg="1"/>
      <p:bldP spid="348" grpId="0" animBg="1"/>
      <p:bldP spid="349" grpId="0"/>
      <p:bldP spid="350" grpId="0" animBg="1"/>
      <p:bldP spid="351" grpId="0" animBg="1"/>
      <p:bldP spid="352" grpId="0"/>
      <p:bldP spid="353" grpId="0" animBg="1"/>
      <p:bldP spid="354" grpId="0" animBg="1"/>
      <p:bldP spid="355" grpId="0"/>
      <p:bldP spid="356" grpId="0" animBg="1"/>
      <p:bldP spid="357" grpId="0" animBg="1"/>
      <p:bldP spid="358" grpId="0"/>
      <p:bldP spid="359" grpId="0" animBg="1"/>
      <p:bldP spid="360" grpId="0" animBg="1"/>
      <p:bldP spid="361" grpId="0"/>
      <p:bldP spid="362" grpId="0" animBg="1"/>
      <p:bldP spid="363" grpId="0"/>
      <p:bldP spid="364" grpId="0" animBg="1"/>
      <p:bldP spid="365" grpId="0" animBg="1"/>
      <p:bldP spid="366" grpId="0"/>
      <p:bldP spid="367" grpId="0" animBg="1"/>
      <p:bldP spid="368" grpId="0"/>
      <p:bldP spid="369" grpId="0" animBg="1"/>
      <p:bldP spid="370" grpId="0"/>
      <p:bldP spid="371" grpId="0"/>
      <p:bldP spid="372" grpId="0"/>
      <p:bldP spid="373" grpId="0" animBg="1"/>
      <p:bldP spid="374" grpId="0" animBg="1"/>
      <p:bldP spid="375" grpId="0"/>
      <p:bldP spid="376" grpId="0"/>
      <p:bldP spid="377" grpId="0" animBg="1"/>
      <p:bldP spid="378" grpId="0"/>
      <p:bldP spid="379" grpId="0"/>
      <p:bldP spid="380" grpId="0" animBg="1"/>
      <p:bldP spid="381" grpId="0"/>
      <p:bldP spid="382" grpId="0" animBg="1"/>
      <p:bldP spid="383" grpId="0"/>
      <p:bldP spid="384" grpId="0"/>
      <p:bldP spid="385" grpId="0" animBg="1"/>
      <p:bldP spid="386" grpId="0"/>
      <p:bldP spid="387" grpId="0" animBg="1"/>
      <p:bldP spid="388" grpId="0"/>
      <p:bldP spid="389" grpId="0"/>
      <p:bldP spid="390" grpId="0" animBg="1"/>
      <p:bldP spid="391" grpId="0"/>
      <p:bldP spid="392" grpId="0" animBg="1"/>
      <p:bldP spid="393" grpId="0"/>
      <p:bldP spid="394" grpId="0"/>
      <p:bldP spid="395" grpId="0" animBg="1"/>
      <p:bldP spid="396" grpId="0"/>
      <p:bldP spid="397" grpId="0" animBg="1"/>
      <p:bldP spid="398" grpId="0"/>
      <p:bldP spid="399" grpId="0"/>
      <p:bldP spid="400" grpId="0" animBg="1"/>
      <p:bldP spid="401" grpId="0"/>
      <p:bldP spid="402" grpId="0" animBg="1"/>
      <p:bldP spid="403" grpId="0"/>
      <p:bldP spid="404" grpId="0"/>
      <p:bldP spid="405" grpId="0" animBg="1"/>
      <p:bldP spid="406" grpId="0"/>
      <p:bldP spid="407" grpId="0" animBg="1"/>
      <p:bldP spid="408" grpId="0"/>
      <p:bldP spid="409" grpId="0" animBg="1"/>
      <p:bldP spid="410" grpId="0" animBg="1"/>
      <p:bldP spid="411" grpId="0"/>
      <p:bldP spid="412" grpId="0" animBg="1"/>
      <p:bldP spid="413" grpId="0" animBg="1"/>
      <p:bldP spid="414" grpId="0"/>
      <p:bldP spid="415" grpId="0" animBg="1"/>
      <p:bldP spid="416" grpId="0" animBg="1"/>
      <p:bldP spid="417" grpId="0"/>
      <p:bldP spid="418" grpId="0" animBg="1"/>
      <p:bldP spid="419" grpId="0" animBg="1"/>
      <p:bldP spid="420" grpId="0"/>
      <p:bldP spid="421" grpId="0" animBg="1"/>
      <p:bldP spid="422" grpId="0" animBg="1"/>
      <p:bldP spid="423" grpId="0"/>
      <p:bldP spid="424" grpId="0" animBg="1"/>
      <p:bldP spid="425" grpId="0"/>
      <p:bldP spid="426" grpId="0" animBg="1"/>
      <p:bldP spid="427" grpId="0" animBg="1"/>
      <p:bldP spid="428" grpId="0"/>
      <p:bldP spid="429" grpId="0" animBg="1"/>
      <p:bldP spid="430" grpId="0"/>
      <p:bldP spid="431" grpId="0" animBg="1"/>
      <p:bldP spid="432" grpId="0"/>
      <p:bldP spid="433" grpId="0"/>
      <p:bldP spid="434" grpId="0" animBg="1"/>
      <p:bldP spid="435" grpId="0" animBg="1"/>
      <p:bldP spid="436" grpId="0"/>
      <p:bldP spid="437" grpId="0"/>
      <p:bldP spid="438" grpId="0" animBg="1"/>
      <p:bldP spid="439" grpId="0"/>
      <p:bldP spid="440" grpId="0"/>
      <p:bldP spid="441" grpId="0" animBg="1"/>
      <p:bldP spid="442" grpId="0"/>
      <p:bldP spid="443" grpId="0" animBg="1"/>
      <p:bldP spid="444" grpId="0"/>
      <p:bldP spid="445" grpId="0"/>
      <p:bldP spid="446" grpId="0" animBg="1"/>
      <p:bldP spid="447" grpId="0"/>
      <p:bldP spid="448" grpId="0" animBg="1"/>
      <p:bldP spid="449" grpId="0"/>
      <p:bldP spid="450" grpId="0"/>
      <p:bldP spid="451" grpId="0" animBg="1"/>
      <p:bldP spid="452" grpId="0"/>
      <p:bldP spid="453" grpId="0" animBg="1"/>
      <p:bldP spid="454" grpId="0"/>
      <p:bldP spid="455" grpId="0"/>
      <p:bldP spid="456" grpId="0" animBg="1"/>
      <p:bldP spid="457" grpId="0"/>
      <p:bldP spid="458" grpId="0" animBg="1"/>
      <p:bldP spid="459" grpId="0"/>
      <p:bldP spid="460" grpId="0"/>
      <p:bldP spid="461" grpId="0" animBg="1"/>
      <p:bldP spid="462" grpId="0"/>
      <p:bldP spid="463" grpId="0" animBg="1"/>
      <p:bldP spid="464" grpId="0"/>
      <p:bldP spid="465" grpId="0"/>
      <p:bldP spid="466" grpId="0" animBg="1"/>
      <p:bldP spid="467" grpId="0"/>
      <p:bldP spid="468" grpId="0" animBg="1"/>
      <p:bldP spid="469" grpId="0"/>
      <p:bldP spid="470" grpId="0" animBg="1"/>
      <p:bldP spid="471" grpId="0" animBg="1"/>
      <p:bldP spid="472" grpId="0"/>
      <p:bldP spid="473" grpId="0" animBg="1"/>
      <p:bldP spid="474" grpId="0" animBg="1"/>
      <p:bldP spid="475" grpId="0"/>
      <p:bldP spid="476" grpId="0" animBg="1"/>
      <p:bldP spid="477" grpId="0" animBg="1"/>
      <p:bldP spid="478" grpId="0"/>
      <p:bldP spid="479" grpId="0" animBg="1"/>
      <p:bldP spid="480" grpId="0" animBg="1"/>
      <p:bldP spid="481" grpId="0"/>
      <p:bldP spid="482" grpId="0" animBg="1"/>
      <p:bldP spid="483" grpId="0" animBg="1"/>
      <p:bldP spid="484" grpId="0"/>
      <p:bldP spid="485" grpId="0" animBg="1"/>
      <p:bldP spid="486" grpId="0"/>
      <p:bldP spid="487" grpId="0" animBg="1"/>
      <p:bldP spid="488" grpId="0" animBg="1"/>
      <p:bldP spid="489" grpId="0"/>
      <p:bldP spid="490" grpId="0" animBg="1"/>
      <p:bldP spid="491" grpId="0"/>
      <p:bldP spid="492" grpId="0" animBg="1"/>
      <p:bldP spid="493" grpId="0"/>
      <p:bldP spid="494" grpId="0"/>
      <p:bldP spid="495" grpId="0"/>
      <p:bldP spid="496" grpId="0" animBg="1"/>
      <p:bldP spid="497" grpId="0" animBg="1"/>
      <p:bldP spid="498" grpId="0"/>
      <p:bldP spid="499" grpId="0"/>
      <p:bldP spid="500" grpId="0" animBg="1"/>
      <p:bldP spid="501" grpId="0"/>
      <p:bldP spid="502" grpId="0"/>
      <p:bldP spid="503" grpId="0" animBg="1"/>
      <p:bldP spid="504" grpId="0"/>
      <p:bldP spid="505" grpId="0" animBg="1"/>
      <p:bldP spid="506" grpId="0"/>
      <p:bldP spid="507" grpId="0"/>
      <p:bldP spid="508" grpId="0" animBg="1"/>
      <p:bldP spid="509" grpId="0"/>
      <p:bldP spid="510" grpId="0" animBg="1"/>
      <p:bldP spid="511" grpId="0"/>
      <p:bldP spid="512" grpId="0"/>
      <p:bldP spid="513" grpId="0" animBg="1"/>
      <p:bldP spid="514" grpId="0"/>
      <p:bldP spid="515" grpId="0" animBg="1"/>
      <p:bldP spid="516" grpId="0"/>
      <p:bldP spid="517" grpId="0"/>
      <p:bldP spid="518" grpId="0" animBg="1"/>
      <p:bldP spid="519" grpId="0"/>
      <p:bldP spid="520" grpId="0" animBg="1"/>
      <p:bldP spid="521" grpId="0"/>
      <p:bldP spid="522" grpId="0"/>
      <p:bldP spid="523" grpId="0" animBg="1"/>
      <p:bldP spid="524" grpId="0"/>
      <p:bldP spid="525" grpId="0" animBg="1"/>
      <p:bldP spid="526" grpId="0"/>
      <p:bldP spid="527" grpId="0"/>
      <p:bldP spid="528" grpId="0" animBg="1"/>
      <p:bldP spid="529" grpId="0"/>
      <p:bldP spid="530" grpId="0" animBg="1"/>
      <p:bldP spid="531" grpId="0"/>
      <p:bldP spid="532" grpId="0" animBg="1"/>
      <p:bldP spid="533" grpId="0" animBg="1"/>
      <p:bldP spid="534" grpId="0"/>
      <p:bldP spid="535" grpId="0" animBg="1"/>
      <p:bldP spid="536" grpId="0" animBg="1"/>
      <p:bldP spid="537" grpId="0"/>
      <p:bldP spid="538" grpId="0" animBg="1"/>
      <p:bldP spid="539" grpId="0" animBg="1"/>
      <p:bldP spid="540" grpId="0"/>
      <p:bldP spid="541" grpId="0" animBg="1"/>
      <p:bldP spid="542" grpId="0" animBg="1"/>
      <p:bldP spid="543" grpId="0"/>
      <p:bldP spid="544" grpId="0" animBg="1"/>
      <p:bldP spid="545" grpId="0" animBg="1"/>
      <p:bldP spid="546" grpId="0"/>
      <p:bldP spid="547" grpId="0" animBg="1"/>
      <p:bldP spid="548" grpId="0"/>
      <p:bldP spid="549" grpId="0" animBg="1"/>
      <p:bldP spid="550" grpId="0" animBg="1"/>
      <p:bldP spid="551" grpId="0"/>
      <p:bldP spid="552" grpId="0" animBg="1"/>
      <p:bldP spid="553" grpId="0"/>
      <p:bldP spid="554" grpId="0" animBg="1"/>
      <p:bldP spid="555" grpId="0"/>
      <p:bldP spid="556" grpId="0"/>
      <p:bldP spid="557" grpId="0" animBg="1"/>
      <p:bldP spid="558" grpId="0" animBg="1"/>
      <p:bldP spid="559" grpId="0"/>
      <p:bldP spid="560" grpId="0"/>
      <p:bldP spid="561" grpId="0" animBg="1"/>
      <p:bldP spid="562" grpId="0"/>
      <p:bldP spid="563" grpId="0"/>
      <p:bldP spid="564" grpId="0" animBg="1"/>
      <p:bldP spid="565" grpId="0"/>
      <p:bldP spid="566" grpId="0" animBg="1"/>
      <p:bldP spid="567" grpId="0"/>
      <p:bldP spid="568" grpId="0"/>
      <p:bldP spid="569" grpId="0" animBg="1"/>
      <p:bldP spid="570" grpId="0"/>
      <p:bldP spid="571" grpId="0" animBg="1"/>
      <p:bldP spid="572" grpId="0"/>
      <p:bldP spid="573" grpId="0"/>
      <p:bldP spid="574" grpId="0" animBg="1"/>
      <p:bldP spid="575" grpId="0"/>
      <p:bldP spid="576" grpId="0" animBg="1"/>
      <p:bldP spid="577" grpId="0"/>
      <p:bldP spid="578" grpId="0"/>
      <p:bldP spid="579" grpId="0" animBg="1"/>
      <p:bldP spid="580" grpId="0"/>
      <p:bldP spid="581" grpId="0" animBg="1"/>
      <p:bldP spid="582" grpId="0"/>
      <p:bldP spid="583" grpId="0"/>
      <p:bldP spid="584" grpId="0" animBg="1"/>
      <p:bldP spid="585" grpId="0"/>
      <p:bldP spid="586" grpId="0" animBg="1"/>
      <p:bldP spid="587" grpId="0"/>
      <p:bldP spid="588" grpId="0"/>
      <p:bldP spid="589" grpId="0" animBg="1"/>
      <p:bldP spid="590" grpId="0"/>
      <p:bldP spid="591" grpId="0" animBg="1"/>
      <p:bldP spid="592" grpId="0"/>
      <p:bldP spid="593" grpId="0" animBg="1"/>
      <p:bldP spid="594" grpId="0" animBg="1"/>
      <p:bldP spid="595" grpId="0"/>
      <p:bldP spid="596" grpId="0" animBg="1"/>
      <p:bldP spid="597" grpId="0" animBg="1"/>
      <p:bldP spid="598" grpId="0"/>
      <p:bldP spid="599" grpId="0" animBg="1"/>
      <p:bldP spid="600" grpId="0" animBg="1"/>
      <p:bldP spid="601" grpId="0"/>
      <p:bldP spid="602" grpId="0" animBg="1"/>
      <p:bldP spid="603" grpId="0" animBg="1"/>
      <p:bldP spid="604" grpId="0"/>
      <p:bldP spid="605" grpId="0" animBg="1"/>
      <p:bldP spid="606" grpId="0" animBg="1"/>
      <p:bldP spid="607" grpId="0"/>
      <p:bldP spid="608" grpId="0" animBg="1"/>
      <p:bldP spid="609" grpId="0"/>
      <p:bldP spid="610" grpId="0" animBg="1"/>
      <p:bldP spid="611" grpId="0" animBg="1"/>
      <p:bldP spid="612" grpId="0"/>
      <p:bldP spid="613" grpId="0" animBg="1"/>
      <p:bldP spid="614" grpId="0"/>
      <p:bldP spid="615" grpId="0" animBg="1"/>
      <p:bldP spid="616" grpId="0"/>
      <p:bldP spid="617" grpId="0"/>
      <p:bldP spid="618" grpId="0"/>
      <p:bldP spid="619" grpId="0" animBg="1"/>
      <p:bldP spid="620" grpId="0" animBg="1"/>
      <p:bldP spid="621" grpId="0"/>
      <p:bldP spid="622" grpId="0"/>
      <p:bldP spid="623" grpId="0" animBg="1"/>
      <p:bldP spid="624" grpId="0"/>
      <p:bldP spid="625" grpId="0"/>
      <p:bldP spid="626" grpId="0" animBg="1"/>
      <p:bldP spid="627" grpId="0"/>
      <p:bldP spid="628" grpId="0" animBg="1"/>
      <p:bldP spid="629" grpId="0"/>
      <p:bldP spid="630" grpId="0"/>
      <p:bldP spid="631" grpId="0" animBg="1"/>
      <p:bldP spid="632" grpId="0"/>
      <p:bldP spid="633" grpId="0" animBg="1"/>
      <p:bldP spid="634" grpId="0"/>
      <p:bldP spid="635" grpId="0"/>
      <p:bldP spid="636" grpId="0" animBg="1"/>
      <p:bldP spid="637" grpId="0"/>
      <p:bldP spid="638" grpId="0" animBg="1"/>
      <p:bldP spid="639" grpId="0"/>
      <p:bldP spid="640" grpId="0"/>
      <p:bldP spid="641" grpId="0" animBg="1"/>
      <p:bldP spid="642" grpId="0"/>
      <p:bldP spid="643" grpId="0" animBg="1"/>
      <p:bldP spid="644" grpId="0"/>
      <p:bldP spid="645" grpId="0"/>
      <p:bldP spid="646" grpId="0" animBg="1"/>
      <p:bldP spid="647" grpId="0"/>
      <p:bldP spid="648" grpId="0" animBg="1"/>
      <p:bldP spid="649" grpId="0"/>
      <p:bldP spid="650" grpId="0"/>
      <p:bldP spid="651" grpId="0" animBg="1"/>
      <p:bldP spid="652" grpId="0"/>
      <p:bldP spid="653" grpId="0" animBg="1"/>
      <p:bldP spid="654" grpId="0"/>
      <p:bldP spid="655" grpId="0" animBg="1"/>
      <p:bldP spid="656" grpId="0" animBg="1"/>
      <p:bldP spid="657" grpId="0"/>
      <p:bldP spid="658" grpId="0" animBg="1"/>
      <p:bldP spid="659" grpId="0" animBg="1"/>
      <p:bldP spid="660" grpId="0"/>
      <p:bldP spid="661" grpId="0" animBg="1"/>
      <p:bldP spid="662" grpId="0" animBg="1"/>
      <p:bldP spid="663" grpId="0"/>
      <p:bldP spid="664" grpId="0" animBg="1"/>
      <p:bldP spid="665" grpId="0" animBg="1"/>
      <p:bldP spid="666" grpId="0"/>
      <p:bldP spid="667" grpId="0" animBg="1"/>
      <p:bldP spid="668" grpId="0" animBg="1"/>
      <p:bldP spid="669" grpId="0"/>
      <p:bldP spid="670" grpId="0" animBg="1"/>
      <p:bldP spid="671" grpId="0"/>
      <p:bldP spid="672" grpId="0" animBg="1"/>
      <p:bldP spid="673" grpId="0" animBg="1"/>
      <p:bldP spid="674" grpId="0"/>
      <p:bldP spid="675" grpId="0" animBg="1"/>
      <p:bldP spid="676" grpId="0"/>
      <p:bldP spid="677" grpId="0" animBg="1"/>
      <p:bldP spid="678" grpId="0"/>
      <p:bldP spid="679" grpId="0"/>
      <p:bldP spid="680" grpId="0" animBg="1"/>
      <p:bldP spid="681" grpId="0" animBg="1"/>
      <p:bldP spid="682" grpId="0"/>
      <p:bldP spid="683" grpId="0"/>
      <p:bldP spid="684" grpId="0" animBg="1"/>
      <p:bldP spid="685" grpId="0"/>
      <p:bldP spid="686" grpId="0"/>
      <p:bldP spid="687" grpId="0" animBg="1"/>
      <p:bldP spid="688" grpId="0"/>
      <p:bldP spid="689" grpId="0" animBg="1"/>
      <p:bldP spid="690" grpId="0"/>
      <p:bldP spid="691" grpId="0"/>
      <p:bldP spid="692" grpId="0" animBg="1"/>
      <p:bldP spid="693" grpId="0"/>
      <p:bldP spid="694" grpId="0" animBg="1"/>
      <p:bldP spid="695" grpId="0"/>
      <p:bldP spid="696" grpId="0"/>
      <p:bldP spid="697" grpId="0" animBg="1"/>
      <p:bldP spid="698" grpId="0"/>
      <p:bldP spid="699" grpId="0" animBg="1"/>
      <p:bldP spid="700" grpId="0"/>
      <p:bldP spid="701" grpId="0"/>
      <p:bldP spid="702" grpId="0" animBg="1"/>
      <p:bldP spid="703" grpId="0"/>
      <p:bldP spid="704" grpId="0" animBg="1"/>
      <p:bldP spid="705" grpId="0"/>
      <p:bldP spid="706" grpId="0"/>
      <p:bldP spid="707" grpId="0" animBg="1"/>
      <p:bldP spid="708" grpId="0"/>
      <p:bldP spid="709" grpId="0" animBg="1"/>
      <p:bldP spid="710" grpId="0"/>
      <p:bldP spid="711" grpId="0"/>
      <p:bldP spid="712" grpId="0" animBg="1"/>
      <p:bldP spid="713" grpId="0"/>
      <p:bldP spid="714" grpId="0" animBg="1"/>
      <p:bldP spid="715" grpId="0"/>
      <p:bldP spid="716" grpId="0" animBg="1"/>
      <p:bldP spid="717" grpId="0" animBg="1"/>
      <p:bldP spid="718" grpId="0"/>
      <p:bldP spid="719" grpId="0" animBg="1"/>
      <p:bldP spid="720" grpId="0" animBg="1"/>
      <p:bldP spid="721" grpId="0"/>
      <p:bldP spid="722" grpId="0" animBg="1"/>
      <p:bldP spid="723" grpId="0" animBg="1"/>
      <p:bldP spid="724" grpId="0"/>
      <p:bldP spid="725" grpId="0" animBg="1"/>
      <p:bldP spid="726" grpId="0" animBg="1"/>
      <p:bldP spid="727" grpId="0"/>
      <p:bldP spid="728" grpId="0" animBg="1"/>
      <p:bldP spid="729" grpId="0" animBg="1"/>
      <p:bldP spid="730" grpId="0"/>
      <p:bldP spid="731" grpId="0" animBg="1"/>
      <p:bldP spid="732" grpId="0"/>
      <p:bldP spid="733" grpId="0" animBg="1"/>
      <p:bldP spid="734" grpId="0" animBg="1"/>
      <p:bldP spid="735" grpId="0"/>
      <p:bldP spid="736" grpId="0" animBg="1"/>
      <p:bldP spid="737" grpId="0"/>
      <p:bldP spid="738" grpId="0" animBg="1"/>
      <p:bldP spid="739" grpId="0"/>
      <p:bldP spid="740" grpId="0"/>
      <p:bldP spid="741" grpId="0"/>
      <p:bldP spid="742" grpId="0" animBg="1"/>
      <p:bldP spid="743" grpId="0" animBg="1"/>
      <p:bldP spid="744" grpId="0"/>
      <p:bldP spid="745" grpId="0"/>
      <p:bldP spid="746" grpId="0" animBg="1"/>
      <p:bldP spid="747" grpId="0"/>
      <p:bldP spid="748" grpId="0"/>
      <p:bldP spid="749" grpId="0" animBg="1"/>
      <p:bldP spid="750" grpId="0"/>
      <p:bldP spid="751" grpId="0" animBg="1"/>
      <p:bldP spid="752" grpId="0"/>
      <p:bldP spid="753" grpId="0"/>
      <p:bldP spid="754" grpId="0" animBg="1"/>
      <p:bldP spid="755" grpId="0"/>
      <p:bldP spid="756" grpId="0" animBg="1"/>
      <p:bldP spid="757" grpId="0"/>
      <p:bldP spid="758" grpId="0"/>
      <p:bldP spid="759" grpId="0" animBg="1"/>
      <p:bldP spid="760" grpId="0"/>
      <p:bldP spid="761" grpId="0" animBg="1"/>
      <p:bldP spid="762" grpId="0"/>
      <p:bldP spid="763" grpId="0"/>
      <p:bldP spid="764" grpId="0" animBg="1"/>
      <p:bldP spid="765" grpId="0"/>
      <p:bldP spid="766" grpId="0" animBg="1"/>
      <p:bldP spid="767" grpId="0"/>
      <p:bldP spid="768" grpId="0"/>
      <p:bldP spid="769" grpId="0" animBg="1"/>
      <p:bldP spid="770" grpId="0"/>
      <p:bldP spid="771" grpId="0" animBg="1"/>
      <p:bldP spid="772" grpId="0"/>
      <p:bldP spid="773" grpId="0"/>
      <p:bldP spid="774" grpId="0" animBg="1"/>
      <p:bldP spid="775" grpId="0"/>
      <p:bldP spid="776" grpId="0" animBg="1"/>
      <p:bldP spid="777" grpId="0"/>
      <p:bldP spid="778" grpId="0" animBg="1"/>
      <p:bldP spid="779" grpId="0" animBg="1"/>
      <p:bldP spid="780" grpId="0"/>
      <p:bldP spid="781" grpId="0" animBg="1"/>
      <p:bldP spid="782" grpId="0" animBg="1"/>
      <p:bldP spid="783" grpId="0"/>
      <p:bldP spid="784" grpId="0" animBg="1"/>
      <p:bldP spid="785" grpId="0" animBg="1"/>
      <p:bldP spid="786" grpId="0"/>
      <p:bldP spid="787" grpId="0" animBg="1"/>
      <p:bldP spid="788" grpId="0" animBg="1"/>
      <p:bldP spid="789" grpId="0"/>
      <p:bldP spid="790" grpId="0" animBg="1"/>
      <p:bldP spid="791" grpId="0" animBg="1"/>
      <p:bldP spid="792" grpId="0"/>
      <p:bldP spid="793" grpId="0" animBg="1"/>
      <p:bldP spid="794" grpId="0"/>
      <p:bldP spid="795" grpId="0" animBg="1"/>
      <p:bldP spid="796" grpId="0" animBg="1"/>
      <p:bldP spid="797" grpId="0"/>
      <p:bldP spid="798" grpId="0" animBg="1"/>
      <p:bldP spid="799" grpId="0"/>
      <p:bldP spid="800" grpId="0" animBg="1"/>
      <p:bldP spid="801" grpId="0"/>
      <p:bldP spid="802" grpId="0"/>
      <p:bldP spid="80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83385E2D-16BB-44A2-9B72-A40823D997B2}"/>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Six parameters, six partial derivatives</a:t>
            </a:r>
          </a:p>
        </p:txBody>
      </p:sp>
      <p:sp>
        <p:nvSpPr>
          <p:cNvPr id="3" name="footer_course">
            <a:extLst>
              <a:ext uri="{FF2B5EF4-FFF2-40B4-BE49-F238E27FC236}">
                <a16:creationId xmlns:a16="http://schemas.microsoft.com/office/drawing/2014/main" id="{A526B39C-4AC1-450F-AB4D-6F8A25C920B4}"/>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C6B3534F-60AA-4678-A11B-F35930CD8FDE}"/>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6</a:t>
            </a:r>
          </a:p>
        </p:txBody>
      </p:sp>
      <mc:AlternateContent xmlns:mc="http://schemas.openxmlformats.org/markup-compatibility/2006" xmlns:a14="http://schemas.microsoft.com/office/drawing/2010/main">
        <mc:Choice Requires="a14">
          <p:sp>
            <p:nvSpPr>
              <p:cNvPr id="6" name="equation_2" descr="\nabla\mathcal{L}_{\mathrm{sq}}(\boldsymbol{\theta})=\left(\frac{\partial\mathcal{L}_{\mathrm{sq}}}{\partial b_1},\frac{\partial\mathcal{L}_{\mathrm{sq}}}{\partial w_1},\frac{\partial\mathcal{L}_{\mathrm{sq}}}{\partial b_2},\frac{\partial\mathcal{L}_{\mathrm{sq}}}{\partial w_2},\frac{\partial\mathcal{L}_{\mathrm{sq}}}{\partial b_3},\frac{\partial\mathcal{L}_{\mathrm{sq}}}{\partial w_3}\right)^{\mathsf{T}}">
                <a:extLst>
                  <a:ext uri="{FF2B5EF4-FFF2-40B4-BE49-F238E27FC236}">
                    <a16:creationId xmlns:a16="http://schemas.microsoft.com/office/drawing/2014/main" id="{B26EA39F-6C35-496F-9765-37E0885274B0}"/>
                  </a:ext>
                </a:extLst>
              </p:cNvPr>
              <p:cNvSpPr>
                <a:spLocks noGrp="1"/>
              </p:cNvSpPr>
              <p:nvPr/>
            </p:nvSpPr>
            <p:spPr>
              <a:xfrm>
                <a:off x="523875" y="1678304"/>
                <a:ext cx="11144250" cy="2855416"/>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900" smtClean="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b="0" i="1" smtClean="0">
                                      <a:solidFill>
                                        <a:srgbClr val="7030A0"/>
                                      </a:solidFill>
                                      <a:latin typeface="Cambria Math" panose="02040503050406030204" pitchFamily="18" charset="0"/>
                                      <a:ea typeface="Cambria Math"/>
                                    </a:rPr>
                                  </m:ctrlPr>
                                </m:dPr>
                                <m:e>
                                  <m:r>
                                    <a:rPr lang="it-IT" sz="2900" b="0" i="1" smtClean="0">
                                      <a:solidFill>
                                        <a:srgbClr val="7030A0"/>
                                      </a:solidFill>
                                      <a:latin typeface="Cambria Math" panose="02040503050406030204" pitchFamily="18" charset="0"/>
                                      <a:ea typeface="Cambria Math"/>
                                    </a:rPr>
                                    <m:t>𝑡</m:t>
                                  </m:r>
                                </m:e>
                              </m:d>
                            </m:sup>
                          </m:sSup>
                        </m:e>
                      </m:d>
                      <m:r>
                        <a:rPr lang="it-IT" sz="2900" b="0" i="1" smtClean="0">
                          <a:solidFill>
                            <a:srgbClr val="7030A0"/>
                          </a:solidFill>
                          <a:latin typeface="Cambria Math" panose="02040503050406030204" pitchFamily="18" charset="0"/>
                          <a:ea typeface="Cambria Math"/>
                          <a:cs typeface="Cambria Math"/>
                        </a:rPr>
                        <m:t>=</m:t>
                      </m:r>
                    </m:oMath>
                  </m:oMathPara>
                </a14:m>
                <a:endParaRPr lang="it-IT" sz="2900" i="1" dirty="0">
                  <a:solidFill>
                    <a:srgbClr val="7030A0"/>
                  </a:solidFill>
                  <a:latin typeface="Cambria Math" panose="02040503050406030204" pitchFamily="18" charset="0"/>
                  <a:ea typeface="Cambria Math"/>
                  <a:cs typeface="Cambria Math"/>
                </a:endParaRPr>
              </a:p>
              <a:p>
                <a:pPr algn="ctr"/>
                <a14:m>
                  <m:oMathPara xmlns:m="http://schemas.openxmlformats.org/officeDocument/2006/math">
                    <m:oMath>
                      <m:sSup>
                        <m:sSupPr>
                          <m:ctrlPr>
                            <a:rPr lang="en-GB" sz="2900" i="1">
                              <a:solidFill>
                                <a:srgbClr val="7030A0"/>
                              </a:solidFill>
                              <a:latin typeface="Cambria Math" panose="02040503050406030204" pitchFamily="18" charset="0"/>
                              <a:ea typeface="Cambria Math"/>
                              <a:cs typeface="Cambria Math"/>
                            </a:rPr>
                          </m:ctrlPr>
                        </m:sSupPr>
                        <m:e>
                          <m:d>
                            <m:dPr>
                              <m:ctrlPr>
                                <a:rPr lang="en-GB" sz="2900" i="1">
                                  <a:solidFill>
                                    <a:srgbClr val="7030A0"/>
                                  </a:solidFill>
                                  <a:latin typeface="Cambria Math" panose="02040503050406030204" pitchFamily="18" charset="0"/>
                                  <a:ea typeface="Cambria Math"/>
                                  <a:cs typeface="Cambria Math"/>
                                </a:rPr>
                              </m:ctrlPr>
                            </m:dPr>
                            <m:e>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𝑏</m:t>
                                      </m:r>
                                    </m:e>
                                    <m:sub>
                                      <m:r>
                                        <a:rPr lang="en-GB" sz="2900">
                                          <a:solidFill>
                                            <a:srgbClr val="7030A0"/>
                                          </a:solidFill>
                                          <a:latin typeface="Cambria Math"/>
                                          <a:ea typeface="Cambria Math"/>
                                          <a:cs typeface="Cambria Math"/>
                                        </a:rPr>
                                        <m:t>1</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r>
                                <a:rPr lang="en-GB" sz="2900">
                                  <a:solidFill>
                                    <a:srgbClr val="7030A0"/>
                                  </a:solidFill>
                                  <a:latin typeface="Cambria Math"/>
                                  <a:ea typeface="Cambria Math"/>
                                  <a:cs typeface="Cambria Math"/>
                                </a:rPr>
                                <m:t>,</m:t>
                              </m:r>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𝑤</m:t>
                                      </m:r>
                                    </m:e>
                                    <m:sub>
                                      <m:r>
                                        <a:rPr lang="en-GB" sz="2900">
                                          <a:solidFill>
                                            <a:srgbClr val="7030A0"/>
                                          </a:solidFill>
                                          <a:latin typeface="Cambria Math"/>
                                          <a:ea typeface="Cambria Math"/>
                                          <a:cs typeface="Cambria Math"/>
                                        </a:rPr>
                                        <m:t>1</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r>
                                <a:rPr lang="en-GB" sz="2900">
                                  <a:solidFill>
                                    <a:srgbClr val="7030A0"/>
                                  </a:solidFill>
                                  <a:latin typeface="Cambria Math"/>
                                  <a:ea typeface="Cambria Math"/>
                                  <a:cs typeface="Cambria Math"/>
                                </a:rPr>
                                <m:t>,</m:t>
                              </m:r>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𝑏</m:t>
                                      </m:r>
                                    </m:e>
                                    <m:sub>
                                      <m:r>
                                        <a:rPr lang="en-GB" sz="2900">
                                          <a:solidFill>
                                            <a:srgbClr val="7030A0"/>
                                          </a:solidFill>
                                          <a:latin typeface="Cambria Math"/>
                                          <a:ea typeface="Cambria Math"/>
                                          <a:cs typeface="Cambria Math"/>
                                        </a:rPr>
                                        <m:t>2</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r>
                                <a:rPr lang="en-GB" sz="2900">
                                  <a:solidFill>
                                    <a:srgbClr val="7030A0"/>
                                  </a:solidFill>
                                  <a:latin typeface="Cambria Math"/>
                                  <a:ea typeface="Cambria Math"/>
                                  <a:cs typeface="Cambria Math"/>
                                </a:rPr>
                                <m:t>,</m:t>
                              </m:r>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𝑤</m:t>
                                      </m:r>
                                    </m:e>
                                    <m:sub>
                                      <m:r>
                                        <a:rPr lang="en-GB" sz="2900">
                                          <a:solidFill>
                                            <a:srgbClr val="7030A0"/>
                                          </a:solidFill>
                                          <a:latin typeface="Cambria Math"/>
                                          <a:ea typeface="Cambria Math"/>
                                          <a:cs typeface="Cambria Math"/>
                                        </a:rPr>
                                        <m:t>2</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r>
                                <a:rPr lang="en-GB" sz="2900">
                                  <a:solidFill>
                                    <a:srgbClr val="7030A0"/>
                                  </a:solidFill>
                                  <a:latin typeface="Cambria Math"/>
                                  <a:ea typeface="Cambria Math"/>
                                  <a:cs typeface="Cambria Math"/>
                                </a:rPr>
                                <m:t>,</m:t>
                              </m:r>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𝑏</m:t>
                                      </m:r>
                                    </m:e>
                                    <m:sub>
                                      <m:r>
                                        <a:rPr lang="en-GB" sz="2900">
                                          <a:solidFill>
                                            <a:srgbClr val="7030A0"/>
                                          </a:solidFill>
                                          <a:latin typeface="Cambria Math"/>
                                          <a:ea typeface="Cambria Math"/>
                                          <a:cs typeface="Cambria Math"/>
                                        </a:rPr>
                                        <m:t>3</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r>
                                <a:rPr lang="en-GB" sz="2900">
                                  <a:solidFill>
                                    <a:srgbClr val="7030A0"/>
                                  </a:solidFill>
                                  <a:latin typeface="Cambria Math"/>
                                  <a:ea typeface="Cambria Math"/>
                                  <a:cs typeface="Cambria Math"/>
                                </a:rPr>
                                <m:t>,</m:t>
                              </m:r>
                              <m:f>
                                <m:fPr>
                                  <m:ctrlPr>
                                    <a:rPr lang="en-GB" sz="2900">
                                      <a:solidFill>
                                        <a:srgbClr val="7030A0"/>
                                      </a:solidFill>
                                      <a:latin typeface="Cambria Math"/>
                                      <a:ea typeface="Cambria Math"/>
                                      <a:cs typeface="Cambria Math"/>
                                    </a:rPr>
                                  </m:ctrlPr>
                                </m:fPr>
                                <m:num>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ℒ</m:t>
                                      </m:r>
                                    </m:e>
                                    <m:sub>
                                      <m:r>
                                        <m:rPr>
                                          <m:sty m:val="p"/>
                                        </m:rPr>
                                        <a:rPr lang="en-GB" sz="2900">
                                          <a:solidFill>
                                            <a:srgbClr val="7030A0"/>
                                          </a:solidFill>
                                          <a:latin typeface="Cambria Math"/>
                                          <a:ea typeface="Cambria Math"/>
                                          <a:cs typeface="Cambria Math"/>
                                        </a:rPr>
                                        <m:t>sq</m:t>
                                      </m:r>
                                    </m:sub>
                                  </m:sSub>
                                </m:num>
                                <m:den>
                                  <m:r>
                                    <a:rPr lang="en-GB" sz="2900">
                                      <a:solidFill>
                                        <a:srgbClr val="7030A0"/>
                                      </a:solidFill>
                                      <a:latin typeface="Cambria Math"/>
                                      <a:ea typeface="Cambria Math"/>
                                      <a:cs typeface="Cambria Math"/>
                                    </a:rPr>
                                    <m:t>𝜕</m:t>
                                  </m:r>
                                  <m:sSub>
                                    <m:sSubPr>
                                      <m:ctrlPr>
                                        <a:rPr lang="en-GB" sz="2900">
                                          <a:solidFill>
                                            <a:srgbClr val="7030A0"/>
                                          </a:solidFill>
                                          <a:latin typeface="Cambria Math"/>
                                          <a:ea typeface="Cambria Math"/>
                                          <a:cs typeface="Cambria Math"/>
                                        </a:rPr>
                                      </m:ctrlPr>
                                    </m:sSubPr>
                                    <m:e>
                                      <m:r>
                                        <a:rPr lang="en-GB" sz="2900">
                                          <a:solidFill>
                                            <a:srgbClr val="7030A0"/>
                                          </a:solidFill>
                                          <a:latin typeface="Cambria Math"/>
                                          <a:ea typeface="Cambria Math"/>
                                          <a:cs typeface="Cambria Math"/>
                                        </a:rPr>
                                        <m:t>𝑤</m:t>
                                      </m:r>
                                    </m:e>
                                    <m:sub>
                                      <m:r>
                                        <a:rPr lang="en-GB" sz="2900">
                                          <a:solidFill>
                                            <a:srgbClr val="7030A0"/>
                                          </a:solidFill>
                                          <a:latin typeface="Cambria Math"/>
                                          <a:ea typeface="Cambria Math"/>
                                          <a:cs typeface="Cambria Math"/>
                                        </a:rPr>
                                        <m:t>3</m:t>
                                      </m:r>
                                    </m:sub>
                                  </m:sSub>
                                </m:den>
                              </m:f>
                              <m:d>
                                <m:dPr>
                                  <m:ctrlPr>
                                    <a:rPr lang="en-GB" sz="2900" i="1">
                                      <a:solidFill>
                                        <a:srgbClr val="7030A0"/>
                                      </a:solidFill>
                                      <a:latin typeface="Cambria Math" panose="02040503050406030204" pitchFamily="18" charset="0"/>
                                      <a:ea typeface="Cambria Math"/>
                                      <a:cs typeface="Cambria Math"/>
                                    </a:rPr>
                                  </m:ctrlPr>
                                </m:dPr>
                                <m:e>
                                  <m:sSup>
                                    <m:sSupPr>
                                      <m:ctrlPr>
                                        <a:rPr lang="en-GB" sz="2900">
                                          <a:solidFill>
                                            <a:srgbClr val="7030A0"/>
                                          </a:solidFill>
                                          <a:latin typeface="Cambria Math"/>
                                          <a:ea typeface="Cambria Math"/>
                                          <a:cs typeface="Cambria Math"/>
                                        </a:rPr>
                                      </m:ctrlPr>
                                    </m:sSupPr>
                                    <m:e>
                                      <m:r>
                                        <a:rPr lang="en-GB" sz="2900">
                                          <a:solidFill>
                                            <a:srgbClr val="7030A0"/>
                                          </a:solidFill>
                                          <a:latin typeface="Cambria Math"/>
                                          <a:ea typeface="Cambria Math"/>
                                          <a:cs typeface="Cambria Math"/>
                                        </a:rPr>
                                        <m:t>𝛉</m:t>
                                      </m:r>
                                    </m:e>
                                    <m:sup>
                                      <m:d>
                                        <m:dPr>
                                          <m:ctrlPr>
                                            <a:rPr lang="it-IT" sz="2900" i="1">
                                              <a:solidFill>
                                                <a:srgbClr val="7030A0"/>
                                              </a:solidFill>
                                              <a:latin typeface="Cambria Math" panose="02040503050406030204" pitchFamily="18" charset="0"/>
                                              <a:ea typeface="Cambria Math"/>
                                            </a:rPr>
                                          </m:ctrlPr>
                                        </m:dPr>
                                        <m:e>
                                          <m:r>
                                            <a:rPr lang="it-IT" sz="2900" i="1">
                                              <a:solidFill>
                                                <a:srgbClr val="7030A0"/>
                                              </a:solidFill>
                                              <a:latin typeface="Cambria Math" panose="02040503050406030204" pitchFamily="18" charset="0"/>
                                              <a:ea typeface="Cambria Math"/>
                                            </a:rPr>
                                            <m:t>𝑡</m:t>
                                          </m:r>
                                        </m:e>
                                      </m:d>
                                    </m:sup>
                                  </m:sSup>
                                </m:e>
                              </m:d>
                            </m:e>
                          </m:d>
                        </m:e>
                        <m:sup>
                          <m:r>
                            <a:rPr lang="en-GB" sz="2900">
                              <a:solidFill>
                                <a:srgbClr val="7030A0"/>
                              </a:solidFill>
                              <a:latin typeface="Cambria Math"/>
                              <a:ea typeface="Cambria Math"/>
                              <a:cs typeface="Cambria Math"/>
                            </a:rPr>
                            <m:t>𝖳</m:t>
                          </m:r>
                        </m:sup>
                      </m:sSup>
                    </m:oMath>
                  </m:oMathPara>
                </a14:m>
                <a:endParaRPr lang="en-GB" sz="2900" dirty="0"/>
              </a:p>
            </p:txBody>
          </p:sp>
        </mc:Choice>
        <mc:Fallback xmlns="">
          <p:sp>
            <p:nvSpPr>
              <p:cNvPr id="6" name="equation_2" descr="\nabla\mathcal{L}_{\mathrm{sq}}(\boldsymbol{\theta})=\left(\frac{\partial\mathcal{L}_{\mathrm{sq}}}{\partial b_1},\frac{\partial\mathcal{L}_{\mathrm{sq}}}{\partial w_1},\frac{\partial\mathcal{L}_{\mathrm{sq}}}{\partial b_2},\frac{\partial\mathcal{L}_{\mathrm{sq}}}{\partial w_2},\frac{\partial\mathcal{L}_{\mathrm{sq}}}{\partial b_3},\frac{\partial\mathcal{L}_{\mathrm{sq}}}{\partial w_3}\right)^{\mathsf{T}}">
                <a:extLst>
                  <a:ext uri="{FF2B5EF4-FFF2-40B4-BE49-F238E27FC236}">
                    <a16:creationId xmlns:a16="http://schemas.microsoft.com/office/drawing/2014/main" id="{B26EA39F-6C35-496F-9765-37E0885274B0}"/>
                  </a:ext>
                </a:extLst>
              </p:cNvPr>
              <p:cNvSpPr>
                <a:spLocks noGrp="1" noRot="1" noChangeAspect="1" noMove="1" noResize="1" noEditPoints="1" noAdjustHandles="1" noChangeArrowheads="1" noChangeShapeType="1" noTextEdit="1"/>
              </p:cNvSpPr>
              <p:nvPr/>
            </p:nvSpPr>
            <p:spPr>
              <a:xfrm>
                <a:off x="523875" y="1678304"/>
                <a:ext cx="11144250" cy="2855416"/>
              </a:xfrm>
              <a:prstGeom prst="rect">
                <a:avLst/>
              </a:prstGeom>
              <a:blipFill>
                <a:blip r:embed="rId3"/>
                <a:stretch>
                  <a:fillRect l="-2462" r="-1860"/>
                </a:stretch>
              </a:blipFill>
              <a:ln w="0">
                <a:noFill/>
              </a:ln>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8DC71CCE-3890-A37B-8DCF-6CBE4063A45B}"/>
              </a:ext>
            </a:extLst>
          </p:cNvPr>
          <p:cNvSpPr txBox="1"/>
          <p:nvPr/>
        </p:nvSpPr>
        <p:spPr>
          <a:xfrm>
            <a:off x="3048762" y="1334723"/>
            <a:ext cx="6094476" cy="427040"/>
          </a:xfrm>
          <a:prstGeom prst="rect">
            <a:avLst/>
          </a:prstGeom>
          <a:noFill/>
        </p:spPr>
        <p:txBody>
          <a:bodyPr wrap="square">
            <a:spAutoFit/>
          </a:bodyPr>
          <a:lstStyle/>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The gradient we want to compute</a:t>
            </a:r>
          </a:p>
        </p:txBody>
      </p:sp>
      <p:sp>
        <p:nvSpPr>
          <p:cNvPr id="13" name="reuse_motivation">
            <a:extLst>
              <a:ext uri="{FF2B5EF4-FFF2-40B4-BE49-F238E27FC236}">
                <a16:creationId xmlns:a16="http://schemas.microsoft.com/office/drawing/2014/main" id="{C677B60F-C3E8-44A8-83C4-3622BCFDCAC3}"/>
              </a:ext>
            </a:extLst>
          </p:cNvPr>
          <p:cNvSpPr>
            <a:spLocks noGrp="1"/>
          </p:cNvSpPr>
          <p:nvPr/>
        </p:nvSpPr>
        <p:spPr>
          <a:xfrm>
            <a:off x="523875" y="4038465"/>
            <a:ext cx="11144250" cy="1911096"/>
          </a:xfrm>
          <a:prstGeom prst="rect">
            <a:avLst/>
          </a:prstGeom>
          <a:noFill/>
          <a:ln w="0">
            <a:noFill/>
          </a:ln>
        </p:spPr>
        <p:txBody>
          <a:bodyPr lIns="0" tIns="0" rIns="0" bIns="0" anchor="ctr">
            <a:noAutofit/>
          </a:bodyPr>
          <a:lstStyle>
            <a:defPPr algn="ctr">
              <a:defRPr sz="1850" b="1">
                <a:solidFill>
                  <a:srgbClr val="182D45"/>
                </a:solidFill>
                <a:latin typeface="DejaVu Sans"/>
                <a:ea typeface="DejaVu Sans"/>
                <a:cs typeface="DejaVu Sans"/>
              </a:defRPr>
            </a:defPPr>
          </a:lstStyle>
          <a:p>
            <a:pPr algn="ctr">
              <a:defRPr sz="1850" b="1">
                <a:solidFill>
                  <a:srgbClr val="182D45"/>
                </a:solidFill>
                <a:latin typeface="DejaVu Sans"/>
                <a:ea typeface="DejaVu Sans"/>
                <a:cs typeface="DejaVu Sans"/>
              </a:defRPr>
            </a:pPr>
            <a:r>
              <a:rPr lang="it-IT" sz="1850" b="1" dirty="0">
                <a:solidFill>
                  <a:srgbClr val="182D45"/>
                </a:solidFill>
                <a:latin typeface="DejaVu Sans"/>
              </a:rPr>
              <a:t>The idea of </a:t>
            </a:r>
            <a:r>
              <a:rPr lang="it-IT" sz="1850" b="1" dirty="0" err="1">
                <a:solidFill>
                  <a:srgbClr val="FF0000"/>
                </a:solidFill>
                <a:latin typeface="DejaVu Sans"/>
              </a:rPr>
              <a:t>backpropagation</a:t>
            </a:r>
            <a:endParaRPr lang="it-IT" sz="1850" b="1" dirty="0">
              <a:solidFill>
                <a:srgbClr val="182D45"/>
              </a:solidFill>
              <a:latin typeface="DejaVu Sans"/>
            </a:endParaRPr>
          </a:p>
          <a:p>
            <a:pPr algn="ctr">
              <a:defRPr sz="1850" b="1">
                <a:solidFill>
                  <a:srgbClr val="182D45"/>
                </a:solidFill>
                <a:latin typeface="DejaVu Sans"/>
                <a:ea typeface="DejaVu Sans"/>
                <a:cs typeface="DejaVu Sans"/>
              </a:defRPr>
            </a:pPr>
            <a:br>
              <a:rPr lang="it-IT" sz="1850" b="1" dirty="0">
                <a:solidFill>
                  <a:srgbClr val="182D45"/>
                </a:solidFill>
                <a:latin typeface="DejaVu Sans"/>
              </a:rPr>
            </a:br>
            <a:r>
              <a:rPr lang="it-IT" sz="1850" b="1" dirty="0">
                <a:solidFill>
                  <a:srgbClr val="182D45"/>
                </a:solidFill>
                <a:latin typeface="DejaVu Sans"/>
              </a:rPr>
              <a:t>Compute the </a:t>
            </a:r>
            <a:r>
              <a:rPr lang="it-IT" sz="1850" b="1" dirty="0" err="1">
                <a:solidFill>
                  <a:srgbClr val="FF0000"/>
                </a:solidFill>
                <a:latin typeface="DejaVu Sans"/>
              </a:rPr>
              <a:t>loss</a:t>
            </a:r>
            <a:r>
              <a:rPr lang="it-IT" sz="1850" b="1" dirty="0">
                <a:solidFill>
                  <a:srgbClr val="FF0000"/>
                </a:solidFill>
                <a:latin typeface="DejaVu Sans"/>
              </a:rPr>
              <a:t> </a:t>
            </a:r>
            <a:r>
              <a:rPr lang="it-IT" sz="1850" b="1" dirty="0" err="1">
                <a:solidFill>
                  <a:srgbClr val="FF0000"/>
                </a:solidFill>
                <a:latin typeface="DejaVu Sans"/>
              </a:rPr>
              <a:t>derivatives</a:t>
            </a:r>
            <a:r>
              <a:rPr lang="it-IT" sz="1850" b="1" dirty="0">
                <a:solidFill>
                  <a:srgbClr val="FF0000"/>
                </a:solidFill>
                <a:latin typeface="DejaVu Sans"/>
              </a:rPr>
              <a:t> </a:t>
            </a:r>
            <a:r>
              <a:rPr lang="it-IT" sz="1850" b="1" dirty="0">
                <a:solidFill>
                  <a:srgbClr val="182D45"/>
                </a:solidFill>
                <a:latin typeface="DejaVu Sans"/>
              </a:rPr>
              <a:t>with </a:t>
            </a:r>
            <a:r>
              <a:rPr lang="it-IT" sz="1850" b="1" dirty="0" err="1">
                <a:solidFill>
                  <a:srgbClr val="182D45"/>
                </a:solidFill>
                <a:latin typeface="DejaVu Sans"/>
              </a:rPr>
              <a:t>respect</a:t>
            </a:r>
            <a:r>
              <a:rPr lang="it-IT" sz="1850" b="1" dirty="0">
                <a:solidFill>
                  <a:srgbClr val="182D45"/>
                </a:solidFill>
                <a:latin typeface="DejaVu Sans"/>
              </a:rPr>
              <a:t> to the </a:t>
            </a:r>
            <a:r>
              <a:rPr lang="it-IT" sz="1850" b="1" dirty="0">
                <a:solidFill>
                  <a:srgbClr val="FF0000"/>
                </a:solidFill>
                <a:latin typeface="DejaVu Sans"/>
              </a:rPr>
              <a:t>last </a:t>
            </a:r>
            <a:r>
              <a:rPr lang="it-IT" sz="1850" b="1" dirty="0" err="1">
                <a:solidFill>
                  <a:srgbClr val="FF0000"/>
                </a:solidFill>
                <a:latin typeface="DejaVu Sans"/>
              </a:rPr>
              <a:t>layer’s</a:t>
            </a:r>
            <a:r>
              <a:rPr lang="it-IT" sz="1850" b="1" dirty="0">
                <a:solidFill>
                  <a:srgbClr val="FF0000"/>
                </a:solidFill>
                <a:latin typeface="DejaVu Sans"/>
              </a:rPr>
              <a:t> </a:t>
            </a:r>
            <a:r>
              <a:rPr lang="it-IT" sz="1850" b="1" dirty="0" err="1">
                <a:solidFill>
                  <a:srgbClr val="FF0000"/>
                </a:solidFill>
                <a:latin typeface="DejaVu Sans"/>
              </a:rPr>
              <a:t>parameters</a:t>
            </a:r>
            <a:r>
              <a:rPr lang="it-IT" sz="1850" b="1" dirty="0">
                <a:solidFill>
                  <a:srgbClr val="FF0000"/>
                </a:solidFill>
                <a:latin typeface="DejaVu Sans"/>
              </a:rPr>
              <a:t> first</a:t>
            </a:r>
            <a:r>
              <a:rPr lang="it-IT" sz="1850" b="1" dirty="0">
                <a:solidFill>
                  <a:srgbClr val="182D45"/>
                </a:solidFill>
                <a:latin typeface="DejaVu Sans"/>
              </a:rPr>
              <a:t>.</a:t>
            </a:r>
          </a:p>
          <a:p>
            <a:pPr algn="ctr">
              <a:defRPr sz="1850" b="1">
                <a:solidFill>
                  <a:srgbClr val="182D45"/>
                </a:solidFill>
                <a:latin typeface="DejaVu Sans"/>
                <a:ea typeface="DejaVu Sans"/>
                <a:cs typeface="DejaVu Sans"/>
              </a:defRPr>
            </a:pPr>
            <a:br>
              <a:rPr lang="it-IT" sz="1850" b="1" dirty="0">
                <a:solidFill>
                  <a:srgbClr val="182D45"/>
                </a:solidFill>
                <a:latin typeface="DejaVu Sans"/>
              </a:rPr>
            </a:br>
            <a:r>
              <a:rPr lang="it-IT" sz="1850" b="1" dirty="0">
                <a:solidFill>
                  <a:srgbClr val="182D45"/>
                </a:solidFill>
                <a:latin typeface="DejaVu Sans"/>
              </a:rPr>
              <a:t>Then work </a:t>
            </a:r>
            <a:r>
              <a:rPr lang="it-IT" sz="1850" b="1" dirty="0" err="1">
                <a:solidFill>
                  <a:srgbClr val="182D45"/>
                </a:solidFill>
                <a:latin typeface="DejaVu Sans"/>
              </a:rPr>
              <a:t>backwards</a:t>
            </a:r>
            <a:r>
              <a:rPr lang="it-IT" sz="1850" b="1" dirty="0">
                <a:solidFill>
                  <a:srgbClr val="182D45"/>
                </a:solidFill>
                <a:latin typeface="DejaVu Sans"/>
              </a:rPr>
              <a:t>,</a:t>
            </a:r>
          </a:p>
          <a:p>
            <a:pPr algn="ctr">
              <a:defRPr sz="1850" b="1">
                <a:solidFill>
                  <a:srgbClr val="182D45"/>
                </a:solidFill>
                <a:latin typeface="DejaVu Sans"/>
                <a:ea typeface="DejaVu Sans"/>
                <a:cs typeface="DejaVu Sans"/>
              </a:defRPr>
            </a:pPr>
            <a:r>
              <a:rPr lang="en-GB" sz="1850" b="1" dirty="0">
                <a:solidFill>
                  <a:srgbClr val="182D45"/>
                </a:solidFill>
                <a:latin typeface="DejaVu Sans"/>
              </a:rPr>
              <a:t>reusing the derivatives already computed.</a:t>
            </a:r>
          </a:p>
        </p:txBody>
      </p:sp>
      <p:sp>
        <p:nvSpPr>
          <p:cNvPr id="5" name="CasellaDiTesto 4">
            <a:extLst>
              <a:ext uri="{FF2B5EF4-FFF2-40B4-BE49-F238E27FC236}">
                <a16:creationId xmlns:a16="http://schemas.microsoft.com/office/drawing/2014/main" id="{8A73CA8D-6BA0-D90E-EC1C-632FBC2342BF}"/>
              </a:ext>
            </a:extLst>
          </p:cNvPr>
          <p:cNvSpPr txBox="1"/>
          <p:nvPr/>
        </p:nvSpPr>
        <p:spPr>
          <a:xfrm>
            <a:off x="3029712" y="6138074"/>
            <a:ext cx="6094476" cy="377026"/>
          </a:xfrm>
          <a:prstGeom prst="rect">
            <a:avLst/>
          </a:prstGeom>
          <a:noFill/>
        </p:spPr>
        <p:txBody>
          <a:bodyPr wrap="square">
            <a:spAutoFit/>
          </a:bodyPr>
          <a:lstStyle/>
          <a:p>
            <a:pPr algn="ctr">
              <a:defRPr sz="1850" b="1">
                <a:solidFill>
                  <a:srgbClr val="182D45"/>
                </a:solidFill>
                <a:latin typeface="DejaVu Sans"/>
                <a:ea typeface="DejaVu Sans"/>
                <a:cs typeface="DejaVu Sans"/>
              </a:defRPr>
            </a:pPr>
            <a:r>
              <a:rPr lang="en-GB" sz="1850" b="1" dirty="0">
                <a:solidFill>
                  <a:srgbClr val="FF0000"/>
                </a:solidFill>
                <a:latin typeface="DejaVu Sans"/>
              </a:rPr>
              <a:t>How is this achieved in practice?</a:t>
            </a:r>
          </a:p>
        </p:txBody>
      </p:sp>
    </p:spTree>
    <p:extLst>
      <p:ext uri="{BB962C8B-B14F-4D97-AF65-F5344CB8AC3E}">
        <p14:creationId xmlns:p14="http://schemas.microsoft.com/office/powerpoint/2010/main" val="195595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3" name="title">
            <a:extLst>
              <a:ext uri="{FF2B5EF4-FFF2-40B4-BE49-F238E27FC236}">
                <a16:creationId xmlns:a16="http://schemas.microsoft.com/office/drawing/2014/main" id="{6C7A5D59-3612-46A0-8148-C4587FFA17EF}"/>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Start from the last layer</a:t>
            </a:r>
          </a:p>
        </p:txBody>
      </p:sp>
      <p:sp>
        <p:nvSpPr>
          <p:cNvPr id="3" name="footer_course">
            <a:extLst>
              <a:ext uri="{FF2B5EF4-FFF2-40B4-BE49-F238E27FC236}">
                <a16:creationId xmlns:a16="http://schemas.microsoft.com/office/drawing/2014/main" id="{A24EFDDD-581C-49B0-B2C4-C1DEB22A2758}"/>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A91CB994-A535-4BF6-986F-0901EEDCEADB}"/>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7</a:t>
            </a:r>
          </a:p>
        </p:txBody>
      </p:sp>
      <p:sp>
        <p:nvSpPr>
          <p:cNvPr id="65" name="shape_61">
            <a:extLst>
              <a:ext uri="{FF2B5EF4-FFF2-40B4-BE49-F238E27FC236}">
                <a16:creationId xmlns:a16="http://schemas.microsoft.com/office/drawing/2014/main" id="{793D3D08-6652-42CE-9213-87BE0679B557}"/>
              </a:ext>
            </a:extLst>
          </p:cNvPr>
          <p:cNvSpPr>
            <a:spLocks noGrp="1"/>
          </p:cNvSpPr>
          <p:nvPr/>
        </p:nvSpPr>
        <p:spPr>
          <a:xfrm>
            <a:off x="133350" y="2076450"/>
            <a:ext cx="11925300" cy="4381500"/>
          </a:xfrm>
          <a:prstGeom prst="rect">
            <a:avLst/>
          </a:prstGeom>
          <a:solidFill>
            <a:srgbClr val="FFFFFF"/>
          </a:solidFill>
          <a:ln w="0">
            <a:solidFill>
              <a:srgbClr val="FFFFFF"/>
            </a:solidFill>
          </a:ln>
        </p:spPr>
        <p:txBody>
          <a:bodyPr/>
          <a:lstStyle/>
          <a:p>
            <a:endParaRPr lang="it-IT"/>
          </a:p>
        </p:txBody>
      </p:sp>
      <p:sp>
        <p:nvSpPr>
          <p:cNvPr id="66" name="note_path_62">
            <a:extLst>
              <a:ext uri="{FF2B5EF4-FFF2-40B4-BE49-F238E27FC236}">
                <a16:creationId xmlns:a16="http://schemas.microsoft.com/office/drawing/2014/main" id="{B0ADA33C-0EB0-48B3-B2A1-7F1D9F7C4C46}"/>
              </a:ext>
            </a:extLst>
          </p:cNvPr>
          <p:cNvSpPr>
            <a:spLocks noGrp="1"/>
          </p:cNvSpPr>
          <p:nvPr/>
        </p:nvSpPr>
        <p:spPr>
          <a:xfrm>
            <a:off x="8155067" y="2733675"/>
            <a:ext cx="3122295" cy="1431608"/>
          </a:xfrm>
          <a:custGeom>
            <a:avLst/>
            <a:gdLst/>
            <a:ahLst/>
            <a:cxnLst/>
            <a:rect l="0" t="0" r="0" b="0"/>
            <a:pathLst>
              <a:path w="3122295" h="1431608">
                <a:moveTo>
                  <a:pt x="0" y="0"/>
                </a:moveTo>
                <a:lnTo>
                  <a:pt x="3122295" y="0"/>
                </a:lnTo>
                <a:lnTo>
                  <a:pt x="3122295" y="1431608"/>
                </a:lnTo>
                <a:lnTo>
                  <a:pt x="1951434" y="1431608"/>
                </a:lnTo>
                <a:lnTo>
                  <a:pt x="1951434" y="999363"/>
                </a:lnTo>
                <a:lnTo>
                  <a:pt x="0" y="999363"/>
                </a:lnTo>
                <a:close/>
              </a:path>
            </a:pathLst>
          </a:custGeom>
          <a:noFill/>
          <a:ln w="17145">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67" name="equation_63" descr="J_{3}">
                <a:extLst>
                  <a:ext uri="{FF2B5EF4-FFF2-40B4-BE49-F238E27FC236}">
                    <a16:creationId xmlns:a16="http://schemas.microsoft.com/office/drawing/2014/main" id="{BEEF1A50-D542-46F8-885B-6BA0FD15CA2A}"/>
                  </a:ext>
                </a:extLst>
              </p:cNvPr>
              <p:cNvSpPr>
                <a:spLocks noGrp="1"/>
              </p:cNvSpPr>
              <p:nvPr/>
            </p:nvSpPr>
            <p:spPr>
              <a:xfrm>
                <a:off x="9144714" y="2356580"/>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25914"/>
                              </a:solidFill>
                              <a:latin typeface="Cambria Math"/>
                              <a:ea typeface="Cambria Math"/>
                              <a:cs typeface="Cambria Math"/>
                            </a:rPr>
                          </m:ctrlPr>
                        </m:sSubPr>
                        <m:e>
                          <m:r>
                            <a:rPr lang="en-GB" sz="2000">
                              <a:solidFill>
                                <a:srgbClr val="A25914"/>
                              </a:solidFill>
                              <a:latin typeface="Cambria Math"/>
                              <a:ea typeface="Cambria Math"/>
                              <a:cs typeface="Cambria Math"/>
                            </a:rPr>
                            <m:t>𝐽</m:t>
                          </m:r>
                        </m:e>
                        <m:sub>
                          <m:r>
                            <a:rPr lang="en-GB" sz="2000">
                              <a:solidFill>
                                <a:srgbClr val="A25914"/>
                              </a:solidFill>
                              <a:latin typeface="Cambria Math"/>
                              <a:ea typeface="Cambria Math"/>
                              <a:cs typeface="Cambria Math"/>
                            </a:rPr>
                            <m:t>3</m:t>
                          </m:r>
                        </m:sub>
                      </m:sSub>
                    </m:oMath>
                  </m:oMathPara>
                </a14:m>
                <a:endParaRPr lang="en-GB" sz="2000"/>
              </a:p>
            </p:txBody>
          </p:sp>
        </mc:Choice>
        <mc:Fallback xmlns="">
          <p:sp>
            <p:nvSpPr>
              <p:cNvPr id="67" name="equation_63" descr="J_{3}">
                <a:extLst>
                  <a:ext uri="{FF2B5EF4-FFF2-40B4-BE49-F238E27FC236}">
                    <a16:creationId xmlns:a16="http://schemas.microsoft.com/office/drawing/2014/main" id="{BEEF1A50-D542-46F8-885B-6BA0FD15CA2A}"/>
                  </a:ext>
                </a:extLst>
              </p:cNvPr>
              <p:cNvSpPr>
                <a:spLocks noGrp="1" noRot="1" noChangeAspect="1" noMove="1" noResize="1" noEditPoints="1" noAdjustHandles="1" noChangeArrowheads="1" noChangeShapeType="1" noTextEdit="1"/>
              </p:cNvSpPr>
              <p:nvPr/>
            </p:nvSpPr>
            <p:spPr>
              <a:xfrm>
                <a:off x="9144714" y="2356580"/>
                <a:ext cx="1143000" cy="354140"/>
              </a:xfrm>
              <a:prstGeom prst="rect">
                <a:avLst/>
              </a:prstGeom>
              <a:blipFill>
                <a:blip r:embed="rId25"/>
                <a:stretch>
                  <a:fillRect b="-18966"/>
                </a:stretch>
              </a:blipFill>
              <a:ln w="0">
                <a:noFill/>
              </a:ln>
            </p:spPr>
            <p:txBody>
              <a:bodyPr/>
              <a:lstStyle/>
              <a:p>
                <a:r>
                  <a:rPr lang="it-IT">
                    <a:noFill/>
                  </a:rPr>
                  <a:t> </a:t>
                </a:r>
              </a:p>
            </p:txBody>
          </p:sp>
        </mc:Fallback>
      </mc:AlternateContent>
      <p:sp>
        <p:nvSpPr>
          <p:cNvPr id="68" name="note_box_64">
            <a:extLst>
              <a:ext uri="{FF2B5EF4-FFF2-40B4-BE49-F238E27FC236}">
                <a16:creationId xmlns:a16="http://schemas.microsoft.com/office/drawing/2014/main" id="{A19B189B-C120-45BB-9948-FF6625839463}"/>
              </a:ext>
            </a:extLst>
          </p:cNvPr>
          <p:cNvSpPr>
            <a:spLocks noGrp="1"/>
          </p:cNvSpPr>
          <p:nvPr/>
        </p:nvSpPr>
        <p:spPr>
          <a:xfrm>
            <a:off x="371475"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9" name="equation_65" descr="\phi_0(x)">
                <a:extLst>
                  <a:ext uri="{FF2B5EF4-FFF2-40B4-BE49-F238E27FC236}">
                    <a16:creationId xmlns:a16="http://schemas.microsoft.com/office/drawing/2014/main" id="{6528FB75-0AA9-4D27-B0B6-95C8CAED67FF}"/>
                  </a:ext>
                </a:extLst>
              </p:cNvPr>
              <p:cNvSpPr>
                <a:spLocks noGrp="1"/>
              </p:cNvSpPr>
              <p:nvPr/>
            </p:nvSpPr>
            <p:spPr>
              <a:xfrm>
                <a:off x="390525"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0</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69" name="equation_65" descr="\phi_0(x)">
                <a:extLst>
                  <a:ext uri="{FF2B5EF4-FFF2-40B4-BE49-F238E27FC236}">
                    <a16:creationId xmlns:a16="http://schemas.microsoft.com/office/drawing/2014/main" id="{6528FB75-0AA9-4D27-B0B6-95C8CAED67FF}"/>
                  </a:ext>
                </a:extLst>
              </p:cNvPr>
              <p:cNvSpPr>
                <a:spLocks noGrp="1" noRot="1" noChangeAspect="1" noMove="1" noResize="1" noEditPoints="1" noAdjustHandles="1" noChangeArrowheads="1" noChangeShapeType="1" noTextEdit="1"/>
              </p:cNvSpPr>
              <p:nvPr/>
            </p:nvSpPr>
            <p:spPr>
              <a:xfrm>
                <a:off x="390525" y="3057525"/>
                <a:ext cx="1123950" cy="276225"/>
              </a:xfrm>
              <a:prstGeom prst="rect">
                <a:avLst/>
              </a:prstGeom>
              <a:blipFill>
                <a:blip r:embed="rId27"/>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0" name="equation_66" descr="2">
                <a:extLst>
                  <a:ext uri="{FF2B5EF4-FFF2-40B4-BE49-F238E27FC236}">
                    <a16:creationId xmlns:a16="http://schemas.microsoft.com/office/drawing/2014/main" id="{643DC59A-D121-40AC-9E3B-A5A0CC8F3DEF}"/>
                  </a:ext>
                </a:extLst>
              </p:cNvPr>
              <p:cNvSpPr>
                <a:spLocks noGrp="1"/>
              </p:cNvSpPr>
              <p:nvPr/>
            </p:nvSpPr>
            <p:spPr>
              <a:xfrm>
                <a:off x="390525"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2</m:t>
                      </m:r>
                    </m:oMath>
                  </m:oMathPara>
                </a14:m>
                <a:endParaRPr lang="en-GB" sz="2100"/>
              </a:p>
            </p:txBody>
          </p:sp>
        </mc:Choice>
        <mc:Fallback xmlns="">
          <p:sp>
            <p:nvSpPr>
              <p:cNvPr id="70" name="equation_66" descr="2">
                <a:extLst>
                  <a:ext uri="{FF2B5EF4-FFF2-40B4-BE49-F238E27FC236}">
                    <a16:creationId xmlns:a16="http://schemas.microsoft.com/office/drawing/2014/main" id="{643DC59A-D121-40AC-9E3B-A5A0CC8F3DEF}"/>
                  </a:ext>
                </a:extLst>
              </p:cNvPr>
              <p:cNvSpPr>
                <a:spLocks noGrp="1" noRot="1" noChangeAspect="1" noMove="1" noResize="1" noEditPoints="1" noAdjustHandles="1" noChangeArrowheads="1" noChangeShapeType="1" noTextEdit="1"/>
              </p:cNvSpPr>
              <p:nvPr/>
            </p:nvSpPr>
            <p:spPr>
              <a:xfrm>
                <a:off x="390525" y="3343275"/>
                <a:ext cx="1123950" cy="257175"/>
              </a:xfrm>
              <a:prstGeom prst="rect">
                <a:avLst/>
              </a:prstGeom>
              <a:blipFill>
                <a:blip r:embed="rId28"/>
                <a:stretch>
                  <a:fillRect t="-4651" b="-20930"/>
                </a:stretch>
              </a:blipFill>
              <a:ln w="0">
                <a:noFill/>
              </a:ln>
            </p:spPr>
            <p:txBody>
              <a:bodyPr/>
              <a:lstStyle/>
              <a:p>
                <a:r>
                  <a:rPr lang="it-IT">
                    <a:noFill/>
                  </a:rPr>
                  <a:t> </a:t>
                </a:r>
              </a:p>
            </p:txBody>
          </p:sp>
        </mc:Fallback>
      </mc:AlternateContent>
      <p:sp>
        <p:nvSpPr>
          <p:cNvPr id="71" name="note_box_67">
            <a:extLst>
              <a:ext uri="{FF2B5EF4-FFF2-40B4-BE49-F238E27FC236}">
                <a16:creationId xmlns:a16="http://schemas.microsoft.com/office/drawing/2014/main" id="{75339DEC-A1ED-4D9F-B3D0-E7D170F4AEE6}"/>
              </a:ext>
            </a:extLst>
          </p:cNvPr>
          <p:cNvSpPr>
            <a:spLocks noGrp="1"/>
          </p:cNvSpPr>
          <p:nvPr/>
        </p:nvSpPr>
        <p:spPr>
          <a:xfrm>
            <a:off x="1968103"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2" name="equation_68" descr="a_1(x)">
                <a:extLst>
                  <a:ext uri="{FF2B5EF4-FFF2-40B4-BE49-F238E27FC236}">
                    <a16:creationId xmlns:a16="http://schemas.microsoft.com/office/drawing/2014/main" id="{6692BD05-9549-473D-8C4A-6D5F036A3A11}"/>
                  </a:ext>
                </a:extLst>
              </p:cNvPr>
              <p:cNvSpPr>
                <a:spLocks noGrp="1"/>
              </p:cNvSpPr>
              <p:nvPr/>
            </p:nvSpPr>
            <p:spPr>
              <a:xfrm>
                <a:off x="1987153"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72" name="equation_68" descr="a_1(x)">
                <a:extLst>
                  <a:ext uri="{FF2B5EF4-FFF2-40B4-BE49-F238E27FC236}">
                    <a16:creationId xmlns:a16="http://schemas.microsoft.com/office/drawing/2014/main" id="{6692BD05-9549-473D-8C4A-6D5F036A3A11}"/>
                  </a:ext>
                </a:extLst>
              </p:cNvPr>
              <p:cNvSpPr>
                <a:spLocks noGrp="1" noRot="1" noChangeAspect="1" noMove="1" noResize="1" noEditPoints="1" noAdjustHandles="1" noChangeArrowheads="1" noChangeShapeType="1" noTextEdit="1"/>
              </p:cNvSpPr>
              <p:nvPr/>
            </p:nvSpPr>
            <p:spPr>
              <a:xfrm>
                <a:off x="1987153" y="3057525"/>
                <a:ext cx="1123950" cy="276225"/>
              </a:xfrm>
              <a:prstGeom prst="rect">
                <a:avLst/>
              </a:prstGeom>
              <a:blipFill>
                <a:blip r:embed="rId29"/>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3" name="equation_69" descr="3">
                <a:extLst>
                  <a:ext uri="{FF2B5EF4-FFF2-40B4-BE49-F238E27FC236}">
                    <a16:creationId xmlns:a16="http://schemas.microsoft.com/office/drawing/2014/main" id="{75DACF7A-9551-4863-A29E-516BBD015ADA}"/>
                  </a:ext>
                </a:extLst>
              </p:cNvPr>
              <p:cNvSpPr>
                <a:spLocks noGrp="1"/>
              </p:cNvSpPr>
              <p:nvPr/>
            </p:nvSpPr>
            <p:spPr>
              <a:xfrm>
                <a:off x="1987153"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73" name="equation_69" descr="3">
                <a:extLst>
                  <a:ext uri="{FF2B5EF4-FFF2-40B4-BE49-F238E27FC236}">
                    <a16:creationId xmlns:a16="http://schemas.microsoft.com/office/drawing/2014/main" id="{75DACF7A-9551-4863-A29E-516BBD015ADA}"/>
                  </a:ext>
                </a:extLst>
              </p:cNvPr>
              <p:cNvSpPr>
                <a:spLocks noGrp="1" noRot="1" noChangeAspect="1" noMove="1" noResize="1" noEditPoints="1" noAdjustHandles="1" noChangeArrowheads="1" noChangeShapeType="1" noTextEdit="1"/>
              </p:cNvSpPr>
              <p:nvPr/>
            </p:nvSpPr>
            <p:spPr>
              <a:xfrm>
                <a:off x="1987153" y="3343275"/>
                <a:ext cx="1123950" cy="257175"/>
              </a:xfrm>
              <a:prstGeom prst="rect">
                <a:avLst/>
              </a:prstGeom>
              <a:blipFill>
                <a:blip r:embed="rId30"/>
                <a:stretch>
                  <a:fillRect t="-4651" b="-20930"/>
                </a:stretch>
              </a:blipFill>
              <a:ln w="0">
                <a:noFill/>
              </a:ln>
            </p:spPr>
            <p:txBody>
              <a:bodyPr/>
              <a:lstStyle/>
              <a:p>
                <a:r>
                  <a:rPr lang="it-IT">
                    <a:noFill/>
                  </a:rPr>
                  <a:t> </a:t>
                </a:r>
              </a:p>
            </p:txBody>
          </p:sp>
        </mc:Fallback>
      </mc:AlternateContent>
      <p:sp>
        <p:nvSpPr>
          <p:cNvPr id="74" name="line_70">
            <a:extLst>
              <a:ext uri="{FF2B5EF4-FFF2-40B4-BE49-F238E27FC236}">
                <a16:creationId xmlns:a16="http://schemas.microsoft.com/office/drawing/2014/main" id="{E13272DB-DB20-45E6-870A-B4A8B84718DC}"/>
              </a:ext>
            </a:extLst>
          </p:cNvPr>
          <p:cNvSpPr>
            <a:spLocks noGrp="1"/>
          </p:cNvSpPr>
          <p:nvPr/>
        </p:nvSpPr>
        <p:spPr>
          <a:xfrm>
            <a:off x="1571625" y="3333750"/>
            <a:ext cx="358378" cy="476"/>
          </a:xfrm>
          <a:prstGeom prst="line">
            <a:avLst/>
          </a:prstGeom>
          <a:noFill/>
          <a:ln w="13335">
            <a:solidFill>
              <a:srgbClr val="A5AAB0"/>
            </a:solidFill>
            <a:tailEnd type="triangle" w="sm" len="sm"/>
          </a:ln>
        </p:spPr>
        <p:txBody>
          <a:bodyPr/>
          <a:lstStyle/>
          <a:p>
            <a:endParaRPr lang="it-IT"/>
          </a:p>
        </p:txBody>
      </p:sp>
      <p:sp>
        <p:nvSpPr>
          <p:cNvPr id="75" name="note_box_71">
            <a:extLst>
              <a:ext uri="{FF2B5EF4-FFF2-40B4-BE49-F238E27FC236}">
                <a16:creationId xmlns:a16="http://schemas.microsoft.com/office/drawing/2014/main" id="{3560C80A-CD8C-4401-966E-BF97FFC48A5D}"/>
              </a:ext>
            </a:extLst>
          </p:cNvPr>
          <p:cNvSpPr>
            <a:spLocks noGrp="1"/>
          </p:cNvSpPr>
          <p:nvPr/>
        </p:nvSpPr>
        <p:spPr>
          <a:xfrm>
            <a:off x="3564731"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6" name="equation_72" descr="\phi_1(x)">
                <a:extLst>
                  <a:ext uri="{FF2B5EF4-FFF2-40B4-BE49-F238E27FC236}">
                    <a16:creationId xmlns:a16="http://schemas.microsoft.com/office/drawing/2014/main" id="{2AF55D8A-DB8D-4ABA-8461-859395BD1562}"/>
                  </a:ext>
                </a:extLst>
              </p:cNvPr>
              <p:cNvSpPr>
                <a:spLocks noGrp="1"/>
              </p:cNvSpPr>
              <p:nvPr/>
            </p:nvSpPr>
            <p:spPr>
              <a:xfrm>
                <a:off x="3583781"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76" name="equation_72" descr="\phi_1(x)">
                <a:extLst>
                  <a:ext uri="{FF2B5EF4-FFF2-40B4-BE49-F238E27FC236}">
                    <a16:creationId xmlns:a16="http://schemas.microsoft.com/office/drawing/2014/main" id="{2AF55D8A-DB8D-4ABA-8461-859395BD1562}"/>
                  </a:ext>
                </a:extLst>
              </p:cNvPr>
              <p:cNvSpPr>
                <a:spLocks noGrp="1" noRot="1" noChangeAspect="1" noMove="1" noResize="1" noEditPoints="1" noAdjustHandles="1" noChangeArrowheads="1" noChangeShapeType="1" noTextEdit="1"/>
              </p:cNvSpPr>
              <p:nvPr/>
            </p:nvSpPr>
            <p:spPr>
              <a:xfrm>
                <a:off x="3583781" y="3057525"/>
                <a:ext cx="1123950" cy="276225"/>
              </a:xfrm>
              <a:prstGeom prst="rect">
                <a:avLst/>
              </a:prstGeom>
              <a:blipFill>
                <a:blip r:embed="rId31"/>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7" name="equation_73" descr="3">
                <a:extLst>
                  <a:ext uri="{FF2B5EF4-FFF2-40B4-BE49-F238E27FC236}">
                    <a16:creationId xmlns:a16="http://schemas.microsoft.com/office/drawing/2014/main" id="{EE93FC0D-F611-4192-9ECD-325F97421CB9}"/>
                  </a:ext>
                </a:extLst>
              </p:cNvPr>
              <p:cNvSpPr>
                <a:spLocks noGrp="1"/>
              </p:cNvSpPr>
              <p:nvPr/>
            </p:nvSpPr>
            <p:spPr>
              <a:xfrm>
                <a:off x="3583781"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77" name="equation_73" descr="3">
                <a:extLst>
                  <a:ext uri="{FF2B5EF4-FFF2-40B4-BE49-F238E27FC236}">
                    <a16:creationId xmlns:a16="http://schemas.microsoft.com/office/drawing/2014/main" id="{EE93FC0D-F611-4192-9ECD-325F97421CB9}"/>
                  </a:ext>
                </a:extLst>
              </p:cNvPr>
              <p:cNvSpPr>
                <a:spLocks noGrp="1" noRot="1" noChangeAspect="1" noMove="1" noResize="1" noEditPoints="1" noAdjustHandles="1" noChangeArrowheads="1" noChangeShapeType="1" noTextEdit="1"/>
              </p:cNvSpPr>
              <p:nvPr/>
            </p:nvSpPr>
            <p:spPr>
              <a:xfrm>
                <a:off x="3583781" y="3343275"/>
                <a:ext cx="1123950" cy="257175"/>
              </a:xfrm>
              <a:prstGeom prst="rect">
                <a:avLst/>
              </a:prstGeom>
              <a:blipFill>
                <a:blip r:embed="rId32"/>
                <a:stretch>
                  <a:fillRect t="-4651" b="-20930"/>
                </a:stretch>
              </a:blipFill>
              <a:ln w="0">
                <a:noFill/>
              </a:ln>
            </p:spPr>
            <p:txBody>
              <a:bodyPr/>
              <a:lstStyle/>
              <a:p>
                <a:r>
                  <a:rPr lang="it-IT">
                    <a:noFill/>
                  </a:rPr>
                  <a:t> </a:t>
                </a:r>
              </a:p>
            </p:txBody>
          </p:sp>
        </mc:Fallback>
      </mc:AlternateContent>
      <p:sp>
        <p:nvSpPr>
          <p:cNvPr id="78" name="line_74">
            <a:extLst>
              <a:ext uri="{FF2B5EF4-FFF2-40B4-BE49-F238E27FC236}">
                <a16:creationId xmlns:a16="http://schemas.microsoft.com/office/drawing/2014/main" id="{6B0CF4C6-8815-4A1C-ADFB-76AA8C7BBA58}"/>
              </a:ext>
            </a:extLst>
          </p:cNvPr>
          <p:cNvSpPr>
            <a:spLocks noGrp="1"/>
          </p:cNvSpPr>
          <p:nvPr/>
        </p:nvSpPr>
        <p:spPr>
          <a:xfrm>
            <a:off x="3168253" y="3333750"/>
            <a:ext cx="358378" cy="476"/>
          </a:xfrm>
          <a:prstGeom prst="line">
            <a:avLst/>
          </a:prstGeom>
          <a:noFill/>
          <a:ln w="13335">
            <a:solidFill>
              <a:srgbClr val="A5AAB0"/>
            </a:solidFill>
            <a:tailEnd type="triangle" w="sm" len="sm"/>
          </a:ln>
        </p:spPr>
        <p:txBody>
          <a:bodyPr/>
          <a:lstStyle/>
          <a:p>
            <a:endParaRPr lang="it-IT"/>
          </a:p>
        </p:txBody>
      </p:sp>
      <p:sp>
        <p:nvSpPr>
          <p:cNvPr id="79" name="note_box_75">
            <a:extLst>
              <a:ext uri="{FF2B5EF4-FFF2-40B4-BE49-F238E27FC236}">
                <a16:creationId xmlns:a16="http://schemas.microsoft.com/office/drawing/2014/main" id="{2DAF76DC-6407-4CE2-8420-743E1E0A5F26}"/>
              </a:ext>
            </a:extLst>
          </p:cNvPr>
          <p:cNvSpPr>
            <a:spLocks noGrp="1"/>
          </p:cNvSpPr>
          <p:nvPr/>
        </p:nvSpPr>
        <p:spPr>
          <a:xfrm>
            <a:off x="5161359"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0" name="equation_76" descr="a_2(x)">
                <a:extLst>
                  <a:ext uri="{FF2B5EF4-FFF2-40B4-BE49-F238E27FC236}">
                    <a16:creationId xmlns:a16="http://schemas.microsoft.com/office/drawing/2014/main" id="{8CC04F7C-DB06-4145-A153-67ECDF6BA041}"/>
                  </a:ext>
                </a:extLst>
              </p:cNvPr>
              <p:cNvSpPr>
                <a:spLocks noGrp="1"/>
              </p:cNvSpPr>
              <p:nvPr/>
            </p:nvSpPr>
            <p:spPr>
              <a:xfrm>
                <a:off x="5180409"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80" name="equation_76" descr="a_2(x)">
                <a:extLst>
                  <a:ext uri="{FF2B5EF4-FFF2-40B4-BE49-F238E27FC236}">
                    <a16:creationId xmlns:a16="http://schemas.microsoft.com/office/drawing/2014/main" id="{8CC04F7C-DB06-4145-A153-67ECDF6BA041}"/>
                  </a:ext>
                </a:extLst>
              </p:cNvPr>
              <p:cNvSpPr>
                <a:spLocks noGrp="1" noRot="1" noChangeAspect="1" noMove="1" noResize="1" noEditPoints="1" noAdjustHandles="1" noChangeArrowheads="1" noChangeShapeType="1" noTextEdit="1"/>
              </p:cNvSpPr>
              <p:nvPr/>
            </p:nvSpPr>
            <p:spPr>
              <a:xfrm>
                <a:off x="5180409" y="3057525"/>
                <a:ext cx="1123950" cy="276225"/>
              </a:xfrm>
              <a:prstGeom prst="rect">
                <a:avLst/>
              </a:prstGeom>
              <a:blipFill>
                <a:blip r:embed="rId33"/>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1" name="equation_77" descr="5">
                <a:extLst>
                  <a:ext uri="{FF2B5EF4-FFF2-40B4-BE49-F238E27FC236}">
                    <a16:creationId xmlns:a16="http://schemas.microsoft.com/office/drawing/2014/main" id="{516C0D08-72E3-4EE1-9828-538D250CC719}"/>
                  </a:ext>
                </a:extLst>
              </p:cNvPr>
              <p:cNvSpPr>
                <a:spLocks noGrp="1"/>
              </p:cNvSpPr>
              <p:nvPr/>
            </p:nvSpPr>
            <p:spPr>
              <a:xfrm>
                <a:off x="5180409"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81" name="equation_77" descr="5">
                <a:extLst>
                  <a:ext uri="{FF2B5EF4-FFF2-40B4-BE49-F238E27FC236}">
                    <a16:creationId xmlns:a16="http://schemas.microsoft.com/office/drawing/2014/main" id="{516C0D08-72E3-4EE1-9828-538D250CC719}"/>
                  </a:ext>
                </a:extLst>
              </p:cNvPr>
              <p:cNvSpPr>
                <a:spLocks noGrp="1" noRot="1" noChangeAspect="1" noMove="1" noResize="1" noEditPoints="1" noAdjustHandles="1" noChangeArrowheads="1" noChangeShapeType="1" noTextEdit="1"/>
              </p:cNvSpPr>
              <p:nvPr/>
            </p:nvSpPr>
            <p:spPr>
              <a:xfrm>
                <a:off x="5180409" y="3343275"/>
                <a:ext cx="1123950" cy="257175"/>
              </a:xfrm>
              <a:prstGeom prst="rect">
                <a:avLst/>
              </a:prstGeom>
              <a:blipFill>
                <a:blip r:embed="rId34"/>
                <a:stretch>
                  <a:fillRect t="-6977" b="-20930"/>
                </a:stretch>
              </a:blipFill>
              <a:ln w="0">
                <a:noFill/>
              </a:ln>
            </p:spPr>
            <p:txBody>
              <a:bodyPr/>
              <a:lstStyle/>
              <a:p>
                <a:r>
                  <a:rPr lang="it-IT">
                    <a:noFill/>
                  </a:rPr>
                  <a:t> </a:t>
                </a:r>
              </a:p>
            </p:txBody>
          </p:sp>
        </mc:Fallback>
      </mc:AlternateContent>
      <p:sp>
        <p:nvSpPr>
          <p:cNvPr id="82" name="line_78">
            <a:extLst>
              <a:ext uri="{FF2B5EF4-FFF2-40B4-BE49-F238E27FC236}">
                <a16:creationId xmlns:a16="http://schemas.microsoft.com/office/drawing/2014/main" id="{F3455E28-D4E8-4E06-A814-7F046C75309E}"/>
              </a:ext>
            </a:extLst>
          </p:cNvPr>
          <p:cNvSpPr>
            <a:spLocks noGrp="1"/>
          </p:cNvSpPr>
          <p:nvPr/>
        </p:nvSpPr>
        <p:spPr>
          <a:xfrm>
            <a:off x="4764881" y="3333750"/>
            <a:ext cx="358378" cy="476"/>
          </a:xfrm>
          <a:prstGeom prst="line">
            <a:avLst/>
          </a:prstGeom>
          <a:noFill/>
          <a:ln w="13335">
            <a:solidFill>
              <a:srgbClr val="A5AAB0"/>
            </a:solidFill>
            <a:tailEnd type="triangle" w="sm" len="sm"/>
          </a:ln>
        </p:spPr>
        <p:txBody>
          <a:bodyPr/>
          <a:lstStyle/>
          <a:p>
            <a:endParaRPr lang="it-IT"/>
          </a:p>
        </p:txBody>
      </p:sp>
      <p:sp>
        <p:nvSpPr>
          <p:cNvPr id="83" name="note_box_79">
            <a:extLst>
              <a:ext uri="{FF2B5EF4-FFF2-40B4-BE49-F238E27FC236}">
                <a16:creationId xmlns:a16="http://schemas.microsoft.com/office/drawing/2014/main" id="{955AB544-BD3F-4B3B-B5A3-D25687BF8602}"/>
              </a:ext>
            </a:extLst>
          </p:cNvPr>
          <p:cNvSpPr>
            <a:spLocks noGrp="1"/>
          </p:cNvSpPr>
          <p:nvPr/>
        </p:nvSpPr>
        <p:spPr>
          <a:xfrm>
            <a:off x="6757988"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4" name="equation_80" descr="\phi_2(x)">
                <a:extLst>
                  <a:ext uri="{FF2B5EF4-FFF2-40B4-BE49-F238E27FC236}">
                    <a16:creationId xmlns:a16="http://schemas.microsoft.com/office/drawing/2014/main" id="{46E1D6AD-2382-49F5-A8E5-9B76E1A7A533}"/>
                  </a:ext>
                </a:extLst>
              </p:cNvPr>
              <p:cNvSpPr>
                <a:spLocks noGrp="1"/>
              </p:cNvSpPr>
              <p:nvPr/>
            </p:nvSpPr>
            <p:spPr>
              <a:xfrm>
                <a:off x="6777038"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84" name="equation_80" descr="\phi_2(x)">
                <a:extLst>
                  <a:ext uri="{FF2B5EF4-FFF2-40B4-BE49-F238E27FC236}">
                    <a16:creationId xmlns:a16="http://schemas.microsoft.com/office/drawing/2014/main" id="{46E1D6AD-2382-49F5-A8E5-9B76E1A7A533}"/>
                  </a:ext>
                </a:extLst>
              </p:cNvPr>
              <p:cNvSpPr>
                <a:spLocks noGrp="1" noRot="1" noChangeAspect="1" noMove="1" noResize="1" noEditPoints="1" noAdjustHandles="1" noChangeArrowheads="1" noChangeShapeType="1" noTextEdit="1"/>
              </p:cNvSpPr>
              <p:nvPr/>
            </p:nvSpPr>
            <p:spPr>
              <a:xfrm>
                <a:off x="6777038" y="3057525"/>
                <a:ext cx="1123950" cy="276225"/>
              </a:xfrm>
              <a:prstGeom prst="rect">
                <a:avLst/>
              </a:prstGeom>
              <a:blipFill>
                <a:blip r:embed="rId35"/>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5" name="equation_81" descr="5">
                <a:extLst>
                  <a:ext uri="{FF2B5EF4-FFF2-40B4-BE49-F238E27FC236}">
                    <a16:creationId xmlns:a16="http://schemas.microsoft.com/office/drawing/2014/main" id="{D47B91B6-5C69-488C-9083-0329045571DE}"/>
                  </a:ext>
                </a:extLst>
              </p:cNvPr>
              <p:cNvSpPr>
                <a:spLocks noGrp="1"/>
              </p:cNvSpPr>
              <p:nvPr/>
            </p:nvSpPr>
            <p:spPr>
              <a:xfrm>
                <a:off x="6777038"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85" name="equation_81" descr="5">
                <a:extLst>
                  <a:ext uri="{FF2B5EF4-FFF2-40B4-BE49-F238E27FC236}">
                    <a16:creationId xmlns:a16="http://schemas.microsoft.com/office/drawing/2014/main" id="{D47B91B6-5C69-488C-9083-0329045571DE}"/>
                  </a:ext>
                </a:extLst>
              </p:cNvPr>
              <p:cNvSpPr>
                <a:spLocks noGrp="1" noRot="1" noChangeAspect="1" noMove="1" noResize="1" noEditPoints="1" noAdjustHandles="1" noChangeArrowheads="1" noChangeShapeType="1" noTextEdit="1"/>
              </p:cNvSpPr>
              <p:nvPr/>
            </p:nvSpPr>
            <p:spPr>
              <a:xfrm>
                <a:off x="6777038" y="3343275"/>
                <a:ext cx="1123950" cy="257175"/>
              </a:xfrm>
              <a:prstGeom prst="rect">
                <a:avLst/>
              </a:prstGeom>
              <a:blipFill>
                <a:blip r:embed="rId36"/>
                <a:stretch>
                  <a:fillRect t="-6977" b="-20930"/>
                </a:stretch>
              </a:blipFill>
              <a:ln w="0">
                <a:noFill/>
              </a:ln>
            </p:spPr>
            <p:txBody>
              <a:bodyPr/>
              <a:lstStyle/>
              <a:p>
                <a:r>
                  <a:rPr lang="it-IT">
                    <a:noFill/>
                  </a:rPr>
                  <a:t> </a:t>
                </a:r>
              </a:p>
            </p:txBody>
          </p:sp>
        </mc:Fallback>
      </mc:AlternateContent>
      <p:sp>
        <p:nvSpPr>
          <p:cNvPr id="86" name="line_82">
            <a:extLst>
              <a:ext uri="{FF2B5EF4-FFF2-40B4-BE49-F238E27FC236}">
                <a16:creationId xmlns:a16="http://schemas.microsoft.com/office/drawing/2014/main" id="{8FCF1C79-5EA7-493D-ADDC-2258D2A1CB82}"/>
              </a:ext>
            </a:extLst>
          </p:cNvPr>
          <p:cNvSpPr>
            <a:spLocks noGrp="1"/>
          </p:cNvSpPr>
          <p:nvPr/>
        </p:nvSpPr>
        <p:spPr>
          <a:xfrm>
            <a:off x="6361509" y="3333750"/>
            <a:ext cx="358378" cy="476"/>
          </a:xfrm>
          <a:prstGeom prst="line">
            <a:avLst/>
          </a:prstGeom>
          <a:noFill/>
          <a:ln w="13335">
            <a:solidFill>
              <a:srgbClr val="A5AAB0"/>
            </a:solidFill>
            <a:tailEnd type="triangle" w="sm" len="sm"/>
          </a:ln>
        </p:spPr>
        <p:txBody>
          <a:bodyPr/>
          <a:lstStyle/>
          <a:p>
            <a:endParaRPr lang="it-IT"/>
          </a:p>
        </p:txBody>
      </p:sp>
      <p:sp>
        <p:nvSpPr>
          <p:cNvPr id="87" name="text_83">
            <a:extLst>
              <a:ext uri="{FF2B5EF4-FFF2-40B4-BE49-F238E27FC236}">
                <a16:creationId xmlns:a16="http://schemas.microsoft.com/office/drawing/2014/main" id="{7BC0BED5-C3E9-4B7A-8280-05F3E65F706E}"/>
              </a:ext>
            </a:extLst>
          </p:cNvPr>
          <p:cNvSpPr>
            <a:spLocks noGrp="1"/>
          </p:cNvSpPr>
          <p:nvPr/>
        </p:nvSpPr>
        <p:spPr>
          <a:xfrm>
            <a:off x="8507016" y="2781300"/>
            <a:ext cx="857250" cy="209550"/>
          </a:xfrm>
          <a:prstGeom prst="rect">
            <a:avLst/>
          </a:prstGeom>
          <a:noFill/>
          <a:ln w="0">
            <a:noFill/>
          </a:ln>
        </p:spPr>
        <p:txBody>
          <a:bodyPr anchor="ctr">
            <a:noAutofit/>
          </a:bodyPr>
          <a:lstStyle>
            <a:defPPr algn="ctr">
              <a:defRPr sz="1200" b="0">
                <a:solidFill>
                  <a:srgbClr val="A25914"/>
                </a:solidFill>
                <a:latin typeface="DejaVu Sans"/>
                <a:ea typeface="DejaVu Sans"/>
                <a:cs typeface="DejaVu Sans"/>
              </a:defRPr>
            </a:defPPr>
          </a:lstStyle>
          <a:p>
            <a:pPr algn="ctr">
              <a:defRPr sz="1200" b="0">
                <a:solidFill>
                  <a:srgbClr val="A25914"/>
                </a:solidFill>
                <a:latin typeface="DejaVu Sans"/>
                <a:ea typeface="DejaVu Sans"/>
                <a:cs typeface="DejaVu Sans"/>
              </a:defRPr>
            </a:pPr>
            <a:r>
              <a:rPr sz="1200" b="0">
                <a:solidFill>
                  <a:srgbClr val="A25914"/>
                </a:solidFill>
                <a:latin typeface="DejaVu Sans"/>
                <a:ea typeface="DejaVu Sans"/>
                <a:cs typeface="DejaVu Sans"/>
              </a:rPr>
              <a:t>input</a:t>
            </a:r>
          </a:p>
        </p:txBody>
      </p:sp>
      <p:sp>
        <p:nvSpPr>
          <p:cNvPr id="88" name="note_box_84">
            <a:extLst>
              <a:ext uri="{FF2B5EF4-FFF2-40B4-BE49-F238E27FC236}">
                <a16:creationId xmlns:a16="http://schemas.microsoft.com/office/drawing/2014/main" id="{30E480A5-6436-4C5D-B404-D77908682196}"/>
              </a:ext>
            </a:extLst>
          </p:cNvPr>
          <p:cNvSpPr>
            <a:spLocks noGrp="1"/>
          </p:cNvSpPr>
          <p:nvPr/>
        </p:nvSpPr>
        <p:spPr>
          <a:xfrm>
            <a:off x="8354616" y="3028950"/>
            <a:ext cx="1162050" cy="609600"/>
          </a:xfrm>
          <a:prstGeom prst="roundRect">
            <a:avLst>
              <a:gd name="adj" fmla="val 5000"/>
            </a:avLst>
          </a:prstGeom>
          <a:solidFill>
            <a:srgbClr val="FFFFFF"/>
          </a:solidFill>
          <a:ln w="14288">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89" name="equation_85" descr="a_3(x)">
                <a:extLst>
                  <a:ext uri="{FF2B5EF4-FFF2-40B4-BE49-F238E27FC236}">
                    <a16:creationId xmlns:a16="http://schemas.microsoft.com/office/drawing/2014/main" id="{513E9979-54E2-490E-87FB-96B7FCD17E9B}"/>
                  </a:ext>
                </a:extLst>
              </p:cNvPr>
              <p:cNvSpPr>
                <a:spLocks noGrp="1"/>
              </p:cNvSpPr>
              <p:nvPr/>
            </p:nvSpPr>
            <p:spPr>
              <a:xfrm>
                <a:off x="8373666"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3</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dirty="0"/>
              </a:p>
            </p:txBody>
          </p:sp>
        </mc:Choice>
        <mc:Fallback xmlns="">
          <p:sp>
            <p:nvSpPr>
              <p:cNvPr id="89" name="equation_85" descr="a_3(x)">
                <a:extLst>
                  <a:ext uri="{FF2B5EF4-FFF2-40B4-BE49-F238E27FC236}">
                    <a16:creationId xmlns:a16="http://schemas.microsoft.com/office/drawing/2014/main" id="{513E9979-54E2-490E-87FB-96B7FCD17E9B}"/>
                  </a:ext>
                </a:extLst>
              </p:cNvPr>
              <p:cNvSpPr>
                <a:spLocks noGrp="1" noRot="1" noChangeAspect="1" noMove="1" noResize="1" noEditPoints="1" noAdjustHandles="1" noChangeArrowheads="1" noChangeShapeType="1" noTextEdit="1"/>
              </p:cNvSpPr>
              <p:nvPr/>
            </p:nvSpPr>
            <p:spPr>
              <a:xfrm>
                <a:off x="8373666" y="3057525"/>
                <a:ext cx="1123950" cy="276225"/>
              </a:xfrm>
              <a:prstGeom prst="rect">
                <a:avLst/>
              </a:prstGeom>
              <a:blipFill>
                <a:blip r:embed="rId37"/>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equation_86" descr="-3">
                <a:extLst>
                  <a:ext uri="{FF2B5EF4-FFF2-40B4-BE49-F238E27FC236}">
                    <a16:creationId xmlns:a16="http://schemas.microsoft.com/office/drawing/2014/main" id="{51670CBD-0A74-4D13-BE72-055912834BD5}"/>
                  </a:ext>
                </a:extLst>
              </p:cNvPr>
              <p:cNvSpPr>
                <a:spLocks noGrp="1"/>
              </p:cNvSpPr>
              <p:nvPr/>
            </p:nvSpPr>
            <p:spPr>
              <a:xfrm>
                <a:off x="8373666"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90" name="equation_86" descr="-3">
                <a:extLst>
                  <a:ext uri="{FF2B5EF4-FFF2-40B4-BE49-F238E27FC236}">
                    <a16:creationId xmlns:a16="http://schemas.microsoft.com/office/drawing/2014/main" id="{51670CBD-0A74-4D13-BE72-055912834BD5}"/>
                  </a:ext>
                </a:extLst>
              </p:cNvPr>
              <p:cNvSpPr>
                <a:spLocks noGrp="1" noRot="1" noChangeAspect="1" noMove="1" noResize="1" noEditPoints="1" noAdjustHandles="1" noChangeArrowheads="1" noChangeShapeType="1" noTextEdit="1"/>
              </p:cNvSpPr>
              <p:nvPr/>
            </p:nvSpPr>
            <p:spPr>
              <a:xfrm>
                <a:off x="8373666" y="3343275"/>
                <a:ext cx="1123950" cy="257175"/>
              </a:xfrm>
              <a:prstGeom prst="rect">
                <a:avLst/>
              </a:prstGeom>
              <a:blipFill>
                <a:blip r:embed="rId38"/>
                <a:stretch>
                  <a:fillRect t="-4651" b="-20930"/>
                </a:stretch>
              </a:blipFill>
              <a:ln w="0">
                <a:noFill/>
              </a:ln>
            </p:spPr>
            <p:txBody>
              <a:bodyPr/>
              <a:lstStyle/>
              <a:p>
                <a:r>
                  <a:rPr lang="it-IT">
                    <a:noFill/>
                  </a:rPr>
                  <a:t> </a:t>
                </a:r>
              </a:p>
            </p:txBody>
          </p:sp>
        </mc:Fallback>
      </mc:AlternateContent>
      <p:sp>
        <p:nvSpPr>
          <p:cNvPr id="91" name="line_87">
            <a:extLst>
              <a:ext uri="{FF2B5EF4-FFF2-40B4-BE49-F238E27FC236}">
                <a16:creationId xmlns:a16="http://schemas.microsoft.com/office/drawing/2014/main" id="{EB91B70E-7ADC-458B-B61D-C1651CED14D7}"/>
              </a:ext>
            </a:extLst>
          </p:cNvPr>
          <p:cNvSpPr>
            <a:spLocks noGrp="1"/>
          </p:cNvSpPr>
          <p:nvPr/>
        </p:nvSpPr>
        <p:spPr>
          <a:xfrm>
            <a:off x="7958138" y="3333750"/>
            <a:ext cx="358378" cy="476"/>
          </a:xfrm>
          <a:prstGeom prst="line">
            <a:avLst/>
          </a:prstGeom>
          <a:noFill/>
          <a:ln w="13335">
            <a:solidFill>
              <a:srgbClr val="A5AAB0"/>
            </a:solidFill>
            <a:tailEnd type="triangle" w="sm" len="sm"/>
          </a:ln>
        </p:spPr>
        <p:txBody>
          <a:bodyPr/>
          <a:lstStyle/>
          <a:p>
            <a:endParaRPr lang="it-IT"/>
          </a:p>
        </p:txBody>
      </p:sp>
      <p:sp>
        <p:nvSpPr>
          <p:cNvPr id="92" name="note_box_88">
            <a:extLst>
              <a:ext uri="{FF2B5EF4-FFF2-40B4-BE49-F238E27FC236}">
                <a16:creationId xmlns:a16="http://schemas.microsoft.com/office/drawing/2014/main" id="{45EC0241-60B5-47A4-84D6-0E20ED0A2B68}"/>
              </a:ext>
            </a:extLst>
          </p:cNvPr>
          <p:cNvSpPr>
            <a:spLocks noGrp="1"/>
          </p:cNvSpPr>
          <p:nvPr/>
        </p:nvSpPr>
        <p:spPr>
          <a:xfrm>
            <a:off x="9951244"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3" name="equation_89" descr="\mathcal{L}_{\mathrm{sq}}">
                <a:extLst>
                  <a:ext uri="{FF2B5EF4-FFF2-40B4-BE49-F238E27FC236}">
                    <a16:creationId xmlns:a16="http://schemas.microsoft.com/office/drawing/2014/main" id="{F33B5632-7DBB-40F4-B11A-35BF8629965A}"/>
                  </a:ext>
                </a:extLst>
              </p:cNvPr>
              <p:cNvSpPr>
                <a:spLocks noGrp="1"/>
              </p:cNvSpPr>
              <p:nvPr/>
            </p:nvSpPr>
            <p:spPr>
              <a:xfrm>
                <a:off x="9970294"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ℒ</m:t>
                          </m:r>
                        </m:e>
                        <m:sub>
                          <m:r>
                            <m:rPr>
                              <m:sty m:val="p"/>
                            </m:rPr>
                            <a:rPr lang="en-GB" sz="1900">
                              <a:solidFill>
                                <a:srgbClr val="25313F"/>
                              </a:solidFill>
                              <a:latin typeface="Cambria Math"/>
                              <a:ea typeface="Cambria Math"/>
                              <a:cs typeface="Cambria Math"/>
                            </a:rPr>
                            <m:t>sq</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𝛉</m:t>
                          </m:r>
                        </m:e>
                      </m:d>
                    </m:oMath>
                  </m:oMathPara>
                </a14:m>
                <a:endParaRPr lang="en-GB" sz="1900"/>
              </a:p>
            </p:txBody>
          </p:sp>
        </mc:Choice>
        <mc:Fallback xmlns="">
          <p:sp>
            <p:nvSpPr>
              <p:cNvPr id="93" name="equation_89" descr="\mathcal{L}_{\mathrm{sq}}">
                <a:extLst>
                  <a:ext uri="{FF2B5EF4-FFF2-40B4-BE49-F238E27FC236}">
                    <a16:creationId xmlns:a16="http://schemas.microsoft.com/office/drawing/2014/main" id="{F33B5632-7DBB-40F4-B11A-35BF8629965A}"/>
                  </a:ext>
                </a:extLst>
              </p:cNvPr>
              <p:cNvSpPr>
                <a:spLocks noGrp="1" noRot="1" noChangeAspect="1" noMove="1" noResize="1" noEditPoints="1" noAdjustHandles="1" noChangeArrowheads="1" noChangeShapeType="1" noTextEdit="1"/>
              </p:cNvSpPr>
              <p:nvPr/>
            </p:nvSpPr>
            <p:spPr>
              <a:xfrm>
                <a:off x="9970294" y="3057525"/>
                <a:ext cx="1123950" cy="276225"/>
              </a:xfrm>
              <a:prstGeom prst="rect">
                <a:avLst/>
              </a:prstGeom>
              <a:blipFill>
                <a:blip r:embed="rId39"/>
                <a:stretch>
                  <a:fillRect b="-3111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4" name="equation_90" descr="1">
                <a:extLst>
                  <a:ext uri="{FF2B5EF4-FFF2-40B4-BE49-F238E27FC236}">
                    <a16:creationId xmlns:a16="http://schemas.microsoft.com/office/drawing/2014/main" id="{BA9D0E88-AB44-48EC-8A28-A2A5B751FE80}"/>
                  </a:ext>
                </a:extLst>
              </p:cNvPr>
              <p:cNvSpPr>
                <a:spLocks noGrp="1"/>
              </p:cNvSpPr>
              <p:nvPr/>
            </p:nvSpPr>
            <p:spPr>
              <a:xfrm>
                <a:off x="9970294"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1</m:t>
                      </m:r>
                    </m:oMath>
                  </m:oMathPara>
                </a14:m>
                <a:endParaRPr lang="en-GB" sz="2100"/>
              </a:p>
            </p:txBody>
          </p:sp>
        </mc:Choice>
        <mc:Fallback xmlns="">
          <p:sp>
            <p:nvSpPr>
              <p:cNvPr id="94" name="equation_90" descr="1">
                <a:extLst>
                  <a:ext uri="{FF2B5EF4-FFF2-40B4-BE49-F238E27FC236}">
                    <a16:creationId xmlns:a16="http://schemas.microsoft.com/office/drawing/2014/main" id="{BA9D0E88-AB44-48EC-8A28-A2A5B751FE80}"/>
                  </a:ext>
                </a:extLst>
              </p:cNvPr>
              <p:cNvSpPr>
                <a:spLocks noGrp="1" noRot="1" noChangeAspect="1" noMove="1" noResize="1" noEditPoints="1" noAdjustHandles="1" noChangeArrowheads="1" noChangeShapeType="1" noTextEdit="1"/>
              </p:cNvSpPr>
              <p:nvPr/>
            </p:nvSpPr>
            <p:spPr>
              <a:xfrm>
                <a:off x="9970294" y="3343275"/>
                <a:ext cx="1123950" cy="257175"/>
              </a:xfrm>
              <a:prstGeom prst="rect">
                <a:avLst/>
              </a:prstGeom>
              <a:blipFill>
                <a:blip r:embed="rId40"/>
                <a:stretch>
                  <a:fillRect t="-4651" b="-20930"/>
                </a:stretch>
              </a:blipFill>
              <a:ln w="0">
                <a:noFill/>
              </a:ln>
            </p:spPr>
            <p:txBody>
              <a:bodyPr/>
              <a:lstStyle/>
              <a:p>
                <a:r>
                  <a:rPr lang="it-IT">
                    <a:noFill/>
                  </a:rPr>
                  <a:t> </a:t>
                </a:r>
              </a:p>
            </p:txBody>
          </p:sp>
        </mc:Fallback>
      </mc:AlternateContent>
      <p:sp>
        <p:nvSpPr>
          <p:cNvPr id="95" name="line_91">
            <a:extLst>
              <a:ext uri="{FF2B5EF4-FFF2-40B4-BE49-F238E27FC236}">
                <a16:creationId xmlns:a16="http://schemas.microsoft.com/office/drawing/2014/main" id="{FDA27CE4-110B-4D9A-BE13-39D0B4CD6AD8}"/>
              </a:ext>
            </a:extLst>
          </p:cNvPr>
          <p:cNvSpPr>
            <a:spLocks noGrp="1"/>
          </p:cNvSpPr>
          <p:nvPr/>
        </p:nvSpPr>
        <p:spPr>
          <a:xfrm>
            <a:off x="9554766" y="3333750"/>
            <a:ext cx="358378" cy="476"/>
          </a:xfrm>
          <a:prstGeom prst="line">
            <a:avLst/>
          </a:prstGeom>
          <a:noFill/>
          <a:ln w="13335">
            <a:solidFill>
              <a:srgbClr val="A5AAB0"/>
            </a:solidFill>
            <a:tailEnd type="triangle" w="sm" len="sm"/>
          </a:ln>
        </p:spPr>
        <p:txBody>
          <a:bodyPr/>
          <a:lstStyle/>
          <a:p>
            <a:endParaRPr lang="it-IT"/>
          </a:p>
        </p:txBody>
      </p:sp>
      <p:sp>
        <p:nvSpPr>
          <p:cNvPr id="96" name="note_box_92">
            <a:extLst>
              <a:ext uri="{FF2B5EF4-FFF2-40B4-BE49-F238E27FC236}">
                <a16:creationId xmlns:a16="http://schemas.microsoft.com/office/drawing/2014/main" id="{4019D80C-866C-4452-85DF-E703B6DC7FC6}"/>
              </a:ext>
            </a:extLst>
          </p:cNvPr>
          <p:cNvSpPr>
            <a:spLocks noGrp="1"/>
          </p:cNvSpPr>
          <p:nvPr/>
        </p:nvSpPr>
        <p:spPr>
          <a:xfrm>
            <a:off x="161424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7" name="equation_93" descr="w_1=1">
                <a:extLst>
                  <a:ext uri="{FF2B5EF4-FFF2-40B4-BE49-F238E27FC236}">
                    <a16:creationId xmlns:a16="http://schemas.microsoft.com/office/drawing/2014/main" id="{F36FB161-CDBB-4501-A474-7DFFC8071FB1}"/>
                  </a:ext>
                </a:extLst>
              </p:cNvPr>
              <p:cNvSpPr>
                <a:spLocks noGrp="1"/>
              </p:cNvSpPr>
              <p:nvPr/>
            </p:nvSpPr>
            <p:spPr>
              <a:xfrm>
                <a:off x="163329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97" name="equation_93" descr="w_1=1">
                <a:extLst>
                  <a:ext uri="{FF2B5EF4-FFF2-40B4-BE49-F238E27FC236}">
                    <a16:creationId xmlns:a16="http://schemas.microsoft.com/office/drawing/2014/main" id="{F36FB161-CDBB-4501-A474-7DFFC8071FB1}"/>
                  </a:ext>
                </a:extLst>
              </p:cNvPr>
              <p:cNvSpPr>
                <a:spLocks noGrp="1" noRot="1" noChangeAspect="1" noMove="1" noResize="1" noEditPoints="1" noAdjustHandles="1" noChangeArrowheads="1" noChangeShapeType="1" noTextEdit="1"/>
              </p:cNvSpPr>
              <p:nvPr/>
            </p:nvSpPr>
            <p:spPr>
              <a:xfrm>
                <a:off x="1633299" y="3844290"/>
                <a:ext cx="838200" cy="361950"/>
              </a:xfrm>
              <a:prstGeom prst="rect">
                <a:avLst/>
              </a:prstGeom>
              <a:blipFill>
                <a:blip r:embed="rId41"/>
                <a:stretch>
                  <a:fillRect/>
                </a:stretch>
              </a:blipFill>
              <a:ln w="0">
                <a:noFill/>
              </a:ln>
            </p:spPr>
            <p:txBody>
              <a:bodyPr/>
              <a:lstStyle/>
              <a:p>
                <a:r>
                  <a:rPr lang="it-IT">
                    <a:noFill/>
                  </a:rPr>
                  <a:t> </a:t>
                </a:r>
              </a:p>
            </p:txBody>
          </p:sp>
        </mc:Fallback>
      </mc:AlternateContent>
      <p:sp>
        <p:nvSpPr>
          <p:cNvPr id="98" name="line_94">
            <a:extLst>
              <a:ext uri="{FF2B5EF4-FFF2-40B4-BE49-F238E27FC236}">
                <a16:creationId xmlns:a16="http://schemas.microsoft.com/office/drawing/2014/main" id="{A9ED30B0-935F-4849-8F67-F289339E9276}"/>
              </a:ext>
            </a:extLst>
          </p:cNvPr>
          <p:cNvSpPr>
            <a:spLocks noGrp="1"/>
          </p:cNvSpPr>
          <p:nvPr/>
        </p:nvSpPr>
        <p:spPr>
          <a:xfrm flipV="1">
            <a:off x="2052399" y="3667125"/>
            <a:ext cx="391954" cy="158115"/>
          </a:xfrm>
          <a:prstGeom prst="line">
            <a:avLst/>
          </a:prstGeom>
          <a:noFill/>
          <a:ln w="12383">
            <a:solidFill>
              <a:srgbClr val="A5AAB0"/>
            </a:solidFill>
            <a:tailEnd type="triangle" w="sm" len="sm"/>
          </a:ln>
        </p:spPr>
        <p:txBody>
          <a:bodyPr/>
          <a:lstStyle/>
          <a:p>
            <a:endParaRPr lang="it-IT"/>
          </a:p>
        </p:txBody>
      </p:sp>
      <p:sp>
        <p:nvSpPr>
          <p:cNvPr id="99" name="note_box_95">
            <a:extLst>
              <a:ext uri="{FF2B5EF4-FFF2-40B4-BE49-F238E27FC236}">
                <a16:creationId xmlns:a16="http://schemas.microsoft.com/office/drawing/2014/main" id="{C6970A69-3501-4F88-8CB8-ED25B6908E27}"/>
              </a:ext>
            </a:extLst>
          </p:cNvPr>
          <p:cNvSpPr>
            <a:spLocks noGrp="1"/>
          </p:cNvSpPr>
          <p:nvPr/>
        </p:nvSpPr>
        <p:spPr>
          <a:xfrm>
            <a:off x="2607707"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0" name="equation_96" descr="b_1=1">
                <a:extLst>
                  <a:ext uri="{FF2B5EF4-FFF2-40B4-BE49-F238E27FC236}">
                    <a16:creationId xmlns:a16="http://schemas.microsoft.com/office/drawing/2014/main" id="{80C41132-884A-428C-A01F-C474AF3BE5AF}"/>
                  </a:ext>
                </a:extLst>
              </p:cNvPr>
              <p:cNvSpPr>
                <a:spLocks noGrp="1"/>
              </p:cNvSpPr>
              <p:nvPr/>
            </p:nvSpPr>
            <p:spPr>
              <a:xfrm>
                <a:off x="2626757"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100" name="equation_96" descr="b_1=1">
                <a:extLst>
                  <a:ext uri="{FF2B5EF4-FFF2-40B4-BE49-F238E27FC236}">
                    <a16:creationId xmlns:a16="http://schemas.microsoft.com/office/drawing/2014/main" id="{80C41132-884A-428C-A01F-C474AF3BE5AF}"/>
                  </a:ext>
                </a:extLst>
              </p:cNvPr>
              <p:cNvSpPr>
                <a:spLocks noGrp="1" noRot="1" noChangeAspect="1" noMove="1" noResize="1" noEditPoints="1" noAdjustHandles="1" noChangeArrowheads="1" noChangeShapeType="1" noTextEdit="1"/>
              </p:cNvSpPr>
              <p:nvPr/>
            </p:nvSpPr>
            <p:spPr>
              <a:xfrm>
                <a:off x="2626757" y="3844290"/>
                <a:ext cx="838200" cy="361950"/>
              </a:xfrm>
              <a:prstGeom prst="rect">
                <a:avLst/>
              </a:prstGeom>
              <a:blipFill>
                <a:blip r:embed="rId42"/>
                <a:stretch>
                  <a:fillRect/>
                </a:stretch>
              </a:blipFill>
              <a:ln w="0">
                <a:noFill/>
              </a:ln>
            </p:spPr>
            <p:txBody>
              <a:bodyPr/>
              <a:lstStyle/>
              <a:p>
                <a:r>
                  <a:rPr lang="it-IT">
                    <a:noFill/>
                  </a:rPr>
                  <a:t> </a:t>
                </a:r>
              </a:p>
            </p:txBody>
          </p:sp>
        </mc:Fallback>
      </mc:AlternateContent>
      <p:sp>
        <p:nvSpPr>
          <p:cNvPr id="101" name="line_97">
            <a:extLst>
              <a:ext uri="{FF2B5EF4-FFF2-40B4-BE49-F238E27FC236}">
                <a16:creationId xmlns:a16="http://schemas.microsoft.com/office/drawing/2014/main" id="{CEE28F18-84CA-4DA5-8789-90D0F2F8D11D}"/>
              </a:ext>
            </a:extLst>
          </p:cNvPr>
          <p:cNvSpPr>
            <a:spLocks noGrp="1"/>
          </p:cNvSpPr>
          <p:nvPr/>
        </p:nvSpPr>
        <p:spPr>
          <a:xfrm flipH="1" flipV="1">
            <a:off x="2653903" y="3667125"/>
            <a:ext cx="391954" cy="158115"/>
          </a:xfrm>
          <a:prstGeom prst="line">
            <a:avLst/>
          </a:prstGeom>
          <a:noFill/>
          <a:ln w="12383">
            <a:solidFill>
              <a:srgbClr val="A5AAB0"/>
            </a:solidFill>
            <a:tailEnd type="triangle" w="sm" len="sm"/>
          </a:ln>
        </p:spPr>
        <p:txBody>
          <a:bodyPr/>
          <a:lstStyle/>
          <a:p>
            <a:endParaRPr lang="it-IT"/>
          </a:p>
        </p:txBody>
      </p:sp>
      <p:sp>
        <p:nvSpPr>
          <p:cNvPr id="102" name="note_box_98">
            <a:extLst>
              <a:ext uri="{FF2B5EF4-FFF2-40B4-BE49-F238E27FC236}">
                <a16:creationId xmlns:a16="http://schemas.microsoft.com/office/drawing/2014/main" id="{71542688-3531-43D7-9CCA-A09990C6942A}"/>
              </a:ext>
            </a:extLst>
          </p:cNvPr>
          <p:cNvSpPr>
            <a:spLocks noGrp="1"/>
          </p:cNvSpPr>
          <p:nvPr/>
        </p:nvSpPr>
        <p:spPr>
          <a:xfrm>
            <a:off x="4807506"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3" name="equation_99" descr="w_2=2">
                <a:extLst>
                  <a:ext uri="{FF2B5EF4-FFF2-40B4-BE49-F238E27FC236}">
                    <a16:creationId xmlns:a16="http://schemas.microsoft.com/office/drawing/2014/main" id="{575B2E37-6BCE-4C91-9D21-A1CBEB517D0A}"/>
                  </a:ext>
                </a:extLst>
              </p:cNvPr>
              <p:cNvSpPr>
                <a:spLocks noGrp="1"/>
              </p:cNvSpPr>
              <p:nvPr/>
            </p:nvSpPr>
            <p:spPr>
              <a:xfrm>
                <a:off x="4826556"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103" name="equation_99" descr="w_2=2">
                <a:extLst>
                  <a:ext uri="{FF2B5EF4-FFF2-40B4-BE49-F238E27FC236}">
                    <a16:creationId xmlns:a16="http://schemas.microsoft.com/office/drawing/2014/main" id="{575B2E37-6BCE-4C91-9D21-A1CBEB517D0A}"/>
                  </a:ext>
                </a:extLst>
              </p:cNvPr>
              <p:cNvSpPr>
                <a:spLocks noGrp="1" noRot="1" noChangeAspect="1" noMove="1" noResize="1" noEditPoints="1" noAdjustHandles="1" noChangeArrowheads="1" noChangeShapeType="1" noTextEdit="1"/>
              </p:cNvSpPr>
              <p:nvPr/>
            </p:nvSpPr>
            <p:spPr>
              <a:xfrm>
                <a:off x="4826556" y="3844290"/>
                <a:ext cx="838200" cy="361950"/>
              </a:xfrm>
              <a:prstGeom prst="rect">
                <a:avLst/>
              </a:prstGeom>
              <a:blipFill>
                <a:blip r:embed="rId43"/>
                <a:stretch>
                  <a:fillRect/>
                </a:stretch>
              </a:blipFill>
              <a:ln w="0">
                <a:noFill/>
              </a:ln>
            </p:spPr>
            <p:txBody>
              <a:bodyPr/>
              <a:lstStyle/>
              <a:p>
                <a:r>
                  <a:rPr lang="it-IT">
                    <a:noFill/>
                  </a:rPr>
                  <a:t> </a:t>
                </a:r>
              </a:p>
            </p:txBody>
          </p:sp>
        </mc:Fallback>
      </mc:AlternateContent>
      <p:sp>
        <p:nvSpPr>
          <p:cNvPr id="104" name="line_100">
            <a:extLst>
              <a:ext uri="{FF2B5EF4-FFF2-40B4-BE49-F238E27FC236}">
                <a16:creationId xmlns:a16="http://schemas.microsoft.com/office/drawing/2014/main" id="{304089D5-3024-4775-A8AA-0E329E5EA402}"/>
              </a:ext>
            </a:extLst>
          </p:cNvPr>
          <p:cNvSpPr>
            <a:spLocks noGrp="1"/>
          </p:cNvSpPr>
          <p:nvPr/>
        </p:nvSpPr>
        <p:spPr>
          <a:xfrm flipV="1">
            <a:off x="5245656" y="3667125"/>
            <a:ext cx="391954" cy="158115"/>
          </a:xfrm>
          <a:prstGeom prst="line">
            <a:avLst/>
          </a:prstGeom>
          <a:noFill/>
          <a:ln w="12383">
            <a:solidFill>
              <a:srgbClr val="A5AAB0"/>
            </a:solidFill>
            <a:tailEnd type="triangle" w="sm" len="sm"/>
          </a:ln>
        </p:spPr>
        <p:txBody>
          <a:bodyPr/>
          <a:lstStyle/>
          <a:p>
            <a:endParaRPr lang="it-IT"/>
          </a:p>
        </p:txBody>
      </p:sp>
      <p:sp>
        <p:nvSpPr>
          <p:cNvPr id="105" name="note_box_101">
            <a:extLst>
              <a:ext uri="{FF2B5EF4-FFF2-40B4-BE49-F238E27FC236}">
                <a16:creationId xmlns:a16="http://schemas.microsoft.com/office/drawing/2014/main" id="{90ED47B1-1207-48F2-8D88-78CD18AD9CDD}"/>
              </a:ext>
            </a:extLst>
          </p:cNvPr>
          <p:cNvSpPr>
            <a:spLocks noGrp="1"/>
          </p:cNvSpPr>
          <p:nvPr/>
        </p:nvSpPr>
        <p:spPr>
          <a:xfrm>
            <a:off x="5800963"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6" name="equation_102" descr="b_2=-1">
                <a:extLst>
                  <a:ext uri="{FF2B5EF4-FFF2-40B4-BE49-F238E27FC236}">
                    <a16:creationId xmlns:a16="http://schemas.microsoft.com/office/drawing/2014/main" id="{D10E00FD-267E-41A5-8181-70F5E2EA512A}"/>
                  </a:ext>
                </a:extLst>
              </p:cNvPr>
              <p:cNvSpPr>
                <a:spLocks noGrp="1"/>
              </p:cNvSpPr>
              <p:nvPr/>
            </p:nvSpPr>
            <p:spPr>
              <a:xfrm>
                <a:off x="5820013"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106" name="equation_102" descr="b_2=-1">
                <a:extLst>
                  <a:ext uri="{FF2B5EF4-FFF2-40B4-BE49-F238E27FC236}">
                    <a16:creationId xmlns:a16="http://schemas.microsoft.com/office/drawing/2014/main" id="{D10E00FD-267E-41A5-8181-70F5E2EA512A}"/>
                  </a:ext>
                </a:extLst>
              </p:cNvPr>
              <p:cNvSpPr>
                <a:spLocks noGrp="1" noRot="1" noChangeAspect="1" noMove="1" noResize="1" noEditPoints="1" noAdjustHandles="1" noChangeArrowheads="1" noChangeShapeType="1" noTextEdit="1"/>
              </p:cNvSpPr>
              <p:nvPr/>
            </p:nvSpPr>
            <p:spPr>
              <a:xfrm>
                <a:off x="5820013" y="3844290"/>
                <a:ext cx="838200" cy="361950"/>
              </a:xfrm>
              <a:prstGeom prst="rect">
                <a:avLst/>
              </a:prstGeom>
              <a:blipFill>
                <a:blip r:embed="rId44"/>
                <a:stretch>
                  <a:fillRect l="-6569" r="-730"/>
                </a:stretch>
              </a:blipFill>
              <a:ln w="0">
                <a:noFill/>
              </a:ln>
            </p:spPr>
            <p:txBody>
              <a:bodyPr/>
              <a:lstStyle/>
              <a:p>
                <a:r>
                  <a:rPr lang="it-IT">
                    <a:noFill/>
                  </a:rPr>
                  <a:t> </a:t>
                </a:r>
              </a:p>
            </p:txBody>
          </p:sp>
        </mc:Fallback>
      </mc:AlternateContent>
      <p:sp>
        <p:nvSpPr>
          <p:cNvPr id="107" name="line_103">
            <a:extLst>
              <a:ext uri="{FF2B5EF4-FFF2-40B4-BE49-F238E27FC236}">
                <a16:creationId xmlns:a16="http://schemas.microsoft.com/office/drawing/2014/main" id="{C2EDC86F-1ACC-485F-AB69-6240E2B832E5}"/>
              </a:ext>
            </a:extLst>
          </p:cNvPr>
          <p:cNvSpPr>
            <a:spLocks noGrp="1"/>
          </p:cNvSpPr>
          <p:nvPr/>
        </p:nvSpPr>
        <p:spPr>
          <a:xfrm flipH="1" flipV="1">
            <a:off x="5847159" y="3667125"/>
            <a:ext cx="391954" cy="158115"/>
          </a:xfrm>
          <a:prstGeom prst="line">
            <a:avLst/>
          </a:prstGeom>
          <a:noFill/>
          <a:ln w="12383">
            <a:solidFill>
              <a:srgbClr val="A5AAB0"/>
            </a:solidFill>
            <a:tailEnd type="triangle" w="sm" len="sm"/>
          </a:ln>
        </p:spPr>
        <p:txBody>
          <a:bodyPr/>
          <a:lstStyle/>
          <a:p>
            <a:endParaRPr lang="it-IT"/>
          </a:p>
        </p:txBody>
      </p:sp>
      <p:sp>
        <p:nvSpPr>
          <p:cNvPr id="108" name="note_box_104">
            <a:extLst>
              <a:ext uri="{FF2B5EF4-FFF2-40B4-BE49-F238E27FC236}">
                <a16:creationId xmlns:a16="http://schemas.microsoft.com/office/drawing/2014/main" id="{1429974B-630D-4D30-92AD-B6450BE1D955}"/>
              </a:ext>
            </a:extLst>
          </p:cNvPr>
          <p:cNvSpPr>
            <a:spLocks noGrp="1"/>
          </p:cNvSpPr>
          <p:nvPr/>
        </p:nvSpPr>
        <p:spPr>
          <a:xfrm>
            <a:off x="8000762"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9" name="equation_105" descr="w_3=-1">
                <a:extLst>
                  <a:ext uri="{FF2B5EF4-FFF2-40B4-BE49-F238E27FC236}">
                    <a16:creationId xmlns:a16="http://schemas.microsoft.com/office/drawing/2014/main" id="{E90639A1-BE83-4552-862A-02DA965B9EAA}"/>
                  </a:ext>
                </a:extLst>
              </p:cNvPr>
              <p:cNvSpPr>
                <a:spLocks noGrp="1"/>
              </p:cNvSpPr>
              <p:nvPr/>
            </p:nvSpPr>
            <p:spPr>
              <a:xfrm>
                <a:off x="8019812"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109" name="equation_105" descr="w_3=-1">
                <a:extLst>
                  <a:ext uri="{FF2B5EF4-FFF2-40B4-BE49-F238E27FC236}">
                    <a16:creationId xmlns:a16="http://schemas.microsoft.com/office/drawing/2014/main" id="{E90639A1-BE83-4552-862A-02DA965B9EAA}"/>
                  </a:ext>
                </a:extLst>
              </p:cNvPr>
              <p:cNvSpPr>
                <a:spLocks noGrp="1" noRot="1" noChangeAspect="1" noMove="1" noResize="1" noEditPoints="1" noAdjustHandles="1" noChangeArrowheads="1" noChangeShapeType="1" noTextEdit="1"/>
              </p:cNvSpPr>
              <p:nvPr/>
            </p:nvSpPr>
            <p:spPr>
              <a:xfrm>
                <a:off x="8019812" y="3844290"/>
                <a:ext cx="838200" cy="361950"/>
              </a:xfrm>
              <a:prstGeom prst="rect">
                <a:avLst/>
              </a:prstGeom>
              <a:blipFill>
                <a:blip r:embed="rId45"/>
                <a:stretch>
                  <a:fillRect l="-5839" r="-3650"/>
                </a:stretch>
              </a:blipFill>
              <a:ln w="0">
                <a:noFill/>
              </a:ln>
            </p:spPr>
            <p:txBody>
              <a:bodyPr/>
              <a:lstStyle/>
              <a:p>
                <a:r>
                  <a:rPr lang="it-IT">
                    <a:noFill/>
                  </a:rPr>
                  <a:t> </a:t>
                </a:r>
              </a:p>
            </p:txBody>
          </p:sp>
        </mc:Fallback>
      </mc:AlternateContent>
      <p:sp>
        <p:nvSpPr>
          <p:cNvPr id="110" name="line_106">
            <a:extLst>
              <a:ext uri="{FF2B5EF4-FFF2-40B4-BE49-F238E27FC236}">
                <a16:creationId xmlns:a16="http://schemas.microsoft.com/office/drawing/2014/main" id="{099BA505-7027-48E5-9216-F0AF8DBAC835}"/>
              </a:ext>
            </a:extLst>
          </p:cNvPr>
          <p:cNvSpPr>
            <a:spLocks noGrp="1"/>
          </p:cNvSpPr>
          <p:nvPr/>
        </p:nvSpPr>
        <p:spPr>
          <a:xfrm flipV="1">
            <a:off x="8438912" y="3667125"/>
            <a:ext cx="391954" cy="158115"/>
          </a:xfrm>
          <a:prstGeom prst="line">
            <a:avLst/>
          </a:prstGeom>
          <a:noFill/>
          <a:ln w="12383">
            <a:solidFill>
              <a:srgbClr val="A5AAB0"/>
            </a:solidFill>
            <a:tailEnd type="triangle" w="sm" len="sm"/>
          </a:ln>
        </p:spPr>
        <p:txBody>
          <a:bodyPr/>
          <a:lstStyle/>
          <a:p>
            <a:endParaRPr lang="it-IT"/>
          </a:p>
        </p:txBody>
      </p:sp>
      <p:sp>
        <p:nvSpPr>
          <p:cNvPr id="111" name="note_box_107">
            <a:extLst>
              <a:ext uri="{FF2B5EF4-FFF2-40B4-BE49-F238E27FC236}">
                <a16:creationId xmlns:a16="http://schemas.microsoft.com/office/drawing/2014/main" id="{2531226C-2B25-460E-82B7-DC805A6B6B35}"/>
              </a:ext>
            </a:extLst>
          </p:cNvPr>
          <p:cNvSpPr>
            <a:spLocks noGrp="1"/>
          </p:cNvSpPr>
          <p:nvPr/>
        </p:nvSpPr>
        <p:spPr>
          <a:xfrm>
            <a:off x="899421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12" name="equation_108" descr="b_3=2">
                <a:extLst>
                  <a:ext uri="{FF2B5EF4-FFF2-40B4-BE49-F238E27FC236}">
                    <a16:creationId xmlns:a16="http://schemas.microsoft.com/office/drawing/2014/main" id="{2F4D9EE3-7B18-480D-A077-0857661C9AF7}"/>
                  </a:ext>
                </a:extLst>
              </p:cNvPr>
              <p:cNvSpPr>
                <a:spLocks noGrp="1"/>
              </p:cNvSpPr>
              <p:nvPr/>
            </p:nvSpPr>
            <p:spPr>
              <a:xfrm>
                <a:off x="901326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112" name="equation_108" descr="b_3=2">
                <a:extLst>
                  <a:ext uri="{FF2B5EF4-FFF2-40B4-BE49-F238E27FC236}">
                    <a16:creationId xmlns:a16="http://schemas.microsoft.com/office/drawing/2014/main" id="{2F4D9EE3-7B18-480D-A077-0857661C9AF7}"/>
                  </a:ext>
                </a:extLst>
              </p:cNvPr>
              <p:cNvSpPr>
                <a:spLocks noGrp="1" noRot="1" noChangeAspect="1" noMove="1" noResize="1" noEditPoints="1" noAdjustHandles="1" noChangeArrowheads="1" noChangeShapeType="1" noTextEdit="1"/>
              </p:cNvSpPr>
              <p:nvPr/>
            </p:nvSpPr>
            <p:spPr>
              <a:xfrm>
                <a:off x="9013269" y="3844290"/>
                <a:ext cx="838200" cy="361950"/>
              </a:xfrm>
              <a:prstGeom prst="rect">
                <a:avLst/>
              </a:prstGeom>
              <a:blipFill>
                <a:blip r:embed="rId46"/>
                <a:stretch>
                  <a:fillRect/>
                </a:stretch>
              </a:blipFill>
              <a:ln w="0">
                <a:noFill/>
              </a:ln>
            </p:spPr>
            <p:txBody>
              <a:bodyPr/>
              <a:lstStyle/>
              <a:p>
                <a:r>
                  <a:rPr lang="it-IT">
                    <a:noFill/>
                  </a:rPr>
                  <a:t> </a:t>
                </a:r>
              </a:p>
            </p:txBody>
          </p:sp>
        </mc:Fallback>
      </mc:AlternateContent>
      <p:sp>
        <p:nvSpPr>
          <p:cNvPr id="113" name="line_109">
            <a:extLst>
              <a:ext uri="{FF2B5EF4-FFF2-40B4-BE49-F238E27FC236}">
                <a16:creationId xmlns:a16="http://schemas.microsoft.com/office/drawing/2014/main" id="{880AF7E5-C36B-4763-9854-74B64E55F0BA}"/>
              </a:ext>
            </a:extLst>
          </p:cNvPr>
          <p:cNvSpPr>
            <a:spLocks noGrp="1"/>
          </p:cNvSpPr>
          <p:nvPr/>
        </p:nvSpPr>
        <p:spPr>
          <a:xfrm flipH="1" flipV="1">
            <a:off x="9040416" y="3667125"/>
            <a:ext cx="391954" cy="158115"/>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14" name="equation_110" descr="y=-2">
                <a:extLst>
                  <a:ext uri="{FF2B5EF4-FFF2-40B4-BE49-F238E27FC236}">
                    <a16:creationId xmlns:a16="http://schemas.microsoft.com/office/drawing/2014/main" id="{F5642B57-0E19-4CDC-AA8F-69BE4004A3A3}"/>
                  </a:ext>
                </a:extLst>
              </p:cNvPr>
              <p:cNvSpPr>
                <a:spLocks noGrp="1"/>
              </p:cNvSpPr>
              <p:nvPr/>
            </p:nvSpPr>
            <p:spPr>
              <a:xfrm>
                <a:off x="10056019" y="3834765"/>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25313F"/>
                          </a:solidFill>
                          <a:latin typeface="Cambria Math"/>
                          <a:ea typeface="Cambria Math"/>
                          <a:cs typeface="Cambria Math"/>
                        </a:rPr>
                        <m:t>𝑦</m:t>
                      </m:r>
                      <m:r>
                        <a:rPr lang="en-GB" sz="1900">
                          <a:solidFill>
                            <a:srgbClr val="25313F"/>
                          </a:solidFill>
                          <a:latin typeface="Cambria Math"/>
                          <a:ea typeface="Cambria Math"/>
                          <a:cs typeface="Cambria Math"/>
                        </a:rPr>
                        <m:t>=−2</m:t>
                      </m:r>
                    </m:oMath>
                  </m:oMathPara>
                </a14:m>
                <a:endParaRPr lang="en-GB" sz="1900"/>
              </a:p>
            </p:txBody>
          </p:sp>
        </mc:Choice>
        <mc:Fallback xmlns="">
          <p:sp>
            <p:nvSpPr>
              <p:cNvPr id="114" name="equation_110" descr="y=-2">
                <a:extLst>
                  <a:ext uri="{FF2B5EF4-FFF2-40B4-BE49-F238E27FC236}">
                    <a16:creationId xmlns:a16="http://schemas.microsoft.com/office/drawing/2014/main" id="{F5642B57-0E19-4CDC-AA8F-69BE4004A3A3}"/>
                  </a:ext>
                </a:extLst>
              </p:cNvPr>
              <p:cNvSpPr>
                <a:spLocks noGrp="1" noRot="1" noChangeAspect="1" noMove="1" noResize="1" noEditPoints="1" noAdjustHandles="1" noChangeArrowheads="1" noChangeShapeType="1" noTextEdit="1"/>
              </p:cNvSpPr>
              <p:nvPr/>
            </p:nvSpPr>
            <p:spPr>
              <a:xfrm>
                <a:off x="10056019" y="3834765"/>
                <a:ext cx="952500" cy="381000"/>
              </a:xfrm>
              <a:prstGeom prst="rect">
                <a:avLst/>
              </a:prstGeom>
              <a:blipFill>
                <a:blip r:embed="rId47"/>
                <a:stretch>
                  <a:fillRect l="-1923" b="-6349"/>
                </a:stretch>
              </a:blipFill>
              <a:ln w="0">
                <a:noFill/>
              </a:ln>
            </p:spPr>
            <p:txBody>
              <a:bodyPr/>
              <a:lstStyle/>
              <a:p>
                <a:r>
                  <a:rPr lang="it-IT">
                    <a:noFill/>
                  </a:rPr>
                  <a:t> </a:t>
                </a:r>
              </a:p>
            </p:txBody>
          </p:sp>
        </mc:Fallback>
      </mc:AlternateContent>
      <p:sp>
        <p:nvSpPr>
          <p:cNvPr id="115" name="line_111">
            <a:extLst>
              <a:ext uri="{FF2B5EF4-FFF2-40B4-BE49-F238E27FC236}">
                <a16:creationId xmlns:a16="http://schemas.microsoft.com/office/drawing/2014/main" id="{76052F45-0612-4046-BF8A-CBBF680A8D3F}"/>
              </a:ext>
            </a:extLst>
          </p:cNvPr>
          <p:cNvSpPr>
            <a:spLocks noGrp="1"/>
          </p:cNvSpPr>
          <p:nvPr/>
        </p:nvSpPr>
        <p:spPr>
          <a:xfrm flipV="1">
            <a:off x="10532269" y="3667125"/>
            <a:ext cx="476" cy="139065"/>
          </a:xfrm>
          <a:prstGeom prst="line">
            <a:avLst/>
          </a:prstGeom>
          <a:noFill/>
          <a:ln w="12383">
            <a:solidFill>
              <a:srgbClr val="A5AAB0"/>
            </a:solidFill>
            <a:tailEnd type="triangle" w="sm" len="sm"/>
          </a:ln>
        </p:spPr>
        <p:txBody>
          <a:bodyPr/>
          <a:lstStyle/>
          <a:p>
            <a:endParaRPr lang="it-IT"/>
          </a:p>
        </p:txBody>
      </p:sp>
      <p:sp>
        <p:nvSpPr>
          <p:cNvPr id="116" name="note_brace_112">
            <a:extLst>
              <a:ext uri="{FF2B5EF4-FFF2-40B4-BE49-F238E27FC236}">
                <a16:creationId xmlns:a16="http://schemas.microsoft.com/office/drawing/2014/main" id="{6492C0D4-36CE-4B69-8356-6460E9AC6FDB}"/>
              </a:ext>
            </a:extLst>
          </p:cNvPr>
          <p:cNvSpPr>
            <a:spLocks noGrp="1"/>
          </p:cNvSpPr>
          <p:nvPr/>
        </p:nvSpPr>
        <p:spPr>
          <a:xfrm>
            <a:off x="1662113"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17" name="text_113">
            <a:extLst>
              <a:ext uri="{FF2B5EF4-FFF2-40B4-BE49-F238E27FC236}">
                <a16:creationId xmlns:a16="http://schemas.microsoft.com/office/drawing/2014/main" id="{9A02A293-87D3-4121-AEEF-82DF9F80D0BA}"/>
              </a:ext>
            </a:extLst>
          </p:cNvPr>
          <p:cNvSpPr>
            <a:spLocks noGrp="1"/>
          </p:cNvSpPr>
          <p:nvPr/>
        </p:nvSpPr>
        <p:spPr>
          <a:xfrm>
            <a:off x="1662113"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18" name="note_brace_114">
            <a:extLst>
              <a:ext uri="{FF2B5EF4-FFF2-40B4-BE49-F238E27FC236}">
                <a16:creationId xmlns:a16="http://schemas.microsoft.com/office/drawing/2014/main" id="{BE118101-EB70-439E-9F68-CDD3EF2E8592}"/>
              </a:ext>
            </a:extLst>
          </p:cNvPr>
          <p:cNvSpPr>
            <a:spLocks noGrp="1"/>
          </p:cNvSpPr>
          <p:nvPr/>
        </p:nvSpPr>
        <p:spPr>
          <a:xfrm>
            <a:off x="4855369"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119" name="text_115">
            <a:extLst>
              <a:ext uri="{FF2B5EF4-FFF2-40B4-BE49-F238E27FC236}">
                <a16:creationId xmlns:a16="http://schemas.microsoft.com/office/drawing/2014/main" id="{F57598BA-AD6E-4813-BFA3-78422D68FCC7}"/>
              </a:ext>
            </a:extLst>
          </p:cNvPr>
          <p:cNvSpPr>
            <a:spLocks noGrp="1"/>
          </p:cNvSpPr>
          <p:nvPr/>
        </p:nvSpPr>
        <p:spPr>
          <a:xfrm>
            <a:off x="4855369"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20" name="note_brace_116">
            <a:extLst>
              <a:ext uri="{FF2B5EF4-FFF2-40B4-BE49-F238E27FC236}">
                <a16:creationId xmlns:a16="http://schemas.microsoft.com/office/drawing/2014/main" id="{59C15739-F93F-498D-9E95-62303318F195}"/>
              </a:ext>
            </a:extLst>
          </p:cNvPr>
          <p:cNvSpPr>
            <a:spLocks noGrp="1"/>
          </p:cNvSpPr>
          <p:nvPr/>
        </p:nvSpPr>
        <p:spPr>
          <a:xfrm>
            <a:off x="8013144" y="4713351"/>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121" name="text_117">
            <a:extLst>
              <a:ext uri="{FF2B5EF4-FFF2-40B4-BE49-F238E27FC236}">
                <a16:creationId xmlns:a16="http://schemas.microsoft.com/office/drawing/2014/main" id="{87AD4303-95D5-4605-8FAE-6A08B836E797}"/>
              </a:ext>
            </a:extLst>
          </p:cNvPr>
          <p:cNvSpPr>
            <a:spLocks noGrp="1"/>
          </p:cNvSpPr>
          <p:nvPr/>
        </p:nvSpPr>
        <p:spPr>
          <a:xfrm>
            <a:off x="8013144" y="4818126"/>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22" name="equation_118" descr="\mathcal L_{\mathrm{sq}}(\boldsymbol{\theta})=J_{3}(a_3(x)), where J_{3}(u)=(u-y)^2">
                <a:extLst>
                  <a:ext uri="{FF2B5EF4-FFF2-40B4-BE49-F238E27FC236}">
                    <a16:creationId xmlns:a16="http://schemas.microsoft.com/office/drawing/2014/main" id="{7B7731A6-31E3-4283-A2FF-943515462EC6}"/>
                  </a:ext>
                </a:extLst>
              </p:cNvPr>
              <p:cNvSpPr>
                <a:spLocks noGrp="1"/>
              </p:cNvSpPr>
              <p:nvPr/>
            </p:nvSpPr>
            <p:spPr>
              <a:xfrm>
                <a:off x="571500" y="5105400"/>
                <a:ext cx="11049000" cy="59055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ℒ</m:t>
                        </m:r>
                      </m:e>
                      <m:sub>
                        <m:r>
                          <m:rPr>
                            <m:sty m:val="p"/>
                          </m:rPr>
                          <a:rPr lang="en-GB" sz="2800">
                            <a:solidFill>
                              <a:srgbClr val="FF0000"/>
                            </a:solidFill>
                            <a:latin typeface="Cambria Math"/>
                            <a:ea typeface="Cambria Math"/>
                            <a:cs typeface="Cambria Math"/>
                          </a:rPr>
                          <m:t>sq</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𝛉</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3</m:t>
                        </m:r>
                      </m:sub>
                    </m:sSub>
                    <m:d>
                      <m:dPr>
                        <m:ctrlPr>
                          <a:rPr lang="en-GB" sz="2800" i="1">
                            <a:solidFill>
                              <a:srgbClr val="FF0000"/>
                            </a:solidFill>
                            <a:latin typeface="Cambria Math" panose="02040503050406030204" pitchFamily="18" charset="0"/>
                            <a:ea typeface="Cambria Math"/>
                            <a:cs typeface="Cambria Math"/>
                          </a:rPr>
                        </m:ctrlPr>
                      </m:dPr>
                      <m:e>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𝑎</m:t>
                            </m:r>
                          </m:e>
                          <m:sub>
                            <m:r>
                              <a:rPr lang="en-GB" sz="2800">
                                <a:solidFill>
                                  <a:srgbClr val="FF0000"/>
                                </a:solidFill>
                                <a:latin typeface="Cambria Math"/>
                                <a:ea typeface="Cambria Math"/>
                                <a:cs typeface="Cambria Math"/>
                              </a:rPr>
                              <m:t>3</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𝑥</m:t>
                            </m:r>
                          </m:e>
                        </m:d>
                      </m:e>
                    </m:d>
                  </m:oMath>
                </a14:m>
                <a:r>
                  <a:rPr lang="en-GB" sz="2100" dirty="0">
                    <a:solidFill>
                      <a:srgbClr val="526276"/>
                    </a:solidFill>
                    <a:latin typeface="DejaVu Sans"/>
                    <a:ea typeface="DejaVu Sans"/>
                    <a:cs typeface="DejaVu Sans"/>
                  </a:rPr>
                  <a:t>,  where  </a:t>
                </a:r>
                <a14:m>
                  <m:oMath xmlns:m="http://schemas.openxmlformats.org/officeDocument/2006/math">
                    <m:sSub>
                      <m:sSubPr>
                        <m:ctrlPr>
                          <a:rPr lang="en-GB" sz="2800">
                            <a:solidFill>
                              <a:srgbClr val="A25914"/>
                            </a:solidFill>
                            <a:latin typeface="Cambria Math"/>
                            <a:ea typeface="Cambria Math"/>
                            <a:cs typeface="Cambria Math"/>
                          </a:rPr>
                        </m:ctrlPr>
                      </m:sSubPr>
                      <m:e>
                        <m:r>
                          <a:rPr lang="en-GB" sz="2800">
                            <a:solidFill>
                              <a:srgbClr val="A25914"/>
                            </a:solidFill>
                            <a:latin typeface="Cambria Math"/>
                            <a:ea typeface="Cambria Math"/>
                            <a:cs typeface="Cambria Math"/>
                          </a:rPr>
                          <m:t>𝐽</m:t>
                        </m:r>
                      </m:e>
                      <m:sub>
                        <m:r>
                          <a:rPr lang="en-GB" sz="2800">
                            <a:solidFill>
                              <a:srgbClr val="A25914"/>
                            </a:solidFill>
                            <a:latin typeface="Cambria Math"/>
                            <a:ea typeface="Cambria Math"/>
                            <a:cs typeface="Cambria Math"/>
                          </a:rPr>
                          <m:t>3</m:t>
                        </m:r>
                      </m:sub>
                    </m:sSub>
                    <m:d>
                      <m:dPr>
                        <m:ctrlPr>
                          <a:rPr lang="en-GB" sz="2800">
                            <a:solidFill>
                              <a:srgbClr val="A25914"/>
                            </a:solidFill>
                            <a:latin typeface="Cambria Math"/>
                            <a:ea typeface="Cambria Math"/>
                            <a:cs typeface="Cambria Math"/>
                          </a:rPr>
                        </m:ctrlPr>
                      </m:dPr>
                      <m:e>
                        <m:r>
                          <a:rPr lang="en-GB" sz="2800">
                            <a:solidFill>
                              <a:srgbClr val="A25914"/>
                            </a:solidFill>
                            <a:latin typeface="Cambria Math"/>
                            <a:ea typeface="Cambria Math"/>
                            <a:cs typeface="Cambria Math"/>
                          </a:rPr>
                          <m:t>𝑢</m:t>
                        </m:r>
                      </m:e>
                    </m:d>
                    <m:r>
                      <a:rPr lang="en-GB" sz="2800">
                        <a:solidFill>
                          <a:srgbClr val="A25914"/>
                        </a:solidFill>
                        <a:latin typeface="Cambria Math"/>
                        <a:ea typeface="Cambria Math"/>
                        <a:cs typeface="Cambria Math"/>
                      </a:rPr>
                      <m:t>=</m:t>
                    </m:r>
                    <m:sSup>
                      <m:sSupPr>
                        <m:ctrlPr>
                          <a:rPr lang="en-GB" sz="2800" i="1">
                            <a:solidFill>
                              <a:srgbClr val="A25914"/>
                            </a:solidFill>
                            <a:latin typeface="Cambria Math" panose="02040503050406030204" pitchFamily="18" charset="0"/>
                            <a:ea typeface="Cambria Math"/>
                            <a:cs typeface="Cambria Math"/>
                          </a:rPr>
                        </m:ctrlPr>
                      </m:sSupPr>
                      <m:e>
                        <m:d>
                          <m:dPr>
                            <m:ctrlPr>
                              <a:rPr lang="en-GB" sz="2800">
                                <a:solidFill>
                                  <a:srgbClr val="A25914"/>
                                </a:solidFill>
                                <a:latin typeface="Cambria Math"/>
                                <a:ea typeface="Cambria Math"/>
                                <a:cs typeface="Cambria Math"/>
                              </a:rPr>
                            </m:ctrlPr>
                          </m:dPr>
                          <m:e>
                            <m:r>
                              <a:rPr lang="en-GB" sz="2800">
                                <a:solidFill>
                                  <a:srgbClr val="A25914"/>
                                </a:solidFill>
                                <a:latin typeface="Cambria Math"/>
                                <a:ea typeface="Cambria Math"/>
                                <a:cs typeface="Cambria Math"/>
                              </a:rPr>
                              <m:t>𝑢</m:t>
                            </m:r>
                            <m:r>
                              <a:rPr lang="en-GB" sz="2800">
                                <a:solidFill>
                                  <a:srgbClr val="A25914"/>
                                </a:solidFill>
                                <a:latin typeface="Cambria Math"/>
                                <a:ea typeface="Cambria Math"/>
                                <a:cs typeface="Cambria Math"/>
                              </a:rPr>
                              <m:t>−</m:t>
                            </m:r>
                            <m:r>
                              <a:rPr lang="en-GB" sz="2800">
                                <a:solidFill>
                                  <a:srgbClr val="A25914"/>
                                </a:solidFill>
                                <a:latin typeface="Cambria Math"/>
                                <a:ea typeface="Cambria Math"/>
                                <a:cs typeface="Cambria Math"/>
                              </a:rPr>
                              <m:t>𝑦</m:t>
                            </m:r>
                          </m:e>
                        </m:d>
                      </m:e>
                      <m:sup>
                        <m:r>
                          <a:rPr lang="en-GB" sz="2800">
                            <a:solidFill>
                              <a:srgbClr val="A25914"/>
                            </a:solidFill>
                            <a:latin typeface="Cambria Math"/>
                            <a:ea typeface="Cambria Math"/>
                            <a:cs typeface="Cambria Math"/>
                          </a:rPr>
                          <m:t>2</m:t>
                        </m:r>
                      </m:sup>
                    </m:sSup>
                  </m:oMath>
                </a14:m>
                <a:endParaRPr lang="en-GB" sz="2800" dirty="0"/>
              </a:p>
            </p:txBody>
          </p:sp>
        </mc:Choice>
        <mc:Fallback xmlns="">
          <p:sp>
            <p:nvSpPr>
              <p:cNvPr id="122" name="equation_118" descr="\mathcal L_{\mathrm{sq}}(\boldsymbol{\theta})=J_{3}(a_3(x)), where J_{3}(u)=(u-y)^2">
                <a:extLst>
                  <a:ext uri="{FF2B5EF4-FFF2-40B4-BE49-F238E27FC236}">
                    <a16:creationId xmlns:a16="http://schemas.microsoft.com/office/drawing/2014/main" id="{7B7731A6-31E3-4283-A2FF-943515462EC6}"/>
                  </a:ext>
                </a:extLst>
              </p:cNvPr>
              <p:cNvSpPr>
                <a:spLocks noGrp="1" noRot="1" noChangeAspect="1" noMove="1" noResize="1" noEditPoints="1" noAdjustHandles="1" noChangeArrowheads="1" noChangeShapeType="1" noTextEdit="1"/>
              </p:cNvSpPr>
              <p:nvPr/>
            </p:nvSpPr>
            <p:spPr>
              <a:xfrm>
                <a:off x="571500" y="5105400"/>
                <a:ext cx="11049000" cy="590550"/>
              </a:xfrm>
              <a:prstGeom prst="rect">
                <a:avLst/>
              </a:prstGeom>
              <a:blipFill>
                <a:blip r:embed="rId48"/>
                <a:stretch>
                  <a:fillRect b="-72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6" name="lead">
                <a:extLst>
                  <a:ext uri="{FF2B5EF4-FFF2-40B4-BE49-F238E27FC236}">
                    <a16:creationId xmlns:a16="http://schemas.microsoft.com/office/drawing/2014/main" id="{5B096025-B9AE-0B36-2DD4-E3B8E55208C1}"/>
                  </a:ext>
                </a:extLst>
              </p:cNvPr>
              <p:cNvSpPr>
                <a:spLocks noGrp="1"/>
              </p:cNvSpPr>
              <p:nvPr/>
            </p:nvSpPr>
            <p:spPr>
              <a:xfrm>
                <a:off x="523875" y="942975"/>
                <a:ext cx="11144250" cy="742950"/>
              </a:xfrm>
              <a:prstGeom prst="rect">
                <a:avLst/>
              </a:prstGeom>
              <a:noFill/>
              <a:ln w="0">
                <a:noFill/>
              </a:ln>
            </p:spPr>
            <p:txBody>
              <a:bodyPr lIns="0" tIns="0" rIns="0" bIns="0" anchor="ctr">
                <a:noAutofit/>
              </a:bodyPr>
              <a:lstStyle>
                <a:defPPr algn="ctr">
                  <a:defRPr sz="2100" b="0">
                    <a:solidFill>
                      <a:srgbClr val="526276"/>
                    </a:solidFill>
                    <a:latin typeface="DejaVu Sans"/>
                    <a:ea typeface="DejaVu Sans"/>
                    <a:cs typeface="DejaVu Sans"/>
                  </a:defRPr>
                </a:defPPr>
              </a:lstStyle>
              <a:p>
                <a:pPr algn="ctr">
                  <a:defRPr sz="2100" b="0">
                    <a:solidFill>
                      <a:srgbClr val="526276"/>
                    </a:solidFill>
                    <a:latin typeface="DejaVu Sans"/>
                    <a:ea typeface="DejaVu Sans"/>
                    <a:cs typeface="DejaVu Sans"/>
                  </a:defRPr>
                </a:pPr>
                <a:r>
                  <a:rPr lang="it-IT" sz="2100" dirty="0">
                    <a:solidFill>
                      <a:srgbClr val="FF0000"/>
                    </a:solidFill>
                    <a:latin typeface="DejaVu Sans"/>
                    <a:ea typeface="DejaVu Sans"/>
                    <a:cs typeface="DejaVu Sans"/>
                  </a:rPr>
                  <a:t>Layer 3</a:t>
                </a:r>
                <a:r>
                  <a:rPr lang="it-IT" sz="2100" dirty="0">
                    <a:solidFill>
                      <a:schemeClr val="tx2"/>
                    </a:solidFill>
                    <a:latin typeface="DejaVu Sans"/>
                    <a:ea typeface="DejaVu Sans"/>
                    <a:cs typeface="DejaVu Sans"/>
                  </a:rPr>
                  <a:t>: write the </a:t>
                </a:r>
                <a:r>
                  <a:rPr lang="it-IT" sz="2100" dirty="0" err="1">
                    <a:solidFill>
                      <a:schemeClr val="tx2"/>
                    </a:solidFill>
                    <a:latin typeface="DejaVu Sans"/>
                    <a:ea typeface="DejaVu Sans"/>
                    <a:cs typeface="DejaVu Sans"/>
                  </a:rPr>
                  <a:t>loss</a:t>
                </a:r>
                <a:r>
                  <a:rPr lang="en-GB" sz="2100" dirty="0">
                    <a:solidFill>
                      <a:schemeClr val="tx2"/>
                    </a:solidFill>
                    <a:latin typeface="DejaVu Sans"/>
                    <a:ea typeface="DejaVu Sans"/>
                    <a:cs typeface="DejaVu Sans"/>
                  </a:rPr>
                  <a:t> of the network with parameters </a:t>
                </a:r>
                <a14:m>
                  <m:oMath xmlns:m="http://schemas.openxmlformats.org/officeDocument/2006/math">
                    <m:r>
                      <a:rPr lang="it-IT" sz="2000" b="1" i="0" smtClean="0">
                        <a:solidFill>
                          <a:schemeClr val="tx2"/>
                        </a:solidFill>
                        <a:latin typeface="Cambria Math" panose="02040503050406030204" pitchFamily="18" charset="0"/>
                        <a:ea typeface="Cambria Math"/>
                        <a:cs typeface="Cambria Math"/>
                      </a:rPr>
                      <m:t>𝛉</m:t>
                    </m:r>
                  </m:oMath>
                </a14:m>
                <a:r>
                  <a:rPr lang="it-IT" sz="2100" dirty="0">
                    <a:solidFill>
                      <a:schemeClr val="tx2"/>
                    </a:solidFill>
                    <a:latin typeface="DejaVu Sans"/>
                    <a:ea typeface="DejaVu Sans"/>
                    <a:cs typeface="DejaVu Sans"/>
                  </a:rPr>
                  <a:t> on the </a:t>
                </a:r>
                <a:r>
                  <a:rPr lang="it-IT" sz="2100" dirty="0" err="1">
                    <a:solidFill>
                      <a:schemeClr val="tx2"/>
                    </a:solidFill>
                    <a:latin typeface="DejaVu Sans"/>
                    <a:ea typeface="DejaVu Sans"/>
                    <a:cs typeface="DejaVu Sans"/>
                  </a:rPr>
                  <a:t>observation</a:t>
                </a:r>
                <a:r>
                  <a:rPr lang="it-IT" sz="2100" dirty="0">
                    <a:solidFill>
                      <a:schemeClr val="tx2"/>
                    </a:solidFill>
                    <a:latin typeface="DejaVu Sans"/>
                    <a:ea typeface="DejaVu Sans"/>
                    <a:cs typeface="DejaVu Sans"/>
                  </a:rPr>
                  <a:t> </a:t>
                </a:r>
                <a14:m>
                  <m:oMath xmlns:m="http://schemas.openxmlformats.org/officeDocument/2006/math">
                    <m:d>
                      <m:dPr>
                        <m:ctrlPr>
                          <a:rPr lang="en-GB" sz="2000">
                            <a:solidFill>
                              <a:schemeClr val="tx2"/>
                            </a:solidFill>
                            <a:latin typeface="Cambria Math"/>
                            <a:ea typeface="Cambria Math"/>
                            <a:cs typeface="Cambria Math"/>
                          </a:rPr>
                        </m:ctrlPr>
                      </m:dPr>
                      <m:e>
                        <m:r>
                          <a:rPr lang="en-GB" sz="2000">
                            <a:solidFill>
                              <a:schemeClr val="tx2"/>
                            </a:solidFill>
                            <a:latin typeface="Cambria Math"/>
                            <a:ea typeface="Cambria Math"/>
                            <a:cs typeface="Cambria Math"/>
                          </a:rPr>
                          <m:t>𝑥</m:t>
                        </m:r>
                        <m:r>
                          <a:rPr lang="it-IT" sz="2000" i="1">
                            <a:solidFill>
                              <a:schemeClr val="tx2"/>
                            </a:solidFill>
                            <a:latin typeface="Cambria Math" panose="02040503050406030204" pitchFamily="18" charset="0"/>
                            <a:ea typeface="Cambria Math"/>
                            <a:cs typeface="Cambria Math"/>
                          </a:rPr>
                          <m:t>,</m:t>
                        </m:r>
                        <m:r>
                          <a:rPr lang="it-IT" sz="2000" i="1">
                            <a:solidFill>
                              <a:schemeClr val="tx2"/>
                            </a:solidFill>
                            <a:latin typeface="Cambria Math" panose="02040503050406030204" pitchFamily="18" charset="0"/>
                            <a:ea typeface="Cambria Math"/>
                            <a:cs typeface="Cambria Math"/>
                          </a:rPr>
                          <m:t>𝑦</m:t>
                        </m:r>
                      </m:e>
                    </m:d>
                  </m:oMath>
                </a14:m>
                <a:endParaRPr lang="it-IT" sz="2100" dirty="0">
                  <a:solidFill>
                    <a:schemeClr val="tx2"/>
                  </a:solidFill>
                  <a:latin typeface="DejaVu Sans"/>
                  <a:ea typeface="DejaVu Sans"/>
                  <a:cs typeface="DejaVu Sans"/>
                </a:endParaRPr>
              </a:p>
              <a:p>
                <a:pPr algn="ctr">
                  <a:defRPr sz="2100" b="0">
                    <a:solidFill>
                      <a:srgbClr val="526276"/>
                    </a:solidFill>
                    <a:latin typeface="DejaVu Sans"/>
                    <a:ea typeface="DejaVu Sans"/>
                    <a:cs typeface="DejaVu Sans"/>
                  </a:defRPr>
                </a:pPr>
                <a:r>
                  <a:rPr lang="it-IT" sz="2100" dirty="0" err="1">
                    <a:solidFill>
                      <a:schemeClr val="tx2"/>
                    </a:solidFill>
                    <a:latin typeface="DejaVu Sans"/>
                    <a:ea typeface="DejaVu Sans"/>
                    <a:cs typeface="DejaVu Sans"/>
                  </a:rPr>
                  <a:t>as</a:t>
                </a:r>
                <a:r>
                  <a:rPr lang="it-IT" sz="2100" dirty="0">
                    <a:solidFill>
                      <a:schemeClr val="tx2"/>
                    </a:solidFill>
                    <a:latin typeface="DejaVu Sans"/>
                    <a:ea typeface="DejaVu Sans"/>
                    <a:cs typeface="DejaVu Sans"/>
                  </a:rPr>
                  <a:t> a </a:t>
                </a:r>
                <a:r>
                  <a:rPr lang="it-IT" sz="2100" dirty="0" err="1">
                    <a:solidFill>
                      <a:schemeClr val="tx2"/>
                    </a:solidFill>
                    <a:latin typeface="DejaVu Sans"/>
                    <a:ea typeface="DejaVu Sans"/>
                    <a:cs typeface="DejaVu Sans"/>
                  </a:rPr>
                  <a:t>function</a:t>
                </a:r>
                <a:r>
                  <a:rPr lang="it-IT" sz="2100" dirty="0">
                    <a:solidFill>
                      <a:schemeClr val="tx2"/>
                    </a:solidFill>
                    <a:latin typeface="DejaVu Sans"/>
                    <a:ea typeface="DejaVu Sans"/>
                    <a:cs typeface="DejaVu Sans"/>
                  </a:rPr>
                  <a:t> of the </a:t>
                </a:r>
                <a:r>
                  <a:rPr lang="it-IT" sz="2100" dirty="0" err="1">
                    <a:solidFill>
                      <a:schemeClr val="tx2"/>
                    </a:solidFill>
                    <a:latin typeface="DejaVu Sans"/>
                    <a:ea typeface="DejaVu Sans"/>
                    <a:cs typeface="DejaVu Sans"/>
                  </a:rPr>
                  <a:t>current</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layer</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preactivation</a:t>
                </a:r>
                <a:r>
                  <a:rPr lang="it-IT" sz="2100" dirty="0">
                    <a:solidFill>
                      <a:schemeClr val="tx2"/>
                    </a:solidFill>
                    <a:latin typeface="DejaVu Sans"/>
                    <a:ea typeface="DejaVu Sans"/>
                    <a:cs typeface="DejaVu Sans"/>
                  </a:rPr>
                  <a:t> </a:t>
                </a:r>
                <a14:m>
                  <m:oMath xmlns:m="http://schemas.openxmlformats.org/officeDocument/2006/math">
                    <m:sSub>
                      <m:sSubPr>
                        <m:ctrlPr>
                          <a:rPr lang="en-GB" sz="2400">
                            <a:solidFill>
                              <a:schemeClr val="tx2"/>
                            </a:solidFill>
                            <a:latin typeface="Cambria Math"/>
                            <a:ea typeface="Cambria Math"/>
                            <a:cs typeface="Cambria Math"/>
                          </a:rPr>
                        </m:ctrlPr>
                      </m:sSubPr>
                      <m:e>
                        <m:r>
                          <a:rPr lang="en-GB" sz="2400">
                            <a:solidFill>
                              <a:schemeClr val="tx2"/>
                            </a:solidFill>
                            <a:latin typeface="Cambria Math"/>
                            <a:ea typeface="Cambria Math"/>
                            <a:cs typeface="Cambria Math"/>
                          </a:rPr>
                          <m:t>𝑎</m:t>
                        </m:r>
                      </m:e>
                      <m:sub>
                        <m:r>
                          <a:rPr lang="it-IT" sz="2400" b="0" i="1" smtClean="0">
                            <a:solidFill>
                              <a:schemeClr val="tx2"/>
                            </a:solidFill>
                            <a:latin typeface="Cambria Math" panose="02040503050406030204" pitchFamily="18" charset="0"/>
                            <a:ea typeface="Cambria Math"/>
                            <a:cs typeface="Cambria Math"/>
                          </a:rPr>
                          <m:t>3</m:t>
                        </m:r>
                      </m:sub>
                    </m:sSub>
                    <m:d>
                      <m:dPr>
                        <m:ctrlPr>
                          <a:rPr lang="en-GB" sz="2400">
                            <a:solidFill>
                              <a:schemeClr val="tx2"/>
                            </a:solidFill>
                            <a:latin typeface="Cambria Math"/>
                            <a:ea typeface="Cambria Math"/>
                            <a:cs typeface="Cambria Math"/>
                          </a:rPr>
                        </m:ctrlPr>
                      </m:dPr>
                      <m:e>
                        <m:r>
                          <a:rPr lang="en-GB" sz="2400">
                            <a:solidFill>
                              <a:schemeClr val="tx2"/>
                            </a:solidFill>
                            <a:latin typeface="Cambria Math"/>
                            <a:ea typeface="Cambria Math"/>
                            <a:cs typeface="Cambria Math"/>
                          </a:rPr>
                          <m:t>𝑥</m:t>
                        </m:r>
                      </m:e>
                    </m:d>
                  </m:oMath>
                </a14:m>
                <a:r>
                  <a:rPr lang="it-IT" sz="2100" dirty="0">
                    <a:solidFill>
                      <a:schemeClr val="tx2"/>
                    </a:solidFill>
                    <a:latin typeface="DejaVu Sans"/>
                    <a:ea typeface="DejaVu Sans"/>
                    <a:cs typeface="DejaVu Sans"/>
                  </a:rPr>
                  <a:t>.</a:t>
                </a:r>
                <a:endParaRPr lang="en-GB" sz="2100" dirty="0">
                  <a:solidFill>
                    <a:schemeClr val="tx2"/>
                  </a:solidFill>
                </a:endParaRPr>
              </a:p>
            </p:txBody>
          </p:sp>
        </mc:Choice>
        <mc:Fallback xmlns="">
          <p:sp>
            <p:nvSpPr>
              <p:cNvPr id="126" name="lead">
                <a:extLst>
                  <a:ext uri="{FF2B5EF4-FFF2-40B4-BE49-F238E27FC236}">
                    <a16:creationId xmlns:a16="http://schemas.microsoft.com/office/drawing/2014/main" id="{5B096025-B9AE-0B36-2DD4-E3B8E55208C1}"/>
                  </a:ext>
                </a:extLst>
              </p:cNvPr>
              <p:cNvSpPr>
                <a:spLocks noGrp="1" noRot="1" noChangeAspect="1" noMove="1" noResize="1" noEditPoints="1" noAdjustHandles="1" noChangeArrowheads="1" noChangeShapeType="1" noTextEdit="1"/>
              </p:cNvSpPr>
              <p:nvPr/>
            </p:nvSpPr>
            <p:spPr>
              <a:xfrm>
                <a:off x="523875" y="942975"/>
                <a:ext cx="11144250" cy="742950"/>
              </a:xfrm>
              <a:prstGeom prst="rect">
                <a:avLst/>
              </a:prstGeom>
              <a:blipFill>
                <a:blip r:embed="rId49"/>
                <a:stretch>
                  <a:fillRect l="-383" t="-8197" b="-155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8" name="fixed_parameters_evaluated">
                <a:extLst>
                  <a:ext uri="{FF2B5EF4-FFF2-40B4-BE49-F238E27FC236}">
                    <a16:creationId xmlns:a16="http://schemas.microsoft.com/office/drawing/2014/main" id="{0CA081D2-5259-D905-A567-8512AD951531}"/>
                  </a:ext>
                </a:extLst>
              </p:cNvPr>
              <p:cNvSpPr>
                <a:spLocks noGrp="1"/>
              </p:cNvSpPr>
              <p:nvPr/>
            </p:nvSpPr>
            <p:spPr>
              <a:xfrm>
                <a:off x="666750" y="6076950"/>
                <a:ext cx="10858500" cy="285750"/>
              </a:xfrm>
              <a:prstGeom prst="rect">
                <a:avLst/>
              </a:prstGeom>
              <a:noFill/>
              <a:ln w="0">
                <a:noFill/>
              </a:ln>
            </p:spPr>
            <p:txBody>
              <a:bodyPr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14:m>
                  <m:oMath xmlns:m="http://schemas.openxmlformats.org/officeDocument/2006/math">
                    <m:sSub>
                      <m:sSubPr>
                        <m:ctrlPr>
                          <a:rPr lang="ar-AE">
                            <a:solidFill>
                              <a:srgbClr val="526276"/>
                            </a:solidFill>
                            <a:latin typeface="Cambria Math"/>
                            <a:ea typeface="Cambria Math"/>
                            <a:cs typeface="Cambria Math"/>
                          </a:rPr>
                        </m:ctrlPr>
                      </m:sSubPr>
                      <m:e>
                        <m:r>
                          <a:rPr lang="ar-AE">
                            <a:solidFill>
                              <a:srgbClr val="526276"/>
                            </a:solidFill>
                            <a:latin typeface="Cambria Math"/>
                            <a:ea typeface="Cambria Math"/>
                            <a:cs typeface="Cambria Math"/>
                          </a:rPr>
                          <m:t>𝐽</m:t>
                        </m:r>
                      </m:e>
                      <m:sub>
                        <m:r>
                          <a:rPr lang="it-IT" b="0" i="0" smtClean="0">
                            <a:solidFill>
                              <a:srgbClr val="526276"/>
                            </a:solidFill>
                            <a:latin typeface="Cambria Math" panose="02040503050406030204" pitchFamily="18" charset="0"/>
                            <a:ea typeface="Cambria Math"/>
                            <a:cs typeface="Cambria Math"/>
                          </a:rPr>
                          <m:t>3</m:t>
                        </m:r>
                      </m:sub>
                    </m:sSub>
                  </m:oMath>
                </a14:m>
                <a:r>
                  <a:rPr lang="ar-AE" dirty="0">
                    <a:solidFill>
                      <a:srgbClr val="526276"/>
                    </a:solidFill>
                    <a:latin typeface="DejaVu Sans"/>
                    <a:ea typeface="DejaVu Sans"/>
                    <a:cs typeface="DejaVu Sans"/>
                  </a:rPr>
                  <a:t> </a:t>
                </a:r>
                <a:r>
                  <a:rPr lang="en-GB" dirty="0">
                    <a:solidFill>
                      <a:srgbClr val="526276"/>
                    </a:solidFill>
                    <a:latin typeface="DejaVu Sans"/>
                    <a:ea typeface="DejaVu Sans"/>
                    <a:cs typeface="DejaVu Sans"/>
                  </a:rPr>
                  <a:t>uses </a:t>
                </a:r>
                <a14:m>
                  <m:oMath xmlns:m="http://schemas.openxmlformats.org/officeDocument/2006/math">
                    <m:r>
                      <a:rPr lang="ar-AE" smtClean="0">
                        <a:solidFill>
                          <a:srgbClr val="526276"/>
                        </a:solidFill>
                        <a:latin typeface="Cambria Math"/>
                        <a:ea typeface="Cambria Math"/>
                        <a:cs typeface="Cambria Math"/>
                      </a:rPr>
                      <m:t>𝑦</m:t>
                    </m:r>
                  </m:oMath>
                </a14:m>
                <a:r>
                  <a:rPr lang="ar-AE" dirty="0">
                    <a:solidFill>
                      <a:srgbClr val="526276"/>
                    </a:solidFill>
                    <a:latin typeface="DejaVu Sans"/>
                    <a:ea typeface="DejaVu Sans"/>
                    <a:cs typeface="DejaVu Sans"/>
                  </a:rPr>
                  <a:t>,</a:t>
                </a:r>
                <a:r>
                  <a:rPr lang="it-IT" dirty="0">
                    <a:solidFill>
                      <a:srgbClr val="526276"/>
                    </a:solidFill>
                    <a:latin typeface="DejaVu Sans"/>
                    <a:ea typeface="DejaVu Sans"/>
                    <a:cs typeface="DejaVu Sans"/>
                  </a:rPr>
                  <a:t> b</a:t>
                </a:r>
                <a:r>
                  <a:rPr lang="en-GB" dirty="0" err="1">
                    <a:solidFill>
                      <a:srgbClr val="526276"/>
                    </a:solidFill>
                    <a:latin typeface="DejaVu Sans"/>
                    <a:ea typeface="DejaVu Sans"/>
                    <a:cs typeface="DejaVu Sans"/>
                  </a:rPr>
                  <a:t>ut</a:t>
                </a:r>
                <a:r>
                  <a:rPr lang="en-GB" dirty="0">
                    <a:solidFill>
                      <a:srgbClr val="526276"/>
                    </a:solidFill>
                    <a:latin typeface="DejaVu Sans"/>
                    <a:ea typeface="DejaVu Sans"/>
                    <a:cs typeface="DejaVu Sans"/>
                  </a:rPr>
                  <a:t> not any parameters from the current or previous layers.</a:t>
                </a:r>
                <a:endParaRPr lang="en-GB" dirty="0"/>
              </a:p>
            </p:txBody>
          </p:sp>
        </mc:Choice>
        <mc:Fallback xmlns="">
          <p:sp>
            <p:nvSpPr>
              <p:cNvPr id="128" name="fixed_parameters_evaluated">
                <a:extLst>
                  <a:ext uri="{FF2B5EF4-FFF2-40B4-BE49-F238E27FC236}">
                    <a16:creationId xmlns:a16="http://schemas.microsoft.com/office/drawing/2014/main" id="{0CA081D2-5259-D905-A567-8512AD951531}"/>
                  </a:ext>
                </a:extLst>
              </p:cNvPr>
              <p:cNvSpPr>
                <a:spLocks noGrp="1" noRot="1" noChangeAspect="1" noMove="1" noResize="1" noEditPoints="1" noAdjustHandles="1" noChangeArrowheads="1" noChangeShapeType="1" noTextEdit="1"/>
              </p:cNvSpPr>
              <p:nvPr/>
            </p:nvSpPr>
            <p:spPr>
              <a:xfrm>
                <a:off x="666750" y="6076950"/>
                <a:ext cx="10858500" cy="285750"/>
              </a:xfrm>
              <a:prstGeom prst="rect">
                <a:avLst/>
              </a:prstGeom>
              <a:blipFill>
                <a:blip r:embed="rId50"/>
                <a:stretch>
                  <a:fillRect t="-17021" b="-3829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4" name="implicit_J_dependence">
                <a:extLst>
                  <a:ext uri="{FF2B5EF4-FFF2-40B4-BE49-F238E27FC236}">
                    <a16:creationId xmlns:a16="http://schemas.microsoft.com/office/drawing/2014/main" id="{C9C7DD50-47C2-4C6C-80B5-1417D724A58D}"/>
                  </a:ext>
                </a:extLst>
              </p:cNvPr>
              <p:cNvSpPr>
                <a:spLocks noGrp="1"/>
              </p:cNvSpPr>
              <p:nvPr/>
            </p:nvSpPr>
            <p:spPr>
              <a:xfrm>
                <a:off x="571500" y="1857375"/>
                <a:ext cx="11049000" cy="266700"/>
              </a:xfrm>
              <a:prstGeom prst="rect">
                <a:avLst/>
              </a:prstGeom>
              <a:noFill/>
              <a:ln w="0">
                <a:noFill/>
              </a:ln>
            </p:spPr>
            <p:txBody>
              <a:bodyPr anchor="ctr">
                <a:noAutofit/>
              </a:bodyPr>
              <a:lstStyle>
                <a:defPPr algn="ctr">
                  <a:defRPr sz="1650">
                    <a:solidFill>
                      <a:srgbClr val="526276"/>
                    </a:solidFill>
                    <a:latin typeface="DejaVu Sans"/>
                    <a:ea typeface="DejaVu Sans"/>
                    <a:cs typeface="DejaVu Sans"/>
                  </a:defRPr>
                </a:defPPr>
                <a:lvl1pPr algn="ctr">
                  <a:defRPr sz="1650">
                    <a:solidFill>
                      <a:srgbClr val="526276"/>
                    </a:solidFill>
                    <a:latin typeface="DejaVu Sans"/>
                    <a:ea typeface="DejaVu Sans"/>
                    <a:cs typeface="DejaVu Sans"/>
                  </a:defRPr>
                </a:lvl1pPr>
                <a:lvl2pPr algn="ctr">
                  <a:defRPr sz="1650">
                    <a:solidFill>
                      <a:srgbClr val="526276"/>
                    </a:solidFill>
                    <a:latin typeface="DejaVu Sans"/>
                    <a:ea typeface="DejaVu Sans"/>
                    <a:cs typeface="DejaVu Sans"/>
                  </a:defRPr>
                </a:lvl2pPr>
                <a:lvl3pPr algn="ctr">
                  <a:defRPr sz="1650">
                    <a:solidFill>
                      <a:srgbClr val="526276"/>
                    </a:solidFill>
                    <a:latin typeface="DejaVu Sans"/>
                    <a:ea typeface="DejaVu Sans"/>
                    <a:cs typeface="DejaVu Sans"/>
                  </a:defRPr>
                </a:lvl3pPr>
                <a:lvl4pPr algn="ctr">
                  <a:defRPr sz="1650">
                    <a:solidFill>
                      <a:srgbClr val="526276"/>
                    </a:solidFill>
                    <a:latin typeface="DejaVu Sans"/>
                    <a:ea typeface="DejaVu Sans"/>
                    <a:cs typeface="DejaVu Sans"/>
                  </a:defRPr>
                </a:lvl4pPr>
                <a:lvl5pPr algn="ctr">
                  <a:defRPr sz="1650">
                    <a:solidFill>
                      <a:srgbClr val="526276"/>
                    </a:solidFill>
                    <a:latin typeface="DejaVu Sans"/>
                    <a:ea typeface="DejaVu Sans"/>
                    <a:cs typeface="DejaVu Sans"/>
                  </a:defRPr>
                </a:lvl5pPr>
                <a:lvl6pPr algn="ctr">
                  <a:defRPr sz="1650">
                    <a:solidFill>
                      <a:srgbClr val="526276"/>
                    </a:solidFill>
                    <a:latin typeface="DejaVu Sans"/>
                    <a:ea typeface="DejaVu Sans"/>
                    <a:cs typeface="DejaVu Sans"/>
                  </a:defRPr>
                </a:lvl6pPr>
                <a:lvl7pPr algn="ctr">
                  <a:defRPr sz="1650">
                    <a:solidFill>
                      <a:srgbClr val="526276"/>
                    </a:solidFill>
                    <a:latin typeface="DejaVu Sans"/>
                    <a:ea typeface="DejaVu Sans"/>
                    <a:cs typeface="DejaVu Sans"/>
                  </a:defRPr>
                </a:lvl7pPr>
                <a:lvl8pPr algn="ctr">
                  <a:defRPr sz="1650">
                    <a:solidFill>
                      <a:srgbClr val="526276"/>
                    </a:solidFill>
                    <a:latin typeface="DejaVu Sans"/>
                    <a:ea typeface="DejaVu Sans"/>
                    <a:cs typeface="DejaVu Sans"/>
                  </a:defRPr>
                </a:lvl8pPr>
                <a:lvl9pPr algn="ctr">
                  <a:defRPr sz="1650">
                    <a:solidFill>
                      <a:srgbClr val="526276"/>
                    </a:solidFill>
                    <a:latin typeface="DejaVu Sans"/>
                    <a:ea typeface="DejaVu Sans"/>
                    <a:cs typeface="DejaVu Sans"/>
                  </a:defRPr>
                </a:lvl9pPr>
              </a:lstStyle>
              <a:p>
                <a:pPr algn="ctr">
                  <a:defRPr sz="1650">
                    <a:solidFill>
                      <a:srgbClr val="526276"/>
                    </a:solidFill>
                    <a:latin typeface="DejaVu Sans"/>
                    <a:ea typeface="DejaVu Sans"/>
                    <a:cs typeface="DejaVu Sans"/>
                  </a:defRPr>
                </a:pPr>
                <a:r>
                  <a:rPr sz="1650">
                    <a:solidFill>
                      <a:srgbClr val="526276"/>
                    </a:solidFill>
                    <a:latin typeface="DejaVu Sans"/>
                    <a:ea typeface="DejaVu Sans"/>
                    <a:cs typeface="DejaVu Sans"/>
                  </a:rPr>
                  <a:t>We leave the dependence on the parameters and target implicit and write </a:t>
                </a:r>
                <a14:m>
                  <m:oMath xmlns:m="http://schemas.openxmlformats.org/officeDocument/2006/math">
                    <m:sSub>
                      <m:sSubPr>
                        <m:ctrlPr>
                          <a:rPr lang="en-GB" sz="1650">
                            <a:solidFill>
                              <a:srgbClr val="526276"/>
                            </a:solidFill>
                            <a:latin typeface="Cambria Math"/>
                            <a:ea typeface="Cambria Math"/>
                            <a:cs typeface="Cambria Math"/>
                          </a:rPr>
                        </m:ctrlPr>
                      </m:sSubPr>
                      <m:e>
                        <m:r>
                          <a:rPr lang="en-GB" sz="1650">
                            <a:solidFill>
                              <a:srgbClr val="526276"/>
                            </a:solidFill>
                            <a:latin typeface="Cambria Math"/>
                            <a:ea typeface="Cambria Math"/>
                            <a:cs typeface="Cambria Math"/>
                          </a:rPr>
                          <m:t>𝐽</m:t>
                        </m:r>
                      </m:e>
                      <m:sub>
                        <m:r>
                          <a:rPr lang="en-GB" sz="1650">
                            <a:solidFill>
                              <a:srgbClr val="526276"/>
                            </a:solidFill>
                            <a:latin typeface="Cambria Math"/>
                            <a:ea typeface="Cambria Math"/>
                            <a:cs typeface="Cambria Math"/>
                          </a:rPr>
                          <m:t>𝑟</m:t>
                        </m:r>
                      </m:sub>
                    </m:sSub>
                  </m:oMath>
                </a14:m>
                <a:r>
                  <a:rPr lang="en-GB" sz="1650">
                    <a:solidFill>
                      <a:srgbClr val="526276"/>
                    </a:solidFill>
                    <a:latin typeface="DejaVu Sans"/>
                  </a:rPr>
                  <a:t>.</a:t>
                </a:r>
              </a:p>
            </p:txBody>
          </p:sp>
        </mc:Choice>
        <mc:Fallback xmlns="">
          <p:sp>
            <p:nvSpPr>
              <p:cNvPr id="184" name="implicit_J_dependence">
                <a:extLst>
                  <a:ext uri="{FF2B5EF4-FFF2-40B4-BE49-F238E27FC236}">
                    <a16:creationId xmlns:a16="http://schemas.microsoft.com/office/drawing/2014/main" id="{C9C7DD50-47C2-4C6C-80B5-1417D724A58D}"/>
                  </a:ext>
                </a:extLst>
              </p:cNvPr>
              <p:cNvSpPr>
                <a:spLocks noGrp="1" noRot="1" noChangeAspect="1" noMove="1" noResize="1" noEditPoints="1" noAdjustHandles="1" noChangeArrowheads="1" noChangeShapeType="1" noTextEdit="1"/>
              </p:cNvSpPr>
              <p:nvPr/>
            </p:nvSpPr>
            <p:spPr>
              <a:xfrm>
                <a:off x="571500" y="1857375"/>
                <a:ext cx="11049000" cy="266700"/>
              </a:xfrm>
              <a:prstGeom prst="rect">
                <a:avLst/>
              </a:prstGeom>
              <a:blipFill>
                <a:blip r:embed="rId51"/>
                <a:stretch>
                  <a:fillRect t="-23256" b="-46512"/>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86328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 name="title">
            <a:extLst>
              <a:ext uri="{FF2B5EF4-FFF2-40B4-BE49-F238E27FC236}">
                <a16:creationId xmlns:a16="http://schemas.microsoft.com/office/drawing/2014/main" id="{EF2051F1-446C-4017-88A7-99C95DC15D64}"/>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Move the starting point one layer back</a:t>
            </a:r>
          </a:p>
        </p:txBody>
      </p:sp>
      <p:sp>
        <p:nvSpPr>
          <p:cNvPr id="3" name="footer_course">
            <a:extLst>
              <a:ext uri="{FF2B5EF4-FFF2-40B4-BE49-F238E27FC236}">
                <a16:creationId xmlns:a16="http://schemas.microsoft.com/office/drawing/2014/main" id="{63860234-9DF4-4DC3-AF97-7605ECCF8E22}"/>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03B2F5C5-4DA8-452D-A5CA-F65032292F03}"/>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8</a:t>
            </a:r>
          </a:p>
        </p:txBody>
      </p:sp>
      <p:sp>
        <p:nvSpPr>
          <p:cNvPr id="247" name="continuity_8_1_247">
            <a:extLst>
              <a:ext uri="{FF2B5EF4-FFF2-40B4-BE49-F238E27FC236}">
                <a16:creationId xmlns:a16="http://schemas.microsoft.com/office/drawing/2014/main" id="{619882EA-AC1B-4071-9C49-192FC8DA40DB}"/>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48" name="continuity_8_1_248">
            <a:extLst>
              <a:ext uri="{FF2B5EF4-FFF2-40B4-BE49-F238E27FC236}">
                <a16:creationId xmlns:a16="http://schemas.microsoft.com/office/drawing/2014/main" id="{E3915D19-3472-4173-A10C-C664AC86496B}"/>
              </a:ext>
            </a:extLst>
          </p:cNvPr>
          <p:cNvSpPr>
            <a:spLocks noGrp="1"/>
          </p:cNvSpPr>
          <p:nvPr/>
        </p:nvSpPr>
        <p:spPr>
          <a:xfrm>
            <a:off x="4961811" y="2405634"/>
            <a:ext cx="6563916" cy="1927670"/>
          </a:xfrm>
          <a:custGeom>
            <a:avLst/>
            <a:gdLst/>
            <a:ahLst/>
            <a:cxnLst/>
            <a:rect l="0" t="0" r="0" b="0"/>
            <a:pathLst>
              <a:path w="6563916" h="1927670">
                <a:moveTo>
                  <a:pt x="0" y="0"/>
                </a:moveTo>
                <a:lnTo>
                  <a:pt x="6563916" y="0"/>
                </a:lnTo>
                <a:lnTo>
                  <a:pt x="6563916" y="1927670"/>
                </a:lnTo>
                <a:lnTo>
                  <a:pt x="2164318" y="1927670"/>
                </a:lnTo>
                <a:lnTo>
                  <a:pt x="2164318" y="1327404"/>
                </a:lnTo>
                <a:lnTo>
                  <a:pt x="0" y="1327404"/>
                </a:lnTo>
                <a:close/>
              </a:path>
            </a:pathLst>
          </a:custGeom>
          <a:noFill/>
          <a:ln w="17145">
            <a:solidFill>
              <a:srgbClr val="1E755E"/>
            </a:solidFill>
          </a:ln>
        </p:spPr>
        <p:txBody>
          <a:bodyPr/>
          <a:lstStyle/>
          <a:p>
            <a:endParaRPr lang="it-IT"/>
          </a:p>
        </p:txBody>
      </p:sp>
      <mc:AlternateContent xmlns:mc="http://schemas.openxmlformats.org/markup-compatibility/2006" xmlns:a14="http://schemas.microsoft.com/office/drawing/2010/main">
        <mc:Choice Requires="a14">
          <p:sp>
            <p:nvSpPr>
              <p:cNvPr id="249" name="continuity_8_1_249" descr="J_{2}">
                <a:extLst>
                  <a:ext uri="{FF2B5EF4-FFF2-40B4-BE49-F238E27FC236}">
                    <a16:creationId xmlns:a16="http://schemas.microsoft.com/office/drawing/2014/main" id="{0E5DB8BA-38DC-4DEB-A56B-1F35EBB72FBC}"/>
                  </a:ext>
                </a:extLst>
              </p:cNvPr>
              <p:cNvSpPr>
                <a:spLocks noGrp="1"/>
              </p:cNvSpPr>
              <p:nvPr/>
            </p:nvSpPr>
            <p:spPr>
              <a:xfrm>
                <a:off x="7675816" y="2028539"/>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1E755E"/>
                              </a:solidFill>
                              <a:latin typeface="Cambria Math"/>
                              <a:ea typeface="Cambria Math"/>
                              <a:cs typeface="Cambria Math"/>
                            </a:rPr>
                          </m:ctrlPr>
                        </m:sSubPr>
                        <m:e>
                          <m:r>
                            <a:rPr lang="en-GB" sz="2000">
                              <a:solidFill>
                                <a:srgbClr val="1E755E"/>
                              </a:solidFill>
                              <a:latin typeface="Cambria Math"/>
                              <a:ea typeface="Cambria Math"/>
                              <a:cs typeface="Cambria Math"/>
                            </a:rPr>
                            <m:t>𝐽</m:t>
                          </m:r>
                        </m:e>
                        <m:sub>
                          <m:r>
                            <a:rPr lang="en-GB" sz="2000">
                              <a:solidFill>
                                <a:srgbClr val="1E755E"/>
                              </a:solidFill>
                              <a:latin typeface="Cambria Math"/>
                              <a:ea typeface="Cambria Math"/>
                              <a:cs typeface="Cambria Math"/>
                            </a:rPr>
                            <m:t>2</m:t>
                          </m:r>
                        </m:sub>
                      </m:sSub>
                    </m:oMath>
                  </m:oMathPara>
                </a14:m>
                <a:endParaRPr lang="en-GB" sz="2000"/>
              </a:p>
            </p:txBody>
          </p:sp>
        </mc:Choice>
        <mc:Fallback xmlns="">
          <p:sp>
            <p:nvSpPr>
              <p:cNvPr id="249" name="continuity_8_1_249" descr="J_{2}">
                <a:extLst>
                  <a:ext uri="{FF2B5EF4-FFF2-40B4-BE49-F238E27FC236}">
                    <a16:creationId xmlns:a16="http://schemas.microsoft.com/office/drawing/2014/main" id="{0E5DB8BA-38DC-4DEB-A56B-1F35EBB72FBC}"/>
                  </a:ext>
                </a:extLst>
              </p:cNvPr>
              <p:cNvSpPr>
                <a:spLocks noGrp="1" noRot="1" noChangeAspect="1" noMove="1" noResize="1" noEditPoints="1" noAdjustHandles="1" noChangeArrowheads="1" noChangeShapeType="1" noTextEdit="1"/>
              </p:cNvSpPr>
              <p:nvPr/>
            </p:nvSpPr>
            <p:spPr>
              <a:xfrm>
                <a:off x="7675816" y="2028539"/>
                <a:ext cx="1143000" cy="354140"/>
              </a:xfrm>
              <a:prstGeom prst="rect">
                <a:avLst/>
              </a:prstGeom>
              <a:blipFill>
                <a:blip r:embed="rId27"/>
                <a:stretch>
                  <a:fillRect b="-18966"/>
                </a:stretch>
              </a:blipFill>
              <a:ln w="0">
                <a:noFill/>
              </a:ln>
            </p:spPr>
            <p:txBody>
              <a:bodyPr/>
              <a:lstStyle/>
              <a:p>
                <a:r>
                  <a:rPr lang="it-IT">
                    <a:noFill/>
                  </a:rPr>
                  <a:t> </a:t>
                </a:r>
              </a:p>
            </p:txBody>
          </p:sp>
        </mc:Fallback>
      </mc:AlternateContent>
      <p:sp>
        <p:nvSpPr>
          <p:cNvPr id="250" name="continuity_8_1_250">
            <a:extLst>
              <a:ext uri="{FF2B5EF4-FFF2-40B4-BE49-F238E27FC236}">
                <a16:creationId xmlns:a16="http://schemas.microsoft.com/office/drawing/2014/main" id="{E2D4F461-6A4D-48BF-B0C8-37B8D33B2B19}"/>
              </a:ext>
            </a:extLst>
          </p:cNvPr>
          <p:cNvSpPr>
            <a:spLocks noGrp="1"/>
          </p:cNvSpPr>
          <p:nvPr/>
        </p:nvSpPr>
        <p:spPr>
          <a:xfrm>
            <a:off x="8155067" y="2733675"/>
            <a:ext cx="3122295" cy="1431608"/>
          </a:xfrm>
          <a:custGeom>
            <a:avLst/>
            <a:gdLst/>
            <a:ahLst/>
            <a:cxnLst/>
            <a:rect l="0" t="0" r="0" b="0"/>
            <a:pathLst>
              <a:path w="3122295" h="1431608">
                <a:moveTo>
                  <a:pt x="0" y="0"/>
                </a:moveTo>
                <a:lnTo>
                  <a:pt x="3122295" y="0"/>
                </a:lnTo>
                <a:lnTo>
                  <a:pt x="3122295" y="1431608"/>
                </a:lnTo>
                <a:lnTo>
                  <a:pt x="1951434" y="1431608"/>
                </a:lnTo>
                <a:lnTo>
                  <a:pt x="1951434" y="999363"/>
                </a:lnTo>
                <a:lnTo>
                  <a:pt x="0" y="999363"/>
                </a:lnTo>
                <a:close/>
              </a:path>
            </a:pathLst>
          </a:custGeom>
          <a:noFill/>
          <a:ln w="17145">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251" name="continuity_8_1_251" descr="J_{3}">
                <a:extLst>
                  <a:ext uri="{FF2B5EF4-FFF2-40B4-BE49-F238E27FC236}">
                    <a16:creationId xmlns:a16="http://schemas.microsoft.com/office/drawing/2014/main" id="{41747212-4C9D-4659-9191-78463AF58726}"/>
                  </a:ext>
                </a:extLst>
              </p:cNvPr>
              <p:cNvSpPr>
                <a:spLocks noGrp="1"/>
              </p:cNvSpPr>
              <p:nvPr/>
            </p:nvSpPr>
            <p:spPr>
              <a:xfrm>
                <a:off x="9144714" y="2356580"/>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25914"/>
                              </a:solidFill>
                              <a:latin typeface="Cambria Math"/>
                              <a:ea typeface="Cambria Math"/>
                              <a:cs typeface="Cambria Math"/>
                            </a:rPr>
                          </m:ctrlPr>
                        </m:sSubPr>
                        <m:e>
                          <m:r>
                            <a:rPr lang="en-GB" sz="2000">
                              <a:solidFill>
                                <a:srgbClr val="A25914"/>
                              </a:solidFill>
                              <a:latin typeface="Cambria Math"/>
                              <a:ea typeface="Cambria Math"/>
                              <a:cs typeface="Cambria Math"/>
                            </a:rPr>
                            <m:t>𝐽</m:t>
                          </m:r>
                        </m:e>
                        <m:sub>
                          <m:r>
                            <a:rPr lang="en-GB" sz="2000">
                              <a:solidFill>
                                <a:srgbClr val="A25914"/>
                              </a:solidFill>
                              <a:latin typeface="Cambria Math"/>
                              <a:ea typeface="Cambria Math"/>
                              <a:cs typeface="Cambria Math"/>
                            </a:rPr>
                            <m:t>3</m:t>
                          </m:r>
                        </m:sub>
                      </m:sSub>
                    </m:oMath>
                  </m:oMathPara>
                </a14:m>
                <a:endParaRPr lang="en-GB" sz="2000"/>
              </a:p>
            </p:txBody>
          </p:sp>
        </mc:Choice>
        <mc:Fallback xmlns="">
          <p:sp>
            <p:nvSpPr>
              <p:cNvPr id="251" name="continuity_8_1_251" descr="J_{3}">
                <a:extLst>
                  <a:ext uri="{FF2B5EF4-FFF2-40B4-BE49-F238E27FC236}">
                    <a16:creationId xmlns:a16="http://schemas.microsoft.com/office/drawing/2014/main" id="{41747212-4C9D-4659-9191-78463AF58726}"/>
                  </a:ext>
                </a:extLst>
              </p:cNvPr>
              <p:cNvSpPr>
                <a:spLocks noGrp="1" noRot="1" noChangeAspect="1" noMove="1" noResize="1" noEditPoints="1" noAdjustHandles="1" noChangeArrowheads="1" noChangeShapeType="1" noTextEdit="1"/>
              </p:cNvSpPr>
              <p:nvPr/>
            </p:nvSpPr>
            <p:spPr>
              <a:xfrm>
                <a:off x="9144714" y="2356580"/>
                <a:ext cx="1143000" cy="354140"/>
              </a:xfrm>
              <a:prstGeom prst="rect">
                <a:avLst/>
              </a:prstGeom>
              <a:blipFill>
                <a:blip r:embed="rId3"/>
                <a:stretch>
                  <a:fillRect b="-18966"/>
                </a:stretch>
              </a:blipFill>
              <a:ln w="0">
                <a:noFill/>
              </a:ln>
            </p:spPr>
            <p:txBody>
              <a:bodyPr/>
              <a:lstStyle/>
              <a:p>
                <a:r>
                  <a:rPr lang="it-IT">
                    <a:noFill/>
                  </a:rPr>
                  <a:t> </a:t>
                </a:r>
              </a:p>
            </p:txBody>
          </p:sp>
        </mc:Fallback>
      </mc:AlternateContent>
      <p:sp>
        <p:nvSpPr>
          <p:cNvPr id="252" name="continuity_8_1_252">
            <a:extLst>
              <a:ext uri="{FF2B5EF4-FFF2-40B4-BE49-F238E27FC236}">
                <a16:creationId xmlns:a16="http://schemas.microsoft.com/office/drawing/2014/main" id="{85ADFAE1-DBE3-4A14-A651-01AACFE8C26E}"/>
              </a:ext>
            </a:extLst>
          </p:cNvPr>
          <p:cNvSpPr>
            <a:spLocks noGrp="1"/>
          </p:cNvSpPr>
          <p:nvPr/>
        </p:nvSpPr>
        <p:spPr>
          <a:xfrm>
            <a:off x="371475"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3" name="continuity_8_1_253" descr="\phi_0(x)">
                <a:extLst>
                  <a:ext uri="{FF2B5EF4-FFF2-40B4-BE49-F238E27FC236}">
                    <a16:creationId xmlns:a16="http://schemas.microsoft.com/office/drawing/2014/main" id="{8789CEB2-5CA8-4B28-AA30-C9887F6CE589}"/>
                  </a:ext>
                </a:extLst>
              </p:cNvPr>
              <p:cNvSpPr>
                <a:spLocks noGrp="1"/>
              </p:cNvSpPr>
              <p:nvPr/>
            </p:nvSpPr>
            <p:spPr>
              <a:xfrm>
                <a:off x="390525"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0</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53" name="continuity_8_1_253" descr="\phi_0(x)">
                <a:extLst>
                  <a:ext uri="{FF2B5EF4-FFF2-40B4-BE49-F238E27FC236}">
                    <a16:creationId xmlns:a16="http://schemas.microsoft.com/office/drawing/2014/main" id="{8789CEB2-5CA8-4B28-AA30-C9887F6CE589}"/>
                  </a:ext>
                </a:extLst>
              </p:cNvPr>
              <p:cNvSpPr>
                <a:spLocks noGrp="1" noRot="1" noChangeAspect="1" noMove="1" noResize="1" noEditPoints="1" noAdjustHandles="1" noChangeArrowheads="1" noChangeShapeType="1" noTextEdit="1"/>
              </p:cNvSpPr>
              <p:nvPr/>
            </p:nvSpPr>
            <p:spPr>
              <a:xfrm>
                <a:off x="390525" y="3057525"/>
                <a:ext cx="1123950" cy="276225"/>
              </a:xfrm>
              <a:prstGeom prst="rect">
                <a:avLst/>
              </a:prstGeom>
              <a:blipFill>
                <a:blip r:embed="rId5"/>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4" name="continuity_8_1_254" descr="2">
                <a:extLst>
                  <a:ext uri="{FF2B5EF4-FFF2-40B4-BE49-F238E27FC236}">
                    <a16:creationId xmlns:a16="http://schemas.microsoft.com/office/drawing/2014/main" id="{D2909249-3EC9-44E0-9522-B0EE9915AFB6}"/>
                  </a:ext>
                </a:extLst>
              </p:cNvPr>
              <p:cNvSpPr>
                <a:spLocks noGrp="1"/>
              </p:cNvSpPr>
              <p:nvPr/>
            </p:nvSpPr>
            <p:spPr>
              <a:xfrm>
                <a:off x="390525"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2</m:t>
                      </m:r>
                    </m:oMath>
                  </m:oMathPara>
                </a14:m>
                <a:endParaRPr lang="en-GB" sz="2100"/>
              </a:p>
            </p:txBody>
          </p:sp>
        </mc:Choice>
        <mc:Fallback xmlns="">
          <p:sp>
            <p:nvSpPr>
              <p:cNvPr id="254" name="continuity_8_1_254" descr="2">
                <a:extLst>
                  <a:ext uri="{FF2B5EF4-FFF2-40B4-BE49-F238E27FC236}">
                    <a16:creationId xmlns:a16="http://schemas.microsoft.com/office/drawing/2014/main" id="{D2909249-3EC9-44E0-9522-B0EE9915AFB6}"/>
                  </a:ext>
                </a:extLst>
              </p:cNvPr>
              <p:cNvSpPr>
                <a:spLocks noGrp="1" noRot="1" noChangeAspect="1" noMove="1" noResize="1" noEditPoints="1" noAdjustHandles="1" noChangeArrowheads="1" noChangeShapeType="1" noTextEdit="1"/>
              </p:cNvSpPr>
              <p:nvPr/>
            </p:nvSpPr>
            <p:spPr>
              <a:xfrm>
                <a:off x="390525" y="3343275"/>
                <a:ext cx="1123950" cy="257175"/>
              </a:xfrm>
              <a:prstGeom prst="rect">
                <a:avLst/>
              </a:prstGeom>
              <a:blipFill>
                <a:blip r:embed="rId6"/>
                <a:stretch>
                  <a:fillRect t="-4651" b="-20930"/>
                </a:stretch>
              </a:blipFill>
              <a:ln w="0">
                <a:noFill/>
              </a:ln>
            </p:spPr>
            <p:txBody>
              <a:bodyPr/>
              <a:lstStyle/>
              <a:p>
                <a:r>
                  <a:rPr lang="it-IT">
                    <a:noFill/>
                  </a:rPr>
                  <a:t> </a:t>
                </a:r>
              </a:p>
            </p:txBody>
          </p:sp>
        </mc:Fallback>
      </mc:AlternateContent>
      <p:sp>
        <p:nvSpPr>
          <p:cNvPr id="255" name="continuity_8_1_255">
            <a:extLst>
              <a:ext uri="{FF2B5EF4-FFF2-40B4-BE49-F238E27FC236}">
                <a16:creationId xmlns:a16="http://schemas.microsoft.com/office/drawing/2014/main" id="{93471FF4-481D-4B71-9C32-BAE69E874DE7}"/>
              </a:ext>
            </a:extLst>
          </p:cNvPr>
          <p:cNvSpPr>
            <a:spLocks noGrp="1"/>
          </p:cNvSpPr>
          <p:nvPr/>
        </p:nvSpPr>
        <p:spPr>
          <a:xfrm>
            <a:off x="1968103"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6" name="continuity_8_1_256" descr="a_1(x)">
                <a:extLst>
                  <a:ext uri="{FF2B5EF4-FFF2-40B4-BE49-F238E27FC236}">
                    <a16:creationId xmlns:a16="http://schemas.microsoft.com/office/drawing/2014/main" id="{651F65D2-75C5-4BB6-BBEB-4840AEEE5214}"/>
                  </a:ext>
                </a:extLst>
              </p:cNvPr>
              <p:cNvSpPr>
                <a:spLocks noGrp="1"/>
              </p:cNvSpPr>
              <p:nvPr/>
            </p:nvSpPr>
            <p:spPr>
              <a:xfrm>
                <a:off x="1987153"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56" name="continuity_8_1_256" descr="a_1(x)">
                <a:extLst>
                  <a:ext uri="{FF2B5EF4-FFF2-40B4-BE49-F238E27FC236}">
                    <a16:creationId xmlns:a16="http://schemas.microsoft.com/office/drawing/2014/main" id="{651F65D2-75C5-4BB6-BBEB-4840AEEE5214}"/>
                  </a:ext>
                </a:extLst>
              </p:cNvPr>
              <p:cNvSpPr>
                <a:spLocks noGrp="1" noRot="1" noChangeAspect="1" noMove="1" noResize="1" noEditPoints="1" noAdjustHandles="1" noChangeArrowheads="1" noChangeShapeType="1" noTextEdit="1"/>
              </p:cNvSpPr>
              <p:nvPr/>
            </p:nvSpPr>
            <p:spPr>
              <a:xfrm>
                <a:off x="1987153" y="3057525"/>
                <a:ext cx="1123950" cy="276225"/>
              </a:xfrm>
              <a:prstGeom prst="rect">
                <a:avLst/>
              </a:prstGeom>
              <a:blipFill>
                <a:blip r:embed="rId7"/>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7" name="continuity_8_1_257" descr="3">
                <a:extLst>
                  <a:ext uri="{FF2B5EF4-FFF2-40B4-BE49-F238E27FC236}">
                    <a16:creationId xmlns:a16="http://schemas.microsoft.com/office/drawing/2014/main" id="{CAE34C94-4C21-42ED-B1B0-2704360C5F80}"/>
                  </a:ext>
                </a:extLst>
              </p:cNvPr>
              <p:cNvSpPr>
                <a:spLocks noGrp="1"/>
              </p:cNvSpPr>
              <p:nvPr/>
            </p:nvSpPr>
            <p:spPr>
              <a:xfrm>
                <a:off x="1987153"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57" name="continuity_8_1_257" descr="3">
                <a:extLst>
                  <a:ext uri="{FF2B5EF4-FFF2-40B4-BE49-F238E27FC236}">
                    <a16:creationId xmlns:a16="http://schemas.microsoft.com/office/drawing/2014/main" id="{CAE34C94-4C21-42ED-B1B0-2704360C5F80}"/>
                  </a:ext>
                </a:extLst>
              </p:cNvPr>
              <p:cNvSpPr>
                <a:spLocks noGrp="1" noRot="1" noChangeAspect="1" noMove="1" noResize="1" noEditPoints="1" noAdjustHandles="1" noChangeArrowheads="1" noChangeShapeType="1" noTextEdit="1"/>
              </p:cNvSpPr>
              <p:nvPr/>
            </p:nvSpPr>
            <p:spPr>
              <a:xfrm>
                <a:off x="1987153" y="3343275"/>
                <a:ext cx="1123950" cy="257175"/>
              </a:xfrm>
              <a:prstGeom prst="rect">
                <a:avLst/>
              </a:prstGeom>
              <a:blipFill>
                <a:blip r:embed="rId8"/>
                <a:stretch>
                  <a:fillRect t="-4651" b="-20930"/>
                </a:stretch>
              </a:blipFill>
              <a:ln w="0">
                <a:noFill/>
              </a:ln>
            </p:spPr>
            <p:txBody>
              <a:bodyPr/>
              <a:lstStyle/>
              <a:p>
                <a:r>
                  <a:rPr lang="it-IT">
                    <a:noFill/>
                  </a:rPr>
                  <a:t> </a:t>
                </a:r>
              </a:p>
            </p:txBody>
          </p:sp>
        </mc:Fallback>
      </mc:AlternateContent>
      <p:sp>
        <p:nvSpPr>
          <p:cNvPr id="258" name="continuity_8_1_258">
            <a:extLst>
              <a:ext uri="{FF2B5EF4-FFF2-40B4-BE49-F238E27FC236}">
                <a16:creationId xmlns:a16="http://schemas.microsoft.com/office/drawing/2014/main" id="{4CD7351B-1512-4B99-9EAF-89CFFCA8D50D}"/>
              </a:ext>
            </a:extLst>
          </p:cNvPr>
          <p:cNvSpPr>
            <a:spLocks noGrp="1"/>
          </p:cNvSpPr>
          <p:nvPr/>
        </p:nvSpPr>
        <p:spPr>
          <a:xfrm>
            <a:off x="1571625" y="3333750"/>
            <a:ext cx="358378" cy="476"/>
          </a:xfrm>
          <a:prstGeom prst="line">
            <a:avLst/>
          </a:prstGeom>
          <a:noFill/>
          <a:ln w="13335">
            <a:solidFill>
              <a:srgbClr val="A5AAB0"/>
            </a:solidFill>
            <a:tailEnd type="triangle" w="sm" len="sm"/>
          </a:ln>
        </p:spPr>
        <p:txBody>
          <a:bodyPr/>
          <a:lstStyle/>
          <a:p>
            <a:endParaRPr lang="it-IT"/>
          </a:p>
        </p:txBody>
      </p:sp>
      <p:sp>
        <p:nvSpPr>
          <p:cNvPr id="259" name="continuity_8_1_259">
            <a:extLst>
              <a:ext uri="{FF2B5EF4-FFF2-40B4-BE49-F238E27FC236}">
                <a16:creationId xmlns:a16="http://schemas.microsoft.com/office/drawing/2014/main" id="{7280A3C8-95ED-4C5B-8CA1-078FE4825620}"/>
              </a:ext>
            </a:extLst>
          </p:cNvPr>
          <p:cNvSpPr>
            <a:spLocks noGrp="1"/>
          </p:cNvSpPr>
          <p:nvPr/>
        </p:nvSpPr>
        <p:spPr>
          <a:xfrm>
            <a:off x="3564731"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0" name="continuity_8_1_260" descr="\phi_1(x)">
                <a:extLst>
                  <a:ext uri="{FF2B5EF4-FFF2-40B4-BE49-F238E27FC236}">
                    <a16:creationId xmlns:a16="http://schemas.microsoft.com/office/drawing/2014/main" id="{E80D3AFD-8B6F-44E4-9A98-84AA254FC748}"/>
                  </a:ext>
                </a:extLst>
              </p:cNvPr>
              <p:cNvSpPr>
                <a:spLocks noGrp="1"/>
              </p:cNvSpPr>
              <p:nvPr/>
            </p:nvSpPr>
            <p:spPr>
              <a:xfrm>
                <a:off x="3583781"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60" name="continuity_8_1_260" descr="\phi_1(x)">
                <a:extLst>
                  <a:ext uri="{FF2B5EF4-FFF2-40B4-BE49-F238E27FC236}">
                    <a16:creationId xmlns:a16="http://schemas.microsoft.com/office/drawing/2014/main" id="{E80D3AFD-8B6F-44E4-9A98-84AA254FC748}"/>
                  </a:ext>
                </a:extLst>
              </p:cNvPr>
              <p:cNvSpPr>
                <a:spLocks noGrp="1" noRot="1" noChangeAspect="1" noMove="1" noResize="1" noEditPoints="1" noAdjustHandles="1" noChangeArrowheads="1" noChangeShapeType="1" noTextEdit="1"/>
              </p:cNvSpPr>
              <p:nvPr/>
            </p:nvSpPr>
            <p:spPr>
              <a:xfrm>
                <a:off x="3583781" y="3057525"/>
                <a:ext cx="1123950" cy="276225"/>
              </a:xfrm>
              <a:prstGeom prst="rect">
                <a:avLst/>
              </a:prstGeom>
              <a:blipFill>
                <a:blip r:embed="rId9"/>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1" name="continuity_8_1_261" descr="3">
                <a:extLst>
                  <a:ext uri="{FF2B5EF4-FFF2-40B4-BE49-F238E27FC236}">
                    <a16:creationId xmlns:a16="http://schemas.microsoft.com/office/drawing/2014/main" id="{C8CD4D45-DA8A-4C2C-9EE3-5D200D31F676}"/>
                  </a:ext>
                </a:extLst>
              </p:cNvPr>
              <p:cNvSpPr>
                <a:spLocks noGrp="1"/>
              </p:cNvSpPr>
              <p:nvPr/>
            </p:nvSpPr>
            <p:spPr>
              <a:xfrm>
                <a:off x="3583781"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61" name="continuity_8_1_261" descr="3">
                <a:extLst>
                  <a:ext uri="{FF2B5EF4-FFF2-40B4-BE49-F238E27FC236}">
                    <a16:creationId xmlns:a16="http://schemas.microsoft.com/office/drawing/2014/main" id="{C8CD4D45-DA8A-4C2C-9EE3-5D200D31F676}"/>
                  </a:ext>
                </a:extLst>
              </p:cNvPr>
              <p:cNvSpPr>
                <a:spLocks noGrp="1" noRot="1" noChangeAspect="1" noMove="1" noResize="1" noEditPoints="1" noAdjustHandles="1" noChangeArrowheads="1" noChangeShapeType="1" noTextEdit="1"/>
              </p:cNvSpPr>
              <p:nvPr/>
            </p:nvSpPr>
            <p:spPr>
              <a:xfrm>
                <a:off x="3583781" y="3343275"/>
                <a:ext cx="1123950" cy="257175"/>
              </a:xfrm>
              <a:prstGeom prst="rect">
                <a:avLst/>
              </a:prstGeom>
              <a:blipFill>
                <a:blip r:embed="rId10"/>
                <a:stretch>
                  <a:fillRect t="-4651" b="-20930"/>
                </a:stretch>
              </a:blipFill>
              <a:ln w="0">
                <a:noFill/>
              </a:ln>
            </p:spPr>
            <p:txBody>
              <a:bodyPr/>
              <a:lstStyle/>
              <a:p>
                <a:r>
                  <a:rPr lang="it-IT">
                    <a:noFill/>
                  </a:rPr>
                  <a:t> </a:t>
                </a:r>
              </a:p>
            </p:txBody>
          </p:sp>
        </mc:Fallback>
      </mc:AlternateContent>
      <p:sp>
        <p:nvSpPr>
          <p:cNvPr id="262" name="continuity_8_1_262">
            <a:extLst>
              <a:ext uri="{FF2B5EF4-FFF2-40B4-BE49-F238E27FC236}">
                <a16:creationId xmlns:a16="http://schemas.microsoft.com/office/drawing/2014/main" id="{73324E3E-E759-4D71-B59A-1A504E81CD47}"/>
              </a:ext>
            </a:extLst>
          </p:cNvPr>
          <p:cNvSpPr>
            <a:spLocks noGrp="1"/>
          </p:cNvSpPr>
          <p:nvPr/>
        </p:nvSpPr>
        <p:spPr>
          <a:xfrm>
            <a:off x="3168253" y="3333750"/>
            <a:ext cx="358378" cy="476"/>
          </a:xfrm>
          <a:prstGeom prst="line">
            <a:avLst/>
          </a:prstGeom>
          <a:noFill/>
          <a:ln w="13335">
            <a:solidFill>
              <a:srgbClr val="A5AAB0"/>
            </a:solidFill>
            <a:tailEnd type="triangle" w="sm" len="sm"/>
          </a:ln>
        </p:spPr>
        <p:txBody>
          <a:bodyPr/>
          <a:lstStyle/>
          <a:p>
            <a:endParaRPr lang="it-IT"/>
          </a:p>
        </p:txBody>
      </p:sp>
      <p:sp>
        <p:nvSpPr>
          <p:cNvPr id="263" name="continuity_8_1_263">
            <a:extLst>
              <a:ext uri="{FF2B5EF4-FFF2-40B4-BE49-F238E27FC236}">
                <a16:creationId xmlns:a16="http://schemas.microsoft.com/office/drawing/2014/main" id="{3C778818-889F-47D0-8D1F-BA3539D1062C}"/>
              </a:ext>
            </a:extLst>
          </p:cNvPr>
          <p:cNvSpPr>
            <a:spLocks noGrp="1"/>
          </p:cNvSpPr>
          <p:nvPr/>
        </p:nvSpPr>
        <p:spPr>
          <a:xfrm>
            <a:off x="5313759" y="2781300"/>
            <a:ext cx="857250" cy="209550"/>
          </a:xfrm>
          <a:prstGeom prst="rect">
            <a:avLst/>
          </a:prstGeom>
          <a:noFill/>
          <a:ln w="0">
            <a:noFill/>
          </a:ln>
        </p:spPr>
        <p:txBody>
          <a:bodyPr anchor="ctr">
            <a:noAutofit/>
          </a:bodyPr>
          <a:lstStyle>
            <a:defPPr algn="ctr">
              <a:defRPr sz="1200" b="0">
                <a:solidFill>
                  <a:srgbClr val="1E755E"/>
                </a:solidFill>
                <a:latin typeface="DejaVu Sans"/>
                <a:ea typeface="DejaVu Sans"/>
                <a:cs typeface="DejaVu Sans"/>
              </a:defRPr>
            </a:defPPr>
          </a:lstStyle>
          <a:p>
            <a:pPr algn="ctr">
              <a:defRPr sz="1200" b="0">
                <a:solidFill>
                  <a:srgbClr val="1E755E"/>
                </a:solidFill>
                <a:latin typeface="DejaVu Sans"/>
                <a:ea typeface="DejaVu Sans"/>
                <a:cs typeface="DejaVu Sans"/>
              </a:defRPr>
            </a:pPr>
            <a:r>
              <a:rPr sz="1200" b="0">
                <a:solidFill>
                  <a:srgbClr val="1E755E"/>
                </a:solidFill>
                <a:latin typeface="DejaVu Sans"/>
                <a:ea typeface="DejaVu Sans"/>
                <a:cs typeface="DejaVu Sans"/>
              </a:rPr>
              <a:t>input</a:t>
            </a:r>
          </a:p>
        </p:txBody>
      </p:sp>
      <p:sp>
        <p:nvSpPr>
          <p:cNvPr id="264" name="continuity_8_1_264">
            <a:extLst>
              <a:ext uri="{FF2B5EF4-FFF2-40B4-BE49-F238E27FC236}">
                <a16:creationId xmlns:a16="http://schemas.microsoft.com/office/drawing/2014/main" id="{DD162338-F365-4AB9-9BCA-23AD008FEBA3}"/>
              </a:ext>
            </a:extLst>
          </p:cNvPr>
          <p:cNvSpPr>
            <a:spLocks noGrp="1"/>
          </p:cNvSpPr>
          <p:nvPr/>
        </p:nvSpPr>
        <p:spPr>
          <a:xfrm>
            <a:off x="5161359" y="3028950"/>
            <a:ext cx="1162050" cy="609600"/>
          </a:xfrm>
          <a:prstGeom prst="roundRect">
            <a:avLst>
              <a:gd name="adj" fmla="val 5000"/>
            </a:avLst>
          </a:prstGeom>
          <a:solidFill>
            <a:srgbClr val="FFFFFF"/>
          </a:solidFill>
          <a:ln w="14288">
            <a:solidFill>
              <a:srgbClr val="1E755E"/>
            </a:solidFill>
          </a:ln>
        </p:spPr>
        <p:txBody>
          <a:bodyPr/>
          <a:lstStyle/>
          <a:p>
            <a:endParaRPr lang="it-IT"/>
          </a:p>
        </p:txBody>
      </p:sp>
      <mc:AlternateContent xmlns:mc="http://schemas.openxmlformats.org/markup-compatibility/2006" xmlns:a14="http://schemas.microsoft.com/office/drawing/2010/main">
        <mc:Choice Requires="a14">
          <p:sp>
            <p:nvSpPr>
              <p:cNvPr id="265" name="continuity_8_1_265" descr="a_2(x)">
                <a:extLst>
                  <a:ext uri="{FF2B5EF4-FFF2-40B4-BE49-F238E27FC236}">
                    <a16:creationId xmlns:a16="http://schemas.microsoft.com/office/drawing/2014/main" id="{F0DF3A86-00FF-4FFE-905B-A74927449986}"/>
                  </a:ext>
                </a:extLst>
              </p:cNvPr>
              <p:cNvSpPr>
                <a:spLocks noGrp="1"/>
              </p:cNvSpPr>
              <p:nvPr/>
            </p:nvSpPr>
            <p:spPr>
              <a:xfrm>
                <a:off x="5180409"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65" name="continuity_8_1_265" descr="a_2(x)">
                <a:extLst>
                  <a:ext uri="{FF2B5EF4-FFF2-40B4-BE49-F238E27FC236}">
                    <a16:creationId xmlns:a16="http://schemas.microsoft.com/office/drawing/2014/main" id="{F0DF3A86-00FF-4FFE-905B-A74927449986}"/>
                  </a:ext>
                </a:extLst>
              </p:cNvPr>
              <p:cNvSpPr>
                <a:spLocks noGrp="1" noRot="1" noChangeAspect="1" noMove="1" noResize="1" noEditPoints="1" noAdjustHandles="1" noChangeArrowheads="1" noChangeShapeType="1" noTextEdit="1"/>
              </p:cNvSpPr>
              <p:nvPr/>
            </p:nvSpPr>
            <p:spPr>
              <a:xfrm>
                <a:off x="5180409" y="3057525"/>
                <a:ext cx="1123950" cy="276225"/>
              </a:xfrm>
              <a:prstGeom prst="rect">
                <a:avLst/>
              </a:prstGeom>
              <a:blipFill>
                <a:blip r:embed="rId11"/>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6" name="continuity_8_1_266" descr="5">
                <a:extLst>
                  <a:ext uri="{FF2B5EF4-FFF2-40B4-BE49-F238E27FC236}">
                    <a16:creationId xmlns:a16="http://schemas.microsoft.com/office/drawing/2014/main" id="{2176AC04-4591-481A-BC6F-DBBAB4958355}"/>
                  </a:ext>
                </a:extLst>
              </p:cNvPr>
              <p:cNvSpPr>
                <a:spLocks noGrp="1"/>
              </p:cNvSpPr>
              <p:nvPr/>
            </p:nvSpPr>
            <p:spPr>
              <a:xfrm>
                <a:off x="5180409"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266" name="continuity_8_1_266" descr="5">
                <a:extLst>
                  <a:ext uri="{FF2B5EF4-FFF2-40B4-BE49-F238E27FC236}">
                    <a16:creationId xmlns:a16="http://schemas.microsoft.com/office/drawing/2014/main" id="{2176AC04-4591-481A-BC6F-DBBAB4958355}"/>
                  </a:ext>
                </a:extLst>
              </p:cNvPr>
              <p:cNvSpPr>
                <a:spLocks noGrp="1" noRot="1" noChangeAspect="1" noMove="1" noResize="1" noEditPoints="1" noAdjustHandles="1" noChangeArrowheads="1" noChangeShapeType="1" noTextEdit="1"/>
              </p:cNvSpPr>
              <p:nvPr/>
            </p:nvSpPr>
            <p:spPr>
              <a:xfrm>
                <a:off x="5180409" y="3343275"/>
                <a:ext cx="1123950" cy="257175"/>
              </a:xfrm>
              <a:prstGeom prst="rect">
                <a:avLst/>
              </a:prstGeom>
              <a:blipFill>
                <a:blip r:embed="rId12"/>
                <a:stretch>
                  <a:fillRect t="-6977" b="-20930"/>
                </a:stretch>
              </a:blipFill>
              <a:ln w="0">
                <a:noFill/>
              </a:ln>
            </p:spPr>
            <p:txBody>
              <a:bodyPr/>
              <a:lstStyle/>
              <a:p>
                <a:r>
                  <a:rPr lang="it-IT">
                    <a:noFill/>
                  </a:rPr>
                  <a:t> </a:t>
                </a:r>
              </a:p>
            </p:txBody>
          </p:sp>
        </mc:Fallback>
      </mc:AlternateContent>
      <p:sp>
        <p:nvSpPr>
          <p:cNvPr id="267" name="continuity_8_1_267">
            <a:extLst>
              <a:ext uri="{FF2B5EF4-FFF2-40B4-BE49-F238E27FC236}">
                <a16:creationId xmlns:a16="http://schemas.microsoft.com/office/drawing/2014/main" id="{A7EE7F11-943B-4590-8BA4-2B49D741E169}"/>
              </a:ext>
            </a:extLst>
          </p:cNvPr>
          <p:cNvSpPr>
            <a:spLocks noGrp="1"/>
          </p:cNvSpPr>
          <p:nvPr/>
        </p:nvSpPr>
        <p:spPr>
          <a:xfrm>
            <a:off x="4764881" y="3333750"/>
            <a:ext cx="358378" cy="476"/>
          </a:xfrm>
          <a:prstGeom prst="line">
            <a:avLst/>
          </a:prstGeom>
          <a:noFill/>
          <a:ln w="13335">
            <a:solidFill>
              <a:srgbClr val="A5AAB0"/>
            </a:solidFill>
            <a:tailEnd type="triangle" w="sm" len="sm"/>
          </a:ln>
        </p:spPr>
        <p:txBody>
          <a:bodyPr/>
          <a:lstStyle/>
          <a:p>
            <a:endParaRPr lang="it-IT"/>
          </a:p>
        </p:txBody>
      </p:sp>
      <p:sp>
        <p:nvSpPr>
          <p:cNvPr id="268" name="continuity_8_1_268">
            <a:extLst>
              <a:ext uri="{FF2B5EF4-FFF2-40B4-BE49-F238E27FC236}">
                <a16:creationId xmlns:a16="http://schemas.microsoft.com/office/drawing/2014/main" id="{6852BC18-D2C2-497A-81A2-78DF6C0BF7A7}"/>
              </a:ext>
            </a:extLst>
          </p:cNvPr>
          <p:cNvSpPr>
            <a:spLocks noGrp="1"/>
          </p:cNvSpPr>
          <p:nvPr/>
        </p:nvSpPr>
        <p:spPr>
          <a:xfrm>
            <a:off x="6757988"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9" name="continuity_8_1_269" descr="\phi_2(x)">
                <a:extLst>
                  <a:ext uri="{FF2B5EF4-FFF2-40B4-BE49-F238E27FC236}">
                    <a16:creationId xmlns:a16="http://schemas.microsoft.com/office/drawing/2014/main" id="{D29861AD-45AC-4A09-9BAB-9B5D3D4AB2C2}"/>
                  </a:ext>
                </a:extLst>
              </p:cNvPr>
              <p:cNvSpPr>
                <a:spLocks noGrp="1"/>
              </p:cNvSpPr>
              <p:nvPr/>
            </p:nvSpPr>
            <p:spPr>
              <a:xfrm>
                <a:off x="6777038"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69" name="continuity_8_1_269" descr="\phi_2(x)">
                <a:extLst>
                  <a:ext uri="{FF2B5EF4-FFF2-40B4-BE49-F238E27FC236}">
                    <a16:creationId xmlns:a16="http://schemas.microsoft.com/office/drawing/2014/main" id="{D29861AD-45AC-4A09-9BAB-9B5D3D4AB2C2}"/>
                  </a:ext>
                </a:extLst>
              </p:cNvPr>
              <p:cNvSpPr>
                <a:spLocks noGrp="1" noRot="1" noChangeAspect="1" noMove="1" noResize="1" noEditPoints="1" noAdjustHandles="1" noChangeArrowheads="1" noChangeShapeType="1" noTextEdit="1"/>
              </p:cNvSpPr>
              <p:nvPr/>
            </p:nvSpPr>
            <p:spPr>
              <a:xfrm>
                <a:off x="6777038" y="3057525"/>
                <a:ext cx="1123950" cy="276225"/>
              </a:xfrm>
              <a:prstGeom prst="rect">
                <a:avLst/>
              </a:prstGeom>
              <a:blipFill>
                <a:blip r:embed="rId13"/>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0" name="continuity_8_1_270" descr="5">
                <a:extLst>
                  <a:ext uri="{FF2B5EF4-FFF2-40B4-BE49-F238E27FC236}">
                    <a16:creationId xmlns:a16="http://schemas.microsoft.com/office/drawing/2014/main" id="{22AAE654-6652-4082-B2FD-828AFEC6AB9E}"/>
                  </a:ext>
                </a:extLst>
              </p:cNvPr>
              <p:cNvSpPr>
                <a:spLocks noGrp="1"/>
              </p:cNvSpPr>
              <p:nvPr/>
            </p:nvSpPr>
            <p:spPr>
              <a:xfrm>
                <a:off x="6777038"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270" name="continuity_8_1_270" descr="5">
                <a:extLst>
                  <a:ext uri="{FF2B5EF4-FFF2-40B4-BE49-F238E27FC236}">
                    <a16:creationId xmlns:a16="http://schemas.microsoft.com/office/drawing/2014/main" id="{22AAE654-6652-4082-B2FD-828AFEC6AB9E}"/>
                  </a:ext>
                </a:extLst>
              </p:cNvPr>
              <p:cNvSpPr>
                <a:spLocks noGrp="1" noRot="1" noChangeAspect="1" noMove="1" noResize="1" noEditPoints="1" noAdjustHandles="1" noChangeArrowheads="1" noChangeShapeType="1" noTextEdit="1"/>
              </p:cNvSpPr>
              <p:nvPr/>
            </p:nvSpPr>
            <p:spPr>
              <a:xfrm>
                <a:off x="6777038" y="3343275"/>
                <a:ext cx="1123950" cy="257175"/>
              </a:xfrm>
              <a:prstGeom prst="rect">
                <a:avLst/>
              </a:prstGeom>
              <a:blipFill>
                <a:blip r:embed="rId14"/>
                <a:stretch>
                  <a:fillRect t="-6977" b="-20930"/>
                </a:stretch>
              </a:blipFill>
              <a:ln w="0">
                <a:noFill/>
              </a:ln>
            </p:spPr>
            <p:txBody>
              <a:bodyPr/>
              <a:lstStyle/>
              <a:p>
                <a:r>
                  <a:rPr lang="it-IT">
                    <a:noFill/>
                  </a:rPr>
                  <a:t> </a:t>
                </a:r>
              </a:p>
            </p:txBody>
          </p:sp>
        </mc:Fallback>
      </mc:AlternateContent>
      <p:sp>
        <p:nvSpPr>
          <p:cNvPr id="271" name="continuity_8_1_271">
            <a:extLst>
              <a:ext uri="{FF2B5EF4-FFF2-40B4-BE49-F238E27FC236}">
                <a16:creationId xmlns:a16="http://schemas.microsoft.com/office/drawing/2014/main" id="{9AAB9D32-5300-4F0D-891D-9A6FB5D67586}"/>
              </a:ext>
            </a:extLst>
          </p:cNvPr>
          <p:cNvSpPr>
            <a:spLocks noGrp="1"/>
          </p:cNvSpPr>
          <p:nvPr/>
        </p:nvSpPr>
        <p:spPr>
          <a:xfrm>
            <a:off x="6361509" y="3333750"/>
            <a:ext cx="358378" cy="476"/>
          </a:xfrm>
          <a:prstGeom prst="line">
            <a:avLst/>
          </a:prstGeom>
          <a:noFill/>
          <a:ln w="13335">
            <a:solidFill>
              <a:srgbClr val="A5AAB0"/>
            </a:solidFill>
            <a:tailEnd type="triangle" w="sm" len="sm"/>
          </a:ln>
        </p:spPr>
        <p:txBody>
          <a:bodyPr/>
          <a:lstStyle/>
          <a:p>
            <a:endParaRPr lang="it-IT"/>
          </a:p>
        </p:txBody>
      </p:sp>
      <p:sp>
        <p:nvSpPr>
          <p:cNvPr id="272" name="continuity_8_1_272">
            <a:extLst>
              <a:ext uri="{FF2B5EF4-FFF2-40B4-BE49-F238E27FC236}">
                <a16:creationId xmlns:a16="http://schemas.microsoft.com/office/drawing/2014/main" id="{756BE72A-07B8-431B-AD5A-BFE35484C532}"/>
              </a:ext>
            </a:extLst>
          </p:cNvPr>
          <p:cNvSpPr>
            <a:spLocks noGrp="1"/>
          </p:cNvSpPr>
          <p:nvPr/>
        </p:nvSpPr>
        <p:spPr>
          <a:xfrm>
            <a:off x="8507016" y="2781300"/>
            <a:ext cx="857250" cy="209550"/>
          </a:xfrm>
          <a:prstGeom prst="rect">
            <a:avLst/>
          </a:prstGeom>
          <a:noFill/>
          <a:ln w="0">
            <a:noFill/>
          </a:ln>
        </p:spPr>
        <p:txBody>
          <a:bodyPr anchor="ctr">
            <a:noAutofit/>
          </a:bodyPr>
          <a:lstStyle>
            <a:defPPr algn="ctr">
              <a:defRPr sz="1200" b="0">
                <a:solidFill>
                  <a:srgbClr val="A25914"/>
                </a:solidFill>
                <a:latin typeface="DejaVu Sans"/>
                <a:ea typeface="DejaVu Sans"/>
                <a:cs typeface="DejaVu Sans"/>
              </a:defRPr>
            </a:defPPr>
          </a:lstStyle>
          <a:p>
            <a:pPr algn="ctr">
              <a:defRPr sz="1200" b="0">
                <a:solidFill>
                  <a:srgbClr val="A25914"/>
                </a:solidFill>
                <a:latin typeface="DejaVu Sans"/>
                <a:ea typeface="DejaVu Sans"/>
                <a:cs typeface="DejaVu Sans"/>
              </a:defRPr>
            </a:pPr>
            <a:r>
              <a:rPr sz="1200" b="0">
                <a:solidFill>
                  <a:srgbClr val="A25914"/>
                </a:solidFill>
                <a:latin typeface="DejaVu Sans"/>
                <a:ea typeface="DejaVu Sans"/>
                <a:cs typeface="DejaVu Sans"/>
              </a:rPr>
              <a:t>input</a:t>
            </a:r>
          </a:p>
        </p:txBody>
      </p:sp>
      <p:sp>
        <p:nvSpPr>
          <p:cNvPr id="273" name="continuity_8_1_273">
            <a:extLst>
              <a:ext uri="{FF2B5EF4-FFF2-40B4-BE49-F238E27FC236}">
                <a16:creationId xmlns:a16="http://schemas.microsoft.com/office/drawing/2014/main" id="{B5B47C69-C00B-446A-9BE8-72A35DDF0FB5}"/>
              </a:ext>
            </a:extLst>
          </p:cNvPr>
          <p:cNvSpPr>
            <a:spLocks noGrp="1"/>
          </p:cNvSpPr>
          <p:nvPr/>
        </p:nvSpPr>
        <p:spPr>
          <a:xfrm>
            <a:off x="8354616" y="3028950"/>
            <a:ext cx="1162050" cy="609600"/>
          </a:xfrm>
          <a:prstGeom prst="roundRect">
            <a:avLst>
              <a:gd name="adj" fmla="val 5000"/>
            </a:avLst>
          </a:prstGeom>
          <a:solidFill>
            <a:srgbClr val="FFFFFF"/>
          </a:solidFill>
          <a:ln w="14288">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274" name="continuity_8_1_274" descr="a_3(x)">
                <a:extLst>
                  <a:ext uri="{FF2B5EF4-FFF2-40B4-BE49-F238E27FC236}">
                    <a16:creationId xmlns:a16="http://schemas.microsoft.com/office/drawing/2014/main" id="{2FDB11FF-7030-47E8-A716-FFC1630373BF}"/>
                  </a:ext>
                </a:extLst>
              </p:cNvPr>
              <p:cNvSpPr>
                <a:spLocks noGrp="1"/>
              </p:cNvSpPr>
              <p:nvPr/>
            </p:nvSpPr>
            <p:spPr>
              <a:xfrm>
                <a:off x="8373666"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3</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74" name="continuity_8_1_274" descr="a_3(x)">
                <a:extLst>
                  <a:ext uri="{FF2B5EF4-FFF2-40B4-BE49-F238E27FC236}">
                    <a16:creationId xmlns:a16="http://schemas.microsoft.com/office/drawing/2014/main" id="{2FDB11FF-7030-47E8-A716-FFC1630373BF}"/>
                  </a:ext>
                </a:extLst>
              </p:cNvPr>
              <p:cNvSpPr>
                <a:spLocks noGrp="1" noRot="1" noChangeAspect="1" noMove="1" noResize="1" noEditPoints="1" noAdjustHandles="1" noChangeArrowheads="1" noChangeShapeType="1" noTextEdit="1"/>
              </p:cNvSpPr>
              <p:nvPr/>
            </p:nvSpPr>
            <p:spPr>
              <a:xfrm>
                <a:off x="8373666" y="3057525"/>
                <a:ext cx="1123950" cy="276225"/>
              </a:xfrm>
              <a:prstGeom prst="rect">
                <a:avLst/>
              </a:prstGeom>
              <a:blipFill>
                <a:blip r:embed="rId15"/>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5" name="continuity_8_1_275" descr="-3">
                <a:extLst>
                  <a:ext uri="{FF2B5EF4-FFF2-40B4-BE49-F238E27FC236}">
                    <a16:creationId xmlns:a16="http://schemas.microsoft.com/office/drawing/2014/main" id="{870A51A2-7E39-417B-BDA6-ACD2AA7B0021}"/>
                  </a:ext>
                </a:extLst>
              </p:cNvPr>
              <p:cNvSpPr>
                <a:spLocks noGrp="1"/>
              </p:cNvSpPr>
              <p:nvPr/>
            </p:nvSpPr>
            <p:spPr>
              <a:xfrm>
                <a:off x="8373666"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75" name="continuity_8_1_275" descr="-3">
                <a:extLst>
                  <a:ext uri="{FF2B5EF4-FFF2-40B4-BE49-F238E27FC236}">
                    <a16:creationId xmlns:a16="http://schemas.microsoft.com/office/drawing/2014/main" id="{870A51A2-7E39-417B-BDA6-ACD2AA7B0021}"/>
                  </a:ext>
                </a:extLst>
              </p:cNvPr>
              <p:cNvSpPr>
                <a:spLocks noGrp="1" noRot="1" noChangeAspect="1" noMove="1" noResize="1" noEditPoints="1" noAdjustHandles="1" noChangeArrowheads="1" noChangeShapeType="1" noTextEdit="1"/>
              </p:cNvSpPr>
              <p:nvPr/>
            </p:nvSpPr>
            <p:spPr>
              <a:xfrm>
                <a:off x="8373666" y="3343275"/>
                <a:ext cx="1123950" cy="257175"/>
              </a:xfrm>
              <a:prstGeom prst="rect">
                <a:avLst/>
              </a:prstGeom>
              <a:blipFill>
                <a:blip r:embed="rId16"/>
                <a:stretch>
                  <a:fillRect t="-4651" b="-20930"/>
                </a:stretch>
              </a:blipFill>
              <a:ln w="0">
                <a:noFill/>
              </a:ln>
            </p:spPr>
            <p:txBody>
              <a:bodyPr/>
              <a:lstStyle/>
              <a:p>
                <a:r>
                  <a:rPr lang="it-IT">
                    <a:noFill/>
                  </a:rPr>
                  <a:t> </a:t>
                </a:r>
              </a:p>
            </p:txBody>
          </p:sp>
        </mc:Fallback>
      </mc:AlternateContent>
      <p:sp>
        <p:nvSpPr>
          <p:cNvPr id="276" name="continuity_8_1_276">
            <a:extLst>
              <a:ext uri="{FF2B5EF4-FFF2-40B4-BE49-F238E27FC236}">
                <a16:creationId xmlns:a16="http://schemas.microsoft.com/office/drawing/2014/main" id="{4B97198A-F8BF-4F89-B923-175C9F71FBED}"/>
              </a:ext>
            </a:extLst>
          </p:cNvPr>
          <p:cNvSpPr>
            <a:spLocks noGrp="1"/>
          </p:cNvSpPr>
          <p:nvPr/>
        </p:nvSpPr>
        <p:spPr>
          <a:xfrm>
            <a:off x="7958138" y="3333750"/>
            <a:ext cx="358378" cy="476"/>
          </a:xfrm>
          <a:prstGeom prst="line">
            <a:avLst/>
          </a:prstGeom>
          <a:noFill/>
          <a:ln w="13335">
            <a:solidFill>
              <a:srgbClr val="A5AAB0"/>
            </a:solidFill>
            <a:tailEnd type="triangle" w="sm" len="sm"/>
          </a:ln>
        </p:spPr>
        <p:txBody>
          <a:bodyPr/>
          <a:lstStyle/>
          <a:p>
            <a:endParaRPr lang="it-IT"/>
          </a:p>
        </p:txBody>
      </p:sp>
      <p:sp>
        <p:nvSpPr>
          <p:cNvPr id="277" name="continuity_8_1_277">
            <a:extLst>
              <a:ext uri="{FF2B5EF4-FFF2-40B4-BE49-F238E27FC236}">
                <a16:creationId xmlns:a16="http://schemas.microsoft.com/office/drawing/2014/main" id="{831D34B9-7871-4FC5-B8DF-C247322AACB5}"/>
              </a:ext>
            </a:extLst>
          </p:cNvPr>
          <p:cNvSpPr>
            <a:spLocks noGrp="1"/>
          </p:cNvSpPr>
          <p:nvPr/>
        </p:nvSpPr>
        <p:spPr>
          <a:xfrm>
            <a:off x="9951244"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8" name="continuity_8_1_278" descr="\mathcal{L}_{\mathrm{sq}}">
                <a:extLst>
                  <a:ext uri="{FF2B5EF4-FFF2-40B4-BE49-F238E27FC236}">
                    <a16:creationId xmlns:a16="http://schemas.microsoft.com/office/drawing/2014/main" id="{ABE745B0-721A-4552-931F-697E12F02554}"/>
                  </a:ext>
                </a:extLst>
              </p:cNvPr>
              <p:cNvSpPr>
                <a:spLocks noGrp="1"/>
              </p:cNvSpPr>
              <p:nvPr/>
            </p:nvSpPr>
            <p:spPr>
              <a:xfrm>
                <a:off x="9970294"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ℒ</m:t>
                          </m:r>
                        </m:e>
                        <m:sub>
                          <m:r>
                            <m:rPr>
                              <m:sty m:val="p"/>
                            </m:rPr>
                            <a:rPr lang="en-GB" sz="1900">
                              <a:solidFill>
                                <a:srgbClr val="25313F"/>
                              </a:solidFill>
                              <a:latin typeface="Cambria Math"/>
                              <a:ea typeface="Cambria Math"/>
                              <a:cs typeface="Cambria Math"/>
                            </a:rPr>
                            <m:t>sq</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𝛉</m:t>
                          </m:r>
                        </m:e>
                      </m:d>
                    </m:oMath>
                  </m:oMathPara>
                </a14:m>
                <a:endParaRPr lang="en-GB" sz="1900"/>
              </a:p>
            </p:txBody>
          </p:sp>
        </mc:Choice>
        <mc:Fallback xmlns="">
          <p:sp>
            <p:nvSpPr>
              <p:cNvPr id="278" name="continuity_8_1_278" descr="\mathcal{L}_{\mathrm{sq}}">
                <a:extLst>
                  <a:ext uri="{FF2B5EF4-FFF2-40B4-BE49-F238E27FC236}">
                    <a16:creationId xmlns:a16="http://schemas.microsoft.com/office/drawing/2014/main" id="{ABE745B0-721A-4552-931F-697E12F02554}"/>
                  </a:ext>
                </a:extLst>
              </p:cNvPr>
              <p:cNvSpPr>
                <a:spLocks noGrp="1" noRot="1" noChangeAspect="1" noMove="1" noResize="1" noEditPoints="1" noAdjustHandles="1" noChangeArrowheads="1" noChangeShapeType="1" noTextEdit="1"/>
              </p:cNvSpPr>
              <p:nvPr/>
            </p:nvSpPr>
            <p:spPr>
              <a:xfrm>
                <a:off x="9970294" y="3057525"/>
                <a:ext cx="1123950" cy="276225"/>
              </a:xfrm>
              <a:prstGeom prst="rect">
                <a:avLst/>
              </a:prstGeom>
              <a:blipFill>
                <a:blip r:embed="rId17"/>
                <a:stretch>
                  <a:fillRect b="-3111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9" name="continuity_8_1_279" descr="1">
                <a:extLst>
                  <a:ext uri="{FF2B5EF4-FFF2-40B4-BE49-F238E27FC236}">
                    <a16:creationId xmlns:a16="http://schemas.microsoft.com/office/drawing/2014/main" id="{D985229D-AF65-4C7A-AAC3-603A75F180B6}"/>
                  </a:ext>
                </a:extLst>
              </p:cNvPr>
              <p:cNvSpPr>
                <a:spLocks noGrp="1"/>
              </p:cNvSpPr>
              <p:nvPr/>
            </p:nvSpPr>
            <p:spPr>
              <a:xfrm>
                <a:off x="9970294"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1</m:t>
                      </m:r>
                    </m:oMath>
                  </m:oMathPara>
                </a14:m>
                <a:endParaRPr lang="en-GB" sz="2100"/>
              </a:p>
            </p:txBody>
          </p:sp>
        </mc:Choice>
        <mc:Fallback xmlns="">
          <p:sp>
            <p:nvSpPr>
              <p:cNvPr id="279" name="continuity_8_1_279" descr="1">
                <a:extLst>
                  <a:ext uri="{FF2B5EF4-FFF2-40B4-BE49-F238E27FC236}">
                    <a16:creationId xmlns:a16="http://schemas.microsoft.com/office/drawing/2014/main" id="{D985229D-AF65-4C7A-AAC3-603A75F180B6}"/>
                  </a:ext>
                </a:extLst>
              </p:cNvPr>
              <p:cNvSpPr>
                <a:spLocks noGrp="1" noRot="1" noChangeAspect="1" noMove="1" noResize="1" noEditPoints="1" noAdjustHandles="1" noChangeArrowheads="1" noChangeShapeType="1" noTextEdit="1"/>
              </p:cNvSpPr>
              <p:nvPr/>
            </p:nvSpPr>
            <p:spPr>
              <a:xfrm>
                <a:off x="9970294" y="3343275"/>
                <a:ext cx="1123950" cy="257175"/>
              </a:xfrm>
              <a:prstGeom prst="rect">
                <a:avLst/>
              </a:prstGeom>
              <a:blipFill>
                <a:blip r:embed="rId18"/>
                <a:stretch>
                  <a:fillRect t="-4651" b="-20930"/>
                </a:stretch>
              </a:blipFill>
              <a:ln w="0">
                <a:noFill/>
              </a:ln>
            </p:spPr>
            <p:txBody>
              <a:bodyPr/>
              <a:lstStyle/>
              <a:p>
                <a:r>
                  <a:rPr lang="it-IT">
                    <a:noFill/>
                  </a:rPr>
                  <a:t> </a:t>
                </a:r>
              </a:p>
            </p:txBody>
          </p:sp>
        </mc:Fallback>
      </mc:AlternateContent>
      <p:sp>
        <p:nvSpPr>
          <p:cNvPr id="280" name="continuity_8_1_280">
            <a:extLst>
              <a:ext uri="{FF2B5EF4-FFF2-40B4-BE49-F238E27FC236}">
                <a16:creationId xmlns:a16="http://schemas.microsoft.com/office/drawing/2014/main" id="{24969956-212C-44B5-9F62-ADD62517DA37}"/>
              </a:ext>
            </a:extLst>
          </p:cNvPr>
          <p:cNvSpPr>
            <a:spLocks noGrp="1"/>
          </p:cNvSpPr>
          <p:nvPr/>
        </p:nvSpPr>
        <p:spPr>
          <a:xfrm>
            <a:off x="9554766" y="3333750"/>
            <a:ext cx="358378" cy="476"/>
          </a:xfrm>
          <a:prstGeom prst="line">
            <a:avLst/>
          </a:prstGeom>
          <a:noFill/>
          <a:ln w="13335">
            <a:solidFill>
              <a:srgbClr val="A5AAB0"/>
            </a:solidFill>
            <a:tailEnd type="triangle" w="sm" len="sm"/>
          </a:ln>
        </p:spPr>
        <p:txBody>
          <a:bodyPr/>
          <a:lstStyle/>
          <a:p>
            <a:endParaRPr lang="it-IT"/>
          </a:p>
        </p:txBody>
      </p:sp>
      <p:sp>
        <p:nvSpPr>
          <p:cNvPr id="281" name="continuity_8_1_281">
            <a:extLst>
              <a:ext uri="{FF2B5EF4-FFF2-40B4-BE49-F238E27FC236}">
                <a16:creationId xmlns:a16="http://schemas.microsoft.com/office/drawing/2014/main" id="{4DBF57BC-9DC9-4E3B-868F-0D0D7E4BA2D9}"/>
              </a:ext>
            </a:extLst>
          </p:cNvPr>
          <p:cNvSpPr>
            <a:spLocks noGrp="1"/>
          </p:cNvSpPr>
          <p:nvPr/>
        </p:nvSpPr>
        <p:spPr>
          <a:xfrm>
            <a:off x="161424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2" name="continuity_8_1_282" descr="w_1=1">
                <a:extLst>
                  <a:ext uri="{FF2B5EF4-FFF2-40B4-BE49-F238E27FC236}">
                    <a16:creationId xmlns:a16="http://schemas.microsoft.com/office/drawing/2014/main" id="{359FADE4-F584-4303-82CF-C005A77830FE}"/>
                  </a:ext>
                </a:extLst>
              </p:cNvPr>
              <p:cNvSpPr>
                <a:spLocks noGrp="1"/>
              </p:cNvSpPr>
              <p:nvPr/>
            </p:nvSpPr>
            <p:spPr>
              <a:xfrm>
                <a:off x="163329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82" name="continuity_8_1_282" descr="w_1=1">
                <a:extLst>
                  <a:ext uri="{FF2B5EF4-FFF2-40B4-BE49-F238E27FC236}">
                    <a16:creationId xmlns:a16="http://schemas.microsoft.com/office/drawing/2014/main" id="{359FADE4-F584-4303-82CF-C005A77830FE}"/>
                  </a:ext>
                </a:extLst>
              </p:cNvPr>
              <p:cNvSpPr>
                <a:spLocks noGrp="1" noRot="1" noChangeAspect="1" noMove="1" noResize="1" noEditPoints="1" noAdjustHandles="1" noChangeArrowheads="1" noChangeShapeType="1" noTextEdit="1"/>
              </p:cNvSpPr>
              <p:nvPr/>
            </p:nvSpPr>
            <p:spPr>
              <a:xfrm>
                <a:off x="1633299" y="3844290"/>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283" name="continuity_8_1_283">
            <a:extLst>
              <a:ext uri="{FF2B5EF4-FFF2-40B4-BE49-F238E27FC236}">
                <a16:creationId xmlns:a16="http://schemas.microsoft.com/office/drawing/2014/main" id="{DF1F3272-9401-4E9D-9D70-D0A3D9DAC580}"/>
              </a:ext>
            </a:extLst>
          </p:cNvPr>
          <p:cNvSpPr>
            <a:spLocks noGrp="1"/>
          </p:cNvSpPr>
          <p:nvPr/>
        </p:nvSpPr>
        <p:spPr>
          <a:xfrm flipV="1">
            <a:off x="2052399" y="3667125"/>
            <a:ext cx="391954" cy="158115"/>
          </a:xfrm>
          <a:prstGeom prst="line">
            <a:avLst/>
          </a:prstGeom>
          <a:noFill/>
          <a:ln w="12383">
            <a:solidFill>
              <a:srgbClr val="A5AAB0"/>
            </a:solidFill>
            <a:tailEnd type="triangle" w="sm" len="sm"/>
          </a:ln>
        </p:spPr>
        <p:txBody>
          <a:bodyPr/>
          <a:lstStyle/>
          <a:p>
            <a:endParaRPr lang="it-IT"/>
          </a:p>
        </p:txBody>
      </p:sp>
      <p:sp>
        <p:nvSpPr>
          <p:cNvPr id="284" name="continuity_8_1_284">
            <a:extLst>
              <a:ext uri="{FF2B5EF4-FFF2-40B4-BE49-F238E27FC236}">
                <a16:creationId xmlns:a16="http://schemas.microsoft.com/office/drawing/2014/main" id="{39F71F32-3CD6-47A3-A7CF-4EADD24569F1}"/>
              </a:ext>
            </a:extLst>
          </p:cNvPr>
          <p:cNvSpPr>
            <a:spLocks noGrp="1"/>
          </p:cNvSpPr>
          <p:nvPr/>
        </p:nvSpPr>
        <p:spPr>
          <a:xfrm>
            <a:off x="2607707"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5" name="continuity_8_1_285" descr="b_1=1">
                <a:extLst>
                  <a:ext uri="{FF2B5EF4-FFF2-40B4-BE49-F238E27FC236}">
                    <a16:creationId xmlns:a16="http://schemas.microsoft.com/office/drawing/2014/main" id="{2A00F32F-10E1-4A8F-8ADF-5B9217AB3D98}"/>
                  </a:ext>
                </a:extLst>
              </p:cNvPr>
              <p:cNvSpPr>
                <a:spLocks noGrp="1"/>
              </p:cNvSpPr>
              <p:nvPr/>
            </p:nvSpPr>
            <p:spPr>
              <a:xfrm>
                <a:off x="2626757"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85" name="continuity_8_1_285" descr="b_1=1">
                <a:extLst>
                  <a:ext uri="{FF2B5EF4-FFF2-40B4-BE49-F238E27FC236}">
                    <a16:creationId xmlns:a16="http://schemas.microsoft.com/office/drawing/2014/main" id="{2A00F32F-10E1-4A8F-8ADF-5B9217AB3D98}"/>
                  </a:ext>
                </a:extLst>
              </p:cNvPr>
              <p:cNvSpPr>
                <a:spLocks noGrp="1" noRot="1" noChangeAspect="1" noMove="1" noResize="1" noEditPoints="1" noAdjustHandles="1" noChangeArrowheads="1" noChangeShapeType="1" noTextEdit="1"/>
              </p:cNvSpPr>
              <p:nvPr/>
            </p:nvSpPr>
            <p:spPr>
              <a:xfrm>
                <a:off x="2626757" y="3844290"/>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286" name="continuity_8_1_286">
            <a:extLst>
              <a:ext uri="{FF2B5EF4-FFF2-40B4-BE49-F238E27FC236}">
                <a16:creationId xmlns:a16="http://schemas.microsoft.com/office/drawing/2014/main" id="{F96E60BF-B802-4C6C-92E0-5815C32FC6D8}"/>
              </a:ext>
            </a:extLst>
          </p:cNvPr>
          <p:cNvSpPr>
            <a:spLocks noGrp="1"/>
          </p:cNvSpPr>
          <p:nvPr/>
        </p:nvSpPr>
        <p:spPr>
          <a:xfrm flipH="1" flipV="1">
            <a:off x="2653903" y="3667125"/>
            <a:ext cx="391954" cy="158115"/>
          </a:xfrm>
          <a:prstGeom prst="line">
            <a:avLst/>
          </a:prstGeom>
          <a:noFill/>
          <a:ln w="12383">
            <a:solidFill>
              <a:srgbClr val="A5AAB0"/>
            </a:solidFill>
            <a:tailEnd type="triangle" w="sm" len="sm"/>
          </a:ln>
        </p:spPr>
        <p:txBody>
          <a:bodyPr/>
          <a:lstStyle/>
          <a:p>
            <a:endParaRPr lang="it-IT"/>
          </a:p>
        </p:txBody>
      </p:sp>
      <p:sp>
        <p:nvSpPr>
          <p:cNvPr id="287" name="continuity_8_1_287">
            <a:extLst>
              <a:ext uri="{FF2B5EF4-FFF2-40B4-BE49-F238E27FC236}">
                <a16:creationId xmlns:a16="http://schemas.microsoft.com/office/drawing/2014/main" id="{05E1FB65-1D77-443E-A876-18AEB19A97A9}"/>
              </a:ext>
            </a:extLst>
          </p:cNvPr>
          <p:cNvSpPr>
            <a:spLocks noGrp="1"/>
          </p:cNvSpPr>
          <p:nvPr/>
        </p:nvSpPr>
        <p:spPr>
          <a:xfrm>
            <a:off x="4807506"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8" name="continuity_8_1_288" descr="w_2=2">
                <a:extLst>
                  <a:ext uri="{FF2B5EF4-FFF2-40B4-BE49-F238E27FC236}">
                    <a16:creationId xmlns:a16="http://schemas.microsoft.com/office/drawing/2014/main" id="{4830A8EF-CA57-4971-A5EA-404D94A5C5E3}"/>
                  </a:ext>
                </a:extLst>
              </p:cNvPr>
              <p:cNvSpPr>
                <a:spLocks noGrp="1"/>
              </p:cNvSpPr>
              <p:nvPr/>
            </p:nvSpPr>
            <p:spPr>
              <a:xfrm>
                <a:off x="4826556"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288" name="continuity_8_1_288" descr="w_2=2">
                <a:extLst>
                  <a:ext uri="{FF2B5EF4-FFF2-40B4-BE49-F238E27FC236}">
                    <a16:creationId xmlns:a16="http://schemas.microsoft.com/office/drawing/2014/main" id="{4830A8EF-CA57-4971-A5EA-404D94A5C5E3}"/>
                  </a:ext>
                </a:extLst>
              </p:cNvPr>
              <p:cNvSpPr>
                <a:spLocks noGrp="1" noRot="1" noChangeAspect="1" noMove="1" noResize="1" noEditPoints="1" noAdjustHandles="1" noChangeArrowheads="1" noChangeShapeType="1" noTextEdit="1"/>
              </p:cNvSpPr>
              <p:nvPr/>
            </p:nvSpPr>
            <p:spPr>
              <a:xfrm>
                <a:off x="4826556" y="3844290"/>
                <a:ext cx="838200" cy="361950"/>
              </a:xfrm>
              <a:prstGeom prst="rect">
                <a:avLst/>
              </a:prstGeom>
              <a:blipFill>
                <a:blip r:embed="rId21"/>
                <a:stretch>
                  <a:fillRect/>
                </a:stretch>
              </a:blipFill>
              <a:ln w="0">
                <a:noFill/>
              </a:ln>
            </p:spPr>
            <p:txBody>
              <a:bodyPr/>
              <a:lstStyle/>
              <a:p>
                <a:r>
                  <a:rPr lang="it-IT">
                    <a:noFill/>
                  </a:rPr>
                  <a:t> </a:t>
                </a:r>
              </a:p>
            </p:txBody>
          </p:sp>
        </mc:Fallback>
      </mc:AlternateContent>
      <p:sp>
        <p:nvSpPr>
          <p:cNvPr id="289" name="continuity_8_1_289">
            <a:extLst>
              <a:ext uri="{FF2B5EF4-FFF2-40B4-BE49-F238E27FC236}">
                <a16:creationId xmlns:a16="http://schemas.microsoft.com/office/drawing/2014/main" id="{A4F297D8-65F2-4F29-8B29-176EF79B2843}"/>
              </a:ext>
            </a:extLst>
          </p:cNvPr>
          <p:cNvSpPr>
            <a:spLocks noGrp="1"/>
          </p:cNvSpPr>
          <p:nvPr/>
        </p:nvSpPr>
        <p:spPr>
          <a:xfrm flipV="1">
            <a:off x="5245656" y="3667125"/>
            <a:ext cx="391954" cy="158115"/>
          </a:xfrm>
          <a:prstGeom prst="line">
            <a:avLst/>
          </a:prstGeom>
          <a:noFill/>
          <a:ln w="12383">
            <a:solidFill>
              <a:srgbClr val="A5AAB0"/>
            </a:solidFill>
            <a:tailEnd type="triangle" w="sm" len="sm"/>
          </a:ln>
        </p:spPr>
        <p:txBody>
          <a:bodyPr/>
          <a:lstStyle/>
          <a:p>
            <a:endParaRPr lang="it-IT"/>
          </a:p>
        </p:txBody>
      </p:sp>
      <p:sp>
        <p:nvSpPr>
          <p:cNvPr id="290" name="continuity_8_1_290">
            <a:extLst>
              <a:ext uri="{FF2B5EF4-FFF2-40B4-BE49-F238E27FC236}">
                <a16:creationId xmlns:a16="http://schemas.microsoft.com/office/drawing/2014/main" id="{26445EA2-0BB4-4D39-9978-64CFEF75E87F}"/>
              </a:ext>
            </a:extLst>
          </p:cNvPr>
          <p:cNvSpPr>
            <a:spLocks noGrp="1"/>
          </p:cNvSpPr>
          <p:nvPr/>
        </p:nvSpPr>
        <p:spPr>
          <a:xfrm>
            <a:off x="5800963"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1" name="continuity_8_1_291" descr="b_2=-1">
                <a:extLst>
                  <a:ext uri="{FF2B5EF4-FFF2-40B4-BE49-F238E27FC236}">
                    <a16:creationId xmlns:a16="http://schemas.microsoft.com/office/drawing/2014/main" id="{640F32D2-2679-4E2E-B6C2-6D9888D02DC8}"/>
                  </a:ext>
                </a:extLst>
              </p:cNvPr>
              <p:cNvSpPr>
                <a:spLocks noGrp="1"/>
              </p:cNvSpPr>
              <p:nvPr/>
            </p:nvSpPr>
            <p:spPr>
              <a:xfrm>
                <a:off x="5820013"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91" name="continuity_8_1_291" descr="b_2=-1">
                <a:extLst>
                  <a:ext uri="{FF2B5EF4-FFF2-40B4-BE49-F238E27FC236}">
                    <a16:creationId xmlns:a16="http://schemas.microsoft.com/office/drawing/2014/main" id="{640F32D2-2679-4E2E-B6C2-6D9888D02DC8}"/>
                  </a:ext>
                </a:extLst>
              </p:cNvPr>
              <p:cNvSpPr>
                <a:spLocks noGrp="1" noRot="1" noChangeAspect="1" noMove="1" noResize="1" noEditPoints="1" noAdjustHandles="1" noChangeArrowheads="1" noChangeShapeType="1" noTextEdit="1"/>
              </p:cNvSpPr>
              <p:nvPr/>
            </p:nvSpPr>
            <p:spPr>
              <a:xfrm>
                <a:off x="5820013" y="3844290"/>
                <a:ext cx="838200" cy="361950"/>
              </a:xfrm>
              <a:prstGeom prst="rect">
                <a:avLst/>
              </a:prstGeom>
              <a:blipFill>
                <a:blip r:embed="rId22"/>
                <a:stretch>
                  <a:fillRect l="-6569" r="-730"/>
                </a:stretch>
              </a:blipFill>
              <a:ln w="0">
                <a:noFill/>
              </a:ln>
            </p:spPr>
            <p:txBody>
              <a:bodyPr/>
              <a:lstStyle/>
              <a:p>
                <a:r>
                  <a:rPr lang="it-IT">
                    <a:noFill/>
                  </a:rPr>
                  <a:t> </a:t>
                </a:r>
              </a:p>
            </p:txBody>
          </p:sp>
        </mc:Fallback>
      </mc:AlternateContent>
      <p:sp>
        <p:nvSpPr>
          <p:cNvPr id="292" name="continuity_8_1_292">
            <a:extLst>
              <a:ext uri="{FF2B5EF4-FFF2-40B4-BE49-F238E27FC236}">
                <a16:creationId xmlns:a16="http://schemas.microsoft.com/office/drawing/2014/main" id="{124D831D-6F2A-458E-BB47-E5F512F1450A}"/>
              </a:ext>
            </a:extLst>
          </p:cNvPr>
          <p:cNvSpPr>
            <a:spLocks noGrp="1"/>
          </p:cNvSpPr>
          <p:nvPr/>
        </p:nvSpPr>
        <p:spPr>
          <a:xfrm flipH="1" flipV="1">
            <a:off x="5847159" y="3667125"/>
            <a:ext cx="391954" cy="158115"/>
          </a:xfrm>
          <a:prstGeom prst="line">
            <a:avLst/>
          </a:prstGeom>
          <a:noFill/>
          <a:ln w="12383">
            <a:solidFill>
              <a:srgbClr val="A5AAB0"/>
            </a:solidFill>
            <a:tailEnd type="triangle" w="sm" len="sm"/>
          </a:ln>
        </p:spPr>
        <p:txBody>
          <a:bodyPr/>
          <a:lstStyle/>
          <a:p>
            <a:endParaRPr lang="it-IT"/>
          </a:p>
        </p:txBody>
      </p:sp>
      <p:sp>
        <p:nvSpPr>
          <p:cNvPr id="293" name="continuity_8_1_293">
            <a:extLst>
              <a:ext uri="{FF2B5EF4-FFF2-40B4-BE49-F238E27FC236}">
                <a16:creationId xmlns:a16="http://schemas.microsoft.com/office/drawing/2014/main" id="{12CC945E-D057-4965-85AC-9391488ABE7C}"/>
              </a:ext>
            </a:extLst>
          </p:cNvPr>
          <p:cNvSpPr>
            <a:spLocks noGrp="1"/>
          </p:cNvSpPr>
          <p:nvPr/>
        </p:nvSpPr>
        <p:spPr>
          <a:xfrm>
            <a:off x="8000762"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4" name="continuity_8_1_294" descr="w_3=-1">
                <a:extLst>
                  <a:ext uri="{FF2B5EF4-FFF2-40B4-BE49-F238E27FC236}">
                    <a16:creationId xmlns:a16="http://schemas.microsoft.com/office/drawing/2014/main" id="{E4CB5CF7-DBAC-4E99-8230-D76B65FFFA20}"/>
                  </a:ext>
                </a:extLst>
              </p:cNvPr>
              <p:cNvSpPr>
                <a:spLocks noGrp="1"/>
              </p:cNvSpPr>
              <p:nvPr/>
            </p:nvSpPr>
            <p:spPr>
              <a:xfrm>
                <a:off x="8019812"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94" name="continuity_8_1_294" descr="w_3=-1">
                <a:extLst>
                  <a:ext uri="{FF2B5EF4-FFF2-40B4-BE49-F238E27FC236}">
                    <a16:creationId xmlns:a16="http://schemas.microsoft.com/office/drawing/2014/main" id="{E4CB5CF7-DBAC-4E99-8230-D76B65FFFA20}"/>
                  </a:ext>
                </a:extLst>
              </p:cNvPr>
              <p:cNvSpPr>
                <a:spLocks noGrp="1" noRot="1" noChangeAspect="1" noMove="1" noResize="1" noEditPoints="1" noAdjustHandles="1" noChangeArrowheads="1" noChangeShapeType="1" noTextEdit="1"/>
              </p:cNvSpPr>
              <p:nvPr/>
            </p:nvSpPr>
            <p:spPr>
              <a:xfrm>
                <a:off x="8019812" y="3844290"/>
                <a:ext cx="838200" cy="361950"/>
              </a:xfrm>
              <a:prstGeom prst="rect">
                <a:avLst/>
              </a:prstGeom>
              <a:blipFill>
                <a:blip r:embed="rId23"/>
                <a:stretch>
                  <a:fillRect l="-5839" r="-3650"/>
                </a:stretch>
              </a:blipFill>
              <a:ln w="0">
                <a:noFill/>
              </a:ln>
            </p:spPr>
            <p:txBody>
              <a:bodyPr/>
              <a:lstStyle/>
              <a:p>
                <a:r>
                  <a:rPr lang="it-IT">
                    <a:noFill/>
                  </a:rPr>
                  <a:t> </a:t>
                </a:r>
              </a:p>
            </p:txBody>
          </p:sp>
        </mc:Fallback>
      </mc:AlternateContent>
      <p:sp>
        <p:nvSpPr>
          <p:cNvPr id="295" name="continuity_8_1_295">
            <a:extLst>
              <a:ext uri="{FF2B5EF4-FFF2-40B4-BE49-F238E27FC236}">
                <a16:creationId xmlns:a16="http://schemas.microsoft.com/office/drawing/2014/main" id="{E8CA2E9B-0553-494D-82CD-E8899B63769E}"/>
              </a:ext>
            </a:extLst>
          </p:cNvPr>
          <p:cNvSpPr>
            <a:spLocks noGrp="1"/>
          </p:cNvSpPr>
          <p:nvPr/>
        </p:nvSpPr>
        <p:spPr>
          <a:xfrm flipV="1">
            <a:off x="8438912" y="3667125"/>
            <a:ext cx="391954" cy="158115"/>
          </a:xfrm>
          <a:prstGeom prst="line">
            <a:avLst/>
          </a:prstGeom>
          <a:noFill/>
          <a:ln w="12383">
            <a:solidFill>
              <a:srgbClr val="A5AAB0"/>
            </a:solidFill>
            <a:tailEnd type="triangle" w="sm" len="sm"/>
          </a:ln>
        </p:spPr>
        <p:txBody>
          <a:bodyPr/>
          <a:lstStyle/>
          <a:p>
            <a:endParaRPr lang="it-IT"/>
          </a:p>
        </p:txBody>
      </p:sp>
      <p:sp>
        <p:nvSpPr>
          <p:cNvPr id="296" name="continuity_8_1_296">
            <a:extLst>
              <a:ext uri="{FF2B5EF4-FFF2-40B4-BE49-F238E27FC236}">
                <a16:creationId xmlns:a16="http://schemas.microsoft.com/office/drawing/2014/main" id="{CA217FF5-00E4-4D6B-9908-0DE9445B6D77}"/>
              </a:ext>
            </a:extLst>
          </p:cNvPr>
          <p:cNvSpPr>
            <a:spLocks noGrp="1"/>
          </p:cNvSpPr>
          <p:nvPr/>
        </p:nvSpPr>
        <p:spPr>
          <a:xfrm>
            <a:off x="899421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7" name="continuity_8_1_297" descr="b_3=2">
                <a:extLst>
                  <a:ext uri="{FF2B5EF4-FFF2-40B4-BE49-F238E27FC236}">
                    <a16:creationId xmlns:a16="http://schemas.microsoft.com/office/drawing/2014/main" id="{23CC3962-A145-472D-A9D8-48A92E020244}"/>
                  </a:ext>
                </a:extLst>
              </p:cNvPr>
              <p:cNvSpPr>
                <a:spLocks noGrp="1"/>
              </p:cNvSpPr>
              <p:nvPr/>
            </p:nvSpPr>
            <p:spPr>
              <a:xfrm>
                <a:off x="901326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297" name="continuity_8_1_297" descr="b_3=2">
                <a:extLst>
                  <a:ext uri="{FF2B5EF4-FFF2-40B4-BE49-F238E27FC236}">
                    <a16:creationId xmlns:a16="http://schemas.microsoft.com/office/drawing/2014/main" id="{23CC3962-A145-472D-A9D8-48A92E020244}"/>
                  </a:ext>
                </a:extLst>
              </p:cNvPr>
              <p:cNvSpPr>
                <a:spLocks noGrp="1" noRot="1" noChangeAspect="1" noMove="1" noResize="1" noEditPoints="1" noAdjustHandles="1" noChangeArrowheads="1" noChangeShapeType="1" noTextEdit="1"/>
              </p:cNvSpPr>
              <p:nvPr/>
            </p:nvSpPr>
            <p:spPr>
              <a:xfrm>
                <a:off x="9013269" y="3844290"/>
                <a:ext cx="838200" cy="361950"/>
              </a:xfrm>
              <a:prstGeom prst="rect">
                <a:avLst/>
              </a:prstGeom>
              <a:blipFill>
                <a:blip r:embed="rId24"/>
                <a:stretch>
                  <a:fillRect/>
                </a:stretch>
              </a:blipFill>
              <a:ln w="0">
                <a:noFill/>
              </a:ln>
            </p:spPr>
            <p:txBody>
              <a:bodyPr/>
              <a:lstStyle/>
              <a:p>
                <a:r>
                  <a:rPr lang="it-IT">
                    <a:noFill/>
                  </a:rPr>
                  <a:t> </a:t>
                </a:r>
              </a:p>
            </p:txBody>
          </p:sp>
        </mc:Fallback>
      </mc:AlternateContent>
      <p:sp>
        <p:nvSpPr>
          <p:cNvPr id="298" name="continuity_8_1_298">
            <a:extLst>
              <a:ext uri="{FF2B5EF4-FFF2-40B4-BE49-F238E27FC236}">
                <a16:creationId xmlns:a16="http://schemas.microsoft.com/office/drawing/2014/main" id="{0CC82B15-9002-486B-B064-9A499ED9E765}"/>
              </a:ext>
            </a:extLst>
          </p:cNvPr>
          <p:cNvSpPr>
            <a:spLocks noGrp="1"/>
          </p:cNvSpPr>
          <p:nvPr/>
        </p:nvSpPr>
        <p:spPr>
          <a:xfrm flipH="1" flipV="1">
            <a:off x="9040416" y="3667125"/>
            <a:ext cx="391954" cy="158115"/>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99" name="continuity_8_1_299" descr="y=-2">
                <a:extLst>
                  <a:ext uri="{FF2B5EF4-FFF2-40B4-BE49-F238E27FC236}">
                    <a16:creationId xmlns:a16="http://schemas.microsoft.com/office/drawing/2014/main" id="{021B0CEA-104B-4D6D-93AD-D28D2EFA1E79}"/>
                  </a:ext>
                </a:extLst>
              </p:cNvPr>
              <p:cNvSpPr>
                <a:spLocks noGrp="1"/>
              </p:cNvSpPr>
              <p:nvPr/>
            </p:nvSpPr>
            <p:spPr>
              <a:xfrm>
                <a:off x="10056019" y="3834765"/>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25313F"/>
                          </a:solidFill>
                          <a:latin typeface="Cambria Math"/>
                          <a:ea typeface="Cambria Math"/>
                          <a:cs typeface="Cambria Math"/>
                        </a:rPr>
                        <m:t>𝑦</m:t>
                      </m:r>
                      <m:r>
                        <a:rPr lang="en-GB" sz="1900">
                          <a:solidFill>
                            <a:srgbClr val="25313F"/>
                          </a:solidFill>
                          <a:latin typeface="Cambria Math"/>
                          <a:ea typeface="Cambria Math"/>
                          <a:cs typeface="Cambria Math"/>
                        </a:rPr>
                        <m:t>=−2</m:t>
                      </m:r>
                    </m:oMath>
                  </m:oMathPara>
                </a14:m>
                <a:endParaRPr lang="en-GB" sz="1900"/>
              </a:p>
            </p:txBody>
          </p:sp>
        </mc:Choice>
        <mc:Fallback xmlns="">
          <p:sp>
            <p:nvSpPr>
              <p:cNvPr id="299" name="continuity_8_1_299" descr="y=-2">
                <a:extLst>
                  <a:ext uri="{FF2B5EF4-FFF2-40B4-BE49-F238E27FC236}">
                    <a16:creationId xmlns:a16="http://schemas.microsoft.com/office/drawing/2014/main" id="{021B0CEA-104B-4D6D-93AD-D28D2EFA1E79}"/>
                  </a:ext>
                </a:extLst>
              </p:cNvPr>
              <p:cNvSpPr>
                <a:spLocks noGrp="1" noRot="1" noChangeAspect="1" noMove="1" noResize="1" noEditPoints="1" noAdjustHandles="1" noChangeArrowheads="1" noChangeShapeType="1" noTextEdit="1"/>
              </p:cNvSpPr>
              <p:nvPr/>
            </p:nvSpPr>
            <p:spPr>
              <a:xfrm>
                <a:off x="10056019" y="3834765"/>
                <a:ext cx="952500" cy="381000"/>
              </a:xfrm>
              <a:prstGeom prst="rect">
                <a:avLst/>
              </a:prstGeom>
              <a:blipFill>
                <a:blip r:embed="rId25"/>
                <a:stretch>
                  <a:fillRect l="-1923" b="-6349"/>
                </a:stretch>
              </a:blipFill>
              <a:ln w="0">
                <a:noFill/>
              </a:ln>
            </p:spPr>
            <p:txBody>
              <a:bodyPr/>
              <a:lstStyle/>
              <a:p>
                <a:r>
                  <a:rPr lang="it-IT">
                    <a:noFill/>
                  </a:rPr>
                  <a:t> </a:t>
                </a:r>
              </a:p>
            </p:txBody>
          </p:sp>
        </mc:Fallback>
      </mc:AlternateContent>
      <p:sp>
        <p:nvSpPr>
          <p:cNvPr id="300" name="continuity_8_1_300">
            <a:extLst>
              <a:ext uri="{FF2B5EF4-FFF2-40B4-BE49-F238E27FC236}">
                <a16:creationId xmlns:a16="http://schemas.microsoft.com/office/drawing/2014/main" id="{947DEBFC-978B-44C9-88B9-AEA906760136}"/>
              </a:ext>
            </a:extLst>
          </p:cNvPr>
          <p:cNvSpPr>
            <a:spLocks noGrp="1"/>
          </p:cNvSpPr>
          <p:nvPr/>
        </p:nvSpPr>
        <p:spPr>
          <a:xfrm flipV="1">
            <a:off x="10532269" y="3667125"/>
            <a:ext cx="476" cy="139065"/>
          </a:xfrm>
          <a:prstGeom prst="line">
            <a:avLst/>
          </a:prstGeom>
          <a:noFill/>
          <a:ln w="12383">
            <a:solidFill>
              <a:srgbClr val="A5AAB0"/>
            </a:solidFill>
            <a:tailEnd type="triangle" w="sm" len="sm"/>
          </a:ln>
        </p:spPr>
        <p:txBody>
          <a:bodyPr/>
          <a:lstStyle/>
          <a:p>
            <a:endParaRPr lang="it-IT"/>
          </a:p>
        </p:txBody>
      </p:sp>
      <p:sp>
        <p:nvSpPr>
          <p:cNvPr id="301" name="continuity_8_1_301">
            <a:extLst>
              <a:ext uri="{FF2B5EF4-FFF2-40B4-BE49-F238E27FC236}">
                <a16:creationId xmlns:a16="http://schemas.microsoft.com/office/drawing/2014/main" id="{0D0A0E32-1B3C-4B99-9300-D8A6231018CF}"/>
              </a:ext>
            </a:extLst>
          </p:cNvPr>
          <p:cNvSpPr>
            <a:spLocks noGrp="1"/>
          </p:cNvSpPr>
          <p:nvPr/>
        </p:nvSpPr>
        <p:spPr>
          <a:xfrm>
            <a:off x="1662113"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02" name="continuity_8_1_302">
            <a:extLst>
              <a:ext uri="{FF2B5EF4-FFF2-40B4-BE49-F238E27FC236}">
                <a16:creationId xmlns:a16="http://schemas.microsoft.com/office/drawing/2014/main" id="{CB8DC372-68B3-4F72-834F-8094714271B2}"/>
              </a:ext>
            </a:extLst>
          </p:cNvPr>
          <p:cNvSpPr>
            <a:spLocks noGrp="1"/>
          </p:cNvSpPr>
          <p:nvPr/>
        </p:nvSpPr>
        <p:spPr>
          <a:xfrm>
            <a:off x="1662113"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03" name="continuity_8_1_303">
            <a:extLst>
              <a:ext uri="{FF2B5EF4-FFF2-40B4-BE49-F238E27FC236}">
                <a16:creationId xmlns:a16="http://schemas.microsoft.com/office/drawing/2014/main" id="{EF6C640D-154C-4556-8150-63CD218403E8}"/>
              </a:ext>
            </a:extLst>
          </p:cNvPr>
          <p:cNvSpPr>
            <a:spLocks noGrp="1"/>
          </p:cNvSpPr>
          <p:nvPr/>
        </p:nvSpPr>
        <p:spPr>
          <a:xfrm>
            <a:off x="4855369"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04" name="continuity_8_1_304">
            <a:extLst>
              <a:ext uri="{FF2B5EF4-FFF2-40B4-BE49-F238E27FC236}">
                <a16:creationId xmlns:a16="http://schemas.microsoft.com/office/drawing/2014/main" id="{52E2F46F-A9A5-4ACC-B685-0A4D83F70D12}"/>
              </a:ext>
            </a:extLst>
          </p:cNvPr>
          <p:cNvSpPr>
            <a:spLocks noGrp="1"/>
          </p:cNvSpPr>
          <p:nvPr/>
        </p:nvSpPr>
        <p:spPr>
          <a:xfrm>
            <a:off x="4855369"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05" name="continuity_8_1_305">
            <a:extLst>
              <a:ext uri="{FF2B5EF4-FFF2-40B4-BE49-F238E27FC236}">
                <a16:creationId xmlns:a16="http://schemas.microsoft.com/office/drawing/2014/main" id="{32AD5BF1-7DD6-4963-9FD1-C4A23AECE631}"/>
              </a:ext>
            </a:extLst>
          </p:cNvPr>
          <p:cNvSpPr>
            <a:spLocks noGrp="1"/>
          </p:cNvSpPr>
          <p:nvPr/>
        </p:nvSpPr>
        <p:spPr>
          <a:xfrm>
            <a:off x="8013144" y="4713351"/>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306" name="continuity_8_1_306">
            <a:extLst>
              <a:ext uri="{FF2B5EF4-FFF2-40B4-BE49-F238E27FC236}">
                <a16:creationId xmlns:a16="http://schemas.microsoft.com/office/drawing/2014/main" id="{5D5A2066-4728-418B-971B-15DA40896FBF}"/>
              </a:ext>
            </a:extLst>
          </p:cNvPr>
          <p:cNvSpPr>
            <a:spLocks noGrp="1"/>
          </p:cNvSpPr>
          <p:nvPr/>
        </p:nvSpPr>
        <p:spPr>
          <a:xfrm>
            <a:off x="8013144" y="4818126"/>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07" name="continuity_8_1_307" descr="\mathcal L_{\mathrm{sq}}(\boldsymbol{\theta})=J_{2}(a_2(x)), where J_{2}(u)=J_{3}(\mathrm{ReLU}(u)w_3+b_3)">
                <a:extLst>
                  <a:ext uri="{FF2B5EF4-FFF2-40B4-BE49-F238E27FC236}">
                    <a16:creationId xmlns:a16="http://schemas.microsoft.com/office/drawing/2014/main" id="{AAE76F30-39B8-4462-A16F-4C31B2B7F786}"/>
                  </a:ext>
                </a:extLst>
              </p:cNvPr>
              <p:cNvSpPr>
                <a:spLocks noGrp="1"/>
              </p:cNvSpPr>
              <p:nvPr/>
            </p:nvSpPr>
            <p:spPr>
              <a:xfrm>
                <a:off x="571500" y="5105400"/>
                <a:ext cx="11049000" cy="59055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ℒ</m:t>
                        </m:r>
                      </m:e>
                      <m:sub>
                        <m:r>
                          <m:rPr>
                            <m:sty m:val="p"/>
                          </m:rPr>
                          <a:rPr lang="en-GB" sz="2800">
                            <a:solidFill>
                              <a:srgbClr val="FF0000"/>
                            </a:solidFill>
                            <a:latin typeface="Cambria Math"/>
                            <a:ea typeface="Cambria Math"/>
                            <a:cs typeface="Cambria Math"/>
                          </a:rPr>
                          <m:t>sq</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𝛉</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2</m:t>
                        </m:r>
                      </m:sub>
                    </m:sSub>
                    <m:d>
                      <m:dPr>
                        <m:ctrlPr>
                          <a:rPr lang="en-GB" sz="2800" i="1">
                            <a:solidFill>
                              <a:srgbClr val="FF0000"/>
                            </a:solidFill>
                            <a:latin typeface="Cambria Math" panose="02040503050406030204" pitchFamily="18" charset="0"/>
                            <a:ea typeface="Cambria Math"/>
                            <a:cs typeface="Cambria Math"/>
                          </a:rPr>
                        </m:ctrlPr>
                      </m:dPr>
                      <m:e>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𝑎</m:t>
                            </m:r>
                          </m:e>
                          <m:sub>
                            <m:r>
                              <a:rPr lang="en-GB" sz="2800">
                                <a:solidFill>
                                  <a:srgbClr val="FF0000"/>
                                </a:solidFill>
                                <a:latin typeface="Cambria Math"/>
                                <a:ea typeface="Cambria Math"/>
                                <a:cs typeface="Cambria Math"/>
                              </a:rPr>
                              <m:t>2</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𝑥</m:t>
                            </m:r>
                          </m:e>
                        </m:d>
                      </m:e>
                    </m:d>
                  </m:oMath>
                </a14:m>
                <a:r>
                  <a:rPr lang="en-GB" sz="2100" dirty="0">
                    <a:solidFill>
                      <a:srgbClr val="526276"/>
                    </a:solidFill>
                    <a:latin typeface="DejaVu Sans"/>
                    <a:ea typeface="DejaVu Sans"/>
                    <a:cs typeface="DejaVu Sans"/>
                  </a:rPr>
                  <a:t>,  where  </a:t>
                </a:r>
                <a14:m>
                  <m:oMath xmlns:m="http://schemas.openxmlformats.org/officeDocument/2006/math">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𝐽</m:t>
                        </m:r>
                      </m:e>
                      <m:sub>
                        <m:r>
                          <a:rPr lang="en-GB" sz="2800">
                            <a:solidFill>
                              <a:srgbClr val="1E755E"/>
                            </a:solidFill>
                            <a:latin typeface="Cambria Math"/>
                            <a:ea typeface="Cambria Math"/>
                            <a:cs typeface="Cambria Math"/>
                          </a:rPr>
                          <m:t>2</m:t>
                        </m:r>
                      </m:sub>
                    </m:sSub>
                    <m:d>
                      <m:dPr>
                        <m:ctrlPr>
                          <a:rPr lang="en-GB" sz="2800">
                            <a:solidFill>
                              <a:srgbClr val="1E755E"/>
                            </a:solidFill>
                            <a:latin typeface="Cambria Math"/>
                            <a:ea typeface="Cambria Math"/>
                            <a:cs typeface="Cambria Math"/>
                          </a:rPr>
                        </m:ctrlPr>
                      </m:dPr>
                      <m:e>
                        <m:r>
                          <a:rPr lang="en-GB" sz="2800">
                            <a:solidFill>
                              <a:srgbClr val="1E755E"/>
                            </a:solidFill>
                            <a:latin typeface="Cambria Math"/>
                            <a:ea typeface="Cambria Math"/>
                            <a:cs typeface="Cambria Math"/>
                          </a:rPr>
                          <m:t>𝑢</m:t>
                        </m:r>
                      </m:e>
                    </m:d>
                    <m:r>
                      <a:rPr lang="en-GB" sz="2800">
                        <a:solidFill>
                          <a:srgbClr val="1E755E"/>
                        </a:solidFill>
                        <a:latin typeface="Cambria Math"/>
                        <a:ea typeface="Cambria Math"/>
                        <a:cs typeface="Cambria Math"/>
                      </a:rPr>
                      <m:t>=</m:t>
                    </m:r>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𝐽</m:t>
                        </m:r>
                      </m:e>
                      <m:sub>
                        <m:r>
                          <a:rPr lang="en-GB" sz="2800">
                            <a:solidFill>
                              <a:srgbClr val="1E755E"/>
                            </a:solidFill>
                            <a:latin typeface="Cambria Math"/>
                            <a:ea typeface="Cambria Math"/>
                            <a:cs typeface="Cambria Math"/>
                          </a:rPr>
                          <m:t>3</m:t>
                        </m:r>
                      </m:sub>
                    </m:sSub>
                    <m:d>
                      <m:dPr>
                        <m:ctrlPr>
                          <a:rPr lang="en-GB" sz="2800">
                            <a:solidFill>
                              <a:srgbClr val="1E755E"/>
                            </a:solidFill>
                            <a:latin typeface="Cambria Math"/>
                            <a:ea typeface="Cambria Math"/>
                            <a:cs typeface="Cambria Math"/>
                          </a:rPr>
                        </m:ctrlPr>
                      </m:dPr>
                      <m:e>
                        <m:r>
                          <m:rPr>
                            <m:sty m:val="p"/>
                          </m:rPr>
                          <a:rPr lang="en-GB" sz="2800">
                            <a:solidFill>
                              <a:srgbClr val="1E755E"/>
                            </a:solidFill>
                            <a:latin typeface="Cambria Math"/>
                            <a:ea typeface="Cambria Math"/>
                            <a:cs typeface="Cambria Math"/>
                          </a:rPr>
                          <m:t>ReLU</m:t>
                        </m:r>
                        <m:d>
                          <m:dPr>
                            <m:ctrlPr>
                              <a:rPr lang="en-GB" sz="2800">
                                <a:solidFill>
                                  <a:srgbClr val="1E755E"/>
                                </a:solidFill>
                                <a:latin typeface="Cambria Math"/>
                                <a:ea typeface="Cambria Math"/>
                                <a:cs typeface="Cambria Math"/>
                              </a:rPr>
                            </m:ctrlPr>
                          </m:dPr>
                          <m:e>
                            <m:r>
                              <a:rPr lang="en-GB" sz="2800">
                                <a:solidFill>
                                  <a:srgbClr val="1E755E"/>
                                </a:solidFill>
                                <a:latin typeface="Cambria Math"/>
                                <a:ea typeface="Cambria Math"/>
                                <a:cs typeface="Cambria Math"/>
                              </a:rPr>
                              <m:t>𝑢</m:t>
                            </m:r>
                          </m:e>
                        </m:d>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𝑤</m:t>
                            </m:r>
                          </m:e>
                          <m:sub>
                            <m:r>
                              <a:rPr lang="en-GB" sz="2800">
                                <a:solidFill>
                                  <a:srgbClr val="1E755E"/>
                                </a:solidFill>
                                <a:latin typeface="Cambria Math"/>
                                <a:ea typeface="Cambria Math"/>
                                <a:cs typeface="Cambria Math"/>
                              </a:rPr>
                              <m:t>3</m:t>
                            </m:r>
                          </m:sub>
                        </m:sSub>
                        <m:r>
                          <a:rPr lang="en-GB" sz="2800">
                            <a:solidFill>
                              <a:srgbClr val="1E755E"/>
                            </a:solidFill>
                            <a:latin typeface="Cambria Math"/>
                            <a:ea typeface="Cambria Math"/>
                            <a:cs typeface="Cambria Math"/>
                          </a:rPr>
                          <m:t>+</m:t>
                        </m:r>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𝑏</m:t>
                            </m:r>
                          </m:e>
                          <m:sub>
                            <m:r>
                              <a:rPr lang="en-GB" sz="2800">
                                <a:solidFill>
                                  <a:srgbClr val="1E755E"/>
                                </a:solidFill>
                                <a:latin typeface="Cambria Math"/>
                                <a:ea typeface="Cambria Math"/>
                                <a:cs typeface="Cambria Math"/>
                              </a:rPr>
                              <m:t>3</m:t>
                            </m:r>
                          </m:sub>
                        </m:sSub>
                      </m:e>
                    </m:d>
                  </m:oMath>
                </a14:m>
                <a:endParaRPr lang="en-GB" sz="2800" dirty="0"/>
              </a:p>
            </p:txBody>
          </p:sp>
        </mc:Choice>
        <mc:Fallback xmlns="">
          <p:sp>
            <p:nvSpPr>
              <p:cNvPr id="307" name="continuity_8_1_307" descr="\mathcal L_{\mathrm{sq}}(\boldsymbol{\theta})=J_{2}(a_2(x)), where J_{2}(u)=J_{3}(\mathrm{ReLU}(u)w_3+b_3)">
                <a:extLst>
                  <a:ext uri="{FF2B5EF4-FFF2-40B4-BE49-F238E27FC236}">
                    <a16:creationId xmlns:a16="http://schemas.microsoft.com/office/drawing/2014/main" id="{AAE76F30-39B8-4462-A16F-4C31B2B7F786}"/>
                  </a:ext>
                </a:extLst>
              </p:cNvPr>
              <p:cNvSpPr>
                <a:spLocks noGrp="1" noRot="1" noChangeAspect="1" noMove="1" noResize="1" noEditPoints="1" noAdjustHandles="1" noChangeArrowheads="1" noChangeShapeType="1" noTextEdit="1"/>
              </p:cNvSpPr>
              <p:nvPr/>
            </p:nvSpPr>
            <p:spPr>
              <a:xfrm>
                <a:off x="571500" y="5105400"/>
                <a:ext cx="11049000" cy="590550"/>
              </a:xfrm>
              <a:prstGeom prst="rect">
                <a:avLst/>
              </a:prstGeom>
              <a:blipFill>
                <a:blip r:embed="rId28"/>
                <a:stretch>
                  <a:fillRect b="-72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119">
                <a:extLst>
                  <a:ext uri="{FF2B5EF4-FFF2-40B4-BE49-F238E27FC236}">
                    <a16:creationId xmlns:a16="http://schemas.microsoft.com/office/drawing/2014/main" id="{E69B69B5-9AE3-3C4B-CEA0-D9DEEEEDAE5A}"/>
                  </a:ext>
                </a:extLst>
              </p:cNvPr>
              <p:cNvSpPr>
                <a:spLocks noGrp="1"/>
              </p:cNvSpPr>
              <p:nvPr/>
            </p:nvSpPr>
            <p:spPr>
              <a:xfrm>
                <a:off x="666750" y="5772150"/>
                <a:ext cx="10858500" cy="285750"/>
              </a:xfrm>
              <a:prstGeom prst="rect">
                <a:avLst/>
              </a:prstGeom>
              <a:noFill/>
              <a:ln w="0">
                <a:noFill/>
              </a:ln>
            </p:spPr>
            <p:txBody>
              <a:bodyPr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r>
                  <a:rPr lang="it-IT" dirty="0">
                    <a:solidFill>
                      <a:srgbClr val="526276"/>
                    </a:solidFill>
                    <a:ea typeface="Cambria Math"/>
                    <a:cs typeface="Cambria Math"/>
                  </a:rPr>
                  <a:t>From </a:t>
                </a:r>
                <a14:m>
                  <m:oMath xmlns:m="http://schemas.openxmlformats.org/officeDocument/2006/math">
                    <m:d>
                      <m:dPr>
                        <m:ctrlPr>
                          <a:rPr lang="ar-AE">
                            <a:solidFill>
                              <a:srgbClr val="526276"/>
                            </a:solidFill>
                            <a:latin typeface="Cambria Math"/>
                            <a:ea typeface="Cambria Math"/>
                            <a:cs typeface="Cambria Math"/>
                          </a:rPr>
                        </m:ctrlPr>
                      </m:dPr>
                      <m:e>
                        <m:r>
                          <a:rPr lang="ar-AE">
                            <a:solidFill>
                              <a:srgbClr val="526276"/>
                            </a:solidFill>
                            <a:latin typeface="Cambria Math"/>
                            <a:ea typeface="Cambria Math"/>
                            <a:cs typeface="Cambria Math"/>
                          </a:rPr>
                          <m:t>𝛉</m:t>
                        </m:r>
                        <m:r>
                          <a:rPr lang="ar-AE">
                            <a:solidFill>
                              <a:srgbClr val="526276"/>
                            </a:solidFill>
                            <a:latin typeface="Cambria Math"/>
                            <a:ea typeface="Cambria Math"/>
                            <a:cs typeface="Cambria Math"/>
                          </a:rPr>
                          <m:t>,</m:t>
                        </m:r>
                        <m:r>
                          <a:rPr lang="ar-AE">
                            <a:solidFill>
                              <a:srgbClr val="526276"/>
                            </a:solidFill>
                            <a:latin typeface="Cambria Math"/>
                            <a:ea typeface="Cambria Math"/>
                            <a:cs typeface="Cambria Math"/>
                          </a:rPr>
                          <m:t>𝑦</m:t>
                        </m:r>
                      </m:e>
                    </m:d>
                  </m:oMath>
                </a14:m>
                <a:r>
                  <a:rPr lang="it-IT" dirty="0">
                    <a:solidFill>
                      <a:srgbClr val="526276"/>
                    </a:solidFill>
                    <a:ea typeface="Cambria Math"/>
                    <a:cs typeface="Cambria Math"/>
                  </a:rPr>
                  <a:t>, </a:t>
                </a:r>
                <a14:m>
                  <m:oMath xmlns:m="http://schemas.openxmlformats.org/officeDocument/2006/math">
                    <m:sSub>
                      <m:sSubPr>
                        <m:ctrlPr>
                          <a:rPr lang="ar-AE">
                            <a:solidFill>
                              <a:srgbClr val="526276"/>
                            </a:solidFill>
                            <a:latin typeface="Cambria Math"/>
                            <a:ea typeface="Cambria Math"/>
                            <a:cs typeface="Cambria Math"/>
                          </a:rPr>
                        </m:ctrlPr>
                      </m:sSubPr>
                      <m:e>
                        <m:r>
                          <a:rPr lang="ar-AE">
                            <a:solidFill>
                              <a:srgbClr val="526276"/>
                            </a:solidFill>
                            <a:latin typeface="Cambria Math"/>
                            <a:ea typeface="Cambria Math"/>
                            <a:cs typeface="Cambria Math"/>
                          </a:rPr>
                          <m:t>𝐽</m:t>
                        </m:r>
                      </m:e>
                      <m:sub>
                        <m:r>
                          <a:rPr lang="it-IT" b="0" i="0" smtClean="0">
                            <a:solidFill>
                              <a:srgbClr val="526276"/>
                            </a:solidFill>
                            <a:latin typeface="Cambria Math" panose="02040503050406030204" pitchFamily="18" charset="0"/>
                            <a:ea typeface="Cambria Math"/>
                            <a:cs typeface="Cambria Math"/>
                          </a:rPr>
                          <m:t>2</m:t>
                        </m:r>
                      </m:sub>
                    </m:sSub>
                  </m:oMath>
                </a14:m>
                <a:r>
                  <a:rPr lang="ar-AE" dirty="0">
                    <a:solidFill>
                      <a:srgbClr val="526276"/>
                    </a:solidFill>
                    <a:latin typeface="DejaVu Sans"/>
                    <a:ea typeface="DejaVu Sans"/>
                    <a:cs typeface="DejaVu Sans"/>
                  </a:rPr>
                  <a:t> </a:t>
                </a:r>
                <a:r>
                  <a:rPr lang="en-GB" dirty="0">
                    <a:solidFill>
                      <a:srgbClr val="526276"/>
                    </a:solidFill>
                    <a:latin typeface="DejaVu Sans"/>
                    <a:ea typeface="DejaVu Sans"/>
                    <a:cs typeface="DejaVu Sans"/>
                  </a:rPr>
                  <a:t>uses </a:t>
                </a:r>
                <a14:m>
                  <m:oMath xmlns:m="http://schemas.openxmlformats.org/officeDocument/2006/math">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r>
                      <a:rPr lang="ar-AE" smtClean="0">
                        <a:solidFill>
                          <a:srgbClr val="526276"/>
                        </a:solidFill>
                        <a:latin typeface="Cambria Math"/>
                        <a:ea typeface="Cambria Math"/>
                        <a:cs typeface="Cambria Math"/>
                      </a:rPr>
                      <m:t>𝑦</m:t>
                    </m:r>
                  </m:oMath>
                </a14:m>
                <a:r>
                  <a:rPr lang="ar-AE" dirty="0">
                    <a:solidFill>
                      <a:srgbClr val="526276"/>
                    </a:solidFill>
                    <a:latin typeface="DejaVu Sans"/>
                    <a:ea typeface="DejaVu Sans"/>
                    <a:cs typeface="DejaVu Sans"/>
                  </a:rPr>
                  <a:t>,</a:t>
                </a:r>
                <a:r>
                  <a:rPr lang="it-IT" dirty="0">
                    <a:solidFill>
                      <a:srgbClr val="526276"/>
                    </a:solidFill>
                    <a:latin typeface="DejaVu Sans"/>
                    <a:ea typeface="DejaVu Sans"/>
                    <a:cs typeface="DejaVu Sans"/>
                  </a:rPr>
                  <a:t> b</a:t>
                </a:r>
                <a:r>
                  <a:rPr lang="en-GB" dirty="0" err="1">
                    <a:solidFill>
                      <a:srgbClr val="526276"/>
                    </a:solidFill>
                    <a:latin typeface="DejaVu Sans"/>
                    <a:ea typeface="DejaVu Sans"/>
                    <a:cs typeface="DejaVu Sans"/>
                  </a:rPr>
                  <a:t>ut</a:t>
                </a:r>
                <a:r>
                  <a:rPr lang="en-GB" dirty="0">
                    <a:solidFill>
                      <a:srgbClr val="526276"/>
                    </a:solidFill>
                    <a:latin typeface="DejaVu Sans"/>
                    <a:ea typeface="DejaVu Sans"/>
                    <a:cs typeface="DejaVu Sans"/>
                  </a:rPr>
                  <a:t> not any parameters from the current or previous layers.</a:t>
                </a:r>
                <a:endParaRPr lang="en-GB" dirty="0"/>
              </a:p>
            </p:txBody>
          </p:sp>
        </mc:Choice>
        <mc:Fallback xmlns="">
          <p:sp>
            <p:nvSpPr>
              <p:cNvPr id="8" name="text_119">
                <a:extLst>
                  <a:ext uri="{FF2B5EF4-FFF2-40B4-BE49-F238E27FC236}">
                    <a16:creationId xmlns:a16="http://schemas.microsoft.com/office/drawing/2014/main" id="{E69B69B5-9AE3-3C4B-CEA0-D9DEEEEDAE5A}"/>
                  </a:ext>
                </a:extLst>
              </p:cNvPr>
              <p:cNvSpPr>
                <a:spLocks noGrp="1" noRot="1" noChangeAspect="1" noMove="1" noResize="1" noEditPoints="1" noAdjustHandles="1" noChangeArrowheads="1" noChangeShapeType="1" noTextEdit="1"/>
              </p:cNvSpPr>
              <p:nvPr/>
            </p:nvSpPr>
            <p:spPr>
              <a:xfrm>
                <a:off x="666750" y="5772150"/>
                <a:ext cx="10858500" cy="285750"/>
              </a:xfrm>
              <a:prstGeom prst="rect">
                <a:avLst/>
              </a:prstGeom>
              <a:blipFill>
                <a:blip r:embed="rId29"/>
                <a:stretch>
                  <a:fillRect t="-17021" b="-38298"/>
                </a:stretch>
              </a:blipFill>
              <a:ln w="0">
                <a:noFill/>
              </a:ln>
            </p:spPr>
            <p:txBody>
              <a:bodyPr/>
              <a:lstStyle/>
              <a:p>
                <a:r>
                  <a:rPr lang="it-IT">
                    <a:noFill/>
                  </a:rPr>
                  <a:t> </a:t>
                </a:r>
              </a:p>
            </p:txBody>
          </p:sp>
        </mc:Fallback>
      </mc:AlternateContent>
      <p:sp>
        <p:nvSpPr>
          <p:cNvPr id="401" name="evaluation_background"/>
          <p:cNvSpPr>
            <a:spLocks noGrp="1"/>
          </p:cNvSpPr>
          <p:nvPr/>
        </p:nvSpPr>
        <p:spPr>
          <a:xfrm>
            <a:off x="190500" y="5067300"/>
            <a:ext cx="11811000" cy="1352550"/>
          </a:xfrm>
          <a:prstGeom prst="rect">
            <a:avLst/>
          </a:prstGeom>
          <a:solidFill>
            <a:srgbClr val="FFFFFF"/>
          </a:solidFill>
          <a:ln w="0">
            <a:noFill/>
          </a:ln>
        </p:spPr>
        <p:txBody>
          <a:bodyPr anchor="ctr">
            <a:noAutofit/>
          </a:bodyPr>
          <a:lstStyle>
            <a:defPPr algn="ctr">
              <a:defRPr sz="2100">
                <a:solidFill>
                  <a:srgbClr val="526276"/>
                </a:solidFill>
                <a:latin typeface="DejaVu Sans"/>
                <a:ea typeface="DejaVu Sans"/>
                <a:cs typeface="DejaVu Sans"/>
              </a:defRPr>
            </a:defPPr>
            <a:lvl1pPr algn="ctr">
              <a:defRPr sz="2100">
                <a:solidFill>
                  <a:srgbClr val="526276"/>
                </a:solidFill>
                <a:latin typeface="DejaVu Sans"/>
                <a:ea typeface="DejaVu Sans"/>
                <a:cs typeface="DejaVu Sans"/>
              </a:defRPr>
            </a:lvl1pPr>
            <a:lvl2pPr algn="ctr">
              <a:defRPr sz="2100">
                <a:solidFill>
                  <a:srgbClr val="526276"/>
                </a:solidFill>
                <a:latin typeface="DejaVu Sans"/>
                <a:ea typeface="DejaVu Sans"/>
                <a:cs typeface="DejaVu Sans"/>
              </a:defRPr>
            </a:lvl2pPr>
            <a:lvl3pPr algn="ctr">
              <a:defRPr sz="2100">
                <a:solidFill>
                  <a:srgbClr val="526276"/>
                </a:solidFill>
                <a:latin typeface="DejaVu Sans"/>
                <a:ea typeface="DejaVu Sans"/>
                <a:cs typeface="DejaVu Sans"/>
              </a:defRPr>
            </a:lvl3pPr>
            <a:lvl4pPr algn="ctr">
              <a:defRPr sz="2100">
                <a:solidFill>
                  <a:srgbClr val="526276"/>
                </a:solidFill>
                <a:latin typeface="DejaVu Sans"/>
                <a:ea typeface="DejaVu Sans"/>
                <a:cs typeface="DejaVu Sans"/>
              </a:defRPr>
            </a:lvl4pPr>
            <a:lvl5pPr algn="ctr">
              <a:defRPr sz="2100">
                <a:solidFill>
                  <a:srgbClr val="526276"/>
                </a:solidFill>
                <a:latin typeface="DejaVu Sans"/>
                <a:ea typeface="DejaVu Sans"/>
                <a:cs typeface="DejaVu Sans"/>
              </a:defRPr>
            </a:lvl5pPr>
            <a:lvl6pPr algn="ctr">
              <a:defRPr sz="2100">
                <a:solidFill>
                  <a:srgbClr val="526276"/>
                </a:solidFill>
                <a:latin typeface="DejaVu Sans"/>
                <a:ea typeface="DejaVu Sans"/>
                <a:cs typeface="DejaVu Sans"/>
              </a:defRPr>
            </a:lvl6pPr>
            <a:lvl7pPr algn="ctr">
              <a:defRPr sz="2100">
                <a:solidFill>
                  <a:srgbClr val="526276"/>
                </a:solidFill>
                <a:latin typeface="DejaVu Sans"/>
                <a:ea typeface="DejaVu Sans"/>
                <a:cs typeface="DejaVu Sans"/>
              </a:defRPr>
            </a:lvl7pPr>
            <a:lvl8pPr algn="ctr">
              <a:defRPr sz="2100">
                <a:solidFill>
                  <a:srgbClr val="526276"/>
                </a:solidFill>
                <a:latin typeface="DejaVu Sans"/>
                <a:ea typeface="DejaVu Sans"/>
                <a:cs typeface="DejaVu Sans"/>
              </a:defRPr>
            </a:lvl8pPr>
            <a:lvl9pPr algn="ctr">
              <a:defRPr sz="2100">
                <a:solidFill>
                  <a:srgbClr val="526276"/>
                </a:solidFill>
                <a:latin typeface="DejaVu Sans"/>
                <a:ea typeface="DejaVu Sans"/>
                <a:cs typeface="DejaVu Sans"/>
              </a:defRPr>
            </a:lvl9pPr>
          </a:lstStyle>
          <a:p>
            <a:endParaRPr/>
          </a:p>
        </p:txBody>
      </p:sp>
      <mc:AlternateContent xmlns:mc="http://schemas.openxmlformats.org/markup-compatibility/2006" xmlns:a14="http://schemas.microsoft.com/office/drawing/2010/main">
        <mc:Choice Requires="a14">
          <p:sp>
            <p:nvSpPr>
              <p:cNvPr id="402" name="evaluated_recursion" descr="The loss equals J_2(a_2(x)). In fact, J_2(a_2(x)) equals J_3(ReLU(a_2(x)) w_3 + b_3). The underbrace identifies this argument as a_3(x)."/>
              <p:cNvSpPr>
                <a:spLocks noGrp="1"/>
              </p:cNvSpPr>
              <p:nvPr/>
            </p:nvSpPr>
            <p:spPr>
              <a:xfrm>
                <a:off x="190500" y="5067300"/>
                <a:ext cx="11811000" cy="95250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ℒ</m:t>
                        </m:r>
                      </m:e>
                      <m:sub>
                        <m:r>
                          <m:rPr>
                            <m:sty m:val="p"/>
                          </m:rPr>
                          <a:rPr lang="en-GB" sz="2800">
                            <a:solidFill>
                              <a:srgbClr val="FF0000"/>
                            </a:solidFill>
                            <a:latin typeface="Cambria Math"/>
                            <a:ea typeface="Cambria Math"/>
                            <a:cs typeface="Cambria Math"/>
                          </a:rPr>
                          <m:t>sq</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𝛉</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2</m:t>
                        </m:r>
                      </m:sub>
                    </m:sSub>
                    <m:d>
                      <m:dPr>
                        <m:ctrlPr>
                          <a:rPr lang="en-GB" sz="2800" i="1">
                            <a:solidFill>
                              <a:srgbClr val="FF0000"/>
                            </a:solidFill>
                            <a:latin typeface="Cambria Math" panose="02040503050406030204" pitchFamily="18" charset="0"/>
                            <a:ea typeface="Cambria Math"/>
                            <a:cs typeface="Cambria Math"/>
                          </a:rPr>
                        </m:ctrlPr>
                      </m:dPr>
                      <m:e>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𝑎</m:t>
                            </m:r>
                          </m:e>
                          <m:sub>
                            <m:r>
                              <a:rPr lang="en-GB" sz="2800">
                                <a:solidFill>
                                  <a:srgbClr val="FF0000"/>
                                </a:solidFill>
                                <a:latin typeface="Cambria Math"/>
                                <a:ea typeface="Cambria Math"/>
                                <a:cs typeface="Cambria Math"/>
                              </a:rPr>
                              <m:t>2</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𝑥</m:t>
                            </m:r>
                          </m:e>
                        </m:d>
                      </m:e>
                    </m:d>
                  </m:oMath>
                </a14:m>
                <a:r>
                  <a:rPr lang="en-GB" sz="2100" dirty="0">
                    <a:solidFill>
                      <a:srgbClr val="526276"/>
                    </a:solidFill>
                    <a:latin typeface="DejaVu Sans"/>
                    <a:ea typeface="DejaVu Sans"/>
                    <a:cs typeface="DejaVu Sans"/>
                  </a:rPr>
                  <a:t>,  in fact  </a:t>
                </a:r>
                <a14:m>
                  <m:oMath xmlns:m="http://schemas.openxmlformats.org/officeDocument/2006/math">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𝐽</m:t>
                        </m:r>
                      </m:e>
                      <m:sub>
                        <m:r>
                          <a:rPr lang="en-GB" sz="2800">
                            <a:solidFill>
                              <a:srgbClr val="1E755E"/>
                            </a:solidFill>
                            <a:latin typeface="Cambria Math"/>
                            <a:ea typeface="Cambria Math"/>
                            <a:cs typeface="Cambria Math"/>
                          </a:rPr>
                          <m:t>2</m:t>
                        </m:r>
                      </m:sub>
                    </m:sSub>
                    <m:d>
                      <m:dPr>
                        <m:ctrlPr>
                          <a:rPr lang="en-GB" sz="2800" i="1">
                            <a:solidFill>
                              <a:srgbClr val="1E755E"/>
                            </a:solidFill>
                            <a:latin typeface="Cambria Math" panose="02040503050406030204" pitchFamily="18" charset="0"/>
                            <a:ea typeface="Cambria Math"/>
                            <a:cs typeface="Cambria Math"/>
                          </a:rPr>
                        </m:ctrlPr>
                      </m:dPr>
                      <m:e>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𝑎</m:t>
                            </m:r>
                          </m:e>
                          <m:sub>
                            <m:r>
                              <a:rPr lang="en-GB" sz="2800">
                                <a:solidFill>
                                  <a:srgbClr val="1E755E"/>
                                </a:solidFill>
                                <a:latin typeface="Cambria Math"/>
                                <a:ea typeface="Cambria Math"/>
                                <a:cs typeface="Cambria Math"/>
                              </a:rPr>
                              <m:t>2</m:t>
                            </m:r>
                          </m:sub>
                        </m:sSub>
                        <m:d>
                          <m:dPr>
                            <m:ctrlPr>
                              <a:rPr lang="en-GB" sz="2800">
                                <a:solidFill>
                                  <a:srgbClr val="1E755E"/>
                                </a:solidFill>
                                <a:latin typeface="Cambria Math"/>
                                <a:ea typeface="Cambria Math"/>
                                <a:cs typeface="Cambria Math"/>
                              </a:rPr>
                            </m:ctrlPr>
                          </m:dPr>
                          <m:e>
                            <m:r>
                              <a:rPr lang="en-GB" sz="2800">
                                <a:solidFill>
                                  <a:srgbClr val="1E755E"/>
                                </a:solidFill>
                                <a:latin typeface="Cambria Math"/>
                                <a:ea typeface="Cambria Math"/>
                                <a:cs typeface="Cambria Math"/>
                              </a:rPr>
                              <m:t>𝑥</m:t>
                            </m:r>
                          </m:e>
                        </m:d>
                      </m:e>
                    </m:d>
                    <m:r>
                      <a:rPr lang="en-GB" sz="2800">
                        <a:solidFill>
                          <a:srgbClr val="1E755E"/>
                        </a:solidFill>
                        <a:latin typeface="Cambria Math"/>
                        <a:ea typeface="Cambria Math"/>
                        <a:cs typeface="Cambria Math"/>
                      </a:rPr>
                      <m:t>=</m:t>
                    </m:r>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𝐽</m:t>
                        </m:r>
                      </m:e>
                      <m:sub>
                        <m:r>
                          <a:rPr lang="en-GB" sz="2800">
                            <a:solidFill>
                              <a:srgbClr val="1E755E"/>
                            </a:solidFill>
                            <a:latin typeface="Cambria Math"/>
                            <a:ea typeface="Cambria Math"/>
                            <a:cs typeface="Cambria Math"/>
                          </a:rPr>
                          <m:t>3</m:t>
                        </m:r>
                      </m:sub>
                    </m:sSub>
                    <m:r>
                      <a:rPr lang="it-IT" sz="2800" b="0" i="1" smtClean="0">
                        <a:solidFill>
                          <a:srgbClr val="1E755E"/>
                        </a:solidFill>
                        <a:latin typeface="Cambria Math" panose="02040503050406030204" pitchFamily="18" charset="0"/>
                        <a:ea typeface="Cambria Math"/>
                        <a:cs typeface="Cambria Math"/>
                      </a:rPr>
                      <m:t>(</m:t>
                    </m:r>
                    <m:limLow>
                      <m:limLowPr>
                        <m:ctrlPr>
                          <a:rPr lang="en-GB" sz="2800" i="1">
                            <a:solidFill>
                              <a:srgbClr val="1E755E"/>
                            </a:solidFill>
                            <a:latin typeface="Cambria Math" panose="02040503050406030204" pitchFamily="18" charset="0"/>
                            <a:ea typeface="Cambria Math"/>
                            <a:cs typeface="Cambria Math"/>
                          </a:rPr>
                        </m:ctrlPr>
                      </m:limLowPr>
                      <m:e>
                        <m:groupChr>
                          <m:groupChrPr>
                            <m:chr m:val="⏟"/>
                            <m:pos m:val="bot"/>
                            <m:vertJc m:val="top"/>
                            <m:ctrlPr>
                              <a:rPr lang="en-GB" sz="2800">
                                <a:solidFill>
                                  <a:srgbClr val="1E755E"/>
                                </a:solidFill>
                                <a:latin typeface="Cambria Math"/>
                                <a:ea typeface="Cambria Math"/>
                                <a:cs typeface="Cambria Math"/>
                              </a:rPr>
                            </m:ctrlPr>
                          </m:groupChrPr>
                          <m:e>
                            <m:r>
                              <m:rPr>
                                <m:sty m:val="p"/>
                              </m:rPr>
                              <a:rPr lang="en-GB" sz="2800">
                                <a:solidFill>
                                  <a:srgbClr val="1E755E"/>
                                </a:solidFill>
                                <a:latin typeface="Cambria Math"/>
                                <a:ea typeface="Cambria Math"/>
                                <a:cs typeface="Cambria Math"/>
                              </a:rPr>
                              <m:t>ReLU</m:t>
                            </m:r>
                            <m:d>
                              <m:dPr>
                                <m:ctrlPr>
                                  <a:rPr lang="en-GB" sz="2800" i="1">
                                    <a:solidFill>
                                      <a:srgbClr val="1E755E"/>
                                    </a:solidFill>
                                    <a:latin typeface="Cambria Math" panose="02040503050406030204" pitchFamily="18" charset="0"/>
                                    <a:ea typeface="Cambria Math"/>
                                    <a:cs typeface="Cambria Math"/>
                                  </a:rPr>
                                </m:ctrlPr>
                              </m:dPr>
                              <m:e>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𝑎</m:t>
                                    </m:r>
                                  </m:e>
                                  <m:sub>
                                    <m:r>
                                      <a:rPr lang="en-GB" sz="2800">
                                        <a:solidFill>
                                          <a:srgbClr val="1E755E"/>
                                        </a:solidFill>
                                        <a:latin typeface="Cambria Math"/>
                                        <a:ea typeface="Cambria Math"/>
                                        <a:cs typeface="Cambria Math"/>
                                      </a:rPr>
                                      <m:t>2</m:t>
                                    </m:r>
                                  </m:sub>
                                </m:sSub>
                                <m:d>
                                  <m:dPr>
                                    <m:ctrlPr>
                                      <a:rPr lang="en-GB" sz="2800">
                                        <a:solidFill>
                                          <a:srgbClr val="1E755E"/>
                                        </a:solidFill>
                                        <a:latin typeface="Cambria Math"/>
                                        <a:ea typeface="Cambria Math"/>
                                        <a:cs typeface="Cambria Math"/>
                                      </a:rPr>
                                    </m:ctrlPr>
                                  </m:dPr>
                                  <m:e>
                                    <m:r>
                                      <a:rPr lang="en-GB" sz="2800">
                                        <a:solidFill>
                                          <a:srgbClr val="1E755E"/>
                                        </a:solidFill>
                                        <a:latin typeface="Cambria Math"/>
                                        <a:ea typeface="Cambria Math"/>
                                        <a:cs typeface="Cambria Math"/>
                                      </a:rPr>
                                      <m:t>𝑥</m:t>
                                    </m:r>
                                  </m:e>
                                </m:d>
                              </m:e>
                            </m:d>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𝑤</m:t>
                                </m:r>
                              </m:e>
                              <m:sub>
                                <m:r>
                                  <a:rPr lang="en-GB" sz="2800">
                                    <a:solidFill>
                                      <a:srgbClr val="1E755E"/>
                                    </a:solidFill>
                                    <a:latin typeface="Cambria Math"/>
                                    <a:ea typeface="Cambria Math"/>
                                    <a:cs typeface="Cambria Math"/>
                                  </a:rPr>
                                  <m:t>3</m:t>
                                </m:r>
                              </m:sub>
                            </m:sSub>
                            <m:r>
                              <a:rPr lang="en-GB" sz="2800">
                                <a:solidFill>
                                  <a:srgbClr val="1E755E"/>
                                </a:solidFill>
                                <a:latin typeface="Cambria Math"/>
                                <a:ea typeface="Cambria Math"/>
                                <a:cs typeface="Cambria Math"/>
                              </a:rPr>
                              <m:t>+</m:t>
                            </m:r>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𝑏</m:t>
                                </m:r>
                              </m:e>
                              <m:sub>
                                <m:r>
                                  <a:rPr lang="en-GB" sz="2800">
                                    <a:solidFill>
                                      <a:srgbClr val="1E755E"/>
                                    </a:solidFill>
                                    <a:latin typeface="Cambria Math"/>
                                    <a:ea typeface="Cambria Math"/>
                                    <a:cs typeface="Cambria Math"/>
                                  </a:rPr>
                                  <m:t>3</m:t>
                                </m:r>
                              </m:sub>
                            </m:sSub>
                          </m:e>
                        </m:groupChr>
                      </m:e>
                      <m:lim>
                        <m:sSub>
                          <m:sSubPr>
                            <m:ctrlPr>
                              <a:rPr lang="en-GB" sz="2800">
                                <a:solidFill>
                                  <a:srgbClr val="1E755E"/>
                                </a:solidFill>
                                <a:latin typeface="Cambria Math"/>
                                <a:ea typeface="Cambria Math"/>
                                <a:cs typeface="Cambria Math"/>
                              </a:rPr>
                            </m:ctrlPr>
                          </m:sSubPr>
                          <m:e>
                            <m:r>
                              <a:rPr lang="en-GB" sz="2800">
                                <a:solidFill>
                                  <a:srgbClr val="1E755E"/>
                                </a:solidFill>
                                <a:latin typeface="Cambria Math"/>
                                <a:ea typeface="Cambria Math"/>
                                <a:cs typeface="Cambria Math"/>
                              </a:rPr>
                              <m:t>𝑎</m:t>
                            </m:r>
                          </m:e>
                          <m:sub>
                            <m:r>
                              <a:rPr lang="en-GB" sz="2800">
                                <a:solidFill>
                                  <a:srgbClr val="1E755E"/>
                                </a:solidFill>
                                <a:latin typeface="Cambria Math"/>
                                <a:ea typeface="Cambria Math"/>
                                <a:cs typeface="Cambria Math"/>
                              </a:rPr>
                              <m:t>3</m:t>
                            </m:r>
                          </m:sub>
                        </m:sSub>
                        <m:r>
                          <a:rPr lang="en-GB" sz="2800">
                            <a:solidFill>
                              <a:srgbClr val="1E755E"/>
                            </a:solidFill>
                            <a:latin typeface="Cambria Math"/>
                            <a:ea typeface="Cambria Math"/>
                            <a:cs typeface="Cambria Math"/>
                          </a:rPr>
                          <m:t>(</m:t>
                        </m:r>
                        <m:r>
                          <a:rPr lang="en-GB" sz="2800">
                            <a:solidFill>
                              <a:srgbClr val="1E755E"/>
                            </a:solidFill>
                            <a:latin typeface="Cambria Math"/>
                            <a:ea typeface="Cambria Math"/>
                            <a:cs typeface="Cambria Math"/>
                          </a:rPr>
                          <m:t>𝑥</m:t>
                        </m:r>
                        <m:r>
                          <a:rPr lang="en-GB" sz="2800">
                            <a:solidFill>
                              <a:srgbClr val="1E755E"/>
                            </a:solidFill>
                            <a:latin typeface="Cambria Math"/>
                            <a:ea typeface="Cambria Math"/>
                            <a:cs typeface="Cambria Math"/>
                          </a:rPr>
                          <m:t>)</m:t>
                        </m:r>
                      </m:lim>
                    </m:limLow>
                    <m:r>
                      <a:rPr lang="it-IT" sz="2800" b="0" i="1" smtClean="0">
                        <a:solidFill>
                          <a:srgbClr val="1E755E"/>
                        </a:solidFill>
                        <a:latin typeface="Cambria Math" panose="02040503050406030204" pitchFamily="18" charset="0"/>
                        <a:ea typeface="Cambria Math"/>
                        <a:cs typeface="Cambria Math"/>
                      </a:rPr>
                      <m:t>)</m:t>
                    </m:r>
                  </m:oMath>
                </a14:m>
                <a:endParaRPr lang="en-GB" sz="2800" dirty="0"/>
              </a:p>
            </p:txBody>
          </p:sp>
        </mc:Choice>
        <mc:Fallback xmlns="">
          <p:sp>
            <p:nvSpPr>
              <p:cNvPr id="402" name="evaluated_recursion" descr="The loss equals J_2(a_2(x)). In fact, J_2(a_2(x)) equals J_3(ReLU(a_2(x)) w_3 + b_3). The underbrace identifies this argument as a_3(x)."/>
              <p:cNvSpPr>
                <a:spLocks noGrp="1" noRot="1" noChangeAspect="1" noMove="1" noResize="1" noEditPoints="1" noAdjustHandles="1" noChangeArrowheads="1" noChangeShapeType="1" noTextEdit="1"/>
              </p:cNvSpPr>
              <p:nvPr/>
            </p:nvSpPr>
            <p:spPr>
              <a:xfrm>
                <a:off x="190500" y="5067300"/>
                <a:ext cx="11811000" cy="952500"/>
              </a:xfrm>
              <a:prstGeom prst="rect">
                <a:avLst/>
              </a:prstGeom>
              <a:blipFill>
                <a:blip r:embed="rId3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03" name="fixed_parameters_evaluated"/>
              <p:cNvSpPr>
                <a:spLocks noGrp="1"/>
              </p:cNvSpPr>
              <p:nvPr/>
            </p:nvSpPr>
            <p:spPr>
              <a:xfrm>
                <a:off x="666750" y="6076950"/>
                <a:ext cx="10858500" cy="285750"/>
              </a:xfrm>
              <a:prstGeom prst="rect">
                <a:avLst/>
              </a:prstGeom>
              <a:noFill/>
              <a:ln w="0">
                <a:noFill/>
              </a:ln>
            </p:spPr>
            <p:txBody>
              <a:bodyPr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14:m>
                  <m:oMath xmlns:m="http://schemas.openxmlformats.org/officeDocument/2006/math">
                    <m:sSub>
                      <m:sSubPr>
                        <m:ctrlPr>
                          <a:rPr lang="ar-AE">
                            <a:solidFill>
                              <a:srgbClr val="526276"/>
                            </a:solidFill>
                            <a:latin typeface="Cambria Math"/>
                            <a:ea typeface="Cambria Math"/>
                            <a:cs typeface="Cambria Math"/>
                          </a:rPr>
                        </m:ctrlPr>
                      </m:sSubPr>
                      <m:e>
                        <m:r>
                          <a:rPr lang="ar-AE">
                            <a:solidFill>
                              <a:srgbClr val="526276"/>
                            </a:solidFill>
                            <a:latin typeface="Cambria Math"/>
                            <a:ea typeface="Cambria Math"/>
                            <a:cs typeface="Cambria Math"/>
                          </a:rPr>
                          <m:t>𝐽</m:t>
                        </m:r>
                      </m:e>
                      <m:sub>
                        <m:r>
                          <a:rPr lang="it-IT" b="0" i="0" smtClean="0">
                            <a:solidFill>
                              <a:srgbClr val="526276"/>
                            </a:solidFill>
                            <a:latin typeface="Cambria Math" panose="02040503050406030204" pitchFamily="18" charset="0"/>
                            <a:ea typeface="Cambria Math"/>
                            <a:cs typeface="Cambria Math"/>
                          </a:rPr>
                          <m:t>2</m:t>
                        </m:r>
                      </m:sub>
                    </m:sSub>
                  </m:oMath>
                </a14:m>
                <a:r>
                  <a:rPr lang="ar-AE" dirty="0">
                    <a:solidFill>
                      <a:srgbClr val="526276"/>
                    </a:solidFill>
                    <a:latin typeface="DejaVu Sans"/>
                    <a:ea typeface="DejaVu Sans"/>
                    <a:cs typeface="DejaVu Sans"/>
                  </a:rPr>
                  <a:t> </a:t>
                </a:r>
                <a:r>
                  <a:rPr lang="en-GB" dirty="0">
                    <a:solidFill>
                      <a:srgbClr val="526276"/>
                    </a:solidFill>
                    <a:latin typeface="DejaVu Sans"/>
                    <a:ea typeface="DejaVu Sans"/>
                    <a:cs typeface="DejaVu Sans"/>
                  </a:rPr>
                  <a:t>uses </a:t>
                </a:r>
                <a14:m>
                  <m:oMath xmlns:m="http://schemas.openxmlformats.org/officeDocument/2006/math">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r>
                      <a:rPr lang="ar-AE" smtClean="0">
                        <a:solidFill>
                          <a:srgbClr val="526276"/>
                        </a:solidFill>
                        <a:latin typeface="Cambria Math"/>
                        <a:ea typeface="Cambria Math"/>
                        <a:cs typeface="Cambria Math"/>
                      </a:rPr>
                      <m:t>𝑦</m:t>
                    </m:r>
                  </m:oMath>
                </a14:m>
                <a:r>
                  <a:rPr lang="ar-AE" dirty="0">
                    <a:solidFill>
                      <a:srgbClr val="526276"/>
                    </a:solidFill>
                    <a:latin typeface="DejaVu Sans"/>
                    <a:ea typeface="DejaVu Sans"/>
                    <a:cs typeface="DejaVu Sans"/>
                  </a:rPr>
                  <a:t>,</a:t>
                </a:r>
                <a:r>
                  <a:rPr lang="it-IT" dirty="0">
                    <a:solidFill>
                      <a:srgbClr val="526276"/>
                    </a:solidFill>
                    <a:latin typeface="DejaVu Sans"/>
                    <a:ea typeface="DejaVu Sans"/>
                    <a:cs typeface="DejaVu Sans"/>
                  </a:rPr>
                  <a:t> b</a:t>
                </a:r>
                <a:r>
                  <a:rPr lang="en-GB" dirty="0" err="1">
                    <a:solidFill>
                      <a:srgbClr val="526276"/>
                    </a:solidFill>
                    <a:latin typeface="DejaVu Sans"/>
                    <a:ea typeface="DejaVu Sans"/>
                    <a:cs typeface="DejaVu Sans"/>
                  </a:rPr>
                  <a:t>ut</a:t>
                </a:r>
                <a:r>
                  <a:rPr lang="en-GB" dirty="0">
                    <a:solidFill>
                      <a:srgbClr val="526276"/>
                    </a:solidFill>
                    <a:latin typeface="DejaVu Sans"/>
                    <a:ea typeface="DejaVu Sans"/>
                    <a:cs typeface="DejaVu Sans"/>
                  </a:rPr>
                  <a:t> not any parameters from the current or previous layers.</a:t>
                </a:r>
                <a:endParaRPr lang="en-GB" dirty="0"/>
              </a:p>
            </p:txBody>
          </p:sp>
        </mc:Choice>
        <mc:Fallback xmlns="">
          <p:sp>
            <p:nvSpPr>
              <p:cNvPr id="403" name="fixed_parameters_evaluated"/>
              <p:cNvSpPr>
                <a:spLocks noGrp="1" noRot="1" noChangeAspect="1" noMove="1" noResize="1" noEditPoints="1" noAdjustHandles="1" noChangeArrowheads="1" noChangeShapeType="1" noTextEdit="1"/>
              </p:cNvSpPr>
              <p:nvPr/>
            </p:nvSpPr>
            <p:spPr>
              <a:xfrm>
                <a:off x="666750" y="6076950"/>
                <a:ext cx="10858500" cy="285750"/>
              </a:xfrm>
              <a:prstGeom prst="rect">
                <a:avLst/>
              </a:prstGeom>
              <a:blipFill>
                <a:blip r:embed="rId31"/>
                <a:stretch>
                  <a:fillRect t="-17021" b="-3829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lead">
                <a:extLst>
                  <a:ext uri="{FF2B5EF4-FFF2-40B4-BE49-F238E27FC236}">
                    <a16:creationId xmlns:a16="http://schemas.microsoft.com/office/drawing/2014/main" id="{37E8B4D5-8BA1-5810-DF3E-759CC42BC285}"/>
                  </a:ext>
                </a:extLst>
              </p:cNvPr>
              <p:cNvSpPr>
                <a:spLocks noGrp="1"/>
              </p:cNvSpPr>
              <p:nvPr/>
            </p:nvSpPr>
            <p:spPr>
              <a:xfrm>
                <a:off x="523875" y="942975"/>
                <a:ext cx="11144250" cy="742950"/>
              </a:xfrm>
              <a:prstGeom prst="rect">
                <a:avLst/>
              </a:prstGeom>
              <a:noFill/>
              <a:ln w="0">
                <a:noFill/>
              </a:ln>
            </p:spPr>
            <p:txBody>
              <a:bodyPr lIns="0" tIns="0" rIns="0" bIns="0" anchor="ctr">
                <a:noAutofit/>
              </a:bodyPr>
              <a:lstStyle>
                <a:defPPr algn="ctr">
                  <a:defRPr sz="2100" b="0">
                    <a:solidFill>
                      <a:srgbClr val="526276"/>
                    </a:solidFill>
                    <a:latin typeface="DejaVu Sans"/>
                    <a:ea typeface="DejaVu Sans"/>
                    <a:cs typeface="DejaVu Sans"/>
                  </a:defRPr>
                </a:defPPr>
              </a:lstStyle>
              <a:p>
                <a:pPr algn="ctr">
                  <a:defRPr sz="2100" b="0">
                    <a:solidFill>
                      <a:srgbClr val="526276"/>
                    </a:solidFill>
                    <a:latin typeface="DejaVu Sans"/>
                    <a:ea typeface="DejaVu Sans"/>
                    <a:cs typeface="DejaVu Sans"/>
                  </a:defRPr>
                </a:pPr>
                <a:r>
                  <a:rPr lang="it-IT" sz="2100" dirty="0">
                    <a:solidFill>
                      <a:srgbClr val="FF0000"/>
                    </a:solidFill>
                    <a:latin typeface="DejaVu Sans"/>
                    <a:ea typeface="DejaVu Sans"/>
                    <a:cs typeface="DejaVu Sans"/>
                  </a:rPr>
                  <a:t>Layer 2</a:t>
                </a:r>
                <a:r>
                  <a:rPr lang="it-IT" sz="2100" dirty="0">
                    <a:solidFill>
                      <a:schemeClr val="tx2"/>
                    </a:solidFill>
                    <a:latin typeface="DejaVu Sans"/>
                    <a:ea typeface="DejaVu Sans"/>
                    <a:cs typeface="DejaVu Sans"/>
                  </a:rPr>
                  <a:t>: write the </a:t>
                </a:r>
                <a:r>
                  <a:rPr lang="it-IT" sz="2100" dirty="0" err="1">
                    <a:solidFill>
                      <a:schemeClr val="tx2"/>
                    </a:solidFill>
                    <a:latin typeface="DejaVu Sans"/>
                    <a:ea typeface="DejaVu Sans"/>
                    <a:cs typeface="DejaVu Sans"/>
                  </a:rPr>
                  <a:t>loss</a:t>
                </a:r>
                <a:r>
                  <a:rPr lang="en-GB" sz="2100" dirty="0">
                    <a:solidFill>
                      <a:schemeClr val="tx2"/>
                    </a:solidFill>
                    <a:latin typeface="DejaVu Sans"/>
                    <a:ea typeface="DejaVu Sans"/>
                    <a:cs typeface="DejaVu Sans"/>
                  </a:rPr>
                  <a:t> of the network with parameters </a:t>
                </a:r>
                <a14:m>
                  <m:oMath xmlns:m="http://schemas.openxmlformats.org/officeDocument/2006/math">
                    <m:r>
                      <a:rPr lang="it-IT" sz="2000" b="1" i="0" smtClean="0">
                        <a:solidFill>
                          <a:schemeClr val="tx2"/>
                        </a:solidFill>
                        <a:latin typeface="Cambria Math" panose="02040503050406030204" pitchFamily="18" charset="0"/>
                        <a:ea typeface="Cambria Math"/>
                        <a:cs typeface="Cambria Math"/>
                      </a:rPr>
                      <m:t>𝛉</m:t>
                    </m:r>
                  </m:oMath>
                </a14:m>
                <a:r>
                  <a:rPr lang="it-IT" sz="2100" dirty="0">
                    <a:solidFill>
                      <a:schemeClr val="tx2"/>
                    </a:solidFill>
                    <a:latin typeface="DejaVu Sans"/>
                    <a:ea typeface="DejaVu Sans"/>
                    <a:cs typeface="DejaVu Sans"/>
                  </a:rPr>
                  <a:t> on the </a:t>
                </a:r>
                <a:r>
                  <a:rPr lang="it-IT" sz="2100" dirty="0" err="1">
                    <a:solidFill>
                      <a:schemeClr val="tx2"/>
                    </a:solidFill>
                    <a:latin typeface="DejaVu Sans"/>
                    <a:ea typeface="DejaVu Sans"/>
                    <a:cs typeface="DejaVu Sans"/>
                  </a:rPr>
                  <a:t>observation</a:t>
                </a:r>
                <a:r>
                  <a:rPr lang="it-IT" sz="2100" dirty="0">
                    <a:solidFill>
                      <a:schemeClr val="tx2"/>
                    </a:solidFill>
                    <a:latin typeface="DejaVu Sans"/>
                    <a:ea typeface="DejaVu Sans"/>
                    <a:cs typeface="DejaVu Sans"/>
                  </a:rPr>
                  <a:t> </a:t>
                </a:r>
                <a14:m>
                  <m:oMath xmlns:m="http://schemas.openxmlformats.org/officeDocument/2006/math">
                    <m:d>
                      <m:dPr>
                        <m:ctrlPr>
                          <a:rPr lang="en-GB" sz="2000">
                            <a:solidFill>
                              <a:schemeClr val="tx2"/>
                            </a:solidFill>
                            <a:latin typeface="Cambria Math"/>
                            <a:ea typeface="Cambria Math"/>
                            <a:cs typeface="Cambria Math"/>
                          </a:rPr>
                        </m:ctrlPr>
                      </m:dPr>
                      <m:e>
                        <m:r>
                          <a:rPr lang="en-GB" sz="2000">
                            <a:solidFill>
                              <a:schemeClr val="tx2"/>
                            </a:solidFill>
                            <a:latin typeface="Cambria Math"/>
                            <a:ea typeface="Cambria Math"/>
                            <a:cs typeface="Cambria Math"/>
                          </a:rPr>
                          <m:t>𝑥</m:t>
                        </m:r>
                        <m:r>
                          <a:rPr lang="it-IT" sz="2000" i="1">
                            <a:solidFill>
                              <a:schemeClr val="tx2"/>
                            </a:solidFill>
                            <a:latin typeface="Cambria Math" panose="02040503050406030204" pitchFamily="18" charset="0"/>
                            <a:ea typeface="Cambria Math"/>
                            <a:cs typeface="Cambria Math"/>
                          </a:rPr>
                          <m:t>,</m:t>
                        </m:r>
                        <m:r>
                          <a:rPr lang="it-IT" sz="2000" i="1">
                            <a:solidFill>
                              <a:schemeClr val="tx2"/>
                            </a:solidFill>
                            <a:latin typeface="Cambria Math" panose="02040503050406030204" pitchFamily="18" charset="0"/>
                            <a:ea typeface="Cambria Math"/>
                            <a:cs typeface="Cambria Math"/>
                          </a:rPr>
                          <m:t>𝑦</m:t>
                        </m:r>
                      </m:e>
                    </m:d>
                  </m:oMath>
                </a14:m>
                <a:endParaRPr lang="it-IT" sz="2100" dirty="0">
                  <a:solidFill>
                    <a:schemeClr val="tx2"/>
                  </a:solidFill>
                  <a:latin typeface="DejaVu Sans"/>
                  <a:ea typeface="DejaVu Sans"/>
                  <a:cs typeface="DejaVu Sans"/>
                </a:endParaRPr>
              </a:p>
              <a:p>
                <a:pPr algn="ctr">
                  <a:defRPr sz="2100" b="0">
                    <a:solidFill>
                      <a:srgbClr val="526276"/>
                    </a:solidFill>
                    <a:latin typeface="DejaVu Sans"/>
                    <a:ea typeface="DejaVu Sans"/>
                    <a:cs typeface="DejaVu Sans"/>
                  </a:defRPr>
                </a:pPr>
                <a:r>
                  <a:rPr lang="it-IT" sz="2100" dirty="0" err="1">
                    <a:solidFill>
                      <a:schemeClr val="tx2"/>
                    </a:solidFill>
                    <a:latin typeface="DejaVu Sans"/>
                    <a:ea typeface="DejaVu Sans"/>
                    <a:cs typeface="DejaVu Sans"/>
                  </a:rPr>
                  <a:t>as</a:t>
                </a:r>
                <a:r>
                  <a:rPr lang="it-IT" sz="2100" dirty="0">
                    <a:solidFill>
                      <a:schemeClr val="tx2"/>
                    </a:solidFill>
                    <a:latin typeface="DejaVu Sans"/>
                    <a:ea typeface="DejaVu Sans"/>
                    <a:cs typeface="DejaVu Sans"/>
                  </a:rPr>
                  <a:t> a </a:t>
                </a:r>
                <a:r>
                  <a:rPr lang="it-IT" sz="2100" dirty="0" err="1">
                    <a:solidFill>
                      <a:schemeClr val="tx2"/>
                    </a:solidFill>
                    <a:latin typeface="DejaVu Sans"/>
                    <a:ea typeface="DejaVu Sans"/>
                    <a:cs typeface="DejaVu Sans"/>
                  </a:rPr>
                  <a:t>function</a:t>
                </a:r>
                <a:r>
                  <a:rPr lang="it-IT" sz="2100" dirty="0">
                    <a:solidFill>
                      <a:schemeClr val="tx2"/>
                    </a:solidFill>
                    <a:latin typeface="DejaVu Sans"/>
                    <a:ea typeface="DejaVu Sans"/>
                    <a:cs typeface="DejaVu Sans"/>
                  </a:rPr>
                  <a:t> of the </a:t>
                </a:r>
                <a:r>
                  <a:rPr lang="it-IT" sz="2100" dirty="0" err="1">
                    <a:solidFill>
                      <a:schemeClr val="tx2"/>
                    </a:solidFill>
                    <a:latin typeface="DejaVu Sans"/>
                    <a:ea typeface="DejaVu Sans"/>
                    <a:cs typeface="DejaVu Sans"/>
                  </a:rPr>
                  <a:t>current</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layer</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preactivation</a:t>
                </a:r>
                <a:r>
                  <a:rPr lang="it-IT" sz="2100" dirty="0">
                    <a:solidFill>
                      <a:schemeClr val="tx2"/>
                    </a:solidFill>
                    <a:latin typeface="DejaVu Sans"/>
                    <a:ea typeface="DejaVu Sans"/>
                    <a:cs typeface="DejaVu Sans"/>
                  </a:rPr>
                  <a:t> </a:t>
                </a:r>
                <a14:m>
                  <m:oMath xmlns:m="http://schemas.openxmlformats.org/officeDocument/2006/math">
                    <m:sSub>
                      <m:sSubPr>
                        <m:ctrlPr>
                          <a:rPr lang="en-GB" sz="2400">
                            <a:solidFill>
                              <a:schemeClr val="tx2"/>
                            </a:solidFill>
                            <a:latin typeface="Cambria Math"/>
                            <a:ea typeface="Cambria Math"/>
                            <a:cs typeface="Cambria Math"/>
                          </a:rPr>
                        </m:ctrlPr>
                      </m:sSubPr>
                      <m:e>
                        <m:r>
                          <a:rPr lang="en-GB" sz="2400">
                            <a:solidFill>
                              <a:schemeClr val="tx2"/>
                            </a:solidFill>
                            <a:latin typeface="Cambria Math"/>
                            <a:ea typeface="Cambria Math"/>
                            <a:cs typeface="Cambria Math"/>
                          </a:rPr>
                          <m:t>𝑎</m:t>
                        </m:r>
                      </m:e>
                      <m:sub>
                        <m:r>
                          <a:rPr lang="it-IT" sz="2400" b="0" i="1" smtClean="0">
                            <a:solidFill>
                              <a:schemeClr val="tx2"/>
                            </a:solidFill>
                            <a:latin typeface="Cambria Math" panose="02040503050406030204" pitchFamily="18" charset="0"/>
                            <a:ea typeface="Cambria Math"/>
                            <a:cs typeface="Cambria Math"/>
                          </a:rPr>
                          <m:t>2</m:t>
                        </m:r>
                      </m:sub>
                    </m:sSub>
                    <m:d>
                      <m:dPr>
                        <m:ctrlPr>
                          <a:rPr lang="en-GB" sz="2400">
                            <a:solidFill>
                              <a:schemeClr val="tx2"/>
                            </a:solidFill>
                            <a:latin typeface="Cambria Math"/>
                            <a:ea typeface="Cambria Math"/>
                            <a:cs typeface="Cambria Math"/>
                          </a:rPr>
                        </m:ctrlPr>
                      </m:dPr>
                      <m:e>
                        <m:r>
                          <a:rPr lang="en-GB" sz="2400">
                            <a:solidFill>
                              <a:schemeClr val="tx2"/>
                            </a:solidFill>
                            <a:latin typeface="Cambria Math"/>
                            <a:ea typeface="Cambria Math"/>
                            <a:cs typeface="Cambria Math"/>
                          </a:rPr>
                          <m:t>𝑥</m:t>
                        </m:r>
                      </m:e>
                    </m:d>
                  </m:oMath>
                </a14:m>
                <a:r>
                  <a:rPr lang="it-IT" sz="2100" dirty="0">
                    <a:solidFill>
                      <a:schemeClr val="tx2"/>
                    </a:solidFill>
                    <a:latin typeface="DejaVu Sans"/>
                    <a:ea typeface="DejaVu Sans"/>
                    <a:cs typeface="DejaVu Sans"/>
                  </a:rPr>
                  <a:t>.</a:t>
                </a:r>
                <a:endParaRPr lang="en-GB" sz="2100" dirty="0">
                  <a:solidFill>
                    <a:schemeClr val="tx2"/>
                  </a:solidFill>
                </a:endParaRPr>
              </a:p>
            </p:txBody>
          </p:sp>
        </mc:Choice>
        <mc:Fallback xmlns="">
          <p:sp>
            <p:nvSpPr>
              <p:cNvPr id="13" name="lead">
                <a:extLst>
                  <a:ext uri="{FF2B5EF4-FFF2-40B4-BE49-F238E27FC236}">
                    <a16:creationId xmlns:a16="http://schemas.microsoft.com/office/drawing/2014/main" id="{37E8B4D5-8BA1-5810-DF3E-759CC42BC285}"/>
                  </a:ext>
                </a:extLst>
              </p:cNvPr>
              <p:cNvSpPr>
                <a:spLocks noGrp="1" noRot="1" noChangeAspect="1" noMove="1" noResize="1" noEditPoints="1" noAdjustHandles="1" noChangeArrowheads="1" noChangeShapeType="1" noTextEdit="1"/>
              </p:cNvSpPr>
              <p:nvPr/>
            </p:nvSpPr>
            <p:spPr>
              <a:xfrm>
                <a:off x="523875" y="942975"/>
                <a:ext cx="11144250" cy="742950"/>
              </a:xfrm>
              <a:prstGeom prst="rect">
                <a:avLst/>
              </a:prstGeom>
              <a:blipFill>
                <a:blip r:embed="rId32"/>
                <a:stretch>
                  <a:fillRect l="-383" t="-8197" b="-1557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87692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animBg="1"/>
      <p:bldP spid="402" grpId="0"/>
      <p:bldP spid="40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 name="title">
            <a:extLst>
              <a:ext uri="{FF2B5EF4-FFF2-40B4-BE49-F238E27FC236}">
                <a16:creationId xmlns:a16="http://schemas.microsoft.com/office/drawing/2014/main" id="{EBEBEFA1-4D2F-4C90-9250-20B9ED016E06}"/>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it-IT" sz="3300" b="1" dirty="0" err="1">
                <a:solidFill>
                  <a:srgbClr val="182D45"/>
                </a:solidFill>
                <a:latin typeface="DejaVu Sans"/>
                <a:ea typeface="DejaVu Sans"/>
                <a:cs typeface="DejaVu Sans"/>
              </a:rPr>
              <a:t>Another layer back</a:t>
            </a:r>
          </a:p>
        </p:txBody>
      </p:sp>
      <p:sp>
        <p:nvSpPr>
          <p:cNvPr id="3" name="footer_course">
            <a:extLst>
              <a:ext uri="{FF2B5EF4-FFF2-40B4-BE49-F238E27FC236}">
                <a16:creationId xmlns:a16="http://schemas.microsoft.com/office/drawing/2014/main" id="{81491E82-6DB9-498E-B339-B1E5A3857483}"/>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D8F6F943-1C98-4C47-9CFB-8DF9BE3ED84F}"/>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9</a:t>
            </a:r>
          </a:p>
        </p:txBody>
      </p:sp>
      <p:sp>
        <p:nvSpPr>
          <p:cNvPr id="250" name="continuity_9_1_250">
            <a:extLst>
              <a:ext uri="{FF2B5EF4-FFF2-40B4-BE49-F238E27FC236}">
                <a16:creationId xmlns:a16="http://schemas.microsoft.com/office/drawing/2014/main" id="{619882EA-AC1B-4071-9C49-192FC8DA40DB}"/>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51" name="continuity_9_1_251">
            <a:extLst>
              <a:ext uri="{FF2B5EF4-FFF2-40B4-BE49-F238E27FC236}">
                <a16:creationId xmlns:a16="http://schemas.microsoft.com/office/drawing/2014/main" id="{2A8DBCC8-28E2-4D9A-8FDB-B7C3F2DAF773}"/>
              </a:ext>
            </a:extLst>
          </p:cNvPr>
          <p:cNvSpPr>
            <a:spLocks noGrp="1"/>
          </p:cNvSpPr>
          <p:nvPr/>
        </p:nvSpPr>
        <p:spPr>
          <a:xfrm>
            <a:off x="1768554" y="2073593"/>
            <a:ext cx="10005536" cy="2431733"/>
          </a:xfrm>
          <a:custGeom>
            <a:avLst/>
            <a:gdLst/>
            <a:ahLst/>
            <a:cxnLst/>
            <a:rect l="0" t="0" r="0" b="0"/>
            <a:pathLst>
              <a:path w="10005536" h="2431733">
                <a:moveTo>
                  <a:pt x="0" y="0"/>
                </a:moveTo>
                <a:lnTo>
                  <a:pt x="10005536" y="0"/>
                </a:lnTo>
                <a:lnTo>
                  <a:pt x="10005536" y="2431733"/>
                </a:lnTo>
                <a:lnTo>
                  <a:pt x="2164318" y="2431733"/>
                </a:lnTo>
                <a:lnTo>
                  <a:pt x="2164318" y="1659446"/>
                </a:lnTo>
                <a:lnTo>
                  <a:pt x="0" y="1659446"/>
                </a:lnTo>
                <a:close/>
              </a:path>
            </a:pathLst>
          </a:custGeom>
          <a:noFill/>
          <a:ln w="17145">
            <a:solidFill>
              <a:srgbClr val="1E4F8C"/>
            </a:solidFill>
          </a:ln>
        </p:spPr>
        <p:txBody>
          <a:bodyPr/>
          <a:lstStyle/>
          <a:p>
            <a:endParaRPr lang="it-IT"/>
          </a:p>
        </p:txBody>
      </p:sp>
      <mc:AlternateContent xmlns:mc="http://schemas.openxmlformats.org/markup-compatibility/2006" xmlns:a14="http://schemas.microsoft.com/office/drawing/2010/main">
        <mc:Choice Requires="a14">
          <p:sp>
            <p:nvSpPr>
              <p:cNvPr id="252" name="continuity_9_1_252" descr="J_{1}">
                <a:extLst>
                  <a:ext uri="{FF2B5EF4-FFF2-40B4-BE49-F238E27FC236}">
                    <a16:creationId xmlns:a16="http://schemas.microsoft.com/office/drawing/2014/main" id="{B0E71910-17CE-4188-9288-76A6365EF38D}"/>
                  </a:ext>
                </a:extLst>
              </p:cNvPr>
              <p:cNvSpPr>
                <a:spLocks noGrp="1"/>
              </p:cNvSpPr>
              <p:nvPr/>
            </p:nvSpPr>
            <p:spPr>
              <a:xfrm>
                <a:off x="6199823" y="1696498"/>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1E4F8C"/>
                              </a:solidFill>
                              <a:latin typeface="Cambria Math"/>
                              <a:ea typeface="Cambria Math"/>
                              <a:cs typeface="Cambria Math"/>
                            </a:rPr>
                          </m:ctrlPr>
                        </m:sSubPr>
                        <m:e>
                          <m:r>
                            <a:rPr lang="en-GB" sz="2000">
                              <a:solidFill>
                                <a:srgbClr val="1E4F8C"/>
                              </a:solidFill>
                              <a:latin typeface="Cambria Math"/>
                              <a:ea typeface="Cambria Math"/>
                              <a:cs typeface="Cambria Math"/>
                            </a:rPr>
                            <m:t>𝐽</m:t>
                          </m:r>
                        </m:e>
                        <m:sub>
                          <m:r>
                            <a:rPr lang="en-GB" sz="2000">
                              <a:solidFill>
                                <a:srgbClr val="1E4F8C"/>
                              </a:solidFill>
                              <a:latin typeface="Cambria Math"/>
                              <a:ea typeface="Cambria Math"/>
                              <a:cs typeface="Cambria Math"/>
                            </a:rPr>
                            <m:t>1</m:t>
                          </m:r>
                        </m:sub>
                      </m:sSub>
                    </m:oMath>
                  </m:oMathPara>
                </a14:m>
                <a:endParaRPr lang="en-GB" sz="2000"/>
              </a:p>
            </p:txBody>
          </p:sp>
        </mc:Choice>
        <mc:Fallback xmlns="">
          <p:sp>
            <p:nvSpPr>
              <p:cNvPr id="252" name="continuity_9_1_252" descr="J_{1}">
                <a:extLst>
                  <a:ext uri="{FF2B5EF4-FFF2-40B4-BE49-F238E27FC236}">
                    <a16:creationId xmlns:a16="http://schemas.microsoft.com/office/drawing/2014/main" id="{B0E71910-17CE-4188-9288-76A6365EF38D}"/>
                  </a:ext>
                </a:extLst>
              </p:cNvPr>
              <p:cNvSpPr>
                <a:spLocks noGrp="1" noRot="1" noChangeAspect="1" noMove="1" noResize="1" noEditPoints="1" noAdjustHandles="1" noChangeArrowheads="1" noChangeShapeType="1" noTextEdit="1"/>
              </p:cNvSpPr>
              <p:nvPr/>
            </p:nvSpPr>
            <p:spPr>
              <a:xfrm>
                <a:off x="6199823" y="1696498"/>
                <a:ext cx="1143000" cy="354140"/>
              </a:xfrm>
              <a:prstGeom prst="rect">
                <a:avLst/>
              </a:prstGeom>
              <a:blipFill>
                <a:blip r:embed="rId28"/>
                <a:stretch>
                  <a:fillRect b="-20690"/>
                </a:stretch>
              </a:blipFill>
              <a:ln w="0">
                <a:noFill/>
              </a:ln>
            </p:spPr>
            <p:txBody>
              <a:bodyPr/>
              <a:lstStyle/>
              <a:p>
                <a:r>
                  <a:rPr lang="it-IT">
                    <a:noFill/>
                  </a:rPr>
                  <a:t> </a:t>
                </a:r>
              </a:p>
            </p:txBody>
          </p:sp>
        </mc:Fallback>
      </mc:AlternateContent>
      <p:sp>
        <p:nvSpPr>
          <p:cNvPr id="253" name="continuity_9_1_253">
            <a:extLst>
              <a:ext uri="{FF2B5EF4-FFF2-40B4-BE49-F238E27FC236}">
                <a16:creationId xmlns:a16="http://schemas.microsoft.com/office/drawing/2014/main" id="{96D4B1B6-2575-433C-A0FE-891AEC8B1B5D}"/>
              </a:ext>
            </a:extLst>
          </p:cNvPr>
          <p:cNvSpPr>
            <a:spLocks noGrp="1"/>
          </p:cNvSpPr>
          <p:nvPr/>
        </p:nvSpPr>
        <p:spPr>
          <a:xfrm>
            <a:off x="4961811" y="2405634"/>
            <a:ext cx="6563916" cy="1927670"/>
          </a:xfrm>
          <a:custGeom>
            <a:avLst/>
            <a:gdLst/>
            <a:ahLst/>
            <a:cxnLst/>
            <a:rect l="0" t="0" r="0" b="0"/>
            <a:pathLst>
              <a:path w="6563916" h="1927670">
                <a:moveTo>
                  <a:pt x="0" y="0"/>
                </a:moveTo>
                <a:lnTo>
                  <a:pt x="6563916" y="0"/>
                </a:lnTo>
                <a:lnTo>
                  <a:pt x="6563916" y="1927670"/>
                </a:lnTo>
                <a:lnTo>
                  <a:pt x="2164318" y="1927670"/>
                </a:lnTo>
                <a:lnTo>
                  <a:pt x="2164318" y="1327404"/>
                </a:lnTo>
                <a:lnTo>
                  <a:pt x="0" y="1327404"/>
                </a:lnTo>
                <a:close/>
              </a:path>
            </a:pathLst>
          </a:custGeom>
          <a:noFill/>
          <a:ln w="17145">
            <a:solidFill>
              <a:srgbClr val="1E755E"/>
            </a:solidFill>
          </a:ln>
        </p:spPr>
        <p:txBody>
          <a:bodyPr/>
          <a:lstStyle/>
          <a:p>
            <a:endParaRPr lang="it-IT"/>
          </a:p>
        </p:txBody>
      </p:sp>
      <mc:AlternateContent xmlns:mc="http://schemas.openxmlformats.org/markup-compatibility/2006" xmlns:a14="http://schemas.microsoft.com/office/drawing/2010/main">
        <mc:Choice Requires="a14">
          <p:sp>
            <p:nvSpPr>
              <p:cNvPr id="254" name="continuity_9_1_254" descr="J_{2}">
                <a:extLst>
                  <a:ext uri="{FF2B5EF4-FFF2-40B4-BE49-F238E27FC236}">
                    <a16:creationId xmlns:a16="http://schemas.microsoft.com/office/drawing/2014/main" id="{CBFDF7B9-2B53-44B7-9737-A792FC7A2ACE}"/>
                  </a:ext>
                </a:extLst>
              </p:cNvPr>
              <p:cNvSpPr>
                <a:spLocks noGrp="1"/>
              </p:cNvSpPr>
              <p:nvPr/>
            </p:nvSpPr>
            <p:spPr>
              <a:xfrm>
                <a:off x="7675816" y="2028539"/>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1E755E"/>
                              </a:solidFill>
                              <a:latin typeface="Cambria Math"/>
                              <a:ea typeface="Cambria Math"/>
                              <a:cs typeface="Cambria Math"/>
                            </a:rPr>
                          </m:ctrlPr>
                        </m:sSubPr>
                        <m:e>
                          <m:r>
                            <a:rPr lang="en-GB" sz="2000">
                              <a:solidFill>
                                <a:srgbClr val="1E755E"/>
                              </a:solidFill>
                              <a:latin typeface="Cambria Math"/>
                              <a:ea typeface="Cambria Math"/>
                              <a:cs typeface="Cambria Math"/>
                            </a:rPr>
                            <m:t>𝐽</m:t>
                          </m:r>
                        </m:e>
                        <m:sub>
                          <m:r>
                            <a:rPr lang="en-GB" sz="2000">
                              <a:solidFill>
                                <a:srgbClr val="1E755E"/>
                              </a:solidFill>
                              <a:latin typeface="Cambria Math"/>
                              <a:ea typeface="Cambria Math"/>
                              <a:cs typeface="Cambria Math"/>
                            </a:rPr>
                            <m:t>2</m:t>
                          </m:r>
                        </m:sub>
                      </m:sSub>
                    </m:oMath>
                  </m:oMathPara>
                </a14:m>
                <a:endParaRPr lang="en-GB" sz="2000"/>
              </a:p>
            </p:txBody>
          </p:sp>
        </mc:Choice>
        <mc:Fallback xmlns="">
          <p:sp>
            <p:nvSpPr>
              <p:cNvPr id="254" name="continuity_9_1_254" descr="J_{2}">
                <a:extLst>
                  <a:ext uri="{FF2B5EF4-FFF2-40B4-BE49-F238E27FC236}">
                    <a16:creationId xmlns:a16="http://schemas.microsoft.com/office/drawing/2014/main" id="{CBFDF7B9-2B53-44B7-9737-A792FC7A2ACE}"/>
                  </a:ext>
                </a:extLst>
              </p:cNvPr>
              <p:cNvSpPr>
                <a:spLocks noGrp="1" noRot="1" noChangeAspect="1" noMove="1" noResize="1" noEditPoints="1" noAdjustHandles="1" noChangeArrowheads="1" noChangeShapeType="1" noTextEdit="1"/>
              </p:cNvSpPr>
              <p:nvPr/>
            </p:nvSpPr>
            <p:spPr>
              <a:xfrm>
                <a:off x="7675816" y="2028539"/>
                <a:ext cx="1143000" cy="354140"/>
              </a:xfrm>
              <a:prstGeom prst="rect">
                <a:avLst/>
              </a:prstGeom>
              <a:blipFill>
                <a:blip r:embed="rId3"/>
                <a:stretch>
                  <a:fillRect b="-18966"/>
                </a:stretch>
              </a:blipFill>
              <a:ln w="0">
                <a:noFill/>
              </a:ln>
            </p:spPr>
            <p:txBody>
              <a:bodyPr/>
              <a:lstStyle/>
              <a:p>
                <a:r>
                  <a:rPr lang="it-IT">
                    <a:noFill/>
                  </a:rPr>
                  <a:t> </a:t>
                </a:r>
              </a:p>
            </p:txBody>
          </p:sp>
        </mc:Fallback>
      </mc:AlternateContent>
      <p:sp>
        <p:nvSpPr>
          <p:cNvPr id="255" name="continuity_9_1_255">
            <a:extLst>
              <a:ext uri="{FF2B5EF4-FFF2-40B4-BE49-F238E27FC236}">
                <a16:creationId xmlns:a16="http://schemas.microsoft.com/office/drawing/2014/main" id="{57851841-19B2-4555-AEF4-D6601B71B17E}"/>
              </a:ext>
            </a:extLst>
          </p:cNvPr>
          <p:cNvSpPr>
            <a:spLocks noGrp="1"/>
          </p:cNvSpPr>
          <p:nvPr/>
        </p:nvSpPr>
        <p:spPr>
          <a:xfrm>
            <a:off x="8155067" y="2733675"/>
            <a:ext cx="3122295" cy="1431608"/>
          </a:xfrm>
          <a:custGeom>
            <a:avLst/>
            <a:gdLst/>
            <a:ahLst/>
            <a:cxnLst/>
            <a:rect l="0" t="0" r="0" b="0"/>
            <a:pathLst>
              <a:path w="3122295" h="1431608">
                <a:moveTo>
                  <a:pt x="0" y="0"/>
                </a:moveTo>
                <a:lnTo>
                  <a:pt x="3122295" y="0"/>
                </a:lnTo>
                <a:lnTo>
                  <a:pt x="3122295" y="1431608"/>
                </a:lnTo>
                <a:lnTo>
                  <a:pt x="1951434" y="1431608"/>
                </a:lnTo>
                <a:lnTo>
                  <a:pt x="1951434" y="999363"/>
                </a:lnTo>
                <a:lnTo>
                  <a:pt x="0" y="999363"/>
                </a:lnTo>
                <a:close/>
              </a:path>
            </a:pathLst>
          </a:custGeom>
          <a:noFill/>
          <a:ln w="17145">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256" name="continuity_9_1_256" descr="J_{3}">
                <a:extLst>
                  <a:ext uri="{FF2B5EF4-FFF2-40B4-BE49-F238E27FC236}">
                    <a16:creationId xmlns:a16="http://schemas.microsoft.com/office/drawing/2014/main" id="{C3D4E34B-6B94-4A34-BC3E-B0571FF6FCF6}"/>
                  </a:ext>
                </a:extLst>
              </p:cNvPr>
              <p:cNvSpPr>
                <a:spLocks noGrp="1"/>
              </p:cNvSpPr>
              <p:nvPr/>
            </p:nvSpPr>
            <p:spPr>
              <a:xfrm>
                <a:off x="9144714" y="2356580"/>
                <a:ext cx="1143000" cy="35414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25914"/>
                              </a:solidFill>
                              <a:latin typeface="Cambria Math"/>
                              <a:ea typeface="Cambria Math"/>
                              <a:cs typeface="Cambria Math"/>
                            </a:rPr>
                          </m:ctrlPr>
                        </m:sSubPr>
                        <m:e>
                          <m:r>
                            <a:rPr lang="en-GB" sz="2000">
                              <a:solidFill>
                                <a:srgbClr val="A25914"/>
                              </a:solidFill>
                              <a:latin typeface="Cambria Math"/>
                              <a:ea typeface="Cambria Math"/>
                              <a:cs typeface="Cambria Math"/>
                            </a:rPr>
                            <m:t>𝐽</m:t>
                          </m:r>
                        </m:e>
                        <m:sub>
                          <m:r>
                            <a:rPr lang="en-GB" sz="2000">
                              <a:solidFill>
                                <a:srgbClr val="A25914"/>
                              </a:solidFill>
                              <a:latin typeface="Cambria Math"/>
                              <a:ea typeface="Cambria Math"/>
                              <a:cs typeface="Cambria Math"/>
                            </a:rPr>
                            <m:t>3</m:t>
                          </m:r>
                        </m:sub>
                      </m:sSub>
                    </m:oMath>
                  </m:oMathPara>
                </a14:m>
                <a:endParaRPr lang="en-GB" sz="2000"/>
              </a:p>
            </p:txBody>
          </p:sp>
        </mc:Choice>
        <mc:Fallback xmlns="">
          <p:sp>
            <p:nvSpPr>
              <p:cNvPr id="256" name="continuity_9_1_256" descr="J_{3}">
                <a:extLst>
                  <a:ext uri="{FF2B5EF4-FFF2-40B4-BE49-F238E27FC236}">
                    <a16:creationId xmlns:a16="http://schemas.microsoft.com/office/drawing/2014/main" id="{C3D4E34B-6B94-4A34-BC3E-B0571FF6FCF6}"/>
                  </a:ext>
                </a:extLst>
              </p:cNvPr>
              <p:cNvSpPr>
                <a:spLocks noGrp="1" noRot="1" noChangeAspect="1" noMove="1" noResize="1" noEditPoints="1" noAdjustHandles="1" noChangeArrowheads="1" noChangeShapeType="1" noTextEdit="1"/>
              </p:cNvSpPr>
              <p:nvPr/>
            </p:nvSpPr>
            <p:spPr>
              <a:xfrm>
                <a:off x="9144714" y="2356580"/>
                <a:ext cx="1143000" cy="354140"/>
              </a:xfrm>
              <a:prstGeom prst="rect">
                <a:avLst/>
              </a:prstGeom>
              <a:blipFill>
                <a:blip r:embed="rId4"/>
                <a:stretch>
                  <a:fillRect b="-18966"/>
                </a:stretch>
              </a:blipFill>
              <a:ln w="0">
                <a:noFill/>
              </a:ln>
            </p:spPr>
            <p:txBody>
              <a:bodyPr/>
              <a:lstStyle/>
              <a:p>
                <a:r>
                  <a:rPr lang="it-IT">
                    <a:noFill/>
                  </a:rPr>
                  <a:t> </a:t>
                </a:r>
              </a:p>
            </p:txBody>
          </p:sp>
        </mc:Fallback>
      </mc:AlternateContent>
      <p:sp>
        <p:nvSpPr>
          <p:cNvPr id="257" name="continuity_9_1_257">
            <a:extLst>
              <a:ext uri="{FF2B5EF4-FFF2-40B4-BE49-F238E27FC236}">
                <a16:creationId xmlns:a16="http://schemas.microsoft.com/office/drawing/2014/main" id="{98950196-BD84-4E99-B660-897687F05757}"/>
              </a:ext>
            </a:extLst>
          </p:cNvPr>
          <p:cNvSpPr>
            <a:spLocks noGrp="1"/>
          </p:cNvSpPr>
          <p:nvPr/>
        </p:nvSpPr>
        <p:spPr>
          <a:xfrm>
            <a:off x="371475"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8" name="continuity_9_1_258" descr="\phi_0(x)">
                <a:extLst>
                  <a:ext uri="{FF2B5EF4-FFF2-40B4-BE49-F238E27FC236}">
                    <a16:creationId xmlns:a16="http://schemas.microsoft.com/office/drawing/2014/main" id="{165BE3E0-5B63-414C-9570-1C6C4066662D}"/>
                  </a:ext>
                </a:extLst>
              </p:cNvPr>
              <p:cNvSpPr>
                <a:spLocks noGrp="1"/>
              </p:cNvSpPr>
              <p:nvPr/>
            </p:nvSpPr>
            <p:spPr>
              <a:xfrm>
                <a:off x="390525"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0</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58" name="continuity_9_1_258" descr="\phi_0(x)">
                <a:extLst>
                  <a:ext uri="{FF2B5EF4-FFF2-40B4-BE49-F238E27FC236}">
                    <a16:creationId xmlns:a16="http://schemas.microsoft.com/office/drawing/2014/main" id="{165BE3E0-5B63-414C-9570-1C6C4066662D}"/>
                  </a:ext>
                </a:extLst>
              </p:cNvPr>
              <p:cNvSpPr>
                <a:spLocks noGrp="1" noRot="1" noChangeAspect="1" noMove="1" noResize="1" noEditPoints="1" noAdjustHandles="1" noChangeArrowheads="1" noChangeShapeType="1" noTextEdit="1"/>
              </p:cNvSpPr>
              <p:nvPr/>
            </p:nvSpPr>
            <p:spPr>
              <a:xfrm>
                <a:off x="390525" y="3057525"/>
                <a:ext cx="1123950" cy="276225"/>
              </a:xfrm>
              <a:prstGeom prst="rect">
                <a:avLst/>
              </a:prstGeom>
              <a:blipFill>
                <a:blip r:embed="rId5"/>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9" name="continuity_9_1_259" descr="2">
                <a:extLst>
                  <a:ext uri="{FF2B5EF4-FFF2-40B4-BE49-F238E27FC236}">
                    <a16:creationId xmlns:a16="http://schemas.microsoft.com/office/drawing/2014/main" id="{2C49CAFA-C0A2-480A-8AC0-514BC203D740}"/>
                  </a:ext>
                </a:extLst>
              </p:cNvPr>
              <p:cNvSpPr>
                <a:spLocks noGrp="1"/>
              </p:cNvSpPr>
              <p:nvPr/>
            </p:nvSpPr>
            <p:spPr>
              <a:xfrm>
                <a:off x="390525"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2</m:t>
                      </m:r>
                    </m:oMath>
                  </m:oMathPara>
                </a14:m>
                <a:endParaRPr lang="en-GB" sz="2100"/>
              </a:p>
            </p:txBody>
          </p:sp>
        </mc:Choice>
        <mc:Fallback xmlns="">
          <p:sp>
            <p:nvSpPr>
              <p:cNvPr id="259" name="continuity_9_1_259" descr="2">
                <a:extLst>
                  <a:ext uri="{FF2B5EF4-FFF2-40B4-BE49-F238E27FC236}">
                    <a16:creationId xmlns:a16="http://schemas.microsoft.com/office/drawing/2014/main" id="{2C49CAFA-C0A2-480A-8AC0-514BC203D740}"/>
                  </a:ext>
                </a:extLst>
              </p:cNvPr>
              <p:cNvSpPr>
                <a:spLocks noGrp="1" noRot="1" noChangeAspect="1" noMove="1" noResize="1" noEditPoints="1" noAdjustHandles="1" noChangeArrowheads="1" noChangeShapeType="1" noTextEdit="1"/>
              </p:cNvSpPr>
              <p:nvPr/>
            </p:nvSpPr>
            <p:spPr>
              <a:xfrm>
                <a:off x="390525" y="3343275"/>
                <a:ext cx="1123950" cy="257175"/>
              </a:xfrm>
              <a:prstGeom prst="rect">
                <a:avLst/>
              </a:prstGeom>
              <a:blipFill>
                <a:blip r:embed="rId6"/>
                <a:stretch>
                  <a:fillRect t="-4651" b="-20930"/>
                </a:stretch>
              </a:blipFill>
              <a:ln w="0">
                <a:noFill/>
              </a:ln>
            </p:spPr>
            <p:txBody>
              <a:bodyPr/>
              <a:lstStyle/>
              <a:p>
                <a:r>
                  <a:rPr lang="it-IT">
                    <a:noFill/>
                  </a:rPr>
                  <a:t> </a:t>
                </a:r>
              </a:p>
            </p:txBody>
          </p:sp>
        </mc:Fallback>
      </mc:AlternateContent>
      <p:sp>
        <p:nvSpPr>
          <p:cNvPr id="260" name="continuity_9_1_260">
            <a:extLst>
              <a:ext uri="{FF2B5EF4-FFF2-40B4-BE49-F238E27FC236}">
                <a16:creationId xmlns:a16="http://schemas.microsoft.com/office/drawing/2014/main" id="{CC4C4FF7-01A4-4FBB-A693-8D3F91017C83}"/>
              </a:ext>
            </a:extLst>
          </p:cNvPr>
          <p:cNvSpPr>
            <a:spLocks noGrp="1"/>
          </p:cNvSpPr>
          <p:nvPr/>
        </p:nvSpPr>
        <p:spPr>
          <a:xfrm>
            <a:off x="2120503" y="2781300"/>
            <a:ext cx="857250" cy="209550"/>
          </a:xfrm>
          <a:prstGeom prst="rect">
            <a:avLst/>
          </a:prstGeom>
          <a:noFill/>
          <a:ln w="0">
            <a:noFill/>
          </a:ln>
        </p:spPr>
        <p:txBody>
          <a:bodyPr anchor="ctr">
            <a:noAutofit/>
          </a:bodyPr>
          <a:lstStyle>
            <a:defPPr algn="ctr">
              <a:defRPr sz="1200" b="0">
                <a:solidFill>
                  <a:srgbClr val="1E4F8C"/>
                </a:solidFill>
                <a:latin typeface="DejaVu Sans"/>
                <a:ea typeface="DejaVu Sans"/>
                <a:cs typeface="DejaVu Sans"/>
              </a:defRPr>
            </a:defPPr>
          </a:lstStyle>
          <a:p>
            <a:pPr algn="ctr">
              <a:defRPr sz="1200" b="0">
                <a:solidFill>
                  <a:srgbClr val="1E4F8C"/>
                </a:solidFill>
                <a:latin typeface="DejaVu Sans"/>
                <a:ea typeface="DejaVu Sans"/>
                <a:cs typeface="DejaVu Sans"/>
              </a:defRPr>
            </a:pPr>
            <a:r>
              <a:rPr sz="1200" b="0">
                <a:solidFill>
                  <a:srgbClr val="1E4F8C"/>
                </a:solidFill>
                <a:latin typeface="DejaVu Sans"/>
                <a:ea typeface="DejaVu Sans"/>
                <a:cs typeface="DejaVu Sans"/>
              </a:rPr>
              <a:t>input</a:t>
            </a:r>
          </a:p>
        </p:txBody>
      </p:sp>
      <p:sp>
        <p:nvSpPr>
          <p:cNvPr id="261" name="continuity_9_1_261">
            <a:extLst>
              <a:ext uri="{FF2B5EF4-FFF2-40B4-BE49-F238E27FC236}">
                <a16:creationId xmlns:a16="http://schemas.microsoft.com/office/drawing/2014/main" id="{DC51A599-F2CA-4A1E-A7D7-1D751AFB3361}"/>
              </a:ext>
            </a:extLst>
          </p:cNvPr>
          <p:cNvSpPr>
            <a:spLocks noGrp="1"/>
          </p:cNvSpPr>
          <p:nvPr/>
        </p:nvSpPr>
        <p:spPr>
          <a:xfrm>
            <a:off x="1968103" y="3028950"/>
            <a:ext cx="1162050" cy="609600"/>
          </a:xfrm>
          <a:prstGeom prst="roundRect">
            <a:avLst>
              <a:gd name="adj" fmla="val 5000"/>
            </a:avLst>
          </a:prstGeom>
          <a:solidFill>
            <a:srgbClr val="FFFFFF"/>
          </a:solidFill>
          <a:ln w="14288">
            <a:solidFill>
              <a:srgbClr val="1E4F8C"/>
            </a:solidFill>
          </a:ln>
        </p:spPr>
        <p:txBody>
          <a:bodyPr/>
          <a:lstStyle/>
          <a:p>
            <a:endParaRPr lang="it-IT"/>
          </a:p>
        </p:txBody>
      </p:sp>
      <mc:AlternateContent xmlns:mc="http://schemas.openxmlformats.org/markup-compatibility/2006" xmlns:a14="http://schemas.microsoft.com/office/drawing/2010/main">
        <mc:Choice Requires="a14">
          <p:sp>
            <p:nvSpPr>
              <p:cNvPr id="262" name="continuity_9_1_262" descr="a_1(x)">
                <a:extLst>
                  <a:ext uri="{FF2B5EF4-FFF2-40B4-BE49-F238E27FC236}">
                    <a16:creationId xmlns:a16="http://schemas.microsoft.com/office/drawing/2014/main" id="{AC0AA99A-0F02-4C6C-A5A7-00624E73355F}"/>
                  </a:ext>
                </a:extLst>
              </p:cNvPr>
              <p:cNvSpPr>
                <a:spLocks noGrp="1"/>
              </p:cNvSpPr>
              <p:nvPr/>
            </p:nvSpPr>
            <p:spPr>
              <a:xfrm>
                <a:off x="1987153"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62" name="continuity_9_1_262" descr="a_1(x)">
                <a:extLst>
                  <a:ext uri="{FF2B5EF4-FFF2-40B4-BE49-F238E27FC236}">
                    <a16:creationId xmlns:a16="http://schemas.microsoft.com/office/drawing/2014/main" id="{AC0AA99A-0F02-4C6C-A5A7-00624E73355F}"/>
                  </a:ext>
                </a:extLst>
              </p:cNvPr>
              <p:cNvSpPr>
                <a:spLocks noGrp="1" noRot="1" noChangeAspect="1" noMove="1" noResize="1" noEditPoints="1" noAdjustHandles="1" noChangeArrowheads="1" noChangeShapeType="1" noTextEdit="1"/>
              </p:cNvSpPr>
              <p:nvPr/>
            </p:nvSpPr>
            <p:spPr>
              <a:xfrm>
                <a:off x="1987153" y="3057525"/>
                <a:ext cx="1123950" cy="276225"/>
              </a:xfrm>
              <a:prstGeom prst="rect">
                <a:avLst/>
              </a:prstGeom>
              <a:blipFill>
                <a:blip r:embed="rId7"/>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3" name="continuity_9_1_263" descr="3">
                <a:extLst>
                  <a:ext uri="{FF2B5EF4-FFF2-40B4-BE49-F238E27FC236}">
                    <a16:creationId xmlns:a16="http://schemas.microsoft.com/office/drawing/2014/main" id="{C33DDDA0-31F5-49A2-8750-F5C7EC67CA7B}"/>
                  </a:ext>
                </a:extLst>
              </p:cNvPr>
              <p:cNvSpPr>
                <a:spLocks noGrp="1"/>
              </p:cNvSpPr>
              <p:nvPr/>
            </p:nvSpPr>
            <p:spPr>
              <a:xfrm>
                <a:off x="1987153"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63" name="continuity_9_1_263" descr="3">
                <a:extLst>
                  <a:ext uri="{FF2B5EF4-FFF2-40B4-BE49-F238E27FC236}">
                    <a16:creationId xmlns:a16="http://schemas.microsoft.com/office/drawing/2014/main" id="{C33DDDA0-31F5-49A2-8750-F5C7EC67CA7B}"/>
                  </a:ext>
                </a:extLst>
              </p:cNvPr>
              <p:cNvSpPr>
                <a:spLocks noGrp="1" noRot="1" noChangeAspect="1" noMove="1" noResize="1" noEditPoints="1" noAdjustHandles="1" noChangeArrowheads="1" noChangeShapeType="1" noTextEdit="1"/>
              </p:cNvSpPr>
              <p:nvPr/>
            </p:nvSpPr>
            <p:spPr>
              <a:xfrm>
                <a:off x="1987153" y="3343275"/>
                <a:ext cx="1123950" cy="257175"/>
              </a:xfrm>
              <a:prstGeom prst="rect">
                <a:avLst/>
              </a:prstGeom>
              <a:blipFill>
                <a:blip r:embed="rId8"/>
                <a:stretch>
                  <a:fillRect t="-4651" b="-20930"/>
                </a:stretch>
              </a:blipFill>
              <a:ln w="0">
                <a:noFill/>
              </a:ln>
            </p:spPr>
            <p:txBody>
              <a:bodyPr/>
              <a:lstStyle/>
              <a:p>
                <a:r>
                  <a:rPr lang="it-IT">
                    <a:noFill/>
                  </a:rPr>
                  <a:t> </a:t>
                </a:r>
              </a:p>
            </p:txBody>
          </p:sp>
        </mc:Fallback>
      </mc:AlternateContent>
      <p:sp>
        <p:nvSpPr>
          <p:cNvPr id="264" name="continuity_9_1_264">
            <a:extLst>
              <a:ext uri="{FF2B5EF4-FFF2-40B4-BE49-F238E27FC236}">
                <a16:creationId xmlns:a16="http://schemas.microsoft.com/office/drawing/2014/main" id="{B140F038-8125-4511-A3BE-85C42D75B861}"/>
              </a:ext>
            </a:extLst>
          </p:cNvPr>
          <p:cNvSpPr>
            <a:spLocks noGrp="1"/>
          </p:cNvSpPr>
          <p:nvPr/>
        </p:nvSpPr>
        <p:spPr>
          <a:xfrm>
            <a:off x="1571625" y="3333750"/>
            <a:ext cx="358378" cy="476"/>
          </a:xfrm>
          <a:prstGeom prst="line">
            <a:avLst/>
          </a:prstGeom>
          <a:noFill/>
          <a:ln w="13335">
            <a:solidFill>
              <a:srgbClr val="A5AAB0"/>
            </a:solidFill>
            <a:tailEnd type="triangle" w="sm" len="sm"/>
          </a:ln>
        </p:spPr>
        <p:txBody>
          <a:bodyPr/>
          <a:lstStyle/>
          <a:p>
            <a:endParaRPr lang="it-IT"/>
          </a:p>
        </p:txBody>
      </p:sp>
      <p:sp>
        <p:nvSpPr>
          <p:cNvPr id="265" name="continuity_9_1_265">
            <a:extLst>
              <a:ext uri="{FF2B5EF4-FFF2-40B4-BE49-F238E27FC236}">
                <a16:creationId xmlns:a16="http://schemas.microsoft.com/office/drawing/2014/main" id="{E0DA67E0-0061-4DD8-9A39-5B7CFCD87D17}"/>
              </a:ext>
            </a:extLst>
          </p:cNvPr>
          <p:cNvSpPr>
            <a:spLocks noGrp="1"/>
          </p:cNvSpPr>
          <p:nvPr/>
        </p:nvSpPr>
        <p:spPr>
          <a:xfrm>
            <a:off x="3564731"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6" name="continuity_9_1_266" descr="\phi_1(x)">
                <a:extLst>
                  <a:ext uri="{FF2B5EF4-FFF2-40B4-BE49-F238E27FC236}">
                    <a16:creationId xmlns:a16="http://schemas.microsoft.com/office/drawing/2014/main" id="{0D20A717-AAE5-4E83-BAAB-966FDCD52AE1}"/>
                  </a:ext>
                </a:extLst>
              </p:cNvPr>
              <p:cNvSpPr>
                <a:spLocks noGrp="1"/>
              </p:cNvSpPr>
              <p:nvPr/>
            </p:nvSpPr>
            <p:spPr>
              <a:xfrm>
                <a:off x="3583781"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1</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66" name="continuity_9_1_266" descr="\phi_1(x)">
                <a:extLst>
                  <a:ext uri="{FF2B5EF4-FFF2-40B4-BE49-F238E27FC236}">
                    <a16:creationId xmlns:a16="http://schemas.microsoft.com/office/drawing/2014/main" id="{0D20A717-AAE5-4E83-BAAB-966FDCD52AE1}"/>
                  </a:ext>
                </a:extLst>
              </p:cNvPr>
              <p:cNvSpPr>
                <a:spLocks noGrp="1" noRot="1" noChangeAspect="1" noMove="1" noResize="1" noEditPoints="1" noAdjustHandles="1" noChangeArrowheads="1" noChangeShapeType="1" noTextEdit="1"/>
              </p:cNvSpPr>
              <p:nvPr/>
            </p:nvSpPr>
            <p:spPr>
              <a:xfrm>
                <a:off x="3583781" y="3057525"/>
                <a:ext cx="1123950" cy="276225"/>
              </a:xfrm>
              <a:prstGeom prst="rect">
                <a:avLst/>
              </a:prstGeom>
              <a:blipFill>
                <a:blip r:embed="rId9"/>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7" name="continuity_9_1_267" descr="3">
                <a:extLst>
                  <a:ext uri="{FF2B5EF4-FFF2-40B4-BE49-F238E27FC236}">
                    <a16:creationId xmlns:a16="http://schemas.microsoft.com/office/drawing/2014/main" id="{43C07444-4CF9-49CC-8D77-01C986F6C3BC}"/>
                  </a:ext>
                </a:extLst>
              </p:cNvPr>
              <p:cNvSpPr>
                <a:spLocks noGrp="1"/>
              </p:cNvSpPr>
              <p:nvPr/>
            </p:nvSpPr>
            <p:spPr>
              <a:xfrm>
                <a:off x="3583781"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67" name="continuity_9_1_267" descr="3">
                <a:extLst>
                  <a:ext uri="{FF2B5EF4-FFF2-40B4-BE49-F238E27FC236}">
                    <a16:creationId xmlns:a16="http://schemas.microsoft.com/office/drawing/2014/main" id="{43C07444-4CF9-49CC-8D77-01C986F6C3BC}"/>
                  </a:ext>
                </a:extLst>
              </p:cNvPr>
              <p:cNvSpPr>
                <a:spLocks noGrp="1" noRot="1" noChangeAspect="1" noMove="1" noResize="1" noEditPoints="1" noAdjustHandles="1" noChangeArrowheads="1" noChangeShapeType="1" noTextEdit="1"/>
              </p:cNvSpPr>
              <p:nvPr/>
            </p:nvSpPr>
            <p:spPr>
              <a:xfrm>
                <a:off x="3583781" y="3343275"/>
                <a:ext cx="1123950" cy="257175"/>
              </a:xfrm>
              <a:prstGeom prst="rect">
                <a:avLst/>
              </a:prstGeom>
              <a:blipFill>
                <a:blip r:embed="rId10"/>
                <a:stretch>
                  <a:fillRect t="-4651" b="-20930"/>
                </a:stretch>
              </a:blipFill>
              <a:ln w="0">
                <a:noFill/>
              </a:ln>
            </p:spPr>
            <p:txBody>
              <a:bodyPr/>
              <a:lstStyle/>
              <a:p>
                <a:r>
                  <a:rPr lang="it-IT">
                    <a:noFill/>
                  </a:rPr>
                  <a:t> </a:t>
                </a:r>
              </a:p>
            </p:txBody>
          </p:sp>
        </mc:Fallback>
      </mc:AlternateContent>
      <p:sp>
        <p:nvSpPr>
          <p:cNvPr id="268" name="continuity_9_1_268">
            <a:extLst>
              <a:ext uri="{FF2B5EF4-FFF2-40B4-BE49-F238E27FC236}">
                <a16:creationId xmlns:a16="http://schemas.microsoft.com/office/drawing/2014/main" id="{DCBC939E-EB25-4A0D-A58B-A0B5CB3AD986}"/>
              </a:ext>
            </a:extLst>
          </p:cNvPr>
          <p:cNvSpPr>
            <a:spLocks noGrp="1"/>
          </p:cNvSpPr>
          <p:nvPr/>
        </p:nvSpPr>
        <p:spPr>
          <a:xfrm>
            <a:off x="3168253" y="3333750"/>
            <a:ext cx="358378" cy="476"/>
          </a:xfrm>
          <a:prstGeom prst="line">
            <a:avLst/>
          </a:prstGeom>
          <a:noFill/>
          <a:ln w="13335">
            <a:solidFill>
              <a:srgbClr val="A5AAB0"/>
            </a:solidFill>
            <a:tailEnd type="triangle" w="sm" len="sm"/>
          </a:ln>
        </p:spPr>
        <p:txBody>
          <a:bodyPr/>
          <a:lstStyle/>
          <a:p>
            <a:endParaRPr lang="it-IT"/>
          </a:p>
        </p:txBody>
      </p:sp>
      <p:sp>
        <p:nvSpPr>
          <p:cNvPr id="269" name="continuity_9_1_269">
            <a:extLst>
              <a:ext uri="{FF2B5EF4-FFF2-40B4-BE49-F238E27FC236}">
                <a16:creationId xmlns:a16="http://schemas.microsoft.com/office/drawing/2014/main" id="{8BDF8D4C-5E32-4E71-9670-BFD22E9B1E2E}"/>
              </a:ext>
            </a:extLst>
          </p:cNvPr>
          <p:cNvSpPr>
            <a:spLocks noGrp="1"/>
          </p:cNvSpPr>
          <p:nvPr/>
        </p:nvSpPr>
        <p:spPr>
          <a:xfrm>
            <a:off x="5313759" y="2781300"/>
            <a:ext cx="857250" cy="209550"/>
          </a:xfrm>
          <a:prstGeom prst="rect">
            <a:avLst/>
          </a:prstGeom>
          <a:noFill/>
          <a:ln w="0">
            <a:noFill/>
          </a:ln>
        </p:spPr>
        <p:txBody>
          <a:bodyPr anchor="ctr">
            <a:noAutofit/>
          </a:bodyPr>
          <a:lstStyle>
            <a:defPPr algn="ctr">
              <a:defRPr sz="1200" b="0">
                <a:solidFill>
                  <a:srgbClr val="1E755E"/>
                </a:solidFill>
                <a:latin typeface="DejaVu Sans"/>
                <a:ea typeface="DejaVu Sans"/>
                <a:cs typeface="DejaVu Sans"/>
              </a:defRPr>
            </a:defPPr>
          </a:lstStyle>
          <a:p>
            <a:pPr algn="ctr">
              <a:defRPr sz="1200" b="0">
                <a:solidFill>
                  <a:srgbClr val="1E755E"/>
                </a:solidFill>
                <a:latin typeface="DejaVu Sans"/>
                <a:ea typeface="DejaVu Sans"/>
                <a:cs typeface="DejaVu Sans"/>
              </a:defRPr>
            </a:pPr>
            <a:r>
              <a:rPr sz="1200" b="0">
                <a:solidFill>
                  <a:srgbClr val="1E755E"/>
                </a:solidFill>
                <a:latin typeface="DejaVu Sans"/>
                <a:ea typeface="DejaVu Sans"/>
                <a:cs typeface="DejaVu Sans"/>
              </a:rPr>
              <a:t>input</a:t>
            </a:r>
          </a:p>
        </p:txBody>
      </p:sp>
      <p:sp>
        <p:nvSpPr>
          <p:cNvPr id="270" name="continuity_9_1_270">
            <a:extLst>
              <a:ext uri="{FF2B5EF4-FFF2-40B4-BE49-F238E27FC236}">
                <a16:creationId xmlns:a16="http://schemas.microsoft.com/office/drawing/2014/main" id="{52178C84-134A-41E0-834C-4B4080CB5880}"/>
              </a:ext>
            </a:extLst>
          </p:cNvPr>
          <p:cNvSpPr>
            <a:spLocks noGrp="1"/>
          </p:cNvSpPr>
          <p:nvPr/>
        </p:nvSpPr>
        <p:spPr>
          <a:xfrm>
            <a:off x="5161359" y="3028950"/>
            <a:ext cx="1162050" cy="609600"/>
          </a:xfrm>
          <a:prstGeom prst="roundRect">
            <a:avLst>
              <a:gd name="adj" fmla="val 5000"/>
            </a:avLst>
          </a:prstGeom>
          <a:solidFill>
            <a:srgbClr val="FFFFFF"/>
          </a:solidFill>
          <a:ln w="14288">
            <a:solidFill>
              <a:srgbClr val="1E755E"/>
            </a:solidFill>
          </a:ln>
        </p:spPr>
        <p:txBody>
          <a:bodyPr/>
          <a:lstStyle/>
          <a:p>
            <a:endParaRPr lang="it-IT"/>
          </a:p>
        </p:txBody>
      </p:sp>
      <mc:AlternateContent xmlns:mc="http://schemas.openxmlformats.org/markup-compatibility/2006" xmlns:a14="http://schemas.microsoft.com/office/drawing/2010/main">
        <mc:Choice Requires="a14">
          <p:sp>
            <p:nvSpPr>
              <p:cNvPr id="271" name="continuity_9_1_271" descr="a_2(x)">
                <a:extLst>
                  <a:ext uri="{FF2B5EF4-FFF2-40B4-BE49-F238E27FC236}">
                    <a16:creationId xmlns:a16="http://schemas.microsoft.com/office/drawing/2014/main" id="{EEE93E4E-7023-474F-973B-1ABAC3D13818}"/>
                  </a:ext>
                </a:extLst>
              </p:cNvPr>
              <p:cNvSpPr>
                <a:spLocks noGrp="1"/>
              </p:cNvSpPr>
              <p:nvPr/>
            </p:nvSpPr>
            <p:spPr>
              <a:xfrm>
                <a:off x="5180409"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71" name="continuity_9_1_271" descr="a_2(x)">
                <a:extLst>
                  <a:ext uri="{FF2B5EF4-FFF2-40B4-BE49-F238E27FC236}">
                    <a16:creationId xmlns:a16="http://schemas.microsoft.com/office/drawing/2014/main" id="{EEE93E4E-7023-474F-973B-1ABAC3D13818}"/>
                  </a:ext>
                </a:extLst>
              </p:cNvPr>
              <p:cNvSpPr>
                <a:spLocks noGrp="1" noRot="1" noChangeAspect="1" noMove="1" noResize="1" noEditPoints="1" noAdjustHandles="1" noChangeArrowheads="1" noChangeShapeType="1" noTextEdit="1"/>
              </p:cNvSpPr>
              <p:nvPr/>
            </p:nvSpPr>
            <p:spPr>
              <a:xfrm>
                <a:off x="5180409" y="3057525"/>
                <a:ext cx="1123950" cy="276225"/>
              </a:xfrm>
              <a:prstGeom prst="rect">
                <a:avLst/>
              </a:prstGeom>
              <a:blipFill>
                <a:blip r:embed="rId11"/>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2" name="continuity_9_1_272" descr="5">
                <a:extLst>
                  <a:ext uri="{FF2B5EF4-FFF2-40B4-BE49-F238E27FC236}">
                    <a16:creationId xmlns:a16="http://schemas.microsoft.com/office/drawing/2014/main" id="{493D8A58-4524-4421-B23D-559D191D3081}"/>
                  </a:ext>
                </a:extLst>
              </p:cNvPr>
              <p:cNvSpPr>
                <a:spLocks noGrp="1"/>
              </p:cNvSpPr>
              <p:nvPr/>
            </p:nvSpPr>
            <p:spPr>
              <a:xfrm>
                <a:off x="5180409"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272" name="continuity_9_1_272" descr="5">
                <a:extLst>
                  <a:ext uri="{FF2B5EF4-FFF2-40B4-BE49-F238E27FC236}">
                    <a16:creationId xmlns:a16="http://schemas.microsoft.com/office/drawing/2014/main" id="{493D8A58-4524-4421-B23D-559D191D3081}"/>
                  </a:ext>
                </a:extLst>
              </p:cNvPr>
              <p:cNvSpPr>
                <a:spLocks noGrp="1" noRot="1" noChangeAspect="1" noMove="1" noResize="1" noEditPoints="1" noAdjustHandles="1" noChangeArrowheads="1" noChangeShapeType="1" noTextEdit="1"/>
              </p:cNvSpPr>
              <p:nvPr/>
            </p:nvSpPr>
            <p:spPr>
              <a:xfrm>
                <a:off x="5180409" y="3343275"/>
                <a:ext cx="1123950" cy="257175"/>
              </a:xfrm>
              <a:prstGeom prst="rect">
                <a:avLst/>
              </a:prstGeom>
              <a:blipFill>
                <a:blip r:embed="rId12"/>
                <a:stretch>
                  <a:fillRect t="-6977" b="-20930"/>
                </a:stretch>
              </a:blipFill>
              <a:ln w="0">
                <a:noFill/>
              </a:ln>
            </p:spPr>
            <p:txBody>
              <a:bodyPr/>
              <a:lstStyle/>
              <a:p>
                <a:r>
                  <a:rPr lang="it-IT">
                    <a:noFill/>
                  </a:rPr>
                  <a:t> </a:t>
                </a:r>
              </a:p>
            </p:txBody>
          </p:sp>
        </mc:Fallback>
      </mc:AlternateContent>
      <p:sp>
        <p:nvSpPr>
          <p:cNvPr id="273" name="continuity_9_1_273">
            <a:extLst>
              <a:ext uri="{FF2B5EF4-FFF2-40B4-BE49-F238E27FC236}">
                <a16:creationId xmlns:a16="http://schemas.microsoft.com/office/drawing/2014/main" id="{33B02138-03D4-41F8-AB8A-FF131E43E4A5}"/>
              </a:ext>
            </a:extLst>
          </p:cNvPr>
          <p:cNvSpPr>
            <a:spLocks noGrp="1"/>
          </p:cNvSpPr>
          <p:nvPr/>
        </p:nvSpPr>
        <p:spPr>
          <a:xfrm>
            <a:off x="4764881" y="3333750"/>
            <a:ext cx="358378" cy="476"/>
          </a:xfrm>
          <a:prstGeom prst="line">
            <a:avLst/>
          </a:prstGeom>
          <a:noFill/>
          <a:ln w="13335">
            <a:solidFill>
              <a:srgbClr val="A5AAB0"/>
            </a:solidFill>
            <a:tailEnd type="triangle" w="sm" len="sm"/>
          </a:ln>
        </p:spPr>
        <p:txBody>
          <a:bodyPr/>
          <a:lstStyle/>
          <a:p>
            <a:endParaRPr lang="it-IT"/>
          </a:p>
        </p:txBody>
      </p:sp>
      <p:sp>
        <p:nvSpPr>
          <p:cNvPr id="274" name="continuity_9_1_274">
            <a:extLst>
              <a:ext uri="{FF2B5EF4-FFF2-40B4-BE49-F238E27FC236}">
                <a16:creationId xmlns:a16="http://schemas.microsoft.com/office/drawing/2014/main" id="{6E9412EC-436E-4F95-8219-7A78C36B4948}"/>
              </a:ext>
            </a:extLst>
          </p:cNvPr>
          <p:cNvSpPr>
            <a:spLocks noGrp="1"/>
          </p:cNvSpPr>
          <p:nvPr/>
        </p:nvSpPr>
        <p:spPr>
          <a:xfrm>
            <a:off x="6757988"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5" name="continuity_9_1_275" descr="\phi_2(x)">
                <a:extLst>
                  <a:ext uri="{FF2B5EF4-FFF2-40B4-BE49-F238E27FC236}">
                    <a16:creationId xmlns:a16="http://schemas.microsoft.com/office/drawing/2014/main" id="{164D4399-8447-44D4-8216-10C1111E2279}"/>
                  </a:ext>
                </a:extLst>
              </p:cNvPr>
              <p:cNvSpPr>
                <a:spLocks noGrp="1"/>
              </p:cNvSpPr>
              <p:nvPr/>
            </p:nvSpPr>
            <p:spPr>
              <a:xfrm>
                <a:off x="6777038"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𝜙</m:t>
                          </m:r>
                        </m:e>
                        <m:sub>
                          <m:r>
                            <a:rPr lang="en-GB" sz="1900">
                              <a:solidFill>
                                <a:srgbClr val="25313F"/>
                              </a:solidFill>
                              <a:latin typeface="Cambria Math"/>
                              <a:ea typeface="Cambria Math"/>
                              <a:cs typeface="Cambria Math"/>
                            </a:rPr>
                            <m:t>2</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75" name="continuity_9_1_275" descr="\phi_2(x)">
                <a:extLst>
                  <a:ext uri="{FF2B5EF4-FFF2-40B4-BE49-F238E27FC236}">
                    <a16:creationId xmlns:a16="http://schemas.microsoft.com/office/drawing/2014/main" id="{164D4399-8447-44D4-8216-10C1111E2279}"/>
                  </a:ext>
                </a:extLst>
              </p:cNvPr>
              <p:cNvSpPr>
                <a:spLocks noGrp="1" noRot="1" noChangeAspect="1" noMove="1" noResize="1" noEditPoints="1" noAdjustHandles="1" noChangeArrowheads="1" noChangeShapeType="1" noTextEdit="1"/>
              </p:cNvSpPr>
              <p:nvPr/>
            </p:nvSpPr>
            <p:spPr>
              <a:xfrm>
                <a:off x="6777038" y="3057525"/>
                <a:ext cx="1123950" cy="276225"/>
              </a:xfrm>
              <a:prstGeom prst="rect">
                <a:avLst/>
              </a:prstGeom>
              <a:blipFill>
                <a:blip r:embed="rId13"/>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6" name="continuity_9_1_276" descr="5">
                <a:extLst>
                  <a:ext uri="{FF2B5EF4-FFF2-40B4-BE49-F238E27FC236}">
                    <a16:creationId xmlns:a16="http://schemas.microsoft.com/office/drawing/2014/main" id="{438B45CC-AFC4-43CA-8164-61A735893211}"/>
                  </a:ext>
                </a:extLst>
              </p:cNvPr>
              <p:cNvSpPr>
                <a:spLocks noGrp="1"/>
              </p:cNvSpPr>
              <p:nvPr/>
            </p:nvSpPr>
            <p:spPr>
              <a:xfrm>
                <a:off x="6777038"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5</m:t>
                      </m:r>
                    </m:oMath>
                  </m:oMathPara>
                </a14:m>
                <a:endParaRPr lang="en-GB" sz="2100"/>
              </a:p>
            </p:txBody>
          </p:sp>
        </mc:Choice>
        <mc:Fallback xmlns="">
          <p:sp>
            <p:nvSpPr>
              <p:cNvPr id="276" name="continuity_9_1_276" descr="5">
                <a:extLst>
                  <a:ext uri="{FF2B5EF4-FFF2-40B4-BE49-F238E27FC236}">
                    <a16:creationId xmlns:a16="http://schemas.microsoft.com/office/drawing/2014/main" id="{438B45CC-AFC4-43CA-8164-61A735893211}"/>
                  </a:ext>
                </a:extLst>
              </p:cNvPr>
              <p:cNvSpPr>
                <a:spLocks noGrp="1" noRot="1" noChangeAspect="1" noMove="1" noResize="1" noEditPoints="1" noAdjustHandles="1" noChangeArrowheads="1" noChangeShapeType="1" noTextEdit="1"/>
              </p:cNvSpPr>
              <p:nvPr/>
            </p:nvSpPr>
            <p:spPr>
              <a:xfrm>
                <a:off x="6777038" y="3343275"/>
                <a:ext cx="1123950" cy="257175"/>
              </a:xfrm>
              <a:prstGeom prst="rect">
                <a:avLst/>
              </a:prstGeom>
              <a:blipFill>
                <a:blip r:embed="rId14"/>
                <a:stretch>
                  <a:fillRect t="-6977" b="-20930"/>
                </a:stretch>
              </a:blipFill>
              <a:ln w="0">
                <a:noFill/>
              </a:ln>
            </p:spPr>
            <p:txBody>
              <a:bodyPr/>
              <a:lstStyle/>
              <a:p>
                <a:r>
                  <a:rPr lang="it-IT">
                    <a:noFill/>
                  </a:rPr>
                  <a:t> </a:t>
                </a:r>
              </a:p>
            </p:txBody>
          </p:sp>
        </mc:Fallback>
      </mc:AlternateContent>
      <p:sp>
        <p:nvSpPr>
          <p:cNvPr id="277" name="continuity_9_1_277">
            <a:extLst>
              <a:ext uri="{FF2B5EF4-FFF2-40B4-BE49-F238E27FC236}">
                <a16:creationId xmlns:a16="http://schemas.microsoft.com/office/drawing/2014/main" id="{DFAB9BAF-E062-46EF-9AAE-201EE9A6BF0B}"/>
              </a:ext>
            </a:extLst>
          </p:cNvPr>
          <p:cNvSpPr>
            <a:spLocks noGrp="1"/>
          </p:cNvSpPr>
          <p:nvPr/>
        </p:nvSpPr>
        <p:spPr>
          <a:xfrm>
            <a:off x="6361509" y="3333750"/>
            <a:ext cx="358378" cy="476"/>
          </a:xfrm>
          <a:prstGeom prst="line">
            <a:avLst/>
          </a:prstGeom>
          <a:noFill/>
          <a:ln w="13335">
            <a:solidFill>
              <a:srgbClr val="A5AAB0"/>
            </a:solidFill>
            <a:tailEnd type="triangle" w="sm" len="sm"/>
          </a:ln>
        </p:spPr>
        <p:txBody>
          <a:bodyPr/>
          <a:lstStyle/>
          <a:p>
            <a:endParaRPr lang="it-IT"/>
          </a:p>
        </p:txBody>
      </p:sp>
      <p:sp>
        <p:nvSpPr>
          <p:cNvPr id="278" name="continuity_9_1_278">
            <a:extLst>
              <a:ext uri="{FF2B5EF4-FFF2-40B4-BE49-F238E27FC236}">
                <a16:creationId xmlns:a16="http://schemas.microsoft.com/office/drawing/2014/main" id="{1E4A6127-641C-42E9-91F1-030F7E37B8E7}"/>
              </a:ext>
            </a:extLst>
          </p:cNvPr>
          <p:cNvSpPr>
            <a:spLocks noGrp="1"/>
          </p:cNvSpPr>
          <p:nvPr/>
        </p:nvSpPr>
        <p:spPr>
          <a:xfrm>
            <a:off x="8507016" y="2781300"/>
            <a:ext cx="857250" cy="209550"/>
          </a:xfrm>
          <a:prstGeom prst="rect">
            <a:avLst/>
          </a:prstGeom>
          <a:noFill/>
          <a:ln w="0">
            <a:noFill/>
          </a:ln>
        </p:spPr>
        <p:txBody>
          <a:bodyPr anchor="ctr">
            <a:noAutofit/>
          </a:bodyPr>
          <a:lstStyle>
            <a:defPPr algn="ctr">
              <a:defRPr sz="1200" b="0">
                <a:solidFill>
                  <a:srgbClr val="A25914"/>
                </a:solidFill>
                <a:latin typeface="DejaVu Sans"/>
                <a:ea typeface="DejaVu Sans"/>
                <a:cs typeface="DejaVu Sans"/>
              </a:defRPr>
            </a:defPPr>
          </a:lstStyle>
          <a:p>
            <a:pPr algn="ctr">
              <a:defRPr sz="1200" b="0">
                <a:solidFill>
                  <a:srgbClr val="A25914"/>
                </a:solidFill>
                <a:latin typeface="DejaVu Sans"/>
                <a:ea typeface="DejaVu Sans"/>
                <a:cs typeface="DejaVu Sans"/>
              </a:defRPr>
            </a:pPr>
            <a:r>
              <a:rPr sz="1200" b="0">
                <a:solidFill>
                  <a:srgbClr val="A25914"/>
                </a:solidFill>
                <a:latin typeface="DejaVu Sans"/>
                <a:ea typeface="DejaVu Sans"/>
                <a:cs typeface="DejaVu Sans"/>
              </a:rPr>
              <a:t>input</a:t>
            </a:r>
          </a:p>
        </p:txBody>
      </p:sp>
      <p:sp>
        <p:nvSpPr>
          <p:cNvPr id="279" name="continuity_9_1_279">
            <a:extLst>
              <a:ext uri="{FF2B5EF4-FFF2-40B4-BE49-F238E27FC236}">
                <a16:creationId xmlns:a16="http://schemas.microsoft.com/office/drawing/2014/main" id="{AFBC7B78-1E26-45C3-9353-FC547D84A29C}"/>
              </a:ext>
            </a:extLst>
          </p:cNvPr>
          <p:cNvSpPr>
            <a:spLocks noGrp="1"/>
          </p:cNvSpPr>
          <p:nvPr/>
        </p:nvSpPr>
        <p:spPr>
          <a:xfrm>
            <a:off x="8354616" y="3028950"/>
            <a:ext cx="1162050" cy="609600"/>
          </a:xfrm>
          <a:prstGeom prst="roundRect">
            <a:avLst>
              <a:gd name="adj" fmla="val 5000"/>
            </a:avLst>
          </a:prstGeom>
          <a:solidFill>
            <a:srgbClr val="FFFFFF"/>
          </a:solidFill>
          <a:ln w="14288">
            <a:solidFill>
              <a:srgbClr val="A25914"/>
            </a:solidFill>
          </a:ln>
        </p:spPr>
        <p:txBody>
          <a:bodyPr/>
          <a:lstStyle/>
          <a:p>
            <a:endParaRPr lang="it-IT"/>
          </a:p>
        </p:txBody>
      </p:sp>
      <mc:AlternateContent xmlns:mc="http://schemas.openxmlformats.org/markup-compatibility/2006" xmlns:a14="http://schemas.microsoft.com/office/drawing/2010/main">
        <mc:Choice Requires="a14">
          <p:sp>
            <p:nvSpPr>
              <p:cNvPr id="280" name="continuity_9_1_280" descr="a_3(x)">
                <a:extLst>
                  <a:ext uri="{FF2B5EF4-FFF2-40B4-BE49-F238E27FC236}">
                    <a16:creationId xmlns:a16="http://schemas.microsoft.com/office/drawing/2014/main" id="{15912CD9-8446-4E6C-B4B0-1505B1403B53}"/>
                  </a:ext>
                </a:extLst>
              </p:cNvPr>
              <p:cNvSpPr>
                <a:spLocks noGrp="1"/>
              </p:cNvSpPr>
              <p:nvPr/>
            </p:nvSpPr>
            <p:spPr>
              <a:xfrm>
                <a:off x="8373666"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𝑎</m:t>
                          </m:r>
                        </m:e>
                        <m:sub>
                          <m:r>
                            <a:rPr lang="en-GB" sz="1900">
                              <a:solidFill>
                                <a:srgbClr val="25313F"/>
                              </a:solidFill>
                              <a:latin typeface="Cambria Math"/>
                              <a:ea typeface="Cambria Math"/>
                              <a:cs typeface="Cambria Math"/>
                            </a:rPr>
                            <m:t>3</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𝑥</m:t>
                          </m:r>
                        </m:e>
                      </m:d>
                    </m:oMath>
                  </m:oMathPara>
                </a14:m>
                <a:endParaRPr lang="en-GB" sz="1900"/>
              </a:p>
            </p:txBody>
          </p:sp>
        </mc:Choice>
        <mc:Fallback xmlns="">
          <p:sp>
            <p:nvSpPr>
              <p:cNvPr id="280" name="continuity_9_1_280" descr="a_3(x)">
                <a:extLst>
                  <a:ext uri="{FF2B5EF4-FFF2-40B4-BE49-F238E27FC236}">
                    <a16:creationId xmlns:a16="http://schemas.microsoft.com/office/drawing/2014/main" id="{15912CD9-8446-4E6C-B4B0-1505B1403B53}"/>
                  </a:ext>
                </a:extLst>
              </p:cNvPr>
              <p:cNvSpPr>
                <a:spLocks noGrp="1" noRot="1" noChangeAspect="1" noMove="1" noResize="1" noEditPoints="1" noAdjustHandles="1" noChangeArrowheads="1" noChangeShapeType="1" noTextEdit="1"/>
              </p:cNvSpPr>
              <p:nvPr/>
            </p:nvSpPr>
            <p:spPr>
              <a:xfrm>
                <a:off x="8373666" y="3057525"/>
                <a:ext cx="1123950" cy="276225"/>
              </a:xfrm>
              <a:prstGeom prst="rect">
                <a:avLst/>
              </a:prstGeom>
              <a:blipFill>
                <a:blip r:embed="rId15"/>
                <a:stretch>
                  <a:fillRect t="-4444" b="-40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1" name="continuity_9_1_281" descr="-3">
                <a:extLst>
                  <a:ext uri="{FF2B5EF4-FFF2-40B4-BE49-F238E27FC236}">
                    <a16:creationId xmlns:a16="http://schemas.microsoft.com/office/drawing/2014/main" id="{887A0708-7BEF-445A-A11F-69700F4C96E4}"/>
                  </a:ext>
                </a:extLst>
              </p:cNvPr>
              <p:cNvSpPr>
                <a:spLocks noGrp="1"/>
              </p:cNvSpPr>
              <p:nvPr/>
            </p:nvSpPr>
            <p:spPr>
              <a:xfrm>
                <a:off x="8373666"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−3</m:t>
                      </m:r>
                    </m:oMath>
                  </m:oMathPara>
                </a14:m>
                <a:endParaRPr lang="en-GB" sz="2100"/>
              </a:p>
            </p:txBody>
          </p:sp>
        </mc:Choice>
        <mc:Fallback xmlns="">
          <p:sp>
            <p:nvSpPr>
              <p:cNvPr id="281" name="continuity_9_1_281" descr="-3">
                <a:extLst>
                  <a:ext uri="{FF2B5EF4-FFF2-40B4-BE49-F238E27FC236}">
                    <a16:creationId xmlns:a16="http://schemas.microsoft.com/office/drawing/2014/main" id="{887A0708-7BEF-445A-A11F-69700F4C96E4}"/>
                  </a:ext>
                </a:extLst>
              </p:cNvPr>
              <p:cNvSpPr>
                <a:spLocks noGrp="1" noRot="1" noChangeAspect="1" noMove="1" noResize="1" noEditPoints="1" noAdjustHandles="1" noChangeArrowheads="1" noChangeShapeType="1" noTextEdit="1"/>
              </p:cNvSpPr>
              <p:nvPr/>
            </p:nvSpPr>
            <p:spPr>
              <a:xfrm>
                <a:off x="8373666" y="3343275"/>
                <a:ext cx="1123950" cy="257175"/>
              </a:xfrm>
              <a:prstGeom prst="rect">
                <a:avLst/>
              </a:prstGeom>
              <a:blipFill>
                <a:blip r:embed="rId16"/>
                <a:stretch>
                  <a:fillRect t="-4651" b="-20930"/>
                </a:stretch>
              </a:blipFill>
              <a:ln w="0">
                <a:noFill/>
              </a:ln>
            </p:spPr>
            <p:txBody>
              <a:bodyPr/>
              <a:lstStyle/>
              <a:p>
                <a:r>
                  <a:rPr lang="it-IT">
                    <a:noFill/>
                  </a:rPr>
                  <a:t> </a:t>
                </a:r>
              </a:p>
            </p:txBody>
          </p:sp>
        </mc:Fallback>
      </mc:AlternateContent>
      <p:sp>
        <p:nvSpPr>
          <p:cNvPr id="282" name="continuity_9_1_282">
            <a:extLst>
              <a:ext uri="{FF2B5EF4-FFF2-40B4-BE49-F238E27FC236}">
                <a16:creationId xmlns:a16="http://schemas.microsoft.com/office/drawing/2014/main" id="{5C3DB696-F78C-486E-932E-511CA503419D}"/>
              </a:ext>
            </a:extLst>
          </p:cNvPr>
          <p:cNvSpPr>
            <a:spLocks noGrp="1"/>
          </p:cNvSpPr>
          <p:nvPr/>
        </p:nvSpPr>
        <p:spPr>
          <a:xfrm>
            <a:off x="7958138" y="3333750"/>
            <a:ext cx="358378" cy="476"/>
          </a:xfrm>
          <a:prstGeom prst="line">
            <a:avLst/>
          </a:prstGeom>
          <a:noFill/>
          <a:ln w="13335">
            <a:solidFill>
              <a:srgbClr val="A5AAB0"/>
            </a:solidFill>
            <a:tailEnd type="triangle" w="sm" len="sm"/>
          </a:ln>
        </p:spPr>
        <p:txBody>
          <a:bodyPr/>
          <a:lstStyle/>
          <a:p>
            <a:endParaRPr lang="it-IT"/>
          </a:p>
        </p:txBody>
      </p:sp>
      <p:sp>
        <p:nvSpPr>
          <p:cNvPr id="283" name="continuity_9_1_283">
            <a:extLst>
              <a:ext uri="{FF2B5EF4-FFF2-40B4-BE49-F238E27FC236}">
                <a16:creationId xmlns:a16="http://schemas.microsoft.com/office/drawing/2014/main" id="{10F7BB56-293D-45AF-9510-126575E047A8}"/>
              </a:ext>
            </a:extLst>
          </p:cNvPr>
          <p:cNvSpPr>
            <a:spLocks noGrp="1"/>
          </p:cNvSpPr>
          <p:nvPr/>
        </p:nvSpPr>
        <p:spPr>
          <a:xfrm>
            <a:off x="9951244" y="3028950"/>
            <a:ext cx="1162050" cy="6096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4" name="continuity_9_1_284" descr="\mathcal{L}_{\mathrm{sq}}">
                <a:extLst>
                  <a:ext uri="{FF2B5EF4-FFF2-40B4-BE49-F238E27FC236}">
                    <a16:creationId xmlns:a16="http://schemas.microsoft.com/office/drawing/2014/main" id="{6FB26ABC-1709-4EA8-892A-02711B1A19B4}"/>
                  </a:ext>
                </a:extLst>
              </p:cNvPr>
              <p:cNvSpPr>
                <a:spLocks noGrp="1"/>
              </p:cNvSpPr>
              <p:nvPr/>
            </p:nvSpPr>
            <p:spPr>
              <a:xfrm>
                <a:off x="9970294" y="3057525"/>
                <a:ext cx="112395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900">
                              <a:solidFill>
                                <a:srgbClr val="25313F"/>
                              </a:solidFill>
                              <a:latin typeface="Cambria Math"/>
                              <a:ea typeface="Cambria Math"/>
                              <a:cs typeface="Cambria Math"/>
                            </a:rPr>
                          </m:ctrlPr>
                        </m:sSubPr>
                        <m:e>
                          <m:r>
                            <a:rPr lang="en-GB" sz="1900">
                              <a:solidFill>
                                <a:srgbClr val="25313F"/>
                              </a:solidFill>
                              <a:latin typeface="Cambria Math"/>
                              <a:ea typeface="Cambria Math"/>
                              <a:cs typeface="Cambria Math"/>
                            </a:rPr>
                            <m:t>ℒ</m:t>
                          </m:r>
                        </m:e>
                        <m:sub>
                          <m:r>
                            <m:rPr>
                              <m:sty m:val="p"/>
                            </m:rPr>
                            <a:rPr lang="en-GB" sz="1900">
                              <a:solidFill>
                                <a:srgbClr val="25313F"/>
                              </a:solidFill>
                              <a:latin typeface="Cambria Math"/>
                              <a:ea typeface="Cambria Math"/>
                              <a:cs typeface="Cambria Math"/>
                            </a:rPr>
                            <m:t>sq</m:t>
                          </m:r>
                        </m:sub>
                      </m:sSub>
                      <m:d>
                        <m:dPr>
                          <m:ctrlPr>
                            <a:rPr lang="en-GB" sz="1900">
                              <a:solidFill>
                                <a:srgbClr val="25313F"/>
                              </a:solidFill>
                              <a:latin typeface="Cambria Math"/>
                              <a:ea typeface="Cambria Math"/>
                              <a:cs typeface="Cambria Math"/>
                            </a:rPr>
                          </m:ctrlPr>
                        </m:dPr>
                        <m:e>
                          <m:r>
                            <a:rPr lang="en-GB" sz="1900">
                              <a:solidFill>
                                <a:srgbClr val="25313F"/>
                              </a:solidFill>
                              <a:latin typeface="Cambria Math"/>
                              <a:ea typeface="Cambria Math"/>
                              <a:cs typeface="Cambria Math"/>
                            </a:rPr>
                            <m:t>𝛉</m:t>
                          </m:r>
                        </m:e>
                      </m:d>
                    </m:oMath>
                  </m:oMathPara>
                </a14:m>
                <a:endParaRPr lang="en-GB" sz="1900"/>
              </a:p>
            </p:txBody>
          </p:sp>
        </mc:Choice>
        <mc:Fallback xmlns="">
          <p:sp>
            <p:nvSpPr>
              <p:cNvPr id="284" name="continuity_9_1_284" descr="\mathcal{L}_{\mathrm{sq}}">
                <a:extLst>
                  <a:ext uri="{FF2B5EF4-FFF2-40B4-BE49-F238E27FC236}">
                    <a16:creationId xmlns:a16="http://schemas.microsoft.com/office/drawing/2014/main" id="{6FB26ABC-1709-4EA8-892A-02711B1A19B4}"/>
                  </a:ext>
                </a:extLst>
              </p:cNvPr>
              <p:cNvSpPr>
                <a:spLocks noGrp="1" noRot="1" noChangeAspect="1" noMove="1" noResize="1" noEditPoints="1" noAdjustHandles="1" noChangeArrowheads="1" noChangeShapeType="1" noTextEdit="1"/>
              </p:cNvSpPr>
              <p:nvPr/>
            </p:nvSpPr>
            <p:spPr>
              <a:xfrm>
                <a:off x="9970294" y="3057525"/>
                <a:ext cx="1123950" cy="276225"/>
              </a:xfrm>
              <a:prstGeom prst="rect">
                <a:avLst/>
              </a:prstGeom>
              <a:blipFill>
                <a:blip r:embed="rId17"/>
                <a:stretch>
                  <a:fillRect b="-3111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5" name="continuity_9_1_285" descr="1">
                <a:extLst>
                  <a:ext uri="{FF2B5EF4-FFF2-40B4-BE49-F238E27FC236}">
                    <a16:creationId xmlns:a16="http://schemas.microsoft.com/office/drawing/2014/main" id="{7800A4C7-95E1-4A68-9EFB-0CCA1D26C63F}"/>
                  </a:ext>
                </a:extLst>
              </p:cNvPr>
              <p:cNvSpPr>
                <a:spLocks noGrp="1"/>
              </p:cNvSpPr>
              <p:nvPr/>
            </p:nvSpPr>
            <p:spPr>
              <a:xfrm>
                <a:off x="9970294" y="3343275"/>
                <a:ext cx="112395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100">
                          <a:solidFill>
                            <a:srgbClr val="25313F"/>
                          </a:solidFill>
                          <a:latin typeface="Cambria Math"/>
                          <a:ea typeface="Cambria Math"/>
                          <a:cs typeface="Cambria Math"/>
                        </a:rPr>
                        <m:t>1</m:t>
                      </m:r>
                    </m:oMath>
                  </m:oMathPara>
                </a14:m>
                <a:endParaRPr lang="en-GB" sz="2100"/>
              </a:p>
            </p:txBody>
          </p:sp>
        </mc:Choice>
        <mc:Fallback xmlns="">
          <p:sp>
            <p:nvSpPr>
              <p:cNvPr id="285" name="continuity_9_1_285" descr="1">
                <a:extLst>
                  <a:ext uri="{FF2B5EF4-FFF2-40B4-BE49-F238E27FC236}">
                    <a16:creationId xmlns:a16="http://schemas.microsoft.com/office/drawing/2014/main" id="{7800A4C7-95E1-4A68-9EFB-0CCA1D26C63F}"/>
                  </a:ext>
                </a:extLst>
              </p:cNvPr>
              <p:cNvSpPr>
                <a:spLocks noGrp="1" noRot="1" noChangeAspect="1" noMove="1" noResize="1" noEditPoints="1" noAdjustHandles="1" noChangeArrowheads="1" noChangeShapeType="1" noTextEdit="1"/>
              </p:cNvSpPr>
              <p:nvPr/>
            </p:nvSpPr>
            <p:spPr>
              <a:xfrm>
                <a:off x="9970294" y="3343275"/>
                <a:ext cx="1123950" cy="257175"/>
              </a:xfrm>
              <a:prstGeom prst="rect">
                <a:avLst/>
              </a:prstGeom>
              <a:blipFill>
                <a:blip r:embed="rId18"/>
                <a:stretch>
                  <a:fillRect t="-4651" b="-20930"/>
                </a:stretch>
              </a:blipFill>
              <a:ln w="0">
                <a:noFill/>
              </a:ln>
            </p:spPr>
            <p:txBody>
              <a:bodyPr/>
              <a:lstStyle/>
              <a:p>
                <a:r>
                  <a:rPr lang="it-IT">
                    <a:noFill/>
                  </a:rPr>
                  <a:t> </a:t>
                </a:r>
              </a:p>
            </p:txBody>
          </p:sp>
        </mc:Fallback>
      </mc:AlternateContent>
      <p:sp>
        <p:nvSpPr>
          <p:cNvPr id="286" name="continuity_9_1_286">
            <a:extLst>
              <a:ext uri="{FF2B5EF4-FFF2-40B4-BE49-F238E27FC236}">
                <a16:creationId xmlns:a16="http://schemas.microsoft.com/office/drawing/2014/main" id="{6B936D1D-6696-4580-9651-0DCA31AC244C}"/>
              </a:ext>
            </a:extLst>
          </p:cNvPr>
          <p:cNvSpPr>
            <a:spLocks noGrp="1"/>
          </p:cNvSpPr>
          <p:nvPr/>
        </p:nvSpPr>
        <p:spPr>
          <a:xfrm>
            <a:off x="9554766" y="3333750"/>
            <a:ext cx="358378" cy="476"/>
          </a:xfrm>
          <a:prstGeom prst="line">
            <a:avLst/>
          </a:prstGeom>
          <a:noFill/>
          <a:ln w="13335">
            <a:solidFill>
              <a:srgbClr val="A5AAB0"/>
            </a:solidFill>
            <a:tailEnd type="triangle" w="sm" len="sm"/>
          </a:ln>
        </p:spPr>
        <p:txBody>
          <a:bodyPr/>
          <a:lstStyle/>
          <a:p>
            <a:endParaRPr lang="it-IT"/>
          </a:p>
        </p:txBody>
      </p:sp>
      <p:sp>
        <p:nvSpPr>
          <p:cNvPr id="287" name="continuity_9_1_287">
            <a:extLst>
              <a:ext uri="{FF2B5EF4-FFF2-40B4-BE49-F238E27FC236}">
                <a16:creationId xmlns:a16="http://schemas.microsoft.com/office/drawing/2014/main" id="{D7B34288-634B-4424-A807-59413A39D1AA}"/>
              </a:ext>
            </a:extLst>
          </p:cNvPr>
          <p:cNvSpPr>
            <a:spLocks noGrp="1"/>
          </p:cNvSpPr>
          <p:nvPr/>
        </p:nvSpPr>
        <p:spPr>
          <a:xfrm>
            <a:off x="161424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8" name="continuity_9_1_288" descr="w_1=1">
                <a:extLst>
                  <a:ext uri="{FF2B5EF4-FFF2-40B4-BE49-F238E27FC236}">
                    <a16:creationId xmlns:a16="http://schemas.microsoft.com/office/drawing/2014/main" id="{D4EF001D-BF80-407E-AB0E-E01A00102E10}"/>
                  </a:ext>
                </a:extLst>
              </p:cNvPr>
              <p:cNvSpPr>
                <a:spLocks noGrp="1"/>
              </p:cNvSpPr>
              <p:nvPr/>
            </p:nvSpPr>
            <p:spPr>
              <a:xfrm>
                <a:off x="163329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88" name="continuity_9_1_288" descr="w_1=1">
                <a:extLst>
                  <a:ext uri="{FF2B5EF4-FFF2-40B4-BE49-F238E27FC236}">
                    <a16:creationId xmlns:a16="http://schemas.microsoft.com/office/drawing/2014/main" id="{D4EF001D-BF80-407E-AB0E-E01A00102E10}"/>
                  </a:ext>
                </a:extLst>
              </p:cNvPr>
              <p:cNvSpPr>
                <a:spLocks noGrp="1" noRot="1" noChangeAspect="1" noMove="1" noResize="1" noEditPoints="1" noAdjustHandles="1" noChangeArrowheads="1" noChangeShapeType="1" noTextEdit="1"/>
              </p:cNvSpPr>
              <p:nvPr/>
            </p:nvSpPr>
            <p:spPr>
              <a:xfrm>
                <a:off x="1633299" y="3844290"/>
                <a:ext cx="838200" cy="361950"/>
              </a:xfrm>
              <a:prstGeom prst="rect">
                <a:avLst/>
              </a:prstGeom>
              <a:blipFill>
                <a:blip r:embed="rId19"/>
                <a:stretch>
                  <a:fillRect/>
                </a:stretch>
              </a:blipFill>
              <a:ln w="0">
                <a:noFill/>
              </a:ln>
            </p:spPr>
            <p:txBody>
              <a:bodyPr/>
              <a:lstStyle/>
              <a:p>
                <a:r>
                  <a:rPr lang="it-IT">
                    <a:noFill/>
                  </a:rPr>
                  <a:t> </a:t>
                </a:r>
              </a:p>
            </p:txBody>
          </p:sp>
        </mc:Fallback>
      </mc:AlternateContent>
      <p:sp>
        <p:nvSpPr>
          <p:cNvPr id="289" name="continuity_9_1_289">
            <a:extLst>
              <a:ext uri="{FF2B5EF4-FFF2-40B4-BE49-F238E27FC236}">
                <a16:creationId xmlns:a16="http://schemas.microsoft.com/office/drawing/2014/main" id="{584C651D-C667-418F-93AC-5EDDFD217BF9}"/>
              </a:ext>
            </a:extLst>
          </p:cNvPr>
          <p:cNvSpPr>
            <a:spLocks noGrp="1"/>
          </p:cNvSpPr>
          <p:nvPr/>
        </p:nvSpPr>
        <p:spPr>
          <a:xfrm flipV="1">
            <a:off x="2052399" y="3667125"/>
            <a:ext cx="391954" cy="158115"/>
          </a:xfrm>
          <a:prstGeom prst="line">
            <a:avLst/>
          </a:prstGeom>
          <a:noFill/>
          <a:ln w="12383">
            <a:solidFill>
              <a:srgbClr val="A5AAB0"/>
            </a:solidFill>
            <a:tailEnd type="triangle" w="sm" len="sm"/>
          </a:ln>
        </p:spPr>
        <p:txBody>
          <a:bodyPr/>
          <a:lstStyle/>
          <a:p>
            <a:endParaRPr lang="it-IT"/>
          </a:p>
        </p:txBody>
      </p:sp>
      <p:sp>
        <p:nvSpPr>
          <p:cNvPr id="290" name="continuity_9_1_290">
            <a:extLst>
              <a:ext uri="{FF2B5EF4-FFF2-40B4-BE49-F238E27FC236}">
                <a16:creationId xmlns:a16="http://schemas.microsoft.com/office/drawing/2014/main" id="{3AD42325-D0BA-4ADC-B26E-AC8D249A879A}"/>
              </a:ext>
            </a:extLst>
          </p:cNvPr>
          <p:cNvSpPr>
            <a:spLocks noGrp="1"/>
          </p:cNvSpPr>
          <p:nvPr/>
        </p:nvSpPr>
        <p:spPr>
          <a:xfrm>
            <a:off x="2607707"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1" name="continuity_9_1_291" descr="b_1=1">
                <a:extLst>
                  <a:ext uri="{FF2B5EF4-FFF2-40B4-BE49-F238E27FC236}">
                    <a16:creationId xmlns:a16="http://schemas.microsoft.com/office/drawing/2014/main" id="{9FBDCB17-7DCC-4F4B-94B5-E00A59CF41DE}"/>
                  </a:ext>
                </a:extLst>
              </p:cNvPr>
              <p:cNvSpPr>
                <a:spLocks noGrp="1"/>
              </p:cNvSpPr>
              <p:nvPr/>
            </p:nvSpPr>
            <p:spPr>
              <a:xfrm>
                <a:off x="2626757"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1</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91" name="continuity_9_1_291" descr="b_1=1">
                <a:extLst>
                  <a:ext uri="{FF2B5EF4-FFF2-40B4-BE49-F238E27FC236}">
                    <a16:creationId xmlns:a16="http://schemas.microsoft.com/office/drawing/2014/main" id="{9FBDCB17-7DCC-4F4B-94B5-E00A59CF41DE}"/>
                  </a:ext>
                </a:extLst>
              </p:cNvPr>
              <p:cNvSpPr>
                <a:spLocks noGrp="1" noRot="1" noChangeAspect="1" noMove="1" noResize="1" noEditPoints="1" noAdjustHandles="1" noChangeArrowheads="1" noChangeShapeType="1" noTextEdit="1"/>
              </p:cNvSpPr>
              <p:nvPr/>
            </p:nvSpPr>
            <p:spPr>
              <a:xfrm>
                <a:off x="2626757" y="3844290"/>
                <a:ext cx="838200" cy="361950"/>
              </a:xfrm>
              <a:prstGeom prst="rect">
                <a:avLst/>
              </a:prstGeom>
              <a:blipFill>
                <a:blip r:embed="rId20"/>
                <a:stretch>
                  <a:fillRect/>
                </a:stretch>
              </a:blipFill>
              <a:ln w="0">
                <a:noFill/>
              </a:ln>
            </p:spPr>
            <p:txBody>
              <a:bodyPr/>
              <a:lstStyle/>
              <a:p>
                <a:r>
                  <a:rPr lang="it-IT">
                    <a:noFill/>
                  </a:rPr>
                  <a:t> </a:t>
                </a:r>
              </a:p>
            </p:txBody>
          </p:sp>
        </mc:Fallback>
      </mc:AlternateContent>
      <p:sp>
        <p:nvSpPr>
          <p:cNvPr id="292" name="continuity_9_1_292">
            <a:extLst>
              <a:ext uri="{FF2B5EF4-FFF2-40B4-BE49-F238E27FC236}">
                <a16:creationId xmlns:a16="http://schemas.microsoft.com/office/drawing/2014/main" id="{F100AC87-0A75-46F4-9D18-CC48BDBE64EF}"/>
              </a:ext>
            </a:extLst>
          </p:cNvPr>
          <p:cNvSpPr>
            <a:spLocks noGrp="1"/>
          </p:cNvSpPr>
          <p:nvPr/>
        </p:nvSpPr>
        <p:spPr>
          <a:xfrm flipH="1" flipV="1">
            <a:off x="2653903" y="3667125"/>
            <a:ext cx="391954" cy="158115"/>
          </a:xfrm>
          <a:prstGeom prst="line">
            <a:avLst/>
          </a:prstGeom>
          <a:noFill/>
          <a:ln w="12383">
            <a:solidFill>
              <a:srgbClr val="A5AAB0"/>
            </a:solidFill>
            <a:tailEnd type="triangle" w="sm" len="sm"/>
          </a:ln>
        </p:spPr>
        <p:txBody>
          <a:bodyPr/>
          <a:lstStyle/>
          <a:p>
            <a:endParaRPr lang="it-IT"/>
          </a:p>
        </p:txBody>
      </p:sp>
      <p:sp>
        <p:nvSpPr>
          <p:cNvPr id="293" name="continuity_9_1_293">
            <a:extLst>
              <a:ext uri="{FF2B5EF4-FFF2-40B4-BE49-F238E27FC236}">
                <a16:creationId xmlns:a16="http://schemas.microsoft.com/office/drawing/2014/main" id="{FEB932D7-885E-47E2-9D3E-9321226E7E0B}"/>
              </a:ext>
            </a:extLst>
          </p:cNvPr>
          <p:cNvSpPr>
            <a:spLocks noGrp="1"/>
          </p:cNvSpPr>
          <p:nvPr/>
        </p:nvSpPr>
        <p:spPr>
          <a:xfrm>
            <a:off x="4807506"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4" name="continuity_9_1_294" descr="w_2=2">
                <a:extLst>
                  <a:ext uri="{FF2B5EF4-FFF2-40B4-BE49-F238E27FC236}">
                    <a16:creationId xmlns:a16="http://schemas.microsoft.com/office/drawing/2014/main" id="{29F78CAF-B6E2-4BFC-BC73-009993BB216C}"/>
                  </a:ext>
                </a:extLst>
              </p:cNvPr>
              <p:cNvSpPr>
                <a:spLocks noGrp="1"/>
              </p:cNvSpPr>
              <p:nvPr/>
            </p:nvSpPr>
            <p:spPr>
              <a:xfrm>
                <a:off x="4826556"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294" name="continuity_9_1_294" descr="w_2=2">
                <a:extLst>
                  <a:ext uri="{FF2B5EF4-FFF2-40B4-BE49-F238E27FC236}">
                    <a16:creationId xmlns:a16="http://schemas.microsoft.com/office/drawing/2014/main" id="{29F78CAF-B6E2-4BFC-BC73-009993BB216C}"/>
                  </a:ext>
                </a:extLst>
              </p:cNvPr>
              <p:cNvSpPr>
                <a:spLocks noGrp="1" noRot="1" noChangeAspect="1" noMove="1" noResize="1" noEditPoints="1" noAdjustHandles="1" noChangeArrowheads="1" noChangeShapeType="1" noTextEdit="1"/>
              </p:cNvSpPr>
              <p:nvPr/>
            </p:nvSpPr>
            <p:spPr>
              <a:xfrm>
                <a:off x="4826556" y="3844290"/>
                <a:ext cx="838200" cy="361950"/>
              </a:xfrm>
              <a:prstGeom prst="rect">
                <a:avLst/>
              </a:prstGeom>
              <a:blipFill>
                <a:blip r:embed="rId21"/>
                <a:stretch>
                  <a:fillRect/>
                </a:stretch>
              </a:blipFill>
              <a:ln w="0">
                <a:noFill/>
              </a:ln>
            </p:spPr>
            <p:txBody>
              <a:bodyPr/>
              <a:lstStyle/>
              <a:p>
                <a:r>
                  <a:rPr lang="it-IT">
                    <a:noFill/>
                  </a:rPr>
                  <a:t> </a:t>
                </a:r>
              </a:p>
            </p:txBody>
          </p:sp>
        </mc:Fallback>
      </mc:AlternateContent>
      <p:sp>
        <p:nvSpPr>
          <p:cNvPr id="295" name="continuity_9_1_295">
            <a:extLst>
              <a:ext uri="{FF2B5EF4-FFF2-40B4-BE49-F238E27FC236}">
                <a16:creationId xmlns:a16="http://schemas.microsoft.com/office/drawing/2014/main" id="{8DB1AA1A-B266-4B60-A714-5DA7186A7E6C}"/>
              </a:ext>
            </a:extLst>
          </p:cNvPr>
          <p:cNvSpPr>
            <a:spLocks noGrp="1"/>
          </p:cNvSpPr>
          <p:nvPr/>
        </p:nvSpPr>
        <p:spPr>
          <a:xfrm flipV="1">
            <a:off x="5245656" y="3667125"/>
            <a:ext cx="391954" cy="158115"/>
          </a:xfrm>
          <a:prstGeom prst="line">
            <a:avLst/>
          </a:prstGeom>
          <a:noFill/>
          <a:ln w="12383">
            <a:solidFill>
              <a:srgbClr val="A5AAB0"/>
            </a:solidFill>
            <a:tailEnd type="triangle" w="sm" len="sm"/>
          </a:ln>
        </p:spPr>
        <p:txBody>
          <a:bodyPr/>
          <a:lstStyle/>
          <a:p>
            <a:endParaRPr lang="it-IT"/>
          </a:p>
        </p:txBody>
      </p:sp>
      <p:sp>
        <p:nvSpPr>
          <p:cNvPr id="296" name="continuity_9_1_296">
            <a:extLst>
              <a:ext uri="{FF2B5EF4-FFF2-40B4-BE49-F238E27FC236}">
                <a16:creationId xmlns:a16="http://schemas.microsoft.com/office/drawing/2014/main" id="{C4A6C8CC-C634-4511-96FF-EFC6EAA8C0D2}"/>
              </a:ext>
            </a:extLst>
          </p:cNvPr>
          <p:cNvSpPr>
            <a:spLocks noGrp="1"/>
          </p:cNvSpPr>
          <p:nvPr/>
        </p:nvSpPr>
        <p:spPr>
          <a:xfrm>
            <a:off x="5800963"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7" name="continuity_9_1_297" descr="b_2=-1">
                <a:extLst>
                  <a:ext uri="{FF2B5EF4-FFF2-40B4-BE49-F238E27FC236}">
                    <a16:creationId xmlns:a16="http://schemas.microsoft.com/office/drawing/2014/main" id="{3EA54632-3DB7-464D-B182-4A841FEABDCF}"/>
                  </a:ext>
                </a:extLst>
              </p:cNvPr>
              <p:cNvSpPr>
                <a:spLocks noGrp="1"/>
              </p:cNvSpPr>
              <p:nvPr/>
            </p:nvSpPr>
            <p:spPr>
              <a:xfrm>
                <a:off x="5820013"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2</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297" name="continuity_9_1_297" descr="b_2=-1">
                <a:extLst>
                  <a:ext uri="{FF2B5EF4-FFF2-40B4-BE49-F238E27FC236}">
                    <a16:creationId xmlns:a16="http://schemas.microsoft.com/office/drawing/2014/main" id="{3EA54632-3DB7-464D-B182-4A841FEABDCF}"/>
                  </a:ext>
                </a:extLst>
              </p:cNvPr>
              <p:cNvSpPr>
                <a:spLocks noGrp="1" noRot="1" noChangeAspect="1" noMove="1" noResize="1" noEditPoints="1" noAdjustHandles="1" noChangeArrowheads="1" noChangeShapeType="1" noTextEdit="1"/>
              </p:cNvSpPr>
              <p:nvPr/>
            </p:nvSpPr>
            <p:spPr>
              <a:xfrm>
                <a:off x="5820013" y="3844290"/>
                <a:ext cx="838200" cy="361950"/>
              </a:xfrm>
              <a:prstGeom prst="rect">
                <a:avLst/>
              </a:prstGeom>
              <a:blipFill>
                <a:blip r:embed="rId22"/>
                <a:stretch>
                  <a:fillRect l="-6569" r="-730"/>
                </a:stretch>
              </a:blipFill>
              <a:ln w="0">
                <a:noFill/>
              </a:ln>
            </p:spPr>
            <p:txBody>
              <a:bodyPr/>
              <a:lstStyle/>
              <a:p>
                <a:r>
                  <a:rPr lang="it-IT">
                    <a:noFill/>
                  </a:rPr>
                  <a:t> </a:t>
                </a:r>
              </a:p>
            </p:txBody>
          </p:sp>
        </mc:Fallback>
      </mc:AlternateContent>
      <p:sp>
        <p:nvSpPr>
          <p:cNvPr id="298" name="continuity_9_1_298">
            <a:extLst>
              <a:ext uri="{FF2B5EF4-FFF2-40B4-BE49-F238E27FC236}">
                <a16:creationId xmlns:a16="http://schemas.microsoft.com/office/drawing/2014/main" id="{938AE29A-9C16-41B4-9827-8F4C463187E0}"/>
              </a:ext>
            </a:extLst>
          </p:cNvPr>
          <p:cNvSpPr>
            <a:spLocks noGrp="1"/>
          </p:cNvSpPr>
          <p:nvPr/>
        </p:nvSpPr>
        <p:spPr>
          <a:xfrm flipH="1" flipV="1">
            <a:off x="5847159" y="3667125"/>
            <a:ext cx="391954" cy="158115"/>
          </a:xfrm>
          <a:prstGeom prst="line">
            <a:avLst/>
          </a:prstGeom>
          <a:noFill/>
          <a:ln w="12383">
            <a:solidFill>
              <a:srgbClr val="A5AAB0"/>
            </a:solidFill>
            <a:tailEnd type="triangle" w="sm" len="sm"/>
          </a:ln>
        </p:spPr>
        <p:txBody>
          <a:bodyPr/>
          <a:lstStyle/>
          <a:p>
            <a:endParaRPr lang="it-IT"/>
          </a:p>
        </p:txBody>
      </p:sp>
      <p:sp>
        <p:nvSpPr>
          <p:cNvPr id="299" name="continuity_9_1_299">
            <a:extLst>
              <a:ext uri="{FF2B5EF4-FFF2-40B4-BE49-F238E27FC236}">
                <a16:creationId xmlns:a16="http://schemas.microsoft.com/office/drawing/2014/main" id="{942717D4-B0D8-4FED-B533-4F9C213CBBC6}"/>
              </a:ext>
            </a:extLst>
          </p:cNvPr>
          <p:cNvSpPr>
            <a:spLocks noGrp="1"/>
          </p:cNvSpPr>
          <p:nvPr/>
        </p:nvSpPr>
        <p:spPr>
          <a:xfrm>
            <a:off x="8000762"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00" name="continuity_9_1_300" descr="w_3=-1">
                <a:extLst>
                  <a:ext uri="{FF2B5EF4-FFF2-40B4-BE49-F238E27FC236}">
                    <a16:creationId xmlns:a16="http://schemas.microsoft.com/office/drawing/2014/main" id="{830DAA01-FECE-45EF-958F-615A0A5400C0}"/>
                  </a:ext>
                </a:extLst>
              </p:cNvPr>
              <p:cNvSpPr>
                <a:spLocks noGrp="1"/>
              </p:cNvSpPr>
              <p:nvPr/>
            </p:nvSpPr>
            <p:spPr>
              <a:xfrm>
                <a:off x="8019812"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𝑤</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=−1</m:t>
                      </m:r>
                    </m:oMath>
                  </m:oMathPara>
                </a14:m>
                <a:endParaRPr lang="en-GB" sz="1650"/>
              </a:p>
            </p:txBody>
          </p:sp>
        </mc:Choice>
        <mc:Fallback xmlns="">
          <p:sp>
            <p:nvSpPr>
              <p:cNvPr id="300" name="continuity_9_1_300" descr="w_3=-1">
                <a:extLst>
                  <a:ext uri="{FF2B5EF4-FFF2-40B4-BE49-F238E27FC236}">
                    <a16:creationId xmlns:a16="http://schemas.microsoft.com/office/drawing/2014/main" id="{830DAA01-FECE-45EF-958F-615A0A5400C0}"/>
                  </a:ext>
                </a:extLst>
              </p:cNvPr>
              <p:cNvSpPr>
                <a:spLocks noGrp="1" noRot="1" noChangeAspect="1" noMove="1" noResize="1" noEditPoints="1" noAdjustHandles="1" noChangeArrowheads="1" noChangeShapeType="1" noTextEdit="1"/>
              </p:cNvSpPr>
              <p:nvPr/>
            </p:nvSpPr>
            <p:spPr>
              <a:xfrm>
                <a:off x="8019812" y="3844290"/>
                <a:ext cx="838200" cy="361950"/>
              </a:xfrm>
              <a:prstGeom prst="rect">
                <a:avLst/>
              </a:prstGeom>
              <a:blipFill>
                <a:blip r:embed="rId23"/>
                <a:stretch>
                  <a:fillRect l="-5839" r="-3650"/>
                </a:stretch>
              </a:blipFill>
              <a:ln w="0">
                <a:noFill/>
              </a:ln>
            </p:spPr>
            <p:txBody>
              <a:bodyPr/>
              <a:lstStyle/>
              <a:p>
                <a:r>
                  <a:rPr lang="it-IT">
                    <a:noFill/>
                  </a:rPr>
                  <a:t> </a:t>
                </a:r>
              </a:p>
            </p:txBody>
          </p:sp>
        </mc:Fallback>
      </mc:AlternateContent>
      <p:sp>
        <p:nvSpPr>
          <p:cNvPr id="301" name="continuity_9_1_301">
            <a:extLst>
              <a:ext uri="{FF2B5EF4-FFF2-40B4-BE49-F238E27FC236}">
                <a16:creationId xmlns:a16="http://schemas.microsoft.com/office/drawing/2014/main" id="{E0328076-2F0B-446C-915E-DDB5F9E1948B}"/>
              </a:ext>
            </a:extLst>
          </p:cNvPr>
          <p:cNvSpPr>
            <a:spLocks noGrp="1"/>
          </p:cNvSpPr>
          <p:nvPr/>
        </p:nvSpPr>
        <p:spPr>
          <a:xfrm flipV="1">
            <a:off x="8438912" y="3667125"/>
            <a:ext cx="391954" cy="158115"/>
          </a:xfrm>
          <a:prstGeom prst="line">
            <a:avLst/>
          </a:prstGeom>
          <a:noFill/>
          <a:ln w="12383">
            <a:solidFill>
              <a:srgbClr val="A5AAB0"/>
            </a:solidFill>
            <a:tailEnd type="triangle" w="sm" len="sm"/>
          </a:ln>
        </p:spPr>
        <p:txBody>
          <a:bodyPr/>
          <a:lstStyle/>
          <a:p>
            <a:endParaRPr lang="it-IT"/>
          </a:p>
        </p:txBody>
      </p:sp>
      <p:sp>
        <p:nvSpPr>
          <p:cNvPr id="302" name="continuity_9_1_302">
            <a:extLst>
              <a:ext uri="{FF2B5EF4-FFF2-40B4-BE49-F238E27FC236}">
                <a16:creationId xmlns:a16="http://schemas.microsoft.com/office/drawing/2014/main" id="{FCD371A6-E4A0-47CE-8409-DBF2B3ECB8EE}"/>
              </a:ext>
            </a:extLst>
          </p:cNvPr>
          <p:cNvSpPr>
            <a:spLocks noGrp="1"/>
          </p:cNvSpPr>
          <p:nvPr/>
        </p:nvSpPr>
        <p:spPr>
          <a:xfrm>
            <a:off x="8994219" y="3834765"/>
            <a:ext cx="876300" cy="381000"/>
          </a:xfrm>
          <a:prstGeom prst="roundRect">
            <a:avLst>
              <a:gd name="adj" fmla="val 5000"/>
            </a:avLst>
          </a:prstGeom>
          <a:solidFill>
            <a:srgbClr val="FFFFFF"/>
          </a:solid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03" name="continuity_9_1_303" descr="b_3=2">
                <a:extLst>
                  <a:ext uri="{FF2B5EF4-FFF2-40B4-BE49-F238E27FC236}">
                    <a16:creationId xmlns:a16="http://schemas.microsoft.com/office/drawing/2014/main" id="{88DA6351-D692-47AD-A9AD-F466FAB59E17}"/>
                  </a:ext>
                </a:extLst>
              </p:cNvPr>
              <p:cNvSpPr>
                <a:spLocks noGrp="1"/>
              </p:cNvSpPr>
              <p:nvPr/>
            </p:nvSpPr>
            <p:spPr>
              <a:xfrm>
                <a:off x="9013269" y="3844290"/>
                <a:ext cx="8382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1650">
                              <a:solidFill>
                                <a:srgbClr val="25313F"/>
                              </a:solidFill>
                              <a:latin typeface="Cambria Math"/>
                              <a:ea typeface="Cambria Math"/>
                              <a:cs typeface="Cambria Math"/>
                            </a:rPr>
                          </m:ctrlPr>
                        </m:sSubPr>
                        <m:e>
                          <m:r>
                            <a:rPr lang="en-GB" sz="1650">
                              <a:solidFill>
                                <a:srgbClr val="25313F"/>
                              </a:solidFill>
                              <a:latin typeface="Cambria Math"/>
                              <a:ea typeface="Cambria Math"/>
                              <a:cs typeface="Cambria Math"/>
                            </a:rPr>
                            <m:t>𝑏</m:t>
                          </m:r>
                        </m:e>
                        <m:sub>
                          <m:r>
                            <a:rPr lang="en-GB" sz="1650">
                              <a:solidFill>
                                <a:srgbClr val="25313F"/>
                              </a:solidFill>
                              <a:latin typeface="Cambria Math"/>
                              <a:ea typeface="Cambria Math"/>
                              <a:cs typeface="Cambria Math"/>
                            </a:rPr>
                            <m:t>3</m:t>
                          </m:r>
                        </m:sub>
                      </m:sSub>
                      <m:r>
                        <a:rPr lang="en-GB" sz="1650">
                          <a:solidFill>
                            <a:srgbClr val="25313F"/>
                          </a:solidFill>
                          <a:latin typeface="Cambria Math"/>
                          <a:ea typeface="Cambria Math"/>
                          <a:cs typeface="Cambria Math"/>
                        </a:rPr>
                        <m:t>=2</m:t>
                      </m:r>
                    </m:oMath>
                  </m:oMathPara>
                </a14:m>
                <a:endParaRPr lang="en-GB" sz="1650"/>
              </a:p>
            </p:txBody>
          </p:sp>
        </mc:Choice>
        <mc:Fallback xmlns="">
          <p:sp>
            <p:nvSpPr>
              <p:cNvPr id="303" name="continuity_9_1_303" descr="b_3=2">
                <a:extLst>
                  <a:ext uri="{FF2B5EF4-FFF2-40B4-BE49-F238E27FC236}">
                    <a16:creationId xmlns:a16="http://schemas.microsoft.com/office/drawing/2014/main" id="{88DA6351-D692-47AD-A9AD-F466FAB59E17}"/>
                  </a:ext>
                </a:extLst>
              </p:cNvPr>
              <p:cNvSpPr>
                <a:spLocks noGrp="1" noRot="1" noChangeAspect="1" noMove="1" noResize="1" noEditPoints="1" noAdjustHandles="1" noChangeArrowheads="1" noChangeShapeType="1" noTextEdit="1"/>
              </p:cNvSpPr>
              <p:nvPr/>
            </p:nvSpPr>
            <p:spPr>
              <a:xfrm>
                <a:off x="9013269" y="3844290"/>
                <a:ext cx="838200" cy="361950"/>
              </a:xfrm>
              <a:prstGeom prst="rect">
                <a:avLst/>
              </a:prstGeom>
              <a:blipFill>
                <a:blip r:embed="rId24"/>
                <a:stretch>
                  <a:fillRect/>
                </a:stretch>
              </a:blipFill>
              <a:ln w="0">
                <a:noFill/>
              </a:ln>
            </p:spPr>
            <p:txBody>
              <a:bodyPr/>
              <a:lstStyle/>
              <a:p>
                <a:r>
                  <a:rPr lang="it-IT">
                    <a:noFill/>
                  </a:rPr>
                  <a:t> </a:t>
                </a:r>
              </a:p>
            </p:txBody>
          </p:sp>
        </mc:Fallback>
      </mc:AlternateContent>
      <p:sp>
        <p:nvSpPr>
          <p:cNvPr id="304" name="continuity_9_1_304">
            <a:extLst>
              <a:ext uri="{FF2B5EF4-FFF2-40B4-BE49-F238E27FC236}">
                <a16:creationId xmlns:a16="http://schemas.microsoft.com/office/drawing/2014/main" id="{D6E24D3E-54C3-4ECF-ACAF-D941B4930A93}"/>
              </a:ext>
            </a:extLst>
          </p:cNvPr>
          <p:cNvSpPr>
            <a:spLocks noGrp="1"/>
          </p:cNvSpPr>
          <p:nvPr/>
        </p:nvSpPr>
        <p:spPr>
          <a:xfrm flipH="1" flipV="1">
            <a:off x="9040416" y="3667125"/>
            <a:ext cx="391954" cy="158115"/>
          </a:xfrm>
          <a:prstGeom prst="line">
            <a:avLst/>
          </a:prstGeom>
          <a:noFill/>
          <a:ln w="12383">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05" name="continuity_9_1_305" descr="y=-2">
                <a:extLst>
                  <a:ext uri="{FF2B5EF4-FFF2-40B4-BE49-F238E27FC236}">
                    <a16:creationId xmlns:a16="http://schemas.microsoft.com/office/drawing/2014/main" id="{306A4A8A-110F-4F65-9D23-93BBBF597E9C}"/>
                  </a:ext>
                </a:extLst>
              </p:cNvPr>
              <p:cNvSpPr>
                <a:spLocks noGrp="1"/>
              </p:cNvSpPr>
              <p:nvPr/>
            </p:nvSpPr>
            <p:spPr>
              <a:xfrm>
                <a:off x="10056019" y="3834765"/>
                <a:ext cx="9525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1900">
                          <a:solidFill>
                            <a:srgbClr val="25313F"/>
                          </a:solidFill>
                          <a:latin typeface="Cambria Math"/>
                          <a:ea typeface="Cambria Math"/>
                          <a:cs typeface="Cambria Math"/>
                        </a:rPr>
                        <m:t>𝑦</m:t>
                      </m:r>
                      <m:r>
                        <a:rPr lang="en-GB" sz="1900">
                          <a:solidFill>
                            <a:srgbClr val="25313F"/>
                          </a:solidFill>
                          <a:latin typeface="Cambria Math"/>
                          <a:ea typeface="Cambria Math"/>
                          <a:cs typeface="Cambria Math"/>
                        </a:rPr>
                        <m:t>=−2</m:t>
                      </m:r>
                    </m:oMath>
                  </m:oMathPara>
                </a14:m>
                <a:endParaRPr lang="en-GB" sz="1900"/>
              </a:p>
            </p:txBody>
          </p:sp>
        </mc:Choice>
        <mc:Fallback xmlns="">
          <p:sp>
            <p:nvSpPr>
              <p:cNvPr id="305" name="continuity_9_1_305" descr="y=-2">
                <a:extLst>
                  <a:ext uri="{FF2B5EF4-FFF2-40B4-BE49-F238E27FC236}">
                    <a16:creationId xmlns:a16="http://schemas.microsoft.com/office/drawing/2014/main" id="{306A4A8A-110F-4F65-9D23-93BBBF597E9C}"/>
                  </a:ext>
                </a:extLst>
              </p:cNvPr>
              <p:cNvSpPr>
                <a:spLocks noGrp="1" noRot="1" noChangeAspect="1" noMove="1" noResize="1" noEditPoints="1" noAdjustHandles="1" noChangeArrowheads="1" noChangeShapeType="1" noTextEdit="1"/>
              </p:cNvSpPr>
              <p:nvPr/>
            </p:nvSpPr>
            <p:spPr>
              <a:xfrm>
                <a:off x="10056019" y="3834765"/>
                <a:ext cx="952500" cy="381000"/>
              </a:xfrm>
              <a:prstGeom prst="rect">
                <a:avLst/>
              </a:prstGeom>
              <a:blipFill>
                <a:blip r:embed="rId25"/>
                <a:stretch>
                  <a:fillRect l="-1923" b="-6349"/>
                </a:stretch>
              </a:blipFill>
              <a:ln w="0">
                <a:noFill/>
              </a:ln>
            </p:spPr>
            <p:txBody>
              <a:bodyPr/>
              <a:lstStyle/>
              <a:p>
                <a:r>
                  <a:rPr lang="it-IT">
                    <a:noFill/>
                  </a:rPr>
                  <a:t> </a:t>
                </a:r>
              </a:p>
            </p:txBody>
          </p:sp>
        </mc:Fallback>
      </mc:AlternateContent>
      <p:sp>
        <p:nvSpPr>
          <p:cNvPr id="306" name="continuity_9_1_306">
            <a:extLst>
              <a:ext uri="{FF2B5EF4-FFF2-40B4-BE49-F238E27FC236}">
                <a16:creationId xmlns:a16="http://schemas.microsoft.com/office/drawing/2014/main" id="{F0C15FB9-E8D8-47FD-AE22-DEA1031B2E4C}"/>
              </a:ext>
            </a:extLst>
          </p:cNvPr>
          <p:cNvSpPr>
            <a:spLocks noGrp="1"/>
          </p:cNvSpPr>
          <p:nvPr/>
        </p:nvSpPr>
        <p:spPr>
          <a:xfrm flipV="1">
            <a:off x="10532269" y="3667125"/>
            <a:ext cx="476" cy="139065"/>
          </a:xfrm>
          <a:prstGeom prst="line">
            <a:avLst/>
          </a:prstGeom>
          <a:noFill/>
          <a:ln w="12383">
            <a:solidFill>
              <a:srgbClr val="A5AAB0"/>
            </a:solidFill>
            <a:tailEnd type="triangle" w="sm" len="sm"/>
          </a:ln>
        </p:spPr>
        <p:txBody>
          <a:bodyPr/>
          <a:lstStyle/>
          <a:p>
            <a:endParaRPr lang="it-IT"/>
          </a:p>
        </p:txBody>
      </p:sp>
      <p:sp>
        <p:nvSpPr>
          <p:cNvPr id="307" name="continuity_9_1_307">
            <a:extLst>
              <a:ext uri="{FF2B5EF4-FFF2-40B4-BE49-F238E27FC236}">
                <a16:creationId xmlns:a16="http://schemas.microsoft.com/office/drawing/2014/main" id="{74662CA0-944E-4844-AE35-132418F9B19A}"/>
              </a:ext>
            </a:extLst>
          </p:cNvPr>
          <p:cNvSpPr>
            <a:spLocks noGrp="1"/>
          </p:cNvSpPr>
          <p:nvPr/>
        </p:nvSpPr>
        <p:spPr>
          <a:xfrm>
            <a:off x="1662113"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08" name="continuity_9_1_308">
            <a:extLst>
              <a:ext uri="{FF2B5EF4-FFF2-40B4-BE49-F238E27FC236}">
                <a16:creationId xmlns:a16="http://schemas.microsoft.com/office/drawing/2014/main" id="{DFA11392-D86A-46D1-9C14-72AF52062E3F}"/>
              </a:ext>
            </a:extLst>
          </p:cNvPr>
          <p:cNvSpPr>
            <a:spLocks noGrp="1"/>
          </p:cNvSpPr>
          <p:nvPr/>
        </p:nvSpPr>
        <p:spPr>
          <a:xfrm>
            <a:off x="1662113"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09" name="continuity_9_1_309">
            <a:extLst>
              <a:ext uri="{FF2B5EF4-FFF2-40B4-BE49-F238E27FC236}">
                <a16:creationId xmlns:a16="http://schemas.microsoft.com/office/drawing/2014/main" id="{6E010F90-922B-48CE-BC6A-251959020676}"/>
              </a:ext>
            </a:extLst>
          </p:cNvPr>
          <p:cNvSpPr>
            <a:spLocks noGrp="1"/>
          </p:cNvSpPr>
          <p:nvPr/>
        </p:nvSpPr>
        <p:spPr>
          <a:xfrm>
            <a:off x="4855369" y="4713351"/>
            <a:ext cx="3086814" cy="95250"/>
          </a:xfrm>
          <a:custGeom>
            <a:avLst/>
            <a:gdLst/>
            <a:ahLst/>
            <a:cxnLst/>
            <a:rect l="0" t="0" r="0" b="0"/>
            <a:pathLst>
              <a:path w="3086814" h="95250">
                <a:moveTo>
                  <a:pt x="0" y="0"/>
                </a:moveTo>
                <a:cubicBezTo>
                  <a:pt x="0" y="85725"/>
                  <a:pt x="57150" y="57150"/>
                  <a:pt x="114300" y="57150"/>
                </a:cubicBezTo>
                <a:lnTo>
                  <a:pt x="1429107" y="57150"/>
                </a:lnTo>
                <a:cubicBezTo>
                  <a:pt x="1505307" y="57150"/>
                  <a:pt x="1514832" y="57150"/>
                  <a:pt x="1543407" y="95250"/>
                </a:cubicBezTo>
                <a:cubicBezTo>
                  <a:pt x="1571982" y="57150"/>
                  <a:pt x="1581507" y="57150"/>
                  <a:pt x="1657707" y="57150"/>
                </a:cubicBezTo>
                <a:lnTo>
                  <a:pt x="2972514" y="57150"/>
                </a:lnTo>
                <a:cubicBezTo>
                  <a:pt x="3029664" y="57150"/>
                  <a:pt x="3086814" y="85725"/>
                  <a:pt x="3086814" y="0"/>
                </a:cubicBezTo>
              </a:path>
            </a:pathLst>
          </a:custGeom>
          <a:noFill/>
          <a:ln w="14288">
            <a:solidFill>
              <a:srgbClr val="A5AAB0"/>
            </a:solidFill>
          </a:ln>
        </p:spPr>
        <p:txBody>
          <a:bodyPr/>
          <a:lstStyle/>
          <a:p>
            <a:endParaRPr lang="it-IT"/>
          </a:p>
        </p:txBody>
      </p:sp>
      <p:sp>
        <p:nvSpPr>
          <p:cNvPr id="310" name="continuity_9_1_310">
            <a:extLst>
              <a:ext uri="{FF2B5EF4-FFF2-40B4-BE49-F238E27FC236}">
                <a16:creationId xmlns:a16="http://schemas.microsoft.com/office/drawing/2014/main" id="{416E1D7B-0B30-4B45-A6FF-BEAEDE2BA99C}"/>
              </a:ext>
            </a:extLst>
          </p:cNvPr>
          <p:cNvSpPr>
            <a:spLocks noGrp="1"/>
          </p:cNvSpPr>
          <p:nvPr/>
        </p:nvSpPr>
        <p:spPr>
          <a:xfrm>
            <a:off x="4855369" y="4818126"/>
            <a:ext cx="3086814"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11" name="continuity_9_1_311">
            <a:extLst>
              <a:ext uri="{FF2B5EF4-FFF2-40B4-BE49-F238E27FC236}">
                <a16:creationId xmlns:a16="http://schemas.microsoft.com/office/drawing/2014/main" id="{AC77082C-D756-42B4-93D7-5C91A2CCF1EF}"/>
              </a:ext>
            </a:extLst>
          </p:cNvPr>
          <p:cNvSpPr>
            <a:spLocks noGrp="1"/>
          </p:cNvSpPr>
          <p:nvPr/>
        </p:nvSpPr>
        <p:spPr>
          <a:xfrm>
            <a:off x="8013144" y="4713351"/>
            <a:ext cx="1844992" cy="95250"/>
          </a:xfrm>
          <a:custGeom>
            <a:avLst/>
            <a:gdLst/>
            <a:ahLst/>
            <a:cxnLst/>
            <a:rect l="0" t="0" r="0" b="0"/>
            <a:pathLst>
              <a:path w="1844992" h="95250">
                <a:moveTo>
                  <a:pt x="0" y="0"/>
                </a:moveTo>
                <a:cubicBezTo>
                  <a:pt x="0" y="85725"/>
                  <a:pt x="57150" y="57150"/>
                  <a:pt x="114300" y="57150"/>
                </a:cubicBezTo>
                <a:lnTo>
                  <a:pt x="808196" y="57150"/>
                </a:lnTo>
                <a:cubicBezTo>
                  <a:pt x="884396" y="57150"/>
                  <a:pt x="893921" y="57150"/>
                  <a:pt x="922496" y="95250"/>
                </a:cubicBezTo>
                <a:cubicBezTo>
                  <a:pt x="951071" y="57150"/>
                  <a:pt x="960596" y="57150"/>
                  <a:pt x="1036796" y="57150"/>
                </a:cubicBezTo>
                <a:lnTo>
                  <a:pt x="1730692" y="57150"/>
                </a:lnTo>
                <a:cubicBezTo>
                  <a:pt x="1787842" y="57150"/>
                  <a:pt x="1844992" y="85725"/>
                  <a:pt x="1844992" y="0"/>
                </a:cubicBezTo>
              </a:path>
            </a:pathLst>
          </a:custGeom>
          <a:noFill/>
          <a:ln w="14288">
            <a:solidFill>
              <a:srgbClr val="A5AAB0"/>
            </a:solidFill>
          </a:ln>
        </p:spPr>
        <p:txBody>
          <a:bodyPr/>
          <a:lstStyle/>
          <a:p>
            <a:endParaRPr lang="it-IT"/>
          </a:p>
        </p:txBody>
      </p:sp>
      <p:sp>
        <p:nvSpPr>
          <p:cNvPr id="312" name="continuity_9_1_312">
            <a:extLst>
              <a:ext uri="{FF2B5EF4-FFF2-40B4-BE49-F238E27FC236}">
                <a16:creationId xmlns:a16="http://schemas.microsoft.com/office/drawing/2014/main" id="{9305E8C7-7146-4FCA-A9C0-65627AFDE3C8}"/>
              </a:ext>
            </a:extLst>
          </p:cNvPr>
          <p:cNvSpPr>
            <a:spLocks noGrp="1"/>
          </p:cNvSpPr>
          <p:nvPr/>
        </p:nvSpPr>
        <p:spPr>
          <a:xfrm>
            <a:off x="8013144" y="4818126"/>
            <a:ext cx="1844992"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13" name="continuity_9_1_313" descr="\mathcal L_{\mathrm{sq}}(\boldsymbol{\theta})=J_{1}(a_1(x)), where J_{1}(u)=J_{2}(\mathrm{ReLU}(u)w_2+b_2)">
                <a:extLst>
                  <a:ext uri="{FF2B5EF4-FFF2-40B4-BE49-F238E27FC236}">
                    <a16:creationId xmlns:a16="http://schemas.microsoft.com/office/drawing/2014/main" id="{1593FB9A-0261-4F2C-9EE3-DE803E630F06}"/>
                  </a:ext>
                </a:extLst>
              </p:cNvPr>
              <p:cNvSpPr>
                <a:spLocks noGrp="1"/>
              </p:cNvSpPr>
              <p:nvPr/>
            </p:nvSpPr>
            <p:spPr>
              <a:xfrm>
                <a:off x="571500" y="5105400"/>
                <a:ext cx="11049000" cy="59055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ℒ</m:t>
                        </m:r>
                      </m:e>
                      <m:sub>
                        <m:r>
                          <m:rPr>
                            <m:sty m:val="p"/>
                          </m:rPr>
                          <a:rPr lang="en-GB" sz="2800">
                            <a:solidFill>
                              <a:srgbClr val="FF0000"/>
                            </a:solidFill>
                            <a:latin typeface="Cambria Math"/>
                            <a:ea typeface="Cambria Math"/>
                            <a:cs typeface="Cambria Math"/>
                          </a:rPr>
                          <m:t>sq</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𝛉</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1</m:t>
                        </m:r>
                      </m:sub>
                    </m:sSub>
                    <m:d>
                      <m:dPr>
                        <m:ctrlPr>
                          <a:rPr lang="en-GB" sz="2800" i="1">
                            <a:solidFill>
                              <a:srgbClr val="FF0000"/>
                            </a:solidFill>
                            <a:latin typeface="Cambria Math" panose="02040503050406030204" pitchFamily="18" charset="0"/>
                            <a:ea typeface="Cambria Math"/>
                            <a:cs typeface="Cambria Math"/>
                          </a:rPr>
                        </m:ctrlPr>
                      </m:dPr>
                      <m:e>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𝑎</m:t>
                            </m:r>
                          </m:e>
                          <m:sub>
                            <m:r>
                              <a:rPr lang="en-GB" sz="2800">
                                <a:solidFill>
                                  <a:srgbClr val="FF0000"/>
                                </a:solidFill>
                                <a:latin typeface="Cambria Math"/>
                                <a:ea typeface="Cambria Math"/>
                                <a:cs typeface="Cambria Math"/>
                              </a:rPr>
                              <m:t>1</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𝑥</m:t>
                            </m:r>
                          </m:e>
                        </m:d>
                      </m:e>
                    </m:d>
                  </m:oMath>
                </a14:m>
                <a:r>
                  <a:rPr lang="en-GB" sz="2100" dirty="0">
                    <a:solidFill>
                      <a:srgbClr val="526276"/>
                    </a:solidFill>
                    <a:latin typeface="DejaVu Sans"/>
                    <a:ea typeface="DejaVu Sans"/>
                    <a:cs typeface="DejaVu Sans"/>
                  </a:rPr>
                  <a:t>,  where  </a:t>
                </a:r>
                <a14:m>
                  <m:oMath xmlns:m="http://schemas.openxmlformats.org/officeDocument/2006/math">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𝐽</m:t>
                        </m:r>
                      </m:e>
                      <m:sub>
                        <m:r>
                          <a:rPr lang="en-GB" sz="2800">
                            <a:solidFill>
                              <a:srgbClr val="1E4F8C"/>
                            </a:solidFill>
                            <a:latin typeface="Cambria Math"/>
                            <a:ea typeface="Cambria Math"/>
                            <a:cs typeface="Cambria Math"/>
                          </a:rPr>
                          <m:t>1</m:t>
                        </m:r>
                      </m:sub>
                    </m:sSub>
                    <m:d>
                      <m:dPr>
                        <m:ctrlPr>
                          <a:rPr lang="en-GB" sz="2800">
                            <a:solidFill>
                              <a:srgbClr val="1E4F8C"/>
                            </a:solidFill>
                            <a:latin typeface="Cambria Math"/>
                            <a:ea typeface="Cambria Math"/>
                            <a:cs typeface="Cambria Math"/>
                          </a:rPr>
                        </m:ctrlPr>
                      </m:dPr>
                      <m:e>
                        <m:r>
                          <a:rPr lang="en-GB" sz="2800">
                            <a:solidFill>
                              <a:srgbClr val="1E4F8C"/>
                            </a:solidFill>
                            <a:latin typeface="Cambria Math"/>
                            <a:ea typeface="Cambria Math"/>
                            <a:cs typeface="Cambria Math"/>
                          </a:rPr>
                          <m:t>𝑢</m:t>
                        </m:r>
                      </m:e>
                    </m:d>
                    <m:r>
                      <a:rPr lang="en-GB" sz="2800">
                        <a:solidFill>
                          <a:srgbClr val="1E4F8C"/>
                        </a:solidFill>
                        <a:latin typeface="Cambria Math"/>
                        <a:ea typeface="Cambria Math"/>
                        <a:cs typeface="Cambria Math"/>
                      </a:rPr>
                      <m:t>=</m:t>
                    </m:r>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𝐽</m:t>
                        </m:r>
                      </m:e>
                      <m:sub>
                        <m:r>
                          <a:rPr lang="en-GB" sz="2800">
                            <a:solidFill>
                              <a:srgbClr val="1E4F8C"/>
                            </a:solidFill>
                            <a:latin typeface="Cambria Math"/>
                            <a:ea typeface="Cambria Math"/>
                            <a:cs typeface="Cambria Math"/>
                          </a:rPr>
                          <m:t>2</m:t>
                        </m:r>
                      </m:sub>
                    </m:sSub>
                    <m:d>
                      <m:dPr>
                        <m:ctrlPr>
                          <a:rPr lang="en-GB" sz="2800">
                            <a:solidFill>
                              <a:srgbClr val="1E4F8C"/>
                            </a:solidFill>
                            <a:latin typeface="Cambria Math"/>
                            <a:ea typeface="Cambria Math"/>
                            <a:cs typeface="Cambria Math"/>
                          </a:rPr>
                        </m:ctrlPr>
                      </m:dPr>
                      <m:e>
                        <m:r>
                          <m:rPr>
                            <m:sty m:val="p"/>
                          </m:rPr>
                          <a:rPr lang="en-GB" sz="2800">
                            <a:solidFill>
                              <a:srgbClr val="1E4F8C"/>
                            </a:solidFill>
                            <a:latin typeface="Cambria Math"/>
                            <a:ea typeface="Cambria Math"/>
                            <a:cs typeface="Cambria Math"/>
                          </a:rPr>
                          <m:t>ReLU</m:t>
                        </m:r>
                        <m:d>
                          <m:dPr>
                            <m:ctrlPr>
                              <a:rPr lang="en-GB" sz="2800">
                                <a:solidFill>
                                  <a:srgbClr val="1E4F8C"/>
                                </a:solidFill>
                                <a:latin typeface="Cambria Math"/>
                                <a:ea typeface="Cambria Math"/>
                                <a:cs typeface="Cambria Math"/>
                              </a:rPr>
                            </m:ctrlPr>
                          </m:dPr>
                          <m:e>
                            <m:r>
                              <a:rPr lang="en-GB" sz="2800">
                                <a:solidFill>
                                  <a:srgbClr val="1E4F8C"/>
                                </a:solidFill>
                                <a:latin typeface="Cambria Math"/>
                                <a:ea typeface="Cambria Math"/>
                                <a:cs typeface="Cambria Math"/>
                              </a:rPr>
                              <m:t>𝑢</m:t>
                            </m:r>
                          </m:e>
                        </m:d>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𝑤</m:t>
                            </m:r>
                          </m:e>
                          <m:sub>
                            <m:r>
                              <a:rPr lang="en-GB" sz="2800">
                                <a:solidFill>
                                  <a:srgbClr val="1E4F8C"/>
                                </a:solidFill>
                                <a:latin typeface="Cambria Math"/>
                                <a:ea typeface="Cambria Math"/>
                                <a:cs typeface="Cambria Math"/>
                              </a:rPr>
                              <m:t>2</m:t>
                            </m:r>
                          </m:sub>
                        </m:sSub>
                        <m:r>
                          <a:rPr lang="en-GB" sz="2800">
                            <a:solidFill>
                              <a:srgbClr val="1E4F8C"/>
                            </a:solidFill>
                            <a:latin typeface="Cambria Math"/>
                            <a:ea typeface="Cambria Math"/>
                            <a:cs typeface="Cambria Math"/>
                          </a:rPr>
                          <m:t>+</m:t>
                        </m:r>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𝑏</m:t>
                            </m:r>
                          </m:e>
                          <m:sub>
                            <m:r>
                              <a:rPr lang="en-GB" sz="2800">
                                <a:solidFill>
                                  <a:srgbClr val="1E4F8C"/>
                                </a:solidFill>
                                <a:latin typeface="Cambria Math"/>
                                <a:ea typeface="Cambria Math"/>
                                <a:cs typeface="Cambria Math"/>
                              </a:rPr>
                              <m:t>2</m:t>
                            </m:r>
                          </m:sub>
                        </m:sSub>
                      </m:e>
                    </m:d>
                  </m:oMath>
                </a14:m>
                <a:endParaRPr lang="en-GB" sz="2800" dirty="0"/>
              </a:p>
            </p:txBody>
          </p:sp>
        </mc:Choice>
        <mc:Fallback xmlns="">
          <p:sp>
            <p:nvSpPr>
              <p:cNvPr id="313" name="continuity_9_1_313" descr="\mathcal L_{\mathrm{sq}}(\boldsymbol{\theta})=J_{1}(a_1(x)), where J_{1}(u)=J_{2}(\mathrm{ReLU}(u)w_2+b_2)">
                <a:extLst>
                  <a:ext uri="{FF2B5EF4-FFF2-40B4-BE49-F238E27FC236}">
                    <a16:creationId xmlns:a16="http://schemas.microsoft.com/office/drawing/2014/main" id="{1593FB9A-0261-4F2C-9EE3-DE803E630F06}"/>
                  </a:ext>
                </a:extLst>
              </p:cNvPr>
              <p:cNvSpPr>
                <a:spLocks noGrp="1" noRot="1" noChangeAspect="1" noMove="1" noResize="1" noEditPoints="1" noAdjustHandles="1" noChangeArrowheads="1" noChangeShapeType="1" noTextEdit="1"/>
              </p:cNvSpPr>
              <p:nvPr/>
            </p:nvSpPr>
            <p:spPr>
              <a:xfrm>
                <a:off x="571500" y="5105400"/>
                <a:ext cx="11049000" cy="590550"/>
              </a:xfrm>
              <a:prstGeom prst="rect">
                <a:avLst/>
              </a:prstGeom>
              <a:blipFill>
                <a:blip r:embed="rId29"/>
                <a:stretch>
                  <a:fillRect b="-72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text_119">
                <a:extLst>
                  <a:ext uri="{FF2B5EF4-FFF2-40B4-BE49-F238E27FC236}">
                    <a16:creationId xmlns:a16="http://schemas.microsoft.com/office/drawing/2014/main" id="{B9DF4200-F1DC-3B76-094E-63A0B83A5093}"/>
                  </a:ext>
                </a:extLst>
              </p:cNvPr>
              <p:cNvSpPr>
                <a:spLocks noGrp="1"/>
              </p:cNvSpPr>
              <p:nvPr/>
            </p:nvSpPr>
            <p:spPr>
              <a:xfrm>
                <a:off x="666750" y="5772150"/>
                <a:ext cx="10858500" cy="285750"/>
              </a:xfrm>
              <a:prstGeom prst="rect">
                <a:avLst/>
              </a:prstGeom>
              <a:noFill/>
              <a:ln w="0">
                <a:noFill/>
              </a:ln>
            </p:spPr>
            <p:txBody>
              <a:bodyPr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r>
                  <a:rPr lang="it-IT" dirty="0">
                    <a:solidFill>
                      <a:srgbClr val="526276"/>
                    </a:solidFill>
                    <a:ea typeface="Cambria Math"/>
                    <a:cs typeface="Cambria Math"/>
                  </a:rPr>
                  <a:t>From </a:t>
                </a:r>
                <a14:m>
                  <m:oMath xmlns:m="http://schemas.openxmlformats.org/officeDocument/2006/math">
                    <m:d>
                      <m:dPr>
                        <m:ctrlPr>
                          <a:rPr lang="ar-AE">
                            <a:solidFill>
                              <a:srgbClr val="526276"/>
                            </a:solidFill>
                            <a:latin typeface="Cambria Math"/>
                            <a:ea typeface="Cambria Math"/>
                            <a:cs typeface="Cambria Math"/>
                          </a:rPr>
                        </m:ctrlPr>
                      </m:dPr>
                      <m:e>
                        <m:r>
                          <a:rPr lang="ar-AE">
                            <a:solidFill>
                              <a:srgbClr val="526276"/>
                            </a:solidFill>
                            <a:latin typeface="Cambria Math"/>
                            <a:ea typeface="Cambria Math"/>
                            <a:cs typeface="Cambria Math"/>
                          </a:rPr>
                          <m:t>𝛉</m:t>
                        </m:r>
                        <m:r>
                          <a:rPr lang="ar-AE">
                            <a:solidFill>
                              <a:srgbClr val="526276"/>
                            </a:solidFill>
                            <a:latin typeface="Cambria Math"/>
                            <a:ea typeface="Cambria Math"/>
                            <a:cs typeface="Cambria Math"/>
                          </a:rPr>
                          <m:t>,</m:t>
                        </m:r>
                        <m:r>
                          <a:rPr lang="ar-AE">
                            <a:solidFill>
                              <a:srgbClr val="526276"/>
                            </a:solidFill>
                            <a:latin typeface="Cambria Math"/>
                            <a:ea typeface="Cambria Math"/>
                            <a:cs typeface="Cambria Math"/>
                          </a:rPr>
                          <m:t>𝑦</m:t>
                        </m:r>
                      </m:e>
                    </m:d>
                  </m:oMath>
                </a14:m>
                <a:r>
                  <a:rPr lang="it-IT" dirty="0">
                    <a:solidFill>
                      <a:srgbClr val="526276"/>
                    </a:solidFill>
                    <a:ea typeface="Cambria Math"/>
                    <a:cs typeface="Cambria Math"/>
                  </a:rPr>
                  <a:t>, </a:t>
                </a:r>
                <a14:m>
                  <m:oMath xmlns:m="http://schemas.openxmlformats.org/officeDocument/2006/math">
                    <m:sSub>
                      <m:sSubPr>
                        <m:ctrlPr>
                          <a:rPr lang="ar-AE">
                            <a:solidFill>
                              <a:srgbClr val="526276"/>
                            </a:solidFill>
                            <a:latin typeface="Cambria Math"/>
                            <a:ea typeface="Cambria Math"/>
                            <a:cs typeface="Cambria Math"/>
                          </a:rPr>
                        </m:ctrlPr>
                      </m:sSubPr>
                      <m:e>
                        <m:r>
                          <a:rPr lang="ar-AE">
                            <a:solidFill>
                              <a:srgbClr val="526276"/>
                            </a:solidFill>
                            <a:latin typeface="Cambria Math"/>
                            <a:ea typeface="Cambria Math"/>
                            <a:cs typeface="Cambria Math"/>
                          </a:rPr>
                          <m:t>𝐽</m:t>
                        </m:r>
                      </m:e>
                      <m:sub>
                        <m:r>
                          <a:rPr lang="it-IT" b="0" i="0" smtClean="0">
                            <a:solidFill>
                              <a:srgbClr val="526276"/>
                            </a:solidFill>
                            <a:latin typeface="Cambria Math" panose="02040503050406030204" pitchFamily="18" charset="0"/>
                            <a:ea typeface="Cambria Math"/>
                            <a:cs typeface="Cambria Math"/>
                          </a:rPr>
                          <m:t>1</m:t>
                        </m:r>
                      </m:sub>
                    </m:sSub>
                  </m:oMath>
                </a14:m>
                <a:r>
                  <a:rPr lang="ar-AE" dirty="0">
                    <a:solidFill>
                      <a:srgbClr val="526276"/>
                    </a:solidFill>
                    <a:latin typeface="DejaVu Sans"/>
                    <a:ea typeface="DejaVu Sans"/>
                    <a:cs typeface="DejaVu Sans"/>
                  </a:rPr>
                  <a:t> </a:t>
                </a:r>
                <a:r>
                  <a:rPr lang="en-GB" dirty="0">
                    <a:solidFill>
                      <a:srgbClr val="526276"/>
                    </a:solidFill>
                    <a:latin typeface="DejaVu Sans"/>
                    <a:ea typeface="DejaVu Sans"/>
                    <a:cs typeface="DejaVu Sans"/>
                  </a:rPr>
                  <a:t>uses </a:t>
                </a:r>
                <a14:m>
                  <m:oMath xmlns:m="http://schemas.openxmlformats.org/officeDocument/2006/math">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2</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2</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r>
                      <a:rPr lang="ar-AE" smtClean="0">
                        <a:solidFill>
                          <a:srgbClr val="526276"/>
                        </a:solidFill>
                        <a:latin typeface="Cambria Math"/>
                        <a:ea typeface="Cambria Math"/>
                        <a:cs typeface="Cambria Math"/>
                      </a:rPr>
                      <m:t>𝑦</m:t>
                    </m:r>
                  </m:oMath>
                </a14:m>
                <a:r>
                  <a:rPr lang="ar-AE" dirty="0">
                    <a:solidFill>
                      <a:srgbClr val="526276"/>
                    </a:solidFill>
                    <a:latin typeface="DejaVu Sans"/>
                    <a:ea typeface="DejaVu Sans"/>
                    <a:cs typeface="DejaVu Sans"/>
                  </a:rPr>
                  <a:t>,</a:t>
                </a:r>
                <a:r>
                  <a:rPr lang="it-IT" dirty="0">
                    <a:solidFill>
                      <a:srgbClr val="526276"/>
                    </a:solidFill>
                    <a:latin typeface="DejaVu Sans"/>
                    <a:ea typeface="DejaVu Sans"/>
                    <a:cs typeface="DejaVu Sans"/>
                  </a:rPr>
                  <a:t> b</a:t>
                </a:r>
                <a:r>
                  <a:rPr lang="en-GB" dirty="0" err="1">
                    <a:solidFill>
                      <a:srgbClr val="526276"/>
                    </a:solidFill>
                    <a:latin typeface="DejaVu Sans"/>
                    <a:ea typeface="DejaVu Sans"/>
                    <a:cs typeface="DejaVu Sans"/>
                  </a:rPr>
                  <a:t>ut</a:t>
                </a:r>
                <a:r>
                  <a:rPr lang="en-GB" dirty="0">
                    <a:solidFill>
                      <a:srgbClr val="526276"/>
                    </a:solidFill>
                    <a:latin typeface="DejaVu Sans"/>
                    <a:ea typeface="DejaVu Sans"/>
                    <a:cs typeface="DejaVu Sans"/>
                  </a:rPr>
                  <a:t> not any parameters from the current or previous layers.</a:t>
                </a:r>
                <a:endParaRPr lang="en-GB" dirty="0"/>
              </a:p>
            </p:txBody>
          </p:sp>
        </mc:Choice>
        <mc:Fallback xmlns="">
          <p:sp>
            <p:nvSpPr>
              <p:cNvPr id="8" name="text_119">
                <a:extLst>
                  <a:ext uri="{FF2B5EF4-FFF2-40B4-BE49-F238E27FC236}">
                    <a16:creationId xmlns:a16="http://schemas.microsoft.com/office/drawing/2014/main" id="{B9DF4200-F1DC-3B76-094E-63A0B83A5093}"/>
                  </a:ext>
                </a:extLst>
              </p:cNvPr>
              <p:cNvSpPr>
                <a:spLocks noGrp="1" noRot="1" noChangeAspect="1" noMove="1" noResize="1" noEditPoints="1" noAdjustHandles="1" noChangeArrowheads="1" noChangeShapeType="1" noTextEdit="1"/>
              </p:cNvSpPr>
              <p:nvPr/>
            </p:nvSpPr>
            <p:spPr>
              <a:xfrm>
                <a:off x="666750" y="5772150"/>
                <a:ext cx="10858500" cy="285750"/>
              </a:xfrm>
              <a:prstGeom prst="rect">
                <a:avLst/>
              </a:prstGeom>
              <a:blipFill>
                <a:blip r:embed="rId30"/>
                <a:stretch>
                  <a:fillRect t="-17021" b="-38298"/>
                </a:stretch>
              </a:blipFill>
              <a:ln w="0">
                <a:noFill/>
              </a:ln>
            </p:spPr>
            <p:txBody>
              <a:bodyPr/>
              <a:lstStyle/>
              <a:p>
                <a:r>
                  <a:rPr lang="it-IT">
                    <a:noFill/>
                  </a:rPr>
                  <a:t> </a:t>
                </a:r>
              </a:p>
            </p:txBody>
          </p:sp>
        </mc:Fallback>
      </mc:AlternateContent>
      <p:sp>
        <p:nvSpPr>
          <p:cNvPr id="401" name="evaluation_background"/>
          <p:cNvSpPr>
            <a:spLocks noGrp="1"/>
          </p:cNvSpPr>
          <p:nvPr/>
        </p:nvSpPr>
        <p:spPr>
          <a:xfrm>
            <a:off x="190500" y="5067300"/>
            <a:ext cx="11811000" cy="1352550"/>
          </a:xfrm>
          <a:prstGeom prst="rect">
            <a:avLst/>
          </a:prstGeom>
          <a:solidFill>
            <a:srgbClr val="FFFFFF"/>
          </a:solidFill>
          <a:ln w="0">
            <a:noFill/>
          </a:ln>
        </p:spPr>
        <p:txBody>
          <a:bodyPr anchor="ctr">
            <a:noAutofit/>
          </a:bodyPr>
          <a:lstStyle>
            <a:defPPr algn="ctr">
              <a:defRPr sz="2100">
                <a:solidFill>
                  <a:srgbClr val="526276"/>
                </a:solidFill>
                <a:latin typeface="DejaVu Sans"/>
                <a:ea typeface="DejaVu Sans"/>
                <a:cs typeface="DejaVu Sans"/>
              </a:defRPr>
            </a:defPPr>
            <a:lvl1pPr algn="ctr">
              <a:defRPr sz="2100">
                <a:solidFill>
                  <a:srgbClr val="526276"/>
                </a:solidFill>
                <a:latin typeface="DejaVu Sans"/>
                <a:ea typeface="DejaVu Sans"/>
                <a:cs typeface="DejaVu Sans"/>
              </a:defRPr>
            </a:lvl1pPr>
            <a:lvl2pPr algn="ctr">
              <a:defRPr sz="2100">
                <a:solidFill>
                  <a:srgbClr val="526276"/>
                </a:solidFill>
                <a:latin typeface="DejaVu Sans"/>
                <a:ea typeface="DejaVu Sans"/>
                <a:cs typeface="DejaVu Sans"/>
              </a:defRPr>
            </a:lvl2pPr>
            <a:lvl3pPr algn="ctr">
              <a:defRPr sz="2100">
                <a:solidFill>
                  <a:srgbClr val="526276"/>
                </a:solidFill>
                <a:latin typeface="DejaVu Sans"/>
                <a:ea typeface="DejaVu Sans"/>
                <a:cs typeface="DejaVu Sans"/>
              </a:defRPr>
            </a:lvl3pPr>
            <a:lvl4pPr algn="ctr">
              <a:defRPr sz="2100">
                <a:solidFill>
                  <a:srgbClr val="526276"/>
                </a:solidFill>
                <a:latin typeface="DejaVu Sans"/>
                <a:ea typeface="DejaVu Sans"/>
                <a:cs typeface="DejaVu Sans"/>
              </a:defRPr>
            </a:lvl4pPr>
            <a:lvl5pPr algn="ctr">
              <a:defRPr sz="2100">
                <a:solidFill>
                  <a:srgbClr val="526276"/>
                </a:solidFill>
                <a:latin typeface="DejaVu Sans"/>
                <a:ea typeface="DejaVu Sans"/>
                <a:cs typeface="DejaVu Sans"/>
              </a:defRPr>
            </a:lvl5pPr>
            <a:lvl6pPr algn="ctr">
              <a:defRPr sz="2100">
                <a:solidFill>
                  <a:srgbClr val="526276"/>
                </a:solidFill>
                <a:latin typeface="DejaVu Sans"/>
                <a:ea typeface="DejaVu Sans"/>
                <a:cs typeface="DejaVu Sans"/>
              </a:defRPr>
            </a:lvl6pPr>
            <a:lvl7pPr algn="ctr">
              <a:defRPr sz="2100">
                <a:solidFill>
                  <a:srgbClr val="526276"/>
                </a:solidFill>
                <a:latin typeface="DejaVu Sans"/>
                <a:ea typeface="DejaVu Sans"/>
                <a:cs typeface="DejaVu Sans"/>
              </a:defRPr>
            </a:lvl7pPr>
            <a:lvl8pPr algn="ctr">
              <a:defRPr sz="2100">
                <a:solidFill>
                  <a:srgbClr val="526276"/>
                </a:solidFill>
                <a:latin typeface="DejaVu Sans"/>
                <a:ea typeface="DejaVu Sans"/>
                <a:cs typeface="DejaVu Sans"/>
              </a:defRPr>
            </a:lvl8pPr>
            <a:lvl9pPr algn="ctr">
              <a:defRPr sz="2100">
                <a:solidFill>
                  <a:srgbClr val="526276"/>
                </a:solidFill>
                <a:latin typeface="DejaVu Sans"/>
                <a:ea typeface="DejaVu Sans"/>
                <a:cs typeface="DejaVu Sans"/>
              </a:defRPr>
            </a:lvl9pPr>
          </a:lstStyle>
          <a:p>
            <a:endParaRPr/>
          </a:p>
        </p:txBody>
      </p:sp>
      <mc:AlternateContent xmlns:mc="http://schemas.openxmlformats.org/markup-compatibility/2006" xmlns:a14="http://schemas.microsoft.com/office/drawing/2010/main">
        <mc:Choice Requires="a14">
          <p:sp>
            <p:nvSpPr>
              <p:cNvPr id="402" name="evaluated_recursion" descr="The loss equals J_1(a_1(x)). In fact, J_1(a_1(x)) equals J_2(ReLU(a_1(x)) w_2 + b_2). The underbrace identifies this argument as a_2(x)."/>
              <p:cNvSpPr>
                <a:spLocks noGrp="1"/>
              </p:cNvSpPr>
              <p:nvPr/>
            </p:nvSpPr>
            <p:spPr>
              <a:xfrm>
                <a:off x="190500" y="5067300"/>
                <a:ext cx="11811000" cy="95250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ℒ</m:t>
                        </m:r>
                      </m:e>
                      <m:sub>
                        <m:r>
                          <m:rPr>
                            <m:sty m:val="p"/>
                          </m:rPr>
                          <a:rPr lang="en-GB" sz="2800">
                            <a:solidFill>
                              <a:srgbClr val="FF0000"/>
                            </a:solidFill>
                            <a:latin typeface="Cambria Math"/>
                            <a:ea typeface="Cambria Math"/>
                            <a:cs typeface="Cambria Math"/>
                          </a:rPr>
                          <m:t>sq</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𝛉</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1</m:t>
                        </m:r>
                      </m:sub>
                    </m:sSub>
                    <m:d>
                      <m:dPr>
                        <m:ctrlPr>
                          <a:rPr lang="en-GB" sz="2800" i="1">
                            <a:solidFill>
                              <a:srgbClr val="FF0000"/>
                            </a:solidFill>
                            <a:latin typeface="Cambria Math" panose="02040503050406030204" pitchFamily="18" charset="0"/>
                            <a:ea typeface="Cambria Math"/>
                            <a:cs typeface="Cambria Math"/>
                          </a:rPr>
                        </m:ctrlPr>
                      </m:dPr>
                      <m:e>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𝑎</m:t>
                            </m:r>
                          </m:e>
                          <m:sub>
                            <m:r>
                              <a:rPr lang="en-GB" sz="2800">
                                <a:solidFill>
                                  <a:srgbClr val="FF0000"/>
                                </a:solidFill>
                                <a:latin typeface="Cambria Math"/>
                                <a:ea typeface="Cambria Math"/>
                                <a:cs typeface="Cambria Math"/>
                              </a:rPr>
                              <m:t>1</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𝑥</m:t>
                            </m:r>
                          </m:e>
                        </m:d>
                      </m:e>
                    </m:d>
                  </m:oMath>
                </a14:m>
                <a:r>
                  <a:rPr lang="en-GB" sz="2100" dirty="0">
                    <a:solidFill>
                      <a:srgbClr val="526276"/>
                    </a:solidFill>
                    <a:latin typeface="DejaVu Sans"/>
                    <a:ea typeface="DejaVu Sans"/>
                    <a:cs typeface="DejaVu Sans"/>
                  </a:rPr>
                  <a:t>,  in fact  </a:t>
                </a:r>
                <a14:m>
                  <m:oMath xmlns:m="http://schemas.openxmlformats.org/officeDocument/2006/math">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𝐽</m:t>
                        </m:r>
                      </m:e>
                      <m:sub>
                        <m:r>
                          <a:rPr lang="en-GB" sz="2800">
                            <a:solidFill>
                              <a:srgbClr val="1E4F8C"/>
                            </a:solidFill>
                            <a:latin typeface="Cambria Math"/>
                            <a:ea typeface="Cambria Math"/>
                            <a:cs typeface="Cambria Math"/>
                          </a:rPr>
                          <m:t>1</m:t>
                        </m:r>
                      </m:sub>
                    </m:sSub>
                    <m:d>
                      <m:dPr>
                        <m:ctrlPr>
                          <a:rPr lang="en-GB" sz="2800" i="1">
                            <a:solidFill>
                              <a:srgbClr val="1E4F8C"/>
                            </a:solidFill>
                            <a:latin typeface="Cambria Math" panose="02040503050406030204" pitchFamily="18" charset="0"/>
                            <a:ea typeface="Cambria Math"/>
                            <a:cs typeface="Cambria Math"/>
                          </a:rPr>
                        </m:ctrlPr>
                      </m:dPr>
                      <m:e>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𝑎</m:t>
                            </m:r>
                          </m:e>
                          <m:sub>
                            <m:r>
                              <a:rPr lang="en-GB" sz="2800">
                                <a:solidFill>
                                  <a:srgbClr val="1E4F8C"/>
                                </a:solidFill>
                                <a:latin typeface="Cambria Math"/>
                                <a:ea typeface="Cambria Math"/>
                                <a:cs typeface="Cambria Math"/>
                              </a:rPr>
                              <m:t>1</m:t>
                            </m:r>
                          </m:sub>
                        </m:sSub>
                        <m:d>
                          <m:dPr>
                            <m:ctrlPr>
                              <a:rPr lang="en-GB" sz="2800">
                                <a:solidFill>
                                  <a:srgbClr val="1E4F8C"/>
                                </a:solidFill>
                                <a:latin typeface="Cambria Math"/>
                                <a:ea typeface="Cambria Math"/>
                                <a:cs typeface="Cambria Math"/>
                              </a:rPr>
                            </m:ctrlPr>
                          </m:dPr>
                          <m:e>
                            <m:r>
                              <a:rPr lang="en-GB" sz="2800">
                                <a:solidFill>
                                  <a:srgbClr val="1E4F8C"/>
                                </a:solidFill>
                                <a:latin typeface="Cambria Math"/>
                                <a:ea typeface="Cambria Math"/>
                                <a:cs typeface="Cambria Math"/>
                              </a:rPr>
                              <m:t>𝑥</m:t>
                            </m:r>
                          </m:e>
                        </m:d>
                      </m:e>
                    </m:d>
                    <m:r>
                      <a:rPr lang="en-GB" sz="2800">
                        <a:solidFill>
                          <a:srgbClr val="1E4F8C"/>
                        </a:solidFill>
                        <a:latin typeface="Cambria Math"/>
                        <a:ea typeface="Cambria Math"/>
                        <a:cs typeface="Cambria Math"/>
                      </a:rPr>
                      <m:t>=</m:t>
                    </m:r>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𝐽</m:t>
                        </m:r>
                      </m:e>
                      <m:sub>
                        <m:r>
                          <a:rPr lang="en-GB" sz="2800">
                            <a:solidFill>
                              <a:srgbClr val="1E4F8C"/>
                            </a:solidFill>
                            <a:latin typeface="Cambria Math"/>
                            <a:ea typeface="Cambria Math"/>
                            <a:cs typeface="Cambria Math"/>
                          </a:rPr>
                          <m:t>2</m:t>
                        </m:r>
                      </m:sub>
                    </m:sSub>
                    <m:r>
                      <a:rPr lang="it-IT" sz="2800" b="0" i="1" smtClean="0">
                        <a:solidFill>
                          <a:srgbClr val="1E4F8C"/>
                        </a:solidFill>
                        <a:latin typeface="Cambria Math" panose="02040503050406030204" pitchFamily="18" charset="0"/>
                        <a:ea typeface="Cambria Math"/>
                        <a:cs typeface="Cambria Math"/>
                      </a:rPr>
                      <m:t>(</m:t>
                    </m:r>
                    <m:limLow>
                      <m:limLowPr>
                        <m:ctrlPr>
                          <a:rPr lang="en-GB" sz="2800" i="1">
                            <a:solidFill>
                              <a:srgbClr val="1E4F8C"/>
                            </a:solidFill>
                            <a:latin typeface="Cambria Math" panose="02040503050406030204" pitchFamily="18" charset="0"/>
                            <a:ea typeface="Cambria Math"/>
                            <a:cs typeface="Cambria Math"/>
                          </a:rPr>
                        </m:ctrlPr>
                      </m:limLowPr>
                      <m:e>
                        <m:groupChr>
                          <m:groupChrPr>
                            <m:chr m:val="⏟"/>
                            <m:pos m:val="bot"/>
                            <m:vertJc m:val="top"/>
                            <m:ctrlPr>
                              <a:rPr lang="en-GB" sz="2800">
                                <a:solidFill>
                                  <a:srgbClr val="1E4F8C"/>
                                </a:solidFill>
                                <a:latin typeface="Cambria Math"/>
                                <a:ea typeface="Cambria Math"/>
                                <a:cs typeface="Cambria Math"/>
                              </a:rPr>
                            </m:ctrlPr>
                          </m:groupChrPr>
                          <m:e>
                            <m:r>
                              <m:rPr>
                                <m:sty m:val="p"/>
                              </m:rPr>
                              <a:rPr lang="en-GB" sz="2800">
                                <a:solidFill>
                                  <a:srgbClr val="1E4F8C"/>
                                </a:solidFill>
                                <a:latin typeface="Cambria Math"/>
                                <a:ea typeface="Cambria Math"/>
                                <a:cs typeface="Cambria Math"/>
                              </a:rPr>
                              <m:t>ReLU</m:t>
                            </m:r>
                            <m:d>
                              <m:dPr>
                                <m:ctrlPr>
                                  <a:rPr lang="en-GB" sz="2800" i="1">
                                    <a:solidFill>
                                      <a:srgbClr val="1E4F8C"/>
                                    </a:solidFill>
                                    <a:latin typeface="Cambria Math" panose="02040503050406030204" pitchFamily="18" charset="0"/>
                                    <a:ea typeface="Cambria Math"/>
                                    <a:cs typeface="Cambria Math"/>
                                  </a:rPr>
                                </m:ctrlPr>
                              </m:dPr>
                              <m:e>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𝑎</m:t>
                                    </m:r>
                                  </m:e>
                                  <m:sub>
                                    <m:r>
                                      <a:rPr lang="en-GB" sz="2800">
                                        <a:solidFill>
                                          <a:srgbClr val="1E4F8C"/>
                                        </a:solidFill>
                                        <a:latin typeface="Cambria Math"/>
                                        <a:ea typeface="Cambria Math"/>
                                        <a:cs typeface="Cambria Math"/>
                                      </a:rPr>
                                      <m:t>1</m:t>
                                    </m:r>
                                  </m:sub>
                                </m:sSub>
                                <m:d>
                                  <m:dPr>
                                    <m:ctrlPr>
                                      <a:rPr lang="en-GB" sz="2800">
                                        <a:solidFill>
                                          <a:srgbClr val="1E4F8C"/>
                                        </a:solidFill>
                                        <a:latin typeface="Cambria Math"/>
                                        <a:ea typeface="Cambria Math"/>
                                        <a:cs typeface="Cambria Math"/>
                                      </a:rPr>
                                    </m:ctrlPr>
                                  </m:dPr>
                                  <m:e>
                                    <m:r>
                                      <a:rPr lang="en-GB" sz="2800">
                                        <a:solidFill>
                                          <a:srgbClr val="1E4F8C"/>
                                        </a:solidFill>
                                        <a:latin typeface="Cambria Math"/>
                                        <a:ea typeface="Cambria Math"/>
                                        <a:cs typeface="Cambria Math"/>
                                      </a:rPr>
                                      <m:t>𝑥</m:t>
                                    </m:r>
                                  </m:e>
                                </m:d>
                              </m:e>
                            </m:d>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𝑤</m:t>
                                </m:r>
                              </m:e>
                              <m:sub>
                                <m:r>
                                  <a:rPr lang="en-GB" sz="2800">
                                    <a:solidFill>
                                      <a:srgbClr val="1E4F8C"/>
                                    </a:solidFill>
                                    <a:latin typeface="Cambria Math"/>
                                    <a:ea typeface="Cambria Math"/>
                                    <a:cs typeface="Cambria Math"/>
                                  </a:rPr>
                                  <m:t>2</m:t>
                                </m:r>
                              </m:sub>
                            </m:sSub>
                            <m:r>
                              <a:rPr lang="en-GB" sz="2800">
                                <a:solidFill>
                                  <a:srgbClr val="1E4F8C"/>
                                </a:solidFill>
                                <a:latin typeface="Cambria Math"/>
                                <a:ea typeface="Cambria Math"/>
                                <a:cs typeface="Cambria Math"/>
                              </a:rPr>
                              <m:t>+</m:t>
                            </m:r>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𝑏</m:t>
                                </m:r>
                              </m:e>
                              <m:sub>
                                <m:r>
                                  <a:rPr lang="en-GB" sz="2800">
                                    <a:solidFill>
                                      <a:srgbClr val="1E4F8C"/>
                                    </a:solidFill>
                                    <a:latin typeface="Cambria Math"/>
                                    <a:ea typeface="Cambria Math"/>
                                    <a:cs typeface="Cambria Math"/>
                                  </a:rPr>
                                  <m:t>2</m:t>
                                </m:r>
                              </m:sub>
                            </m:sSub>
                          </m:e>
                        </m:groupChr>
                      </m:e>
                      <m:lim>
                        <m:sSub>
                          <m:sSubPr>
                            <m:ctrlPr>
                              <a:rPr lang="en-GB" sz="2800">
                                <a:solidFill>
                                  <a:srgbClr val="1E4F8C"/>
                                </a:solidFill>
                                <a:latin typeface="Cambria Math"/>
                                <a:ea typeface="Cambria Math"/>
                                <a:cs typeface="Cambria Math"/>
                              </a:rPr>
                            </m:ctrlPr>
                          </m:sSubPr>
                          <m:e>
                            <m:r>
                              <a:rPr lang="en-GB" sz="2800">
                                <a:solidFill>
                                  <a:srgbClr val="1E4F8C"/>
                                </a:solidFill>
                                <a:latin typeface="Cambria Math"/>
                                <a:ea typeface="Cambria Math"/>
                                <a:cs typeface="Cambria Math"/>
                              </a:rPr>
                              <m:t>𝑎</m:t>
                            </m:r>
                          </m:e>
                          <m:sub>
                            <m:r>
                              <a:rPr lang="en-GB" sz="2800">
                                <a:solidFill>
                                  <a:srgbClr val="1E4F8C"/>
                                </a:solidFill>
                                <a:latin typeface="Cambria Math"/>
                                <a:ea typeface="Cambria Math"/>
                                <a:cs typeface="Cambria Math"/>
                              </a:rPr>
                              <m:t>2</m:t>
                            </m:r>
                          </m:sub>
                        </m:sSub>
                        <m:r>
                          <a:rPr lang="en-GB" sz="2800">
                            <a:solidFill>
                              <a:srgbClr val="1E4F8C"/>
                            </a:solidFill>
                            <a:latin typeface="Cambria Math"/>
                            <a:ea typeface="Cambria Math"/>
                            <a:cs typeface="Cambria Math"/>
                          </a:rPr>
                          <m:t>(</m:t>
                        </m:r>
                        <m:r>
                          <a:rPr lang="en-GB" sz="2800">
                            <a:solidFill>
                              <a:srgbClr val="1E4F8C"/>
                            </a:solidFill>
                            <a:latin typeface="Cambria Math"/>
                            <a:ea typeface="Cambria Math"/>
                            <a:cs typeface="Cambria Math"/>
                          </a:rPr>
                          <m:t>𝑥</m:t>
                        </m:r>
                        <m:r>
                          <a:rPr lang="en-GB" sz="2800">
                            <a:solidFill>
                              <a:srgbClr val="1E4F8C"/>
                            </a:solidFill>
                            <a:latin typeface="Cambria Math"/>
                            <a:ea typeface="Cambria Math"/>
                            <a:cs typeface="Cambria Math"/>
                          </a:rPr>
                          <m:t>)</m:t>
                        </m:r>
                      </m:lim>
                    </m:limLow>
                    <m:r>
                      <a:rPr lang="it-IT" sz="2800" b="0" i="1" smtClean="0">
                        <a:solidFill>
                          <a:srgbClr val="1E4F8C"/>
                        </a:solidFill>
                        <a:latin typeface="Cambria Math" panose="02040503050406030204" pitchFamily="18" charset="0"/>
                        <a:ea typeface="Cambria Math"/>
                        <a:cs typeface="Cambria Math"/>
                      </a:rPr>
                      <m:t>)</m:t>
                    </m:r>
                  </m:oMath>
                </a14:m>
                <a:endParaRPr lang="en-GB" sz="2800" dirty="0"/>
              </a:p>
            </p:txBody>
          </p:sp>
        </mc:Choice>
        <mc:Fallback xmlns="">
          <p:sp>
            <p:nvSpPr>
              <p:cNvPr id="402" name="evaluated_recursion" descr="The loss equals J_1(a_1(x)). In fact, J_1(a_1(x)) equals J_2(ReLU(a_1(x)) w_2 + b_2). The underbrace identifies this argument as a_2(x)."/>
              <p:cNvSpPr>
                <a:spLocks noGrp="1" noRot="1" noChangeAspect="1" noMove="1" noResize="1" noEditPoints="1" noAdjustHandles="1" noChangeArrowheads="1" noChangeShapeType="1" noTextEdit="1"/>
              </p:cNvSpPr>
              <p:nvPr/>
            </p:nvSpPr>
            <p:spPr>
              <a:xfrm>
                <a:off x="190500" y="5067300"/>
                <a:ext cx="11811000" cy="952500"/>
              </a:xfrm>
              <a:prstGeom prst="rect">
                <a:avLst/>
              </a:prstGeom>
              <a:blipFill>
                <a:blip r:embed="rId31"/>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03" name="fixed_parameters_evaluated"/>
              <p:cNvSpPr>
                <a:spLocks noGrp="1"/>
              </p:cNvSpPr>
              <p:nvPr/>
            </p:nvSpPr>
            <p:spPr>
              <a:xfrm>
                <a:off x="666750" y="6076950"/>
                <a:ext cx="10858500" cy="285750"/>
              </a:xfrm>
              <a:prstGeom prst="rect">
                <a:avLst/>
              </a:prstGeom>
              <a:noFill/>
              <a:ln w="0">
                <a:noFill/>
              </a:ln>
            </p:spPr>
            <p:txBody>
              <a:bodyPr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14:m>
                  <m:oMath xmlns:m="http://schemas.openxmlformats.org/officeDocument/2006/math">
                    <m:sSub>
                      <m:sSubPr>
                        <m:ctrlPr>
                          <a:rPr lang="ar-AE">
                            <a:solidFill>
                              <a:srgbClr val="526276"/>
                            </a:solidFill>
                            <a:latin typeface="Cambria Math"/>
                            <a:ea typeface="Cambria Math"/>
                            <a:cs typeface="Cambria Math"/>
                          </a:rPr>
                        </m:ctrlPr>
                      </m:sSubPr>
                      <m:e>
                        <m:r>
                          <a:rPr lang="ar-AE">
                            <a:solidFill>
                              <a:srgbClr val="526276"/>
                            </a:solidFill>
                            <a:latin typeface="Cambria Math"/>
                            <a:ea typeface="Cambria Math"/>
                            <a:cs typeface="Cambria Math"/>
                          </a:rPr>
                          <m:t>𝐽</m:t>
                        </m:r>
                      </m:e>
                      <m:sub>
                        <m:r>
                          <a:rPr lang="it-IT" b="0" i="0" smtClean="0">
                            <a:solidFill>
                              <a:srgbClr val="526276"/>
                            </a:solidFill>
                            <a:latin typeface="Cambria Math" panose="02040503050406030204" pitchFamily="18" charset="0"/>
                            <a:ea typeface="Cambria Math"/>
                            <a:cs typeface="Cambria Math"/>
                          </a:rPr>
                          <m:t>1</m:t>
                        </m:r>
                      </m:sub>
                    </m:sSub>
                  </m:oMath>
                </a14:m>
                <a:r>
                  <a:rPr lang="ar-AE" dirty="0">
                    <a:solidFill>
                      <a:srgbClr val="526276"/>
                    </a:solidFill>
                    <a:latin typeface="DejaVu Sans"/>
                    <a:ea typeface="DejaVu Sans"/>
                    <a:cs typeface="DejaVu Sans"/>
                  </a:rPr>
                  <a:t> </a:t>
                </a:r>
                <a:r>
                  <a:rPr lang="en-GB" dirty="0">
                    <a:solidFill>
                      <a:srgbClr val="526276"/>
                    </a:solidFill>
                    <a:latin typeface="DejaVu Sans"/>
                    <a:ea typeface="DejaVu Sans"/>
                    <a:cs typeface="DejaVu Sans"/>
                  </a:rPr>
                  <a:t>uses </a:t>
                </a:r>
                <a14:m>
                  <m:oMath xmlns:m="http://schemas.openxmlformats.org/officeDocument/2006/math">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2</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2</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𝑤</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sSub>
                      <m:sSubPr>
                        <m:ctrlPr>
                          <a:rPr lang="it-IT" b="0" i="1" smtClean="0">
                            <a:solidFill>
                              <a:srgbClr val="526276"/>
                            </a:solidFill>
                            <a:latin typeface="Cambria Math" panose="02040503050406030204" pitchFamily="18" charset="0"/>
                            <a:ea typeface="Cambria Math"/>
                            <a:cs typeface="Cambria Math"/>
                          </a:rPr>
                        </m:ctrlPr>
                      </m:sSubPr>
                      <m:e>
                        <m:r>
                          <a:rPr lang="it-IT" b="0" i="1" smtClean="0">
                            <a:solidFill>
                              <a:srgbClr val="526276"/>
                            </a:solidFill>
                            <a:latin typeface="Cambria Math" panose="02040503050406030204" pitchFamily="18" charset="0"/>
                            <a:ea typeface="Cambria Math"/>
                            <a:cs typeface="Cambria Math"/>
                          </a:rPr>
                          <m:t>𝑏</m:t>
                        </m:r>
                      </m:e>
                      <m:sub>
                        <m:r>
                          <a:rPr lang="it-IT" b="0" i="1" smtClean="0">
                            <a:solidFill>
                              <a:srgbClr val="526276"/>
                            </a:solidFill>
                            <a:latin typeface="Cambria Math" panose="02040503050406030204" pitchFamily="18" charset="0"/>
                            <a:ea typeface="Cambria Math"/>
                            <a:cs typeface="Cambria Math"/>
                          </a:rPr>
                          <m:t>3</m:t>
                        </m:r>
                      </m:sub>
                    </m:sSub>
                    <m:r>
                      <a:rPr lang="it-IT" b="0" i="1" smtClean="0">
                        <a:solidFill>
                          <a:srgbClr val="526276"/>
                        </a:solidFill>
                        <a:latin typeface="Cambria Math" panose="02040503050406030204" pitchFamily="18" charset="0"/>
                        <a:ea typeface="Cambria Math"/>
                        <a:cs typeface="Cambria Math"/>
                      </a:rPr>
                      <m:t>,</m:t>
                    </m:r>
                    <m:r>
                      <a:rPr lang="ar-AE" smtClean="0">
                        <a:solidFill>
                          <a:srgbClr val="526276"/>
                        </a:solidFill>
                        <a:latin typeface="Cambria Math"/>
                        <a:ea typeface="Cambria Math"/>
                        <a:cs typeface="Cambria Math"/>
                      </a:rPr>
                      <m:t>𝑦</m:t>
                    </m:r>
                  </m:oMath>
                </a14:m>
                <a:r>
                  <a:rPr lang="ar-AE" dirty="0">
                    <a:solidFill>
                      <a:srgbClr val="526276"/>
                    </a:solidFill>
                    <a:latin typeface="DejaVu Sans"/>
                    <a:ea typeface="DejaVu Sans"/>
                    <a:cs typeface="DejaVu Sans"/>
                  </a:rPr>
                  <a:t>,</a:t>
                </a:r>
                <a:r>
                  <a:rPr lang="it-IT" dirty="0">
                    <a:solidFill>
                      <a:srgbClr val="526276"/>
                    </a:solidFill>
                    <a:latin typeface="DejaVu Sans"/>
                    <a:ea typeface="DejaVu Sans"/>
                    <a:cs typeface="DejaVu Sans"/>
                  </a:rPr>
                  <a:t> b</a:t>
                </a:r>
                <a:r>
                  <a:rPr lang="en-GB" dirty="0" err="1">
                    <a:solidFill>
                      <a:srgbClr val="526276"/>
                    </a:solidFill>
                    <a:latin typeface="DejaVu Sans"/>
                    <a:ea typeface="DejaVu Sans"/>
                    <a:cs typeface="DejaVu Sans"/>
                  </a:rPr>
                  <a:t>ut</a:t>
                </a:r>
                <a:r>
                  <a:rPr lang="en-GB" dirty="0">
                    <a:solidFill>
                      <a:srgbClr val="526276"/>
                    </a:solidFill>
                    <a:latin typeface="DejaVu Sans"/>
                    <a:ea typeface="DejaVu Sans"/>
                    <a:cs typeface="DejaVu Sans"/>
                  </a:rPr>
                  <a:t> not any parameters from the current or previous layers.</a:t>
                </a:r>
                <a:endParaRPr lang="en-GB" dirty="0"/>
              </a:p>
            </p:txBody>
          </p:sp>
        </mc:Choice>
        <mc:Fallback xmlns="">
          <p:sp>
            <p:nvSpPr>
              <p:cNvPr id="403" name="fixed_parameters_evaluated"/>
              <p:cNvSpPr>
                <a:spLocks noGrp="1" noRot="1" noChangeAspect="1" noMove="1" noResize="1" noEditPoints="1" noAdjustHandles="1" noChangeArrowheads="1" noChangeShapeType="1" noTextEdit="1"/>
              </p:cNvSpPr>
              <p:nvPr/>
            </p:nvSpPr>
            <p:spPr>
              <a:xfrm>
                <a:off x="666750" y="6076950"/>
                <a:ext cx="10858500" cy="285750"/>
              </a:xfrm>
              <a:prstGeom prst="rect">
                <a:avLst/>
              </a:prstGeom>
              <a:blipFill>
                <a:blip r:embed="rId32"/>
                <a:stretch>
                  <a:fillRect t="-17021" b="-3829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lead">
                <a:extLst>
                  <a:ext uri="{FF2B5EF4-FFF2-40B4-BE49-F238E27FC236}">
                    <a16:creationId xmlns:a16="http://schemas.microsoft.com/office/drawing/2014/main" id="{99AD7347-79F0-25A7-3CD4-9480397EB902}"/>
                  </a:ext>
                </a:extLst>
              </p:cNvPr>
              <p:cNvSpPr>
                <a:spLocks noGrp="1"/>
              </p:cNvSpPr>
              <p:nvPr/>
            </p:nvSpPr>
            <p:spPr>
              <a:xfrm>
                <a:off x="523875" y="942975"/>
                <a:ext cx="11144250" cy="742950"/>
              </a:xfrm>
              <a:prstGeom prst="rect">
                <a:avLst/>
              </a:prstGeom>
              <a:noFill/>
              <a:ln w="0">
                <a:noFill/>
              </a:ln>
            </p:spPr>
            <p:txBody>
              <a:bodyPr lIns="0" tIns="0" rIns="0" bIns="0" anchor="ctr">
                <a:noAutofit/>
              </a:bodyPr>
              <a:lstStyle>
                <a:defPPr algn="ctr">
                  <a:defRPr sz="2100" b="0">
                    <a:solidFill>
                      <a:srgbClr val="526276"/>
                    </a:solidFill>
                    <a:latin typeface="DejaVu Sans"/>
                    <a:ea typeface="DejaVu Sans"/>
                    <a:cs typeface="DejaVu Sans"/>
                  </a:defRPr>
                </a:defPPr>
              </a:lstStyle>
              <a:p>
                <a:pPr algn="ctr">
                  <a:defRPr sz="2100" b="0">
                    <a:solidFill>
                      <a:srgbClr val="526276"/>
                    </a:solidFill>
                    <a:latin typeface="DejaVu Sans"/>
                    <a:ea typeface="DejaVu Sans"/>
                    <a:cs typeface="DejaVu Sans"/>
                  </a:defRPr>
                </a:pPr>
                <a:r>
                  <a:rPr lang="it-IT" sz="2100" dirty="0">
                    <a:solidFill>
                      <a:srgbClr val="FF0000"/>
                    </a:solidFill>
                    <a:latin typeface="DejaVu Sans"/>
                    <a:ea typeface="DejaVu Sans"/>
                    <a:cs typeface="DejaVu Sans"/>
                  </a:rPr>
                  <a:t>Layer 1</a:t>
                </a:r>
                <a:r>
                  <a:rPr lang="it-IT" sz="2100" dirty="0">
                    <a:solidFill>
                      <a:schemeClr val="tx2"/>
                    </a:solidFill>
                    <a:latin typeface="DejaVu Sans"/>
                    <a:ea typeface="DejaVu Sans"/>
                    <a:cs typeface="DejaVu Sans"/>
                  </a:rPr>
                  <a:t>: write the </a:t>
                </a:r>
                <a:r>
                  <a:rPr lang="it-IT" sz="2100" dirty="0" err="1">
                    <a:solidFill>
                      <a:schemeClr val="tx2"/>
                    </a:solidFill>
                    <a:latin typeface="DejaVu Sans"/>
                    <a:ea typeface="DejaVu Sans"/>
                    <a:cs typeface="DejaVu Sans"/>
                  </a:rPr>
                  <a:t>loss</a:t>
                </a:r>
                <a:r>
                  <a:rPr lang="en-GB" sz="2100" dirty="0">
                    <a:solidFill>
                      <a:schemeClr val="tx2"/>
                    </a:solidFill>
                    <a:latin typeface="DejaVu Sans"/>
                    <a:ea typeface="DejaVu Sans"/>
                    <a:cs typeface="DejaVu Sans"/>
                  </a:rPr>
                  <a:t> of the network with parameters </a:t>
                </a:r>
                <a14:m>
                  <m:oMath xmlns:m="http://schemas.openxmlformats.org/officeDocument/2006/math">
                    <m:r>
                      <a:rPr lang="it-IT" sz="2000" b="1" i="0" smtClean="0">
                        <a:solidFill>
                          <a:schemeClr val="tx2"/>
                        </a:solidFill>
                        <a:latin typeface="Cambria Math" panose="02040503050406030204" pitchFamily="18" charset="0"/>
                        <a:ea typeface="Cambria Math"/>
                        <a:cs typeface="Cambria Math"/>
                      </a:rPr>
                      <m:t>𝛉</m:t>
                    </m:r>
                  </m:oMath>
                </a14:m>
                <a:r>
                  <a:rPr lang="it-IT" sz="2100" dirty="0">
                    <a:solidFill>
                      <a:schemeClr val="tx2"/>
                    </a:solidFill>
                    <a:latin typeface="DejaVu Sans"/>
                    <a:ea typeface="DejaVu Sans"/>
                    <a:cs typeface="DejaVu Sans"/>
                  </a:rPr>
                  <a:t> on the </a:t>
                </a:r>
                <a:r>
                  <a:rPr lang="it-IT" sz="2100" dirty="0" err="1">
                    <a:solidFill>
                      <a:schemeClr val="tx2"/>
                    </a:solidFill>
                    <a:latin typeface="DejaVu Sans"/>
                    <a:ea typeface="DejaVu Sans"/>
                    <a:cs typeface="DejaVu Sans"/>
                  </a:rPr>
                  <a:t>observation</a:t>
                </a:r>
                <a:r>
                  <a:rPr lang="it-IT" sz="2100" dirty="0">
                    <a:solidFill>
                      <a:schemeClr val="tx2"/>
                    </a:solidFill>
                    <a:latin typeface="DejaVu Sans"/>
                    <a:ea typeface="DejaVu Sans"/>
                    <a:cs typeface="DejaVu Sans"/>
                  </a:rPr>
                  <a:t> </a:t>
                </a:r>
                <a14:m>
                  <m:oMath xmlns:m="http://schemas.openxmlformats.org/officeDocument/2006/math">
                    <m:d>
                      <m:dPr>
                        <m:ctrlPr>
                          <a:rPr lang="en-GB" sz="2000">
                            <a:solidFill>
                              <a:schemeClr val="tx2"/>
                            </a:solidFill>
                            <a:latin typeface="Cambria Math"/>
                            <a:ea typeface="Cambria Math"/>
                            <a:cs typeface="Cambria Math"/>
                          </a:rPr>
                        </m:ctrlPr>
                      </m:dPr>
                      <m:e>
                        <m:r>
                          <a:rPr lang="en-GB" sz="2000">
                            <a:solidFill>
                              <a:schemeClr val="tx2"/>
                            </a:solidFill>
                            <a:latin typeface="Cambria Math"/>
                            <a:ea typeface="Cambria Math"/>
                            <a:cs typeface="Cambria Math"/>
                          </a:rPr>
                          <m:t>𝑥</m:t>
                        </m:r>
                        <m:r>
                          <a:rPr lang="it-IT" sz="2000" i="1">
                            <a:solidFill>
                              <a:schemeClr val="tx2"/>
                            </a:solidFill>
                            <a:latin typeface="Cambria Math" panose="02040503050406030204" pitchFamily="18" charset="0"/>
                            <a:ea typeface="Cambria Math"/>
                            <a:cs typeface="Cambria Math"/>
                          </a:rPr>
                          <m:t>,</m:t>
                        </m:r>
                        <m:r>
                          <a:rPr lang="it-IT" sz="2000" i="1">
                            <a:solidFill>
                              <a:schemeClr val="tx2"/>
                            </a:solidFill>
                            <a:latin typeface="Cambria Math" panose="02040503050406030204" pitchFamily="18" charset="0"/>
                            <a:ea typeface="Cambria Math"/>
                            <a:cs typeface="Cambria Math"/>
                          </a:rPr>
                          <m:t>𝑦</m:t>
                        </m:r>
                      </m:e>
                    </m:d>
                  </m:oMath>
                </a14:m>
                <a:endParaRPr lang="it-IT" sz="2100" dirty="0">
                  <a:solidFill>
                    <a:schemeClr val="tx2"/>
                  </a:solidFill>
                  <a:latin typeface="DejaVu Sans"/>
                  <a:ea typeface="DejaVu Sans"/>
                  <a:cs typeface="DejaVu Sans"/>
                </a:endParaRPr>
              </a:p>
              <a:p>
                <a:pPr algn="ctr">
                  <a:defRPr sz="2100" b="0">
                    <a:solidFill>
                      <a:srgbClr val="526276"/>
                    </a:solidFill>
                    <a:latin typeface="DejaVu Sans"/>
                    <a:ea typeface="DejaVu Sans"/>
                    <a:cs typeface="DejaVu Sans"/>
                  </a:defRPr>
                </a:pPr>
                <a:r>
                  <a:rPr lang="it-IT" sz="2100" dirty="0" err="1">
                    <a:solidFill>
                      <a:schemeClr val="tx2"/>
                    </a:solidFill>
                    <a:latin typeface="DejaVu Sans"/>
                    <a:ea typeface="DejaVu Sans"/>
                    <a:cs typeface="DejaVu Sans"/>
                  </a:rPr>
                  <a:t>as</a:t>
                </a:r>
                <a:r>
                  <a:rPr lang="it-IT" sz="2100" dirty="0">
                    <a:solidFill>
                      <a:schemeClr val="tx2"/>
                    </a:solidFill>
                    <a:latin typeface="DejaVu Sans"/>
                    <a:ea typeface="DejaVu Sans"/>
                    <a:cs typeface="DejaVu Sans"/>
                  </a:rPr>
                  <a:t> a </a:t>
                </a:r>
                <a:r>
                  <a:rPr lang="it-IT" sz="2100" dirty="0" err="1">
                    <a:solidFill>
                      <a:schemeClr val="tx2"/>
                    </a:solidFill>
                    <a:latin typeface="DejaVu Sans"/>
                    <a:ea typeface="DejaVu Sans"/>
                    <a:cs typeface="DejaVu Sans"/>
                  </a:rPr>
                  <a:t>function</a:t>
                </a:r>
                <a:r>
                  <a:rPr lang="it-IT" sz="2100" dirty="0">
                    <a:solidFill>
                      <a:schemeClr val="tx2"/>
                    </a:solidFill>
                    <a:latin typeface="DejaVu Sans"/>
                    <a:ea typeface="DejaVu Sans"/>
                    <a:cs typeface="DejaVu Sans"/>
                  </a:rPr>
                  <a:t> of the </a:t>
                </a:r>
                <a:r>
                  <a:rPr lang="it-IT" sz="2100" dirty="0" err="1">
                    <a:solidFill>
                      <a:schemeClr val="tx2"/>
                    </a:solidFill>
                    <a:latin typeface="DejaVu Sans"/>
                    <a:ea typeface="DejaVu Sans"/>
                    <a:cs typeface="DejaVu Sans"/>
                  </a:rPr>
                  <a:t>current</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layer</a:t>
                </a:r>
                <a:r>
                  <a:rPr lang="it-IT" sz="2100" dirty="0">
                    <a:solidFill>
                      <a:schemeClr val="tx2"/>
                    </a:solidFill>
                    <a:latin typeface="DejaVu Sans"/>
                    <a:ea typeface="DejaVu Sans"/>
                    <a:cs typeface="DejaVu Sans"/>
                  </a:rPr>
                  <a:t> </a:t>
                </a:r>
                <a:r>
                  <a:rPr lang="it-IT" sz="2100" dirty="0" err="1">
                    <a:solidFill>
                      <a:schemeClr val="tx2"/>
                    </a:solidFill>
                    <a:latin typeface="DejaVu Sans"/>
                    <a:ea typeface="DejaVu Sans"/>
                    <a:cs typeface="DejaVu Sans"/>
                  </a:rPr>
                  <a:t>preactivation</a:t>
                </a:r>
                <a:r>
                  <a:rPr lang="it-IT" sz="2100" dirty="0">
                    <a:solidFill>
                      <a:schemeClr val="tx2"/>
                    </a:solidFill>
                    <a:latin typeface="DejaVu Sans"/>
                    <a:ea typeface="DejaVu Sans"/>
                    <a:cs typeface="DejaVu Sans"/>
                  </a:rPr>
                  <a:t> </a:t>
                </a:r>
                <a14:m>
                  <m:oMath xmlns:m="http://schemas.openxmlformats.org/officeDocument/2006/math">
                    <m:sSub>
                      <m:sSubPr>
                        <m:ctrlPr>
                          <a:rPr lang="en-GB" sz="2400">
                            <a:solidFill>
                              <a:schemeClr val="tx2"/>
                            </a:solidFill>
                            <a:latin typeface="Cambria Math"/>
                            <a:ea typeface="Cambria Math"/>
                            <a:cs typeface="Cambria Math"/>
                          </a:rPr>
                        </m:ctrlPr>
                      </m:sSubPr>
                      <m:e>
                        <m:r>
                          <a:rPr lang="en-GB" sz="2400">
                            <a:solidFill>
                              <a:schemeClr val="tx2"/>
                            </a:solidFill>
                            <a:latin typeface="Cambria Math"/>
                            <a:ea typeface="Cambria Math"/>
                            <a:cs typeface="Cambria Math"/>
                          </a:rPr>
                          <m:t>𝑎</m:t>
                        </m:r>
                      </m:e>
                      <m:sub>
                        <m:r>
                          <a:rPr lang="it-IT" sz="2400" b="0" i="1" smtClean="0">
                            <a:solidFill>
                              <a:schemeClr val="tx2"/>
                            </a:solidFill>
                            <a:latin typeface="Cambria Math" panose="02040503050406030204" pitchFamily="18" charset="0"/>
                            <a:ea typeface="Cambria Math"/>
                            <a:cs typeface="Cambria Math"/>
                          </a:rPr>
                          <m:t>1</m:t>
                        </m:r>
                      </m:sub>
                    </m:sSub>
                    <m:d>
                      <m:dPr>
                        <m:ctrlPr>
                          <a:rPr lang="en-GB" sz="2400">
                            <a:solidFill>
                              <a:schemeClr val="tx2"/>
                            </a:solidFill>
                            <a:latin typeface="Cambria Math"/>
                            <a:ea typeface="Cambria Math"/>
                            <a:cs typeface="Cambria Math"/>
                          </a:rPr>
                        </m:ctrlPr>
                      </m:dPr>
                      <m:e>
                        <m:r>
                          <a:rPr lang="en-GB" sz="2400">
                            <a:solidFill>
                              <a:schemeClr val="tx2"/>
                            </a:solidFill>
                            <a:latin typeface="Cambria Math"/>
                            <a:ea typeface="Cambria Math"/>
                            <a:cs typeface="Cambria Math"/>
                          </a:rPr>
                          <m:t>𝑥</m:t>
                        </m:r>
                      </m:e>
                    </m:d>
                  </m:oMath>
                </a14:m>
                <a:r>
                  <a:rPr lang="it-IT" sz="2100" dirty="0">
                    <a:solidFill>
                      <a:schemeClr val="tx2"/>
                    </a:solidFill>
                    <a:latin typeface="DejaVu Sans"/>
                    <a:ea typeface="DejaVu Sans"/>
                    <a:cs typeface="DejaVu Sans"/>
                  </a:rPr>
                  <a:t>.</a:t>
                </a:r>
                <a:endParaRPr lang="en-GB" sz="2100" dirty="0">
                  <a:solidFill>
                    <a:schemeClr val="tx2"/>
                  </a:solidFill>
                </a:endParaRPr>
              </a:p>
            </p:txBody>
          </p:sp>
        </mc:Choice>
        <mc:Fallback xmlns="">
          <p:sp>
            <p:nvSpPr>
              <p:cNvPr id="9" name="lead">
                <a:extLst>
                  <a:ext uri="{FF2B5EF4-FFF2-40B4-BE49-F238E27FC236}">
                    <a16:creationId xmlns:a16="http://schemas.microsoft.com/office/drawing/2014/main" id="{99AD7347-79F0-25A7-3CD4-9480397EB902}"/>
                  </a:ext>
                </a:extLst>
              </p:cNvPr>
              <p:cNvSpPr>
                <a:spLocks noGrp="1" noRot="1" noChangeAspect="1" noMove="1" noResize="1" noEditPoints="1" noAdjustHandles="1" noChangeArrowheads="1" noChangeShapeType="1" noTextEdit="1"/>
              </p:cNvSpPr>
              <p:nvPr/>
            </p:nvSpPr>
            <p:spPr>
              <a:xfrm>
                <a:off x="523875" y="942975"/>
                <a:ext cx="11144250" cy="742950"/>
              </a:xfrm>
              <a:prstGeom prst="rect">
                <a:avLst/>
              </a:prstGeom>
              <a:blipFill>
                <a:blip r:embed="rId33"/>
                <a:stretch>
                  <a:fillRect l="-383" t="-8197" b="-1557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4030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animBg="1"/>
      <p:bldP spid="402" grpId="0"/>
      <p:bldP spid="40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C0D831B-83FA-4383-B529-A0EC7AA51EFA}"/>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chain rule at the output layer</a:t>
            </a:r>
          </a:p>
        </p:txBody>
      </p:sp>
      <p:sp>
        <p:nvSpPr>
          <p:cNvPr id="2" name="lead">
            <a:extLst>
              <a:ext uri="{FF2B5EF4-FFF2-40B4-BE49-F238E27FC236}">
                <a16:creationId xmlns:a16="http://schemas.microsoft.com/office/drawing/2014/main" id="{4D923B90-6470-4325-B9AE-371FDFBD8067}"/>
              </a:ext>
            </a:extLst>
          </p:cNvPr>
          <p:cNvSpPr>
            <a:spLocks noGrp="1"/>
          </p:cNvSpPr>
          <p:nvPr/>
        </p:nvSpPr>
        <p:spPr>
          <a:xfrm>
            <a:off x="523874" y="814387"/>
            <a:ext cx="11144250" cy="74295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Let’s</a:t>
            </a:r>
            <a:r>
              <a:rPr lang="it-IT" sz="2175" b="0" dirty="0">
                <a:solidFill>
                  <a:srgbClr val="526276"/>
                </a:solidFill>
                <a:latin typeface="DejaVu Sans"/>
                <a:ea typeface="DejaVu Sans"/>
                <a:cs typeface="DejaVu Sans"/>
              </a:rPr>
              <a:t> start from the </a:t>
            </a:r>
            <a:r>
              <a:rPr lang="it-IT" sz="2175" b="0" dirty="0">
                <a:solidFill>
                  <a:srgbClr val="FF0000"/>
                </a:solidFill>
                <a:latin typeface="DejaVu Sans"/>
                <a:ea typeface="DejaVu Sans"/>
                <a:cs typeface="DejaVu Sans"/>
              </a:rPr>
              <a:t>3rd </a:t>
            </a:r>
            <a:r>
              <a:rPr lang="it-IT" sz="2175" b="0" dirty="0" err="1">
                <a:solidFill>
                  <a:srgbClr val="FF0000"/>
                </a:solidFill>
                <a:latin typeface="DejaVu Sans"/>
                <a:ea typeface="DejaVu Sans"/>
                <a:cs typeface="DejaVu Sans"/>
              </a:rPr>
              <a:t>layer</a:t>
            </a:r>
            <a:endParaRPr lang="en-GB" sz="2175" dirty="0">
              <a:solidFill>
                <a:srgbClr val="FF0000"/>
              </a:solidFill>
            </a:endParaRPr>
          </a:p>
        </p:txBody>
      </p:sp>
      <p:sp>
        <p:nvSpPr>
          <p:cNvPr id="3" name="footer_course">
            <a:extLst>
              <a:ext uri="{FF2B5EF4-FFF2-40B4-BE49-F238E27FC236}">
                <a16:creationId xmlns:a16="http://schemas.microsoft.com/office/drawing/2014/main" id="{C952A68E-534C-4EDB-8B42-81534CE75F91}"/>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0669C611-ECE8-4636-ADD8-BC9394E7F0E5}"/>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10</a:t>
            </a:r>
          </a:p>
        </p:txBody>
      </p:sp>
      <mc:AlternateContent xmlns:mc="http://schemas.openxmlformats.org/markup-compatibility/2006" xmlns:a14="http://schemas.microsoft.com/office/drawing/2010/main">
        <mc:Choice Requires="a14">
          <p:sp>
            <p:nvSpPr>
              <p:cNvPr id="5" name="fixed_definition" descr="J_{3}(u)=(u-y)^2">
                <a:extLst>
                  <a:ext uri="{FF2B5EF4-FFF2-40B4-BE49-F238E27FC236}">
                    <a16:creationId xmlns:a16="http://schemas.microsoft.com/office/drawing/2014/main" id="{2AE8B423-B859-490C-B401-25714F9FC650}"/>
                  </a:ext>
                </a:extLst>
              </p:cNvPr>
              <p:cNvSpPr>
                <a:spLocks noGrp="1"/>
              </p:cNvSpPr>
              <p:nvPr/>
            </p:nvSpPr>
            <p:spPr>
              <a:xfrm>
                <a:off x="544740" y="2441550"/>
                <a:ext cx="571500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𝐽</m:t>
                          </m:r>
                        </m:e>
                        <m:sub>
                          <m:r>
                            <a:rPr lang="en-GB" sz="2800">
                              <a:solidFill>
                                <a:srgbClr val="087F82"/>
                              </a:solidFill>
                              <a:latin typeface="Cambria Math"/>
                              <a:ea typeface="Cambria Math"/>
                              <a:cs typeface="Cambria Math"/>
                            </a:rPr>
                            <m:t>3</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e>
                      </m:d>
                      <m:r>
                        <a:rPr lang="en-GB" sz="2800">
                          <a:solidFill>
                            <a:srgbClr val="087F82"/>
                          </a:solidFill>
                          <a:latin typeface="Cambria Math"/>
                          <a:ea typeface="Cambria Math"/>
                          <a:cs typeface="Cambria Math"/>
                        </a:rPr>
                        <m:t>=</m:t>
                      </m:r>
                      <m:sSup>
                        <m:sSupPr>
                          <m:ctrlPr>
                            <a:rPr lang="en-GB" sz="2800" i="1">
                              <a:solidFill>
                                <a:srgbClr val="087F82"/>
                              </a:solidFill>
                              <a:latin typeface="Cambria Math" panose="02040503050406030204" pitchFamily="18" charset="0"/>
                              <a:ea typeface="Cambria Math"/>
                              <a:cs typeface="Cambria Math"/>
                            </a:rPr>
                          </m:ctrlPr>
                        </m:sSupPr>
                        <m:e>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r>
                                <a:rPr lang="en-GB" sz="2800">
                                  <a:solidFill>
                                    <a:srgbClr val="087F82"/>
                                  </a:solidFill>
                                  <a:latin typeface="Cambria Math"/>
                                  <a:ea typeface="Cambria Math"/>
                                  <a:cs typeface="Cambria Math"/>
                                </a:rPr>
                                <m:t>−</m:t>
                              </m:r>
                              <m:r>
                                <a:rPr lang="en-GB" sz="2800">
                                  <a:solidFill>
                                    <a:srgbClr val="087F82"/>
                                  </a:solidFill>
                                  <a:latin typeface="Cambria Math"/>
                                  <a:ea typeface="Cambria Math"/>
                                  <a:cs typeface="Cambria Math"/>
                                </a:rPr>
                                <m:t>𝑦</m:t>
                              </m:r>
                            </m:e>
                          </m:d>
                        </m:e>
                        <m:sup>
                          <m:r>
                            <a:rPr lang="en-GB" sz="2800">
                              <a:solidFill>
                                <a:srgbClr val="087F82"/>
                              </a:solidFill>
                              <a:latin typeface="Cambria Math"/>
                              <a:ea typeface="Cambria Math"/>
                              <a:cs typeface="Cambria Math"/>
                            </a:rPr>
                            <m:t>2</m:t>
                          </m:r>
                        </m:sup>
                      </m:sSup>
                    </m:oMath>
                  </m:oMathPara>
                </a14:m>
                <a:endParaRPr lang="en-GB" sz="2800" dirty="0">
                  <a:solidFill>
                    <a:srgbClr val="087F82"/>
                  </a:solidFill>
                </a:endParaRPr>
              </a:p>
            </p:txBody>
          </p:sp>
        </mc:Choice>
        <mc:Fallback xmlns="">
          <p:sp>
            <p:nvSpPr>
              <p:cNvPr id="5" name="fixed_definition" descr="J_{3}(u)=(u-y)^2">
                <a:extLst>
                  <a:ext uri="{FF2B5EF4-FFF2-40B4-BE49-F238E27FC236}">
                    <a16:creationId xmlns:a16="http://schemas.microsoft.com/office/drawing/2014/main" id="{2AE8B423-B859-490C-B401-25714F9FC650}"/>
                  </a:ext>
                </a:extLst>
              </p:cNvPr>
              <p:cNvSpPr>
                <a:spLocks noGrp="1" noRot="1" noChangeAspect="1" noMove="1" noResize="1" noEditPoints="1" noAdjustHandles="1" noChangeArrowheads="1" noChangeShapeType="1" noTextEdit="1"/>
              </p:cNvSpPr>
              <p:nvPr/>
            </p:nvSpPr>
            <p:spPr>
              <a:xfrm>
                <a:off x="544740" y="2441550"/>
                <a:ext cx="5715000" cy="60960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fixed_composition" descr="\mathcal L_{\mathrm{sq}}(\boldsymbol{\theta})=J_{3}(a_3(x))">
                <a:extLst>
                  <a:ext uri="{FF2B5EF4-FFF2-40B4-BE49-F238E27FC236}">
                    <a16:creationId xmlns:a16="http://schemas.microsoft.com/office/drawing/2014/main" id="{506F804A-329C-4FC9-BFB6-E74260D01BD8}"/>
                  </a:ext>
                </a:extLst>
              </p:cNvPr>
              <p:cNvSpPr>
                <a:spLocks noGrp="1"/>
              </p:cNvSpPr>
              <p:nvPr/>
            </p:nvSpPr>
            <p:spPr>
              <a:xfrm>
                <a:off x="3119436" y="1357313"/>
                <a:ext cx="595312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ℒ</m:t>
                          </m:r>
                        </m:e>
                        <m:sub>
                          <m:r>
                            <m:rPr>
                              <m:sty m:val="p"/>
                            </m:rPr>
                            <a:rPr lang="en-GB" sz="2800">
                              <a:solidFill>
                                <a:srgbClr val="087F83"/>
                              </a:solidFill>
                              <a:latin typeface="Cambria Math"/>
                              <a:ea typeface="Cambria Math"/>
                              <a:cs typeface="Cambria Math"/>
                            </a:rPr>
                            <m:t>sq</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𝛉</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𝐽</m:t>
                          </m:r>
                        </m:e>
                        <m:sub>
                          <m:r>
                            <a:rPr lang="en-GB" sz="2800">
                              <a:solidFill>
                                <a:srgbClr val="087F83"/>
                              </a:solidFill>
                              <a:latin typeface="Cambria Math"/>
                              <a:ea typeface="Cambria Math"/>
                              <a:cs typeface="Cambria Math"/>
                            </a:rPr>
                            <m:t>3</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3</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e>
                      </m:d>
                    </m:oMath>
                  </m:oMathPara>
                </a14:m>
                <a:endParaRPr lang="en-GB" sz="2800" dirty="0"/>
              </a:p>
            </p:txBody>
          </p:sp>
        </mc:Choice>
        <mc:Fallback xmlns="">
          <p:sp>
            <p:nvSpPr>
              <p:cNvPr id="6" name="fixed_composition" descr="\mathcal L_{\mathrm{sq}}(\boldsymbol{\theta})=J_{3}(a_3(x))">
                <a:extLst>
                  <a:ext uri="{FF2B5EF4-FFF2-40B4-BE49-F238E27FC236}">
                    <a16:creationId xmlns:a16="http://schemas.microsoft.com/office/drawing/2014/main" id="{506F804A-329C-4FC9-BFB6-E74260D01BD8}"/>
                  </a:ext>
                </a:extLst>
              </p:cNvPr>
              <p:cNvSpPr>
                <a:spLocks noGrp="1" noRot="1" noChangeAspect="1" noMove="1" noResize="1" noEditPoints="1" noAdjustHandles="1" noChangeArrowheads="1" noChangeShapeType="1" noTextEdit="1"/>
              </p:cNvSpPr>
              <p:nvPr/>
            </p:nvSpPr>
            <p:spPr>
              <a:xfrm>
                <a:off x="3119436" y="1357313"/>
                <a:ext cx="5953125" cy="6286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ixed_preactivation" descr="a_3(x)=\phi_2(x)w_3+b_3">
                <a:extLst>
                  <a:ext uri="{FF2B5EF4-FFF2-40B4-BE49-F238E27FC236}">
                    <a16:creationId xmlns:a16="http://schemas.microsoft.com/office/drawing/2014/main" id="{C9ECC9CD-7FDE-4813-B2B0-B44F5967FE7B}"/>
                  </a:ext>
                </a:extLst>
              </p:cNvPr>
              <p:cNvSpPr>
                <a:spLocks noGrp="1"/>
              </p:cNvSpPr>
              <p:nvPr/>
            </p:nvSpPr>
            <p:spPr>
              <a:xfrm>
                <a:off x="6181915" y="2422500"/>
                <a:ext cx="5286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3</m:t>
                          </m:r>
                        </m:sub>
                      </m:sSub>
                      <m:d>
                        <m:dPr>
                          <m:ctrlPr>
                            <a:rPr lang="en-GB" sz="2800">
                              <a:solidFill>
                                <a:srgbClr val="3E797B"/>
                              </a:solidFill>
                              <a:latin typeface="Cambria Math"/>
                              <a:ea typeface="Cambria Math"/>
                              <a:cs typeface="Cambria Math"/>
                            </a:rPr>
                          </m:ctrlPr>
                        </m:dPr>
                        <m:e>
                          <m:r>
                            <a:rPr lang="en-GB" sz="2800">
                              <a:solidFill>
                                <a:srgbClr val="3E797B"/>
                              </a:solidFill>
                              <a:latin typeface="Cambria Math"/>
                              <a:ea typeface="Cambria Math"/>
                              <a:cs typeface="Cambria Math"/>
                            </a:rPr>
                            <m:t>𝑥</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3</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3</m:t>
                          </m:r>
                        </m:sub>
                      </m:sSub>
                    </m:oMath>
                  </m:oMathPara>
                </a14:m>
                <a:endParaRPr lang="en-GB" sz="2800" dirty="0"/>
              </a:p>
            </p:txBody>
          </p:sp>
        </mc:Choice>
        <mc:Fallback xmlns="">
          <p:sp>
            <p:nvSpPr>
              <p:cNvPr id="7" name="fixed_preactivation" descr="a_3(x)=\phi_2(x)w_3+b_3">
                <a:extLst>
                  <a:ext uri="{FF2B5EF4-FFF2-40B4-BE49-F238E27FC236}">
                    <a16:creationId xmlns:a16="http://schemas.microsoft.com/office/drawing/2014/main" id="{C9ECC9CD-7FDE-4813-B2B0-B44F5967FE7B}"/>
                  </a:ext>
                </a:extLst>
              </p:cNvPr>
              <p:cNvSpPr>
                <a:spLocks noGrp="1" noRot="1" noChangeAspect="1" noMove="1" noResize="1" noEditPoints="1" noAdjustHandles="1" noChangeArrowheads="1" noChangeShapeType="1" noTextEdit="1"/>
              </p:cNvSpPr>
              <p:nvPr/>
            </p:nvSpPr>
            <p:spPr>
              <a:xfrm>
                <a:off x="6181915" y="2422500"/>
                <a:ext cx="5286375" cy="6286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fixed_independence">
                <a:extLst>
                  <a:ext uri="{FF2B5EF4-FFF2-40B4-BE49-F238E27FC236}">
                    <a16:creationId xmlns:a16="http://schemas.microsoft.com/office/drawing/2014/main" id="{8236361E-1D73-46FA-8E0F-C67EDCF15C81}"/>
                  </a:ext>
                </a:extLst>
              </p:cNvPr>
              <p:cNvSpPr>
                <a:spLocks noGrp="1"/>
              </p:cNvSpPr>
              <p:nvPr/>
            </p:nvSpPr>
            <p:spPr>
              <a:xfrm>
                <a:off x="428625" y="3162300"/>
                <a:ext cx="11334750" cy="457200"/>
              </a:xfrm>
              <a:prstGeom prst="rect">
                <a:avLst/>
              </a:prstGeom>
              <a:noFill/>
              <a:ln w="0">
                <a:noFill/>
              </a:ln>
            </p:spPr>
            <p:txBody>
              <a:bodyPr lIns="0" tIns="0" rIns="0" bIns="0"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lang="it-IT" sz="2025" b="1" dirty="0">
                    <a:solidFill>
                      <a:srgbClr val="FF0000"/>
                    </a:solidFill>
                    <a:latin typeface="DejaVu Sans"/>
                    <a:ea typeface="DejaVu Sans"/>
                    <a:cs typeface="DejaVu Sans"/>
                  </a:rPr>
                  <a:t>Neither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𝐽</m:t>
                        </m:r>
                      </m:e>
                      <m:sub>
                        <m:r>
                          <a:rPr lang="ar-AE" sz="2025">
                            <a:solidFill>
                              <a:srgbClr val="FF0000"/>
                            </a:solidFill>
                            <a:latin typeface="Cambria Math"/>
                            <a:ea typeface="Cambria Math"/>
                            <a:cs typeface="Cambria Math"/>
                          </a:rPr>
                          <m:t>3</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nor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𝜙</m:t>
                        </m:r>
                      </m:e>
                      <m:sub>
                        <m:r>
                          <a:rPr lang="ar-AE" sz="2025">
                            <a:solidFill>
                              <a:srgbClr val="FF0000"/>
                            </a:solidFill>
                            <a:latin typeface="Cambria Math"/>
                            <a:ea typeface="Cambria Math"/>
                            <a:cs typeface="Cambria Math"/>
                          </a:rPr>
                          <m:t>2</m:t>
                        </m:r>
                      </m:sub>
                    </m:sSub>
                    <m:d>
                      <m:dPr>
                        <m:ctrlPr>
                          <a:rPr lang="ar-AE" sz="2025">
                            <a:solidFill>
                              <a:srgbClr val="FF0000"/>
                            </a:solidFill>
                            <a:latin typeface="Cambria Math"/>
                            <a:ea typeface="Cambria Math"/>
                            <a:cs typeface="Cambria Math"/>
                          </a:rPr>
                        </m:ctrlPr>
                      </m:dPr>
                      <m:e>
                        <m:r>
                          <a:rPr lang="ar-AE" sz="2025">
                            <a:solidFill>
                              <a:srgbClr val="FF0000"/>
                            </a:solidFill>
                            <a:latin typeface="Cambria Math"/>
                            <a:ea typeface="Cambria Math"/>
                            <a:cs typeface="Cambria Math"/>
                          </a:rPr>
                          <m:t>𝑥</m:t>
                        </m:r>
                      </m:e>
                    </m:d>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depends on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𝑤</m:t>
                        </m:r>
                      </m:e>
                      <m:sub>
                        <m:r>
                          <a:rPr lang="ar-AE" sz="2025">
                            <a:solidFill>
                              <a:srgbClr val="FF0000"/>
                            </a:solidFill>
                            <a:latin typeface="Cambria Math"/>
                            <a:ea typeface="Cambria Math"/>
                            <a:cs typeface="Cambria Math"/>
                          </a:rPr>
                          <m:t>3</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𝑏</m:t>
                        </m:r>
                      </m:e>
                      <m:sub>
                        <m:r>
                          <a:rPr lang="ar-AE" sz="2025">
                            <a:solidFill>
                              <a:srgbClr val="FF0000"/>
                            </a:solidFill>
                            <a:latin typeface="Cambria Math"/>
                            <a:ea typeface="Cambria Math"/>
                            <a:cs typeface="Cambria Math"/>
                          </a:rPr>
                          <m:t>3</m:t>
                        </m:r>
                      </m:sub>
                    </m:sSub>
                  </m:oMath>
                </a14:m>
                <a:endParaRPr lang="ar-AE" sz="2025" dirty="0">
                  <a:solidFill>
                    <a:srgbClr val="FF0000"/>
                  </a:solidFill>
                </a:endParaRPr>
              </a:p>
            </p:txBody>
          </p:sp>
        </mc:Choice>
        <mc:Fallback xmlns="">
          <p:sp>
            <p:nvSpPr>
              <p:cNvPr id="8" name="fixed_independence">
                <a:extLst>
                  <a:ext uri="{FF2B5EF4-FFF2-40B4-BE49-F238E27FC236}">
                    <a16:creationId xmlns:a16="http://schemas.microsoft.com/office/drawing/2014/main" id="{8236361E-1D73-46FA-8E0F-C67EDCF15C81}"/>
                  </a:ext>
                </a:extLst>
              </p:cNvPr>
              <p:cNvSpPr>
                <a:spLocks noGrp="1" noRot="1" noChangeAspect="1" noMove="1" noResize="1" noEditPoints="1" noAdjustHandles="1" noChangeArrowheads="1" noChangeShapeType="1" noTextEdit="1"/>
              </p:cNvSpPr>
              <p:nvPr/>
            </p:nvSpPr>
            <p:spPr>
              <a:xfrm>
                <a:off x="428625" y="3162300"/>
                <a:ext cx="11334750" cy="457200"/>
              </a:xfrm>
              <a:prstGeom prst="rect">
                <a:avLst/>
              </a:prstGeom>
              <a:blipFill>
                <a:blip r:embed="rId6"/>
                <a:stretch>
                  <a:fillRect t="-1333" b="-16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b_chain" descr="\frac{\partial\mathcal L_{\mathrm{sq}}}{\partial b_3}(\boldsymbol{\theta})=J_{3}'(a_3(x))\,\frac{\partial a_3(x)}{\partial b_3}">
                <a:extLst>
                  <a:ext uri="{FF2B5EF4-FFF2-40B4-BE49-F238E27FC236}">
                    <a16:creationId xmlns:a16="http://schemas.microsoft.com/office/drawing/2014/main" id="{3004B46D-C033-4391-B6C2-30849CCC4441}"/>
                  </a:ext>
                </a:extLst>
              </p:cNvPr>
              <p:cNvSpPr>
                <a:spLocks noGrp="1"/>
              </p:cNvSpPr>
              <p:nvPr/>
            </p:nvSpPr>
            <p:spPr>
              <a:xfrm>
                <a:off x="2143125" y="3676650"/>
                <a:ext cx="49530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𝑏</m:t>
                              </m:r>
                            </m:e>
                            <m:sub>
                              <m:r>
                                <a:rPr lang="en-GB" sz="2600">
                                  <a:solidFill>
                                    <a:srgbClr val="7030A0"/>
                                  </a:solidFill>
                                  <a:latin typeface="Cambria Math"/>
                                  <a:ea typeface="Cambria Math"/>
                                  <a:cs typeface="Cambria Math"/>
                                </a:rPr>
                                <m:t>3</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3</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3</m:t>
                              </m:r>
                            </m:sub>
                          </m:sSub>
                        </m:den>
                      </m:f>
                    </m:oMath>
                  </m:oMathPara>
                </a14:m>
                <a:endParaRPr lang="en-GB" sz="2600" dirty="0"/>
              </a:p>
            </p:txBody>
          </p:sp>
        </mc:Choice>
        <mc:Fallback xmlns="">
          <p:sp>
            <p:nvSpPr>
              <p:cNvPr id="9" name="b_chain" descr="\frac{\partial\mathcal L_{\mathrm{sq}}}{\partial b_3}(\boldsymbol{\theta})=J_{3}'(a_3(x))\,\frac{\partial a_3(x)}{\partial b_3}">
                <a:extLst>
                  <a:ext uri="{FF2B5EF4-FFF2-40B4-BE49-F238E27FC236}">
                    <a16:creationId xmlns:a16="http://schemas.microsoft.com/office/drawing/2014/main" id="{3004B46D-C033-4391-B6C2-30849CCC4441}"/>
                  </a:ext>
                </a:extLst>
              </p:cNvPr>
              <p:cNvSpPr>
                <a:spLocks noGrp="1" noRot="1" noChangeAspect="1" noMove="1" noResize="1" noEditPoints="1" noAdjustHandles="1" noChangeArrowheads="1" noChangeShapeType="1" noTextEdit="1"/>
              </p:cNvSpPr>
              <p:nvPr/>
            </p:nvSpPr>
            <p:spPr>
              <a:xfrm>
                <a:off x="2143125" y="3676650"/>
                <a:ext cx="4953000" cy="8953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b_result" descr="=J_{3}'(a_3(x))\cdot1">
                <a:extLst>
                  <a:ext uri="{FF2B5EF4-FFF2-40B4-BE49-F238E27FC236}">
                    <a16:creationId xmlns:a16="http://schemas.microsoft.com/office/drawing/2014/main" id="{9C16E2AE-1AB8-4D95-8A63-0E7FD27AEA8E}"/>
                  </a:ext>
                </a:extLst>
              </p:cNvPr>
              <p:cNvSpPr>
                <a:spLocks noGrp="1"/>
              </p:cNvSpPr>
              <p:nvPr/>
            </p:nvSpPr>
            <p:spPr>
              <a:xfrm>
                <a:off x="6686169" y="3676650"/>
                <a:ext cx="36195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r>
                        <a:rPr lang="en-GB" sz="2600">
                          <a:solidFill>
                            <a:srgbClr val="087F83"/>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r>
                        <a:rPr lang="en-GB" sz="2600">
                          <a:solidFill>
                            <a:srgbClr val="087F83"/>
                          </a:solidFill>
                          <a:latin typeface="Cambria Math"/>
                          <a:ea typeface="Cambria Math"/>
                          <a:cs typeface="Cambria Math"/>
                        </a:rPr>
                        <m:t>⋅1</m:t>
                      </m:r>
                    </m:oMath>
                  </m:oMathPara>
                </a14:m>
                <a:endParaRPr lang="en-GB" sz="2600" dirty="0"/>
              </a:p>
            </p:txBody>
          </p:sp>
        </mc:Choice>
        <mc:Fallback xmlns="">
          <p:sp>
            <p:nvSpPr>
              <p:cNvPr id="10" name="b_result" descr="=J_{3}'(a_3(x))\cdot1">
                <a:extLst>
                  <a:ext uri="{FF2B5EF4-FFF2-40B4-BE49-F238E27FC236}">
                    <a16:creationId xmlns:a16="http://schemas.microsoft.com/office/drawing/2014/main" id="{9C16E2AE-1AB8-4D95-8A63-0E7FD27AEA8E}"/>
                  </a:ext>
                </a:extLst>
              </p:cNvPr>
              <p:cNvSpPr>
                <a:spLocks noGrp="1" noRot="1" noChangeAspect="1" noMove="1" noResize="1" noEditPoints="1" noAdjustHandles="1" noChangeArrowheads="1" noChangeShapeType="1" noTextEdit="1"/>
              </p:cNvSpPr>
              <p:nvPr/>
            </p:nvSpPr>
            <p:spPr>
              <a:xfrm>
                <a:off x="6686169" y="3676650"/>
                <a:ext cx="3619500" cy="8953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w_chain" descr="\frac{\partial\mathcal L_{\mathrm{sq}}}{\partial w_3}(\boldsymbol{\theta})=J_{3}'(a_3(x))\,\frac{\partial a_3(x)}{\partial w_3}">
                <a:extLst>
                  <a:ext uri="{FF2B5EF4-FFF2-40B4-BE49-F238E27FC236}">
                    <a16:creationId xmlns:a16="http://schemas.microsoft.com/office/drawing/2014/main" id="{785FD5AE-6ED6-47A0-BFBF-8A79C0519DD6}"/>
                  </a:ext>
                </a:extLst>
              </p:cNvPr>
              <p:cNvSpPr>
                <a:spLocks noGrp="1"/>
              </p:cNvSpPr>
              <p:nvPr/>
            </p:nvSpPr>
            <p:spPr>
              <a:xfrm>
                <a:off x="2143125" y="4667250"/>
                <a:ext cx="49530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𝑤</m:t>
                              </m:r>
                            </m:e>
                            <m:sub>
                              <m:r>
                                <a:rPr lang="en-GB" sz="2600">
                                  <a:solidFill>
                                    <a:srgbClr val="7030A0"/>
                                  </a:solidFill>
                                  <a:latin typeface="Cambria Math"/>
                                  <a:ea typeface="Cambria Math"/>
                                  <a:cs typeface="Cambria Math"/>
                                </a:rPr>
                                <m:t>3</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3</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3</m:t>
                              </m:r>
                            </m:sub>
                          </m:sSub>
                        </m:den>
                      </m:f>
                    </m:oMath>
                  </m:oMathPara>
                </a14:m>
                <a:endParaRPr lang="en-GB" sz="2600" dirty="0"/>
              </a:p>
            </p:txBody>
          </p:sp>
        </mc:Choice>
        <mc:Fallback xmlns="">
          <p:sp>
            <p:nvSpPr>
              <p:cNvPr id="11" name="w_chain" descr="\frac{\partial\mathcal L_{\mathrm{sq}}}{\partial w_3}(\boldsymbol{\theta})=J_{3}'(a_3(x))\,\frac{\partial a_3(x)}{\partial w_3}">
                <a:extLst>
                  <a:ext uri="{FF2B5EF4-FFF2-40B4-BE49-F238E27FC236}">
                    <a16:creationId xmlns:a16="http://schemas.microsoft.com/office/drawing/2014/main" id="{785FD5AE-6ED6-47A0-BFBF-8A79C0519DD6}"/>
                  </a:ext>
                </a:extLst>
              </p:cNvPr>
              <p:cNvSpPr>
                <a:spLocks noGrp="1" noRot="1" noChangeAspect="1" noMove="1" noResize="1" noEditPoints="1" noAdjustHandles="1" noChangeArrowheads="1" noChangeShapeType="1" noTextEdit="1"/>
              </p:cNvSpPr>
              <p:nvPr/>
            </p:nvSpPr>
            <p:spPr>
              <a:xfrm>
                <a:off x="2143125" y="4667250"/>
                <a:ext cx="4953000" cy="89535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w_result" descr="=J_{3}'(a_3(x))\,\phi_2(x)">
                <a:extLst>
                  <a:ext uri="{FF2B5EF4-FFF2-40B4-BE49-F238E27FC236}">
                    <a16:creationId xmlns:a16="http://schemas.microsoft.com/office/drawing/2014/main" id="{B1797F9A-613C-4F94-89B6-C43235B92499}"/>
                  </a:ext>
                </a:extLst>
              </p:cNvPr>
              <p:cNvSpPr>
                <a:spLocks noGrp="1"/>
              </p:cNvSpPr>
              <p:nvPr/>
            </p:nvSpPr>
            <p:spPr>
              <a:xfrm>
                <a:off x="7015353" y="4667250"/>
                <a:ext cx="36195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r>
                        <a:rPr lang="en-GB" sz="2600" smtClean="0">
                          <a:solidFill>
                            <a:srgbClr val="087F83"/>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r>
                        <a:rPr lang="it-IT" sz="2600" b="0" i="1" smtClean="0">
                          <a:solidFill>
                            <a:srgbClr val="087F83"/>
                          </a:solidFill>
                          <a:latin typeface="Cambria Math" panose="02040503050406030204" pitchFamily="18" charset="0"/>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oMath>
                  </m:oMathPara>
                </a14:m>
                <a:endParaRPr lang="en-GB" sz="2600" dirty="0"/>
              </a:p>
            </p:txBody>
          </p:sp>
        </mc:Choice>
        <mc:Fallback xmlns="">
          <p:sp>
            <p:nvSpPr>
              <p:cNvPr id="12" name="w_result" descr="=J_{3}'(a_3(x))\,\phi_2(x)">
                <a:extLst>
                  <a:ext uri="{FF2B5EF4-FFF2-40B4-BE49-F238E27FC236}">
                    <a16:creationId xmlns:a16="http://schemas.microsoft.com/office/drawing/2014/main" id="{B1797F9A-613C-4F94-89B6-C43235B92499}"/>
                  </a:ext>
                </a:extLst>
              </p:cNvPr>
              <p:cNvSpPr>
                <a:spLocks noGrp="1" noRot="1" noChangeAspect="1" noMove="1" noResize="1" noEditPoints="1" noAdjustHandles="1" noChangeArrowheads="1" noChangeShapeType="1" noTextEdit="1"/>
              </p:cNvSpPr>
              <p:nvPr/>
            </p:nvSpPr>
            <p:spPr>
              <a:xfrm>
                <a:off x="7015353" y="4667250"/>
                <a:ext cx="3619500" cy="895350"/>
              </a:xfrm>
              <a:prstGeom prst="rect">
                <a:avLst/>
              </a:prstGeom>
              <a:blipFill>
                <a:blip r:embed="rId10"/>
                <a:stretch>
                  <a:fillRect/>
                </a:stretch>
              </a:blipFill>
              <a:ln w="0">
                <a:noFill/>
              </a:ln>
            </p:spPr>
            <p:txBody>
              <a:bodyPr/>
              <a:lstStyle/>
              <a:p>
                <a:r>
                  <a:rPr lang="it-IT">
                    <a:noFill/>
                  </a:rPr>
                  <a:t> </a:t>
                </a:r>
              </a:p>
            </p:txBody>
          </p:sp>
        </mc:Fallback>
      </mc:AlternateContent>
      <p:sp>
        <p:nvSpPr>
          <p:cNvPr id="16" name="CasellaDiTesto 15">
            <a:extLst>
              <a:ext uri="{FF2B5EF4-FFF2-40B4-BE49-F238E27FC236}">
                <a16:creationId xmlns:a16="http://schemas.microsoft.com/office/drawing/2014/main" id="{3B81CF36-4FB1-1EF3-FAE6-D88AB8F7EE61}"/>
              </a:ext>
            </a:extLst>
          </p:cNvPr>
          <p:cNvSpPr txBox="1"/>
          <p:nvPr/>
        </p:nvSpPr>
        <p:spPr>
          <a:xfrm>
            <a:off x="2511456" y="2002726"/>
            <a:ext cx="7169084" cy="427040"/>
          </a:xfrm>
          <a:prstGeom prst="rect">
            <a:avLst/>
          </a:prstGeom>
          <a:noFill/>
        </p:spPr>
        <p:txBody>
          <a:bodyPr wrap="square">
            <a:spAutoFit/>
          </a:body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where</a:t>
            </a:r>
            <a:endParaRPr lang="en-GB" sz="2175" dirty="0"/>
          </a:p>
        </p:txBody>
      </p:sp>
      <mc:AlternateContent xmlns:mc="http://schemas.openxmlformats.org/markup-compatibility/2006" xmlns:a14="http://schemas.microsoft.com/office/drawing/2010/main">
        <mc:Choice Requires="a14">
          <p:sp>
            <p:nvSpPr>
              <p:cNvPr id="101" name="shared_factor_prompt">
                <a:extLst>
                  <a:ext uri="{FF2B5EF4-FFF2-40B4-BE49-F238E27FC236}">
                    <a16:creationId xmlns:a16="http://schemas.microsoft.com/office/drawing/2014/main" id="{94C5E46F-DF9A-48AA-BB9D-E221FE1B60C4}"/>
                  </a:ext>
                </a:extLst>
              </p:cNvPr>
              <p:cNvSpPr>
                <a:spLocks noGrp="1"/>
              </p:cNvSpPr>
              <p:nvPr/>
            </p:nvSpPr>
            <p:spPr>
              <a:xfrm>
                <a:off x="428625" y="5895975"/>
                <a:ext cx="11334750" cy="571500"/>
              </a:xfrm>
              <a:prstGeom prst="rect">
                <a:avLst/>
              </a:prstGeom>
              <a:noFill/>
              <a:ln w="0">
                <a:noFill/>
              </a:ln>
            </p:spPr>
            <p:txBody>
              <a:bodyPr anchor="ctr"/>
              <a:lstStyle>
                <a:defPPr algn="ctr">
                  <a:defRPr sz="2175" b="1">
                    <a:solidFill>
                      <a:srgbClr val="182D45"/>
                    </a:solidFill>
                    <a:latin typeface="DejaVu Sans"/>
                    <a:ea typeface="DejaVu Sans"/>
                    <a:cs typeface="DejaVu Sans"/>
                  </a:defRPr>
                </a:defPPr>
              </a:lstStyle>
              <a:p>
                <a:pPr algn="ctr">
                  <a:defRPr sz="2175" b="1">
                    <a:solidFill>
                      <a:srgbClr val="182D45"/>
                    </a:solidFill>
                    <a:latin typeface="DejaVu Sans"/>
                    <a:ea typeface="DejaVu Sans"/>
                    <a:cs typeface="DejaVu Sans"/>
                  </a:defRPr>
                </a:pPr>
                <a:r>
                  <a:rPr sz="2175" b="1" dirty="0">
                    <a:solidFill>
                      <a:srgbClr val="182D45"/>
                    </a:solidFill>
                    <a:latin typeface="DejaVu Sans"/>
                    <a:ea typeface="DejaVu Sans"/>
                    <a:cs typeface="DejaVu Sans"/>
                  </a:rPr>
                  <a:t>We still need the shared factor</a:t>
                </a:r>
                <a:r>
                  <a:rPr lang="it-IT" sz="2175" b="1" dirty="0">
                    <a:solidFill>
                      <a:srgbClr val="182D45"/>
                    </a:solidFill>
                    <a:latin typeface="DejaVu Sans"/>
                    <a:ea typeface="DejaVu Sans"/>
                    <a:cs typeface="DejaVu Sans"/>
                  </a:rPr>
                  <a:t> </a:t>
                </a:r>
                <a14:m>
                  <m:oMath xmlns:m="http://schemas.openxmlformats.org/officeDocument/2006/math">
                    <m:sSubSup>
                      <m:sSubSupPr>
                        <m:ctrlPr>
                          <a:rPr lang="en-GB" sz="2400">
                            <a:solidFill>
                              <a:schemeClr val="accent2">
                                <a:lumMod val="75000"/>
                              </a:schemeClr>
                            </a:solidFill>
                            <a:latin typeface="Cambria Math"/>
                            <a:ea typeface="Cambria Math"/>
                            <a:cs typeface="Cambria Math"/>
                          </a:rPr>
                        </m:ctrlPr>
                      </m:sSubSupPr>
                      <m:e>
                        <m:r>
                          <a:rPr lang="en-GB" sz="2400">
                            <a:solidFill>
                              <a:schemeClr val="accent2">
                                <a:lumMod val="75000"/>
                              </a:schemeClr>
                            </a:solidFill>
                            <a:latin typeface="Cambria Math"/>
                            <a:ea typeface="Cambria Math"/>
                            <a:cs typeface="Cambria Math"/>
                          </a:rPr>
                          <m:t>𝐽</m:t>
                        </m:r>
                      </m:e>
                      <m:sub>
                        <m:r>
                          <a:rPr lang="en-GB" sz="2400">
                            <a:solidFill>
                              <a:schemeClr val="accent2">
                                <a:lumMod val="75000"/>
                              </a:schemeClr>
                            </a:solidFill>
                            <a:latin typeface="Cambria Math"/>
                            <a:ea typeface="Cambria Math"/>
                            <a:cs typeface="Cambria Math"/>
                          </a:rPr>
                          <m:t>3</m:t>
                        </m:r>
                      </m:sub>
                      <m:sup>
                        <m:r>
                          <a:rPr lang="en-GB" sz="2400">
                            <a:solidFill>
                              <a:schemeClr val="accent2">
                                <a:lumMod val="75000"/>
                              </a:schemeClr>
                            </a:solidFill>
                            <a:latin typeface="Cambria Math"/>
                            <a:ea typeface="Cambria Math"/>
                            <a:cs typeface="Cambria Math"/>
                          </a:rPr>
                          <m:t>′</m:t>
                        </m:r>
                      </m:sup>
                    </m:sSubSup>
                    <m:d>
                      <m:dPr>
                        <m:ctrlPr>
                          <a:rPr lang="en-GB" sz="2400" i="1">
                            <a:solidFill>
                              <a:schemeClr val="accent2">
                                <a:lumMod val="75000"/>
                              </a:schemeClr>
                            </a:solidFill>
                            <a:latin typeface="Cambria Math" panose="02040503050406030204" pitchFamily="18" charset="0"/>
                            <a:ea typeface="Cambria Math"/>
                            <a:cs typeface="Cambria Math"/>
                          </a:rPr>
                        </m:ctrlPr>
                      </m:dPr>
                      <m:e>
                        <m:sSub>
                          <m:sSubPr>
                            <m:ctrlPr>
                              <a:rPr lang="en-GB" sz="2400">
                                <a:solidFill>
                                  <a:schemeClr val="accent2">
                                    <a:lumMod val="75000"/>
                                  </a:schemeClr>
                                </a:solidFill>
                                <a:latin typeface="Cambria Math"/>
                                <a:ea typeface="Cambria Math"/>
                                <a:cs typeface="Cambria Math"/>
                              </a:rPr>
                            </m:ctrlPr>
                          </m:sSubPr>
                          <m:e>
                            <m:r>
                              <a:rPr lang="en-GB" sz="2400">
                                <a:solidFill>
                                  <a:schemeClr val="accent2">
                                    <a:lumMod val="75000"/>
                                  </a:schemeClr>
                                </a:solidFill>
                                <a:latin typeface="Cambria Math"/>
                                <a:ea typeface="Cambria Math"/>
                                <a:cs typeface="Cambria Math"/>
                              </a:rPr>
                              <m:t>𝑎</m:t>
                            </m:r>
                          </m:e>
                          <m:sub>
                            <m:r>
                              <a:rPr lang="en-GB" sz="2400">
                                <a:solidFill>
                                  <a:schemeClr val="accent2">
                                    <a:lumMod val="75000"/>
                                  </a:schemeClr>
                                </a:solidFill>
                                <a:latin typeface="Cambria Math"/>
                                <a:ea typeface="Cambria Math"/>
                                <a:cs typeface="Cambria Math"/>
                              </a:rPr>
                              <m:t>3</m:t>
                            </m:r>
                          </m:sub>
                        </m:sSub>
                        <m:d>
                          <m:dPr>
                            <m:ctrlPr>
                              <a:rPr lang="en-GB" sz="2400">
                                <a:solidFill>
                                  <a:schemeClr val="accent2">
                                    <a:lumMod val="75000"/>
                                  </a:schemeClr>
                                </a:solidFill>
                                <a:latin typeface="Cambria Math"/>
                                <a:ea typeface="Cambria Math"/>
                                <a:cs typeface="Cambria Math"/>
                              </a:rPr>
                            </m:ctrlPr>
                          </m:dPr>
                          <m:e>
                            <m:r>
                              <a:rPr lang="en-GB" sz="2400">
                                <a:solidFill>
                                  <a:schemeClr val="accent2">
                                    <a:lumMod val="75000"/>
                                  </a:schemeClr>
                                </a:solidFill>
                                <a:latin typeface="Cambria Math"/>
                                <a:ea typeface="Cambria Math"/>
                                <a:cs typeface="Cambria Math"/>
                              </a:rPr>
                              <m:t>𝑥</m:t>
                            </m:r>
                          </m:e>
                        </m:d>
                      </m:e>
                    </m:d>
                  </m:oMath>
                </a14:m>
                <a:r>
                  <a:rPr sz="2175" b="1" dirty="0">
                    <a:solidFill>
                      <a:srgbClr val="182D45"/>
                    </a:solidFill>
                    <a:latin typeface="DejaVu Sans"/>
                    <a:ea typeface="DejaVu Sans"/>
                    <a:cs typeface="DejaVu Sans"/>
                  </a:rPr>
                  <a:t> in both expressions.</a:t>
                </a:r>
              </a:p>
            </p:txBody>
          </p:sp>
        </mc:Choice>
        <mc:Fallback xmlns="">
          <p:sp>
            <p:nvSpPr>
              <p:cNvPr id="101" name="shared_factor_prompt">
                <a:extLst>
                  <a:ext uri="{FF2B5EF4-FFF2-40B4-BE49-F238E27FC236}">
                    <a16:creationId xmlns:a16="http://schemas.microsoft.com/office/drawing/2014/main" id="{94C5E46F-DF9A-48AA-BB9D-E221FE1B60C4}"/>
                  </a:ext>
                </a:extLst>
              </p:cNvPr>
              <p:cNvSpPr>
                <a:spLocks noGrp="1" noRot="1" noChangeAspect="1" noMove="1" noResize="1" noEditPoints="1" noAdjustHandles="1" noChangeArrowheads="1" noChangeShapeType="1" noTextEdit="1"/>
              </p:cNvSpPr>
              <p:nvPr/>
            </p:nvSpPr>
            <p:spPr>
              <a:xfrm>
                <a:off x="428625" y="5895975"/>
                <a:ext cx="11334750" cy="571500"/>
              </a:xfrm>
              <a:prstGeom prst="rect">
                <a:avLst/>
              </a:prstGeom>
              <a:blipFill>
                <a:blip r:embed="rId11"/>
                <a:stretch>
                  <a:fillRect b="-8511"/>
                </a:stretch>
              </a:blipFill>
              <a:ln w="0">
                <a:noFill/>
              </a:ln>
            </p:spPr>
            <p:txBody>
              <a:bodyPr/>
              <a:lstStyle/>
              <a:p>
                <a:r>
                  <a:rPr lang="it-IT">
                    <a:noFill/>
                  </a:rPr>
                  <a:t> </a:t>
                </a:r>
              </a:p>
            </p:txBody>
          </p:sp>
        </mc:Fallback>
      </mc:AlternateContent>
      <p:sp>
        <p:nvSpPr>
          <p:cNvPr id="102" name="bias_saved_a_brace" descr="Underbrace identifying a_3(x) as already computed in the forward pass.">
            <a:extLst>
              <a:ext uri="{FF2B5EF4-FFF2-40B4-BE49-F238E27FC236}">
                <a16:creationId xmlns:a16="http://schemas.microsoft.com/office/drawing/2014/main" id="{200AD72B-EED2-4A3A-96C4-B50D64D27949}"/>
              </a:ext>
            </a:extLst>
          </p:cNvPr>
          <p:cNvSpPr>
            <a:spLocks noGrp="1"/>
          </p:cNvSpPr>
          <p:nvPr/>
        </p:nvSpPr>
        <p:spPr>
          <a:xfrm>
            <a:off x="8181975" y="4371975"/>
            <a:ext cx="771525" cy="66675"/>
          </a:xfrm>
          <a:custGeom>
            <a:avLst/>
            <a:gdLst/>
            <a:ahLst/>
            <a:cxnLst/>
            <a:rect l="0" t="0" r="0" b="0"/>
            <a:pathLst>
              <a:path w="771525" h="66675">
                <a:moveTo>
                  <a:pt x="0" y="0"/>
                </a:moveTo>
                <a:cubicBezTo>
                  <a:pt x="0" y="33338"/>
                  <a:pt x="0" y="33338"/>
                  <a:pt x="92583" y="33338"/>
                </a:cubicBezTo>
                <a:lnTo>
                  <a:pt x="308610" y="33338"/>
                </a:lnTo>
                <a:cubicBezTo>
                  <a:pt x="370332" y="33338"/>
                  <a:pt x="385763" y="33338"/>
                  <a:pt x="385763" y="66675"/>
                </a:cubicBezTo>
                <a:cubicBezTo>
                  <a:pt x="385763" y="33338"/>
                  <a:pt x="401193" y="33338"/>
                  <a:pt x="462915" y="33338"/>
                </a:cubicBezTo>
                <a:lnTo>
                  <a:pt x="678942" y="33338"/>
                </a:lnTo>
                <a:cubicBezTo>
                  <a:pt x="771525" y="33338"/>
                  <a:pt x="771525" y="33338"/>
                  <a:pt x="771525" y="0"/>
                </a:cubicBezTo>
              </a:path>
            </a:pathLst>
          </a:custGeom>
          <a:noFill/>
          <a:ln w="11430">
            <a:solidFill>
              <a:schemeClr val="accent2">
                <a:lumMod val="75000"/>
              </a:schemeClr>
            </a:solidFill>
          </a:ln>
        </p:spPr>
        <p:txBody>
          <a:bodyPr/>
          <a:lstStyle/>
          <a:p>
            <a:endParaRPr lang="it-IT"/>
          </a:p>
        </p:txBody>
      </p:sp>
      <p:sp>
        <p:nvSpPr>
          <p:cNvPr id="103" name="bias_saved_a_caption" descr="already computed in the forward pass">
            <a:extLst>
              <a:ext uri="{FF2B5EF4-FFF2-40B4-BE49-F238E27FC236}">
                <a16:creationId xmlns:a16="http://schemas.microsoft.com/office/drawing/2014/main" id="{AD6318F6-ADC0-4B55-A794-9EB8FDC5402A}"/>
              </a:ext>
            </a:extLst>
          </p:cNvPr>
          <p:cNvSpPr>
            <a:spLocks noGrp="1"/>
          </p:cNvSpPr>
          <p:nvPr/>
        </p:nvSpPr>
        <p:spPr>
          <a:xfrm>
            <a:off x="7958138" y="44672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104" name="weight_saved_a_brace" descr="Underbrace identifying a_3(x) as already computed in the forward pass.">
            <a:extLst>
              <a:ext uri="{FF2B5EF4-FFF2-40B4-BE49-F238E27FC236}">
                <a16:creationId xmlns:a16="http://schemas.microsoft.com/office/drawing/2014/main" id="{A8A5E187-5968-4350-A9F4-FF7C4C42C759}"/>
              </a:ext>
            </a:extLst>
          </p:cNvPr>
          <p:cNvSpPr>
            <a:spLocks noGrp="1"/>
          </p:cNvSpPr>
          <p:nvPr/>
        </p:nvSpPr>
        <p:spPr>
          <a:xfrm>
            <a:off x="8181975" y="5362575"/>
            <a:ext cx="771525" cy="66675"/>
          </a:xfrm>
          <a:custGeom>
            <a:avLst/>
            <a:gdLst/>
            <a:ahLst/>
            <a:cxnLst/>
            <a:rect l="0" t="0" r="0" b="0"/>
            <a:pathLst>
              <a:path w="771525" h="66675">
                <a:moveTo>
                  <a:pt x="0" y="0"/>
                </a:moveTo>
                <a:cubicBezTo>
                  <a:pt x="0" y="33338"/>
                  <a:pt x="0" y="33338"/>
                  <a:pt x="92583" y="33338"/>
                </a:cubicBezTo>
                <a:lnTo>
                  <a:pt x="308610" y="33338"/>
                </a:lnTo>
                <a:cubicBezTo>
                  <a:pt x="370332" y="33338"/>
                  <a:pt x="385763" y="33338"/>
                  <a:pt x="385763" y="66675"/>
                </a:cubicBezTo>
                <a:cubicBezTo>
                  <a:pt x="385763" y="33338"/>
                  <a:pt x="401193" y="33338"/>
                  <a:pt x="462915" y="33338"/>
                </a:cubicBezTo>
                <a:lnTo>
                  <a:pt x="678942" y="33338"/>
                </a:lnTo>
                <a:cubicBezTo>
                  <a:pt x="771525" y="33338"/>
                  <a:pt x="771525" y="33338"/>
                  <a:pt x="771525" y="0"/>
                </a:cubicBezTo>
              </a:path>
            </a:pathLst>
          </a:custGeom>
          <a:noFill/>
          <a:ln w="11430">
            <a:solidFill>
              <a:schemeClr val="accent2">
                <a:lumMod val="75000"/>
              </a:schemeClr>
            </a:solidFill>
          </a:ln>
        </p:spPr>
        <p:txBody>
          <a:bodyPr/>
          <a:lstStyle/>
          <a:p>
            <a:endParaRPr lang="it-IT"/>
          </a:p>
        </p:txBody>
      </p:sp>
      <p:sp>
        <p:nvSpPr>
          <p:cNvPr id="105" name="weight_saved_a_caption" descr="already computed in the forward pass">
            <a:extLst>
              <a:ext uri="{FF2B5EF4-FFF2-40B4-BE49-F238E27FC236}">
                <a16:creationId xmlns:a16="http://schemas.microsoft.com/office/drawing/2014/main" id="{DC9D6E97-5BE4-46D7-9917-4684F8C75571}"/>
              </a:ext>
            </a:extLst>
          </p:cNvPr>
          <p:cNvSpPr>
            <a:spLocks noGrp="1"/>
          </p:cNvSpPr>
          <p:nvPr/>
        </p:nvSpPr>
        <p:spPr>
          <a:xfrm>
            <a:off x="7958138"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106" name="weight_saved_phi_brace" descr="Underbrace identifying phi_2(x) as already computed in the forward pass.">
            <a:extLst>
              <a:ext uri="{FF2B5EF4-FFF2-40B4-BE49-F238E27FC236}">
                <a16:creationId xmlns:a16="http://schemas.microsoft.com/office/drawing/2014/main" id="{AAE77431-1E05-4AAE-AB55-F51AEED62F54}"/>
              </a:ext>
            </a:extLst>
          </p:cNvPr>
          <p:cNvSpPr>
            <a:spLocks noGrp="1"/>
          </p:cNvSpPr>
          <p:nvPr/>
        </p:nvSpPr>
        <p:spPr>
          <a:xfrm>
            <a:off x="9372600" y="5362575"/>
            <a:ext cx="800100" cy="66675"/>
          </a:xfrm>
          <a:custGeom>
            <a:avLst/>
            <a:gdLst/>
            <a:ahLst/>
            <a:cxnLst/>
            <a:rect l="0" t="0" r="0" b="0"/>
            <a:pathLst>
              <a:path w="800100" h="66675">
                <a:moveTo>
                  <a:pt x="0" y="0"/>
                </a:moveTo>
                <a:cubicBezTo>
                  <a:pt x="0" y="33338"/>
                  <a:pt x="0" y="33338"/>
                  <a:pt x="96012" y="33338"/>
                </a:cubicBezTo>
                <a:lnTo>
                  <a:pt x="320040" y="33338"/>
                </a:lnTo>
                <a:cubicBezTo>
                  <a:pt x="384048" y="33338"/>
                  <a:pt x="400050" y="33338"/>
                  <a:pt x="400050" y="66675"/>
                </a:cubicBezTo>
                <a:cubicBezTo>
                  <a:pt x="400050" y="33338"/>
                  <a:pt x="416052" y="33338"/>
                  <a:pt x="480060" y="33338"/>
                </a:cubicBezTo>
                <a:lnTo>
                  <a:pt x="704088" y="33338"/>
                </a:lnTo>
                <a:cubicBezTo>
                  <a:pt x="800100" y="33338"/>
                  <a:pt x="800100" y="33338"/>
                  <a:pt x="800100" y="0"/>
                </a:cubicBezTo>
              </a:path>
            </a:pathLst>
          </a:custGeom>
          <a:noFill/>
          <a:ln w="11430">
            <a:solidFill>
              <a:srgbClr val="087F83"/>
            </a:solidFill>
          </a:ln>
        </p:spPr>
        <p:txBody>
          <a:bodyPr/>
          <a:lstStyle/>
          <a:p>
            <a:endParaRPr lang="it-IT"/>
          </a:p>
        </p:txBody>
      </p:sp>
      <p:sp>
        <p:nvSpPr>
          <p:cNvPr id="107" name="weight_saved_phi_caption" descr="already computed in the forward pass">
            <a:extLst>
              <a:ext uri="{FF2B5EF4-FFF2-40B4-BE49-F238E27FC236}">
                <a16:creationId xmlns:a16="http://schemas.microsoft.com/office/drawing/2014/main" id="{2F541139-BCF4-4219-8CED-E6C82AA7C63D}"/>
              </a:ext>
            </a:extLst>
          </p:cNvPr>
          <p:cNvSpPr>
            <a:spLocks noGrp="1"/>
          </p:cNvSpPr>
          <p:nvPr/>
        </p:nvSpPr>
        <p:spPr>
          <a:xfrm>
            <a:off x="9163050"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Tree>
    <p:extLst>
      <p:ext uri="{BB962C8B-B14F-4D97-AF65-F5344CB8AC3E}">
        <p14:creationId xmlns:p14="http://schemas.microsoft.com/office/powerpoint/2010/main" val="152741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01" grpId="0"/>
      <p:bldP spid="102" grpId="0" animBg="1"/>
      <p:bldP spid="103" grpId="0"/>
      <p:bldP spid="104" grpId="0" animBg="1"/>
      <p:bldP spid="105" grpId="0"/>
      <p:bldP spid="106" grpId="0" animBg="1"/>
      <p:bldP spid="10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footer_course">
            <a:extLst>
              <a:ext uri="{FF2B5EF4-FFF2-40B4-BE49-F238E27FC236}">
                <a16:creationId xmlns:a16="http://schemas.microsoft.com/office/drawing/2014/main" id="{C952A68E-534C-4EDB-8B42-81534CE75F91}"/>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0669C611-ECE8-4636-ADD8-BC9394E7F0E5}"/>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11</a:t>
            </a:r>
          </a:p>
        </p:txBody>
      </p:sp>
      <mc:AlternateContent xmlns:mc="http://schemas.openxmlformats.org/markup-compatibility/2006" xmlns:a14="http://schemas.microsoft.com/office/drawing/2010/main">
        <mc:Choice Requires="a14">
          <p:sp>
            <p:nvSpPr>
              <p:cNvPr id="5" name="fixed_definition" descr="J_{3}(u)=(u-y)^2">
                <a:extLst>
                  <a:ext uri="{FF2B5EF4-FFF2-40B4-BE49-F238E27FC236}">
                    <a16:creationId xmlns:a16="http://schemas.microsoft.com/office/drawing/2014/main" id="{2AE8B423-B859-490C-B401-25714F9FC650}"/>
                  </a:ext>
                </a:extLst>
              </p:cNvPr>
              <p:cNvSpPr>
                <a:spLocks noGrp="1"/>
              </p:cNvSpPr>
              <p:nvPr/>
            </p:nvSpPr>
            <p:spPr>
              <a:xfrm>
                <a:off x="523875" y="1247775"/>
                <a:ext cx="1114425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𝐽</m:t>
                          </m:r>
                        </m:e>
                        <m:sub>
                          <m:r>
                            <a:rPr lang="en-GB" sz="2800">
                              <a:solidFill>
                                <a:srgbClr val="087F82"/>
                              </a:solidFill>
                              <a:latin typeface="Cambria Math"/>
                              <a:ea typeface="Cambria Math"/>
                              <a:cs typeface="Cambria Math"/>
                            </a:rPr>
                            <m:t>3</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e>
                      </m:d>
                      <m:r>
                        <a:rPr lang="en-GB" sz="2800">
                          <a:solidFill>
                            <a:srgbClr val="087F82"/>
                          </a:solidFill>
                          <a:latin typeface="Cambria Math"/>
                          <a:ea typeface="Cambria Math"/>
                          <a:cs typeface="Cambria Math"/>
                        </a:rPr>
                        <m:t>=</m:t>
                      </m:r>
                      <m:sSup>
                        <m:sSupPr>
                          <m:ctrlPr>
                            <a:rPr lang="en-GB" sz="2800" i="1">
                              <a:solidFill>
                                <a:srgbClr val="087F82"/>
                              </a:solidFill>
                              <a:latin typeface="Cambria Math" panose="02040503050406030204" pitchFamily="18" charset="0"/>
                              <a:ea typeface="Cambria Math"/>
                              <a:cs typeface="Cambria Math"/>
                            </a:rPr>
                          </m:ctrlPr>
                        </m:sSupPr>
                        <m:e>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r>
                                <a:rPr lang="en-GB" sz="2800">
                                  <a:solidFill>
                                    <a:srgbClr val="087F82"/>
                                  </a:solidFill>
                                  <a:latin typeface="Cambria Math"/>
                                  <a:ea typeface="Cambria Math"/>
                                  <a:cs typeface="Cambria Math"/>
                                </a:rPr>
                                <m:t>−</m:t>
                              </m:r>
                              <m:r>
                                <a:rPr lang="en-GB" sz="2800">
                                  <a:solidFill>
                                    <a:srgbClr val="087F82"/>
                                  </a:solidFill>
                                  <a:latin typeface="Cambria Math"/>
                                  <a:ea typeface="Cambria Math"/>
                                  <a:cs typeface="Cambria Math"/>
                                </a:rPr>
                                <m:t>𝑦</m:t>
                              </m:r>
                            </m:e>
                          </m:d>
                        </m:e>
                        <m:sup>
                          <m:r>
                            <a:rPr lang="en-GB" sz="2800">
                              <a:solidFill>
                                <a:srgbClr val="087F82"/>
                              </a:solidFill>
                              <a:latin typeface="Cambria Math"/>
                              <a:ea typeface="Cambria Math"/>
                              <a:cs typeface="Cambria Math"/>
                            </a:rPr>
                            <m:t>2</m:t>
                          </m:r>
                        </m:sup>
                      </m:sSup>
                    </m:oMath>
                  </m:oMathPara>
                </a14:m>
                <a:endParaRPr lang="en-GB" sz="2800" dirty="0">
                  <a:solidFill>
                    <a:srgbClr val="087F82"/>
                  </a:solidFill>
                </a:endParaRPr>
              </a:p>
            </p:txBody>
          </p:sp>
        </mc:Choice>
        <mc:Fallback xmlns="">
          <p:sp>
            <p:nvSpPr>
              <p:cNvPr id="5" name="fixed_definition" descr="J_{3}(u)=(u-y)^2">
                <a:extLst>
                  <a:ext uri="{FF2B5EF4-FFF2-40B4-BE49-F238E27FC236}">
                    <a16:creationId xmlns:a16="http://schemas.microsoft.com/office/drawing/2014/main" id="{2AE8B423-B859-490C-B401-25714F9FC650}"/>
                  </a:ext>
                </a:extLst>
              </p:cNvPr>
              <p:cNvSpPr>
                <a:spLocks noGrp="1" noRot="1" noChangeAspect="1" noMove="1" noResize="1" noEditPoints="1" noAdjustHandles="1" noChangeArrowheads="1" noChangeShapeType="1" noTextEdit="1"/>
              </p:cNvSpPr>
              <p:nvPr/>
            </p:nvSpPr>
            <p:spPr>
              <a:xfrm>
                <a:off x="523875" y="1247775"/>
                <a:ext cx="11144250" cy="609600"/>
              </a:xfrm>
              <a:prstGeom prst="rect">
                <a:avLst/>
              </a:prstGeom>
              <a:blipFill>
                <a:blip r:embed="rId3"/>
                <a:stretch>
                  <a:fillRect/>
                </a:stretch>
              </a:blipFill>
              <a:ln w="0">
                <a:noFill/>
              </a:ln>
            </p:spPr>
            <p:txBody>
              <a:bodyPr/>
              <a:lstStyle/>
              <a:p>
                <a:r>
                  <a:rPr lang="it-IT">
                    <a:noFill/>
                  </a:rPr>
                  <a:t> </a:t>
                </a:r>
              </a:p>
            </p:txBody>
          </p:sp>
        </mc:Fallback>
      </mc:AlternateContent>
      <p:sp>
        <p:nvSpPr>
          <p:cNvPr id="14" name="title">
            <a:extLst>
              <a:ext uri="{FF2B5EF4-FFF2-40B4-BE49-F238E27FC236}">
                <a16:creationId xmlns:a16="http://schemas.microsoft.com/office/drawing/2014/main" id="{7C158EAA-1B25-4C8B-A2EC-DD84BC6729B3}"/>
              </a:ext>
            </a:extLst>
          </p:cNvPr>
          <p:cNvSpPr>
            <a:spLocks noGrp="1"/>
          </p:cNvSpPr>
          <p:nvPr/>
        </p:nvSpPr>
        <p:spPr>
          <a:xfrm>
            <a:off x="323850" y="152400"/>
            <a:ext cx="11544300" cy="733425"/>
          </a:xfrm>
          <a:prstGeom prst="rect">
            <a:avLst/>
          </a:prstGeom>
          <a:noFill/>
          <a:ln w="0">
            <a:noFill/>
          </a:ln>
        </p:spPr>
        <p:txBody>
          <a:bodyPr anchor="ct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Completing the output-layer derivatives</a:t>
            </a:r>
          </a:p>
        </p:txBody>
      </p:sp>
      <mc:AlternateContent xmlns:mc="http://schemas.openxmlformats.org/markup-compatibility/2006" xmlns:a14="http://schemas.microsoft.com/office/drawing/2010/main">
        <mc:Choice Requires="a14">
          <p:sp>
            <p:nvSpPr>
              <p:cNvPr id="102" name="derivative_as_function" descr="J_{3}'(u)=2(u-y),\qquad J_{3}'(a_3(x))=2(a_3(x)-y)">
                <a:extLst>
                  <a:ext uri="{FF2B5EF4-FFF2-40B4-BE49-F238E27FC236}">
                    <a16:creationId xmlns:a16="http://schemas.microsoft.com/office/drawing/2014/main" id="{AA1FD9CF-BF5D-4357-A056-7B96E3109BFC}"/>
                  </a:ext>
                </a:extLst>
              </p:cNvPr>
              <p:cNvSpPr>
                <a:spLocks noGrp="1"/>
              </p:cNvSpPr>
              <p:nvPr/>
            </p:nvSpPr>
            <p:spPr>
              <a:xfrm>
                <a:off x="523875" y="2228850"/>
                <a:ext cx="1114425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800">
                              <a:solidFill>
                                <a:srgbClr val="087F82"/>
                              </a:solidFill>
                              <a:latin typeface="Cambria Math"/>
                              <a:ea typeface="Cambria Math"/>
                              <a:cs typeface="Cambria Math"/>
                            </a:rPr>
                          </m:ctrlPr>
                        </m:sSubSupPr>
                        <m:e>
                          <m:r>
                            <a:rPr lang="en-GB" sz="2800">
                              <a:solidFill>
                                <a:srgbClr val="087F82"/>
                              </a:solidFill>
                              <a:latin typeface="Cambria Math"/>
                              <a:ea typeface="Cambria Math"/>
                              <a:cs typeface="Cambria Math"/>
                            </a:rPr>
                            <m:t>𝐽</m:t>
                          </m:r>
                        </m:e>
                        <m:sub>
                          <m:r>
                            <a:rPr lang="en-GB" sz="2800">
                              <a:solidFill>
                                <a:srgbClr val="087F82"/>
                              </a:solidFill>
                              <a:latin typeface="Cambria Math"/>
                              <a:ea typeface="Cambria Math"/>
                              <a:cs typeface="Cambria Math"/>
                            </a:rPr>
                            <m:t>3</m:t>
                          </m:r>
                        </m:sub>
                        <m:sup>
                          <m:r>
                            <a:rPr lang="en-GB" sz="2800">
                              <a:solidFill>
                                <a:srgbClr val="087F82"/>
                              </a:solidFill>
                              <a:latin typeface="Cambria Math"/>
                              <a:ea typeface="Cambria Math"/>
                              <a:cs typeface="Cambria Math"/>
                            </a:rPr>
                            <m:t>′</m:t>
                          </m:r>
                        </m:sup>
                      </m:sSubSup>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e>
                      </m:d>
                      <m:r>
                        <a:rPr lang="en-GB" sz="2800">
                          <a:solidFill>
                            <a:srgbClr val="087F82"/>
                          </a:solidFill>
                          <a:latin typeface="Cambria Math"/>
                          <a:ea typeface="Cambria Math"/>
                          <a:cs typeface="Cambria Math"/>
                        </a:rPr>
                        <m:t>=2</m:t>
                      </m:r>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𝑢</m:t>
                          </m:r>
                          <m:r>
                            <a:rPr lang="en-GB" sz="2800">
                              <a:solidFill>
                                <a:srgbClr val="087F82"/>
                              </a:solidFill>
                              <a:latin typeface="Cambria Math"/>
                              <a:ea typeface="Cambria Math"/>
                              <a:cs typeface="Cambria Math"/>
                            </a:rPr>
                            <m:t>−</m:t>
                          </m:r>
                          <m:r>
                            <a:rPr lang="en-GB" sz="2800">
                              <a:solidFill>
                                <a:srgbClr val="087F82"/>
                              </a:solidFill>
                              <a:latin typeface="Cambria Math"/>
                              <a:ea typeface="Cambria Math"/>
                              <a:cs typeface="Cambria Math"/>
                            </a:rPr>
                            <m:t>𝑦</m:t>
                          </m:r>
                        </m:e>
                      </m:d>
                    </m:oMath>
                  </m:oMathPara>
                </a14:m>
                <a:endParaRPr lang="en-GB" sz="2800" dirty="0"/>
              </a:p>
            </p:txBody>
          </p:sp>
        </mc:Choice>
        <mc:Fallback xmlns="">
          <p:sp>
            <p:nvSpPr>
              <p:cNvPr id="102" name="derivative_as_function" descr="J_{3}'(u)=2(u-y),\qquad J_{3}'(a_3(x))=2(a_3(x)-y)">
                <a:extLst>
                  <a:ext uri="{FF2B5EF4-FFF2-40B4-BE49-F238E27FC236}">
                    <a16:creationId xmlns:a16="http://schemas.microsoft.com/office/drawing/2014/main" id="{AA1FD9CF-BF5D-4357-A056-7B96E3109BFC}"/>
                  </a:ext>
                </a:extLst>
              </p:cNvPr>
              <p:cNvSpPr>
                <a:spLocks noGrp="1" noRot="1" noChangeAspect="1" noMove="1" noResize="1" noEditPoints="1" noAdjustHandles="1" noChangeArrowheads="1" noChangeShapeType="1" noTextEdit="1"/>
              </p:cNvSpPr>
              <p:nvPr/>
            </p:nvSpPr>
            <p:spPr>
              <a:xfrm>
                <a:off x="523875" y="2228850"/>
                <a:ext cx="11144250" cy="6096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3" name="derivative_at_preactivation" descr="J_{3}'(u)=2(u-y),\qquad J_{3}'(a_3(x))=2(a_3(x)-y)">
                <a:extLst>
                  <a:ext uri="{FF2B5EF4-FFF2-40B4-BE49-F238E27FC236}">
                    <a16:creationId xmlns:a16="http://schemas.microsoft.com/office/drawing/2014/main" id="{AA1FD9CF-BF5D-4357-A056-7B96E3109BFC}"/>
                  </a:ext>
                </a:extLst>
              </p:cNvPr>
              <p:cNvSpPr>
                <a:spLocks noGrp="1"/>
              </p:cNvSpPr>
              <p:nvPr/>
            </p:nvSpPr>
            <p:spPr>
              <a:xfrm>
                <a:off x="523875" y="3381375"/>
                <a:ext cx="11144250" cy="6096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800">
                              <a:solidFill>
                                <a:schemeClr val="accent2">
                                  <a:lumMod val="75000"/>
                                </a:schemeClr>
                              </a:solidFill>
                              <a:latin typeface="Cambria Math"/>
                              <a:ea typeface="Cambria Math"/>
                              <a:cs typeface="Cambria Math"/>
                            </a:rPr>
                          </m:ctrlPr>
                        </m:sSubSupPr>
                        <m:e>
                          <m:r>
                            <a:rPr lang="en-GB" sz="2800">
                              <a:solidFill>
                                <a:schemeClr val="accent2">
                                  <a:lumMod val="75000"/>
                                </a:schemeClr>
                              </a:solidFill>
                              <a:latin typeface="Cambria Math"/>
                              <a:ea typeface="Cambria Math"/>
                              <a:cs typeface="Cambria Math"/>
                            </a:rPr>
                            <m:t>𝐽</m:t>
                          </m:r>
                        </m:e>
                        <m:sub>
                          <m:r>
                            <a:rPr lang="en-GB" sz="2800">
                              <a:solidFill>
                                <a:schemeClr val="accent2">
                                  <a:lumMod val="75000"/>
                                </a:schemeClr>
                              </a:solidFill>
                              <a:latin typeface="Cambria Math"/>
                              <a:ea typeface="Cambria Math"/>
                              <a:cs typeface="Cambria Math"/>
                            </a:rPr>
                            <m:t>3</m:t>
                          </m:r>
                        </m:sub>
                        <m:sup>
                          <m:r>
                            <a:rPr lang="en-GB" sz="2800">
                              <a:solidFill>
                                <a:schemeClr val="accent2">
                                  <a:lumMod val="75000"/>
                                </a:schemeClr>
                              </a:solidFill>
                              <a:latin typeface="Cambria Math"/>
                              <a:ea typeface="Cambria Math"/>
                              <a:cs typeface="Cambria Math"/>
                            </a:rPr>
                            <m:t>′</m:t>
                          </m:r>
                        </m:sup>
                      </m:sSubSup>
                      <m:d>
                        <m:dPr>
                          <m:ctrlPr>
                            <a:rPr lang="en-GB" sz="2800" i="1">
                              <a:solidFill>
                                <a:schemeClr val="accent2">
                                  <a:lumMod val="75000"/>
                                </a:schemeClr>
                              </a:solidFill>
                              <a:latin typeface="Cambria Math" panose="02040503050406030204" pitchFamily="18" charset="0"/>
                              <a:ea typeface="Cambria Math"/>
                              <a:cs typeface="Cambria Math"/>
                            </a:rPr>
                          </m:ctrlPr>
                        </m:dPr>
                        <m:e>
                          <m:sSub>
                            <m:sSubPr>
                              <m:ctrlPr>
                                <a:rPr lang="en-GB" sz="2800">
                                  <a:solidFill>
                                    <a:schemeClr val="accent2">
                                      <a:lumMod val="75000"/>
                                    </a:schemeClr>
                                  </a:solidFill>
                                  <a:latin typeface="Cambria Math"/>
                                  <a:ea typeface="Cambria Math"/>
                                  <a:cs typeface="Cambria Math"/>
                                </a:rPr>
                              </m:ctrlPr>
                            </m:sSubPr>
                            <m:e>
                              <m:r>
                                <a:rPr lang="en-GB" sz="2800">
                                  <a:solidFill>
                                    <a:schemeClr val="accent2">
                                      <a:lumMod val="75000"/>
                                    </a:schemeClr>
                                  </a:solidFill>
                                  <a:latin typeface="Cambria Math"/>
                                  <a:ea typeface="Cambria Math"/>
                                  <a:cs typeface="Cambria Math"/>
                                </a:rPr>
                                <m:t>𝑎</m:t>
                              </m:r>
                            </m:e>
                            <m:sub>
                              <m:r>
                                <a:rPr lang="en-GB" sz="2800">
                                  <a:solidFill>
                                    <a:schemeClr val="accent2">
                                      <a:lumMod val="75000"/>
                                    </a:schemeClr>
                                  </a:solidFill>
                                  <a:latin typeface="Cambria Math"/>
                                  <a:ea typeface="Cambria Math"/>
                                  <a:cs typeface="Cambria Math"/>
                                </a:rPr>
                                <m:t>3</m:t>
                              </m:r>
                            </m:sub>
                          </m:sSub>
                          <m:d>
                            <m:dPr>
                              <m:ctrlPr>
                                <a:rPr lang="en-GB" sz="2800">
                                  <a:solidFill>
                                    <a:schemeClr val="accent2">
                                      <a:lumMod val="75000"/>
                                    </a:schemeClr>
                                  </a:solidFill>
                                  <a:latin typeface="Cambria Math"/>
                                  <a:ea typeface="Cambria Math"/>
                                  <a:cs typeface="Cambria Math"/>
                                </a:rPr>
                              </m:ctrlPr>
                            </m:dPr>
                            <m:e>
                              <m:r>
                                <a:rPr lang="en-GB" sz="2800">
                                  <a:solidFill>
                                    <a:schemeClr val="accent2">
                                      <a:lumMod val="75000"/>
                                    </a:schemeClr>
                                  </a:solidFill>
                                  <a:latin typeface="Cambria Math"/>
                                  <a:ea typeface="Cambria Math"/>
                                  <a:cs typeface="Cambria Math"/>
                                </a:rPr>
                                <m:t>𝑥</m:t>
                              </m:r>
                            </m:e>
                          </m:d>
                        </m:e>
                      </m:d>
                      <m:r>
                        <a:rPr lang="en-GB" sz="2800" smtClean="0">
                          <a:solidFill>
                            <a:schemeClr val="accent2">
                              <a:lumMod val="75000"/>
                            </a:schemeClr>
                          </a:solidFill>
                          <a:latin typeface="Cambria Math"/>
                          <a:ea typeface="Cambria Math"/>
                          <a:cs typeface="Cambria Math"/>
                        </a:rPr>
                        <m:t>=</m:t>
                      </m:r>
                      <m:r>
                        <a:rPr lang="en-GB" sz="2800">
                          <a:solidFill>
                            <a:srgbClr val="087F82"/>
                          </a:solidFill>
                          <a:latin typeface="Cambria Math"/>
                          <a:ea typeface="Cambria Math"/>
                          <a:cs typeface="Cambria Math"/>
                        </a:rPr>
                        <m:t>2</m:t>
                      </m:r>
                      <m:d>
                        <m:dPr>
                          <m:ctrlPr>
                            <a:rPr lang="en-GB" sz="2800" i="1">
                              <a:solidFill>
                                <a:srgbClr val="087F82"/>
                              </a:solidFill>
                              <a:latin typeface="Cambria Math" panose="02040503050406030204" pitchFamily="18" charset="0"/>
                              <a:ea typeface="Cambria Math"/>
                              <a:cs typeface="Cambria Math"/>
                            </a:rPr>
                          </m:ctrlPr>
                        </m:d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𝑎</m:t>
                              </m:r>
                            </m:e>
                            <m:sub>
                              <m:r>
                                <a:rPr lang="en-GB" sz="2800">
                                  <a:solidFill>
                                    <a:srgbClr val="087F82"/>
                                  </a:solidFill>
                                  <a:latin typeface="Cambria Math"/>
                                  <a:ea typeface="Cambria Math"/>
                                  <a:cs typeface="Cambria Math"/>
                                </a:rPr>
                                <m:t>3</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𝑥</m:t>
                              </m:r>
                            </m:e>
                          </m:d>
                          <m:r>
                            <a:rPr lang="en-GB" sz="2800">
                              <a:solidFill>
                                <a:srgbClr val="087F82"/>
                              </a:solidFill>
                              <a:latin typeface="Cambria Math"/>
                              <a:ea typeface="Cambria Math"/>
                              <a:cs typeface="Cambria Math"/>
                            </a:rPr>
                            <m:t>−</m:t>
                          </m:r>
                          <m:r>
                            <a:rPr lang="en-GB" sz="2800">
                              <a:solidFill>
                                <a:srgbClr val="087F82"/>
                              </a:solidFill>
                              <a:latin typeface="Cambria Math"/>
                              <a:ea typeface="Cambria Math"/>
                              <a:cs typeface="Cambria Math"/>
                            </a:rPr>
                            <m:t>𝑦</m:t>
                          </m:r>
                        </m:e>
                      </m:d>
                    </m:oMath>
                  </m:oMathPara>
                </a14:m>
                <a:endParaRPr lang="en-GB" sz="2800" dirty="0"/>
              </a:p>
            </p:txBody>
          </p:sp>
        </mc:Choice>
        <mc:Fallback xmlns="">
          <p:sp>
            <p:nvSpPr>
              <p:cNvPr id="103" name="derivative_at_preactivation" descr="J_{3}'(u)=2(u-y),\qquad J_{3}'(a_3(x))=2(a_3(x)-y)">
                <a:extLst>
                  <a:ext uri="{FF2B5EF4-FFF2-40B4-BE49-F238E27FC236}">
                    <a16:creationId xmlns:a16="http://schemas.microsoft.com/office/drawing/2014/main" id="{AA1FD9CF-BF5D-4357-A056-7B96E3109BFC}"/>
                  </a:ext>
                </a:extLst>
              </p:cNvPr>
              <p:cNvSpPr>
                <a:spLocks noGrp="1" noRot="1" noChangeAspect="1" noMove="1" noResize="1" noEditPoints="1" noAdjustHandles="1" noChangeArrowheads="1" noChangeShapeType="1" noTextEdit="1"/>
              </p:cNvSpPr>
              <p:nvPr/>
            </p:nvSpPr>
            <p:spPr>
              <a:xfrm>
                <a:off x="523875" y="3381375"/>
                <a:ext cx="11144250" cy="6096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4" name="completed_bias" descr="\frac{\partial\mathcal L_{\mathrm{sq}}}{\partial b_3}(\boldsymbol{\theta})=J_{3}'(a_3(x))\,\frac{\partial a_3(x)}{\partial b_3}">
                <a:extLst>
                  <a:ext uri="{FF2B5EF4-FFF2-40B4-BE49-F238E27FC236}">
                    <a16:creationId xmlns:a16="http://schemas.microsoft.com/office/drawing/2014/main" id="{3004B46D-C033-4391-B6C2-30849CCC4441}"/>
                  </a:ext>
                </a:extLst>
              </p:cNvPr>
              <p:cNvSpPr>
                <a:spLocks noGrp="1"/>
              </p:cNvSpPr>
              <p:nvPr/>
            </p:nvSpPr>
            <p:spPr>
              <a:xfrm>
                <a:off x="837681" y="4733925"/>
                <a:ext cx="57150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𝑏</m:t>
                              </m:r>
                            </m:e>
                            <m:sub>
                              <m:r>
                                <a:rPr lang="en-GB" sz="2600">
                                  <a:solidFill>
                                    <a:srgbClr val="7030A0"/>
                                  </a:solidFill>
                                  <a:latin typeface="Cambria Math"/>
                                  <a:ea typeface="Cambria Math"/>
                                  <a:cs typeface="Cambria Math"/>
                                </a:rPr>
                                <m:t>3</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oMath>
                  </m:oMathPara>
                </a14:m>
                <a:endParaRPr lang="en-GB" sz="2600" dirty="0">
                  <a:solidFill>
                    <a:srgbClr val="FF0000"/>
                  </a:solidFill>
                </a:endParaRPr>
              </a:p>
            </p:txBody>
          </p:sp>
        </mc:Choice>
        <mc:Fallback xmlns="">
          <p:sp>
            <p:nvSpPr>
              <p:cNvPr id="104" name="completed_bias" descr="\frac{\partial\mathcal L_{\mathrm{sq}}}{\partial b_3}(\boldsymbol{\theta})=J_{3}'(a_3(x))\,\frac{\partial a_3(x)}{\partial b_3}">
                <a:extLst>
                  <a:ext uri="{FF2B5EF4-FFF2-40B4-BE49-F238E27FC236}">
                    <a16:creationId xmlns:a16="http://schemas.microsoft.com/office/drawing/2014/main" id="{3004B46D-C033-4391-B6C2-30849CCC4441}"/>
                  </a:ext>
                </a:extLst>
              </p:cNvPr>
              <p:cNvSpPr>
                <a:spLocks noGrp="1" noRot="1" noChangeAspect="1" noMove="1" noResize="1" noEditPoints="1" noAdjustHandles="1" noChangeArrowheads="1" noChangeShapeType="1" noTextEdit="1"/>
              </p:cNvSpPr>
              <p:nvPr/>
            </p:nvSpPr>
            <p:spPr>
              <a:xfrm>
                <a:off x="837681" y="4733925"/>
                <a:ext cx="5715000" cy="762000"/>
              </a:xfrm>
              <a:prstGeom prst="rect">
                <a:avLst/>
              </a:prstGeom>
              <a:blipFill>
                <a:blip r:embed="rId6"/>
                <a:stretch>
                  <a:fillRect b="-4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5" name="completed_weight" descr="\frac{\partial\mathcal L_{\mathrm{sq}}}{\partial w_3}(\boldsymbol{\theta})=J_{3}'(a_3(x))\,\frac{\partial a_3(x)}{\partial w_3}">
                <a:extLst>
                  <a:ext uri="{FF2B5EF4-FFF2-40B4-BE49-F238E27FC236}">
                    <a16:creationId xmlns:a16="http://schemas.microsoft.com/office/drawing/2014/main" id="{785FD5AE-6ED6-47A0-BFBF-8A79C0519DD6}"/>
                  </a:ext>
                </a:extLst>
              </p:cNvPr>
              <p:cNvSpPr>
                <a:spLocks noGrp="1"/>
              </p:cNvSpPr>
              <p:nvPr/>
            </p:nvSpPr>
            <p:spPr>
              <a:xfrm>
                <a:off x="5820463" y="4743451"/>
                <a:ext cx="590550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𝑤</m:t>
                              </m:r>
                            </m:e>
                            <m:sub>
                              <m:r>
                                <a:rPr lang="en-GB" sz="2600">
                                  <a:solidFill>
                                    <a:srgbClr val="7030A0"/>
                                  </a:solidFill>
                                  <a:latin typeface="Cambria Math"/>
                                  <a:ea typeface="Cambria Math"/>
                                  <a:cs typeface="Cambria Math"/>
                                </a:rPr>
                                <m:t>3</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chemeClr val="accent2">
                                  <a:lumMod val="75000"/>
                                </a:schemeClr>
                              </a:solidFill>
                              <a:latin typeface="Cambria Math"/>
                              <a:ea typeface="Cambria Math"/>
                              <a:cs typeface="Cambria Math"/>
                            </a:rPr>
                          </m:ctrlPr>
                        </m:sSubSupPr>
                        <m:e>
                          <m:r>
                            <a:rPr lang="en-GB" sz="2600">
                              <a:solidFill>
                                <a:schemeClr val="accent2">
                                  <a:lumMod val="75000"/>
                                </a:schemeClr>
                              </a:solidFill>
                              <a:latin typeface="Cambria Math"/>
                              <a:ea typeface="Cambria Math"/>
                              <a:cs typeface="Cambria Math"/>
                            </a:rPr>
                            <m:t>𝐽</m:t>
                          </m:r>
                        </m:e>
                        <m:sub>
                          <m:r>
                            <a:rPr lang="en-GB" sz="2600">
                              <a:solidFill>
                                <a:schemeClr val="accent2">
                                  <a:lumMod val="75000"/>
                                </a:schemeClr>
                              </a:solidFill>
                              <a:latin typeface="Cambria Math"/>
                              <a:ea typeface="Cambria Math"/>
                              <a:cs typeface="Cambria Math"/>
                            </a:rPr>
                            <m:t>3</m:t>
                          </m:r>
                        </m:sub>
                        <m:sup>
                          <m:r>
                            <a:rPr lang="en-GB" sz="2600">
                              <a:solidFill>
                                <a:schemeClr val="accent2">
                                  <a:lumMod val="75000"/>
                                </a:schemeClr>
                              </a:solidFill>
                              <a:latin typeface="Cambria Math"/>
                              <a:ea typeface="Cambria Math"/>
                              <a:cs typeface="Cambria Math"/>
                            </a:rPr>
                            <m:t>′</m:t>
                          </m:r>
                        </m:sup>
                      </m:sSubSup>
                      <m:d>
                        <m:dPr>
                          <m:ctrlPr>
                            <a:rPr lang="en-GB" sz="2600" i="1">
                              <a:solidFill>
                                <a:schemeClr val="accent2">
                                  <a:lumMod val="75000"/>
                                </a:schemeClr>
                              </a:solidFill>
                              <a:latin typeface="Cambria Math" panose="02040503050406030204" pitchFamily="18" charset="0"/>
                              <a:ea typeface="Cambria Math"/>
                              <a:cs typeface="Cambria Math"/>
                            </a:rPr>
                          </m:ctrlPr>
                        </m:dPr>
                        <m:e>
                          <m:sSub>
                            <m:sSubPr>
                              <m:ctrlPr>
                                <a:rPr lang="en-GB" sz="2600">
                                  <a:solidFill>
                                    <a:schemeClr val="accent2">
                                      <a:lumMod val="75000"/>
                                    </a:schemeClr>
                                  </a:solidFill>
                                  <a:latin typeface="Cambria Math"/>
                                  <a:ea typeface="Cambria Math"/>
                                  <a:cs typeface="Cambria Math"/>
                                </a:rPr>
                              </m:ctrlPr>
                            </m:sSubPr>
                            <m:e>
                              <m:r>
                                <a:rPr lang="en-GB" sz="2600">
                                  <a:solidFill>
                                    <a:schemeClr val="accent2">
                                      <a:lumMod val="75000"/>
                                    </a:schemeClr>
                                  </a:solidFill>
                                  <a:latin typeface="Cambria Math"/>
                                  <a:ea typeface="Cambria Math"/>
                                  <a:cs typeface="Cambria Math"/>
                                </a:rPr>
                                <m:t>𝑎</m:t>
                              </m:r>
                            </m:e>
                            <m:sub>
                              <m:r>
                                <a:rPr lang="en-GB" sz="2600">
                                  <a:solidFill>
                                    <a:schemeClr val="accent2">
                                      <a:lumMod val="75000"/>
                                    </a:schemeClr>
                                  </a:solidFill>
                                  <a:latin typeface="Cambria Math"/>
                                  <a:ea typeface="Cambria Math"/>
                                  <a:cs typeface="Cambria Math"/>
                                </a:rPr>
                                <m:t>3</m:t>
                              </m:r>
                            </m:sub>
                          </m:sSub>
                          <m:d>
                            <m:dPr>
                              <m:ctrlPr>
                                <a:rPr lang="en-GB" sz="2600">
                                  <a:solidFill>
                                    <a:schemeClr val="accent2">
                                      <a:lumMod val="75000"/>
                                    </a:schemeClr>
                                  </a:solidFill>
                                  <a:latin typeface="Cambria Math"/>
                                  <a:ea typeface="Cambria Math"/>
                                  <a:cs typeface="Cambria Math"/>
                                </a:rPr>
                              </m:ctrlPr>
                            </m:dPr>
                            <m:e>
                              <m:r>
                                <a:rPr lang="en-GB" sz="2600">
                                  <a:solidFill>
                                    <a:schemeClr val="accent2">
                                      <a:lumMod val="75000"/>
                                    </a:schemeClr>
                                  </a:solidFill>
                                  <a:latin typeface="Cambria Math"/>
                                  <a:ea typeface="Cambria Math"/>
                                  <a:cs typeface="Cambria Math"/>
                                </a:rPr>
                                <m:t>𝑥</m:t>
                              </m:r>
                            </m:e>
                          </m:d>
                        </m:e>
                      </m:d>
                      <m:r>
                        <a:rPr lang="it-IT" sz="2600" b="0" i="1" smtClean="0">
                          <a:solidFill>
                            <a:srgbClr val="087F82"/>
                          </a:solidFill>
                          <a:latin typeface="Cambria Math" panose="02040503050406030204" pitchFamily="18" charset="0"/>
                          <a:ea typeface="Cambria Math"/>
                          <a:cs typeface="Cambria Math"/>
                        </a:rPr>
                        <m:t>⋅</m:t>
                      </m:r>
                      <m:sSub>
                        <m:sSubPr>
                          <m:ctrlPr>
                            <a:rPr lang="en-GB" sz="2600">
                              <a:solidFill>
                                <a:srgbClr val="087F82"/>
                              </a:solidFill>
                              <a:latin typeface="Cambria Math"/>
                              <a:ea typeface="Cambria Math"/>
                              <a:cs typeface="Cambria Math"/>
                            </a:rPr>
                          </m:ctrlPr>
                        </m:sSubPr>
                        <m:e>
                          <m:r>
                            <a:rPr lang="en-GB" sz="2600">
                              <a:solidFill>
                                <a:srgbClr val="087F82"/>
                              </a:solidFill>
                              <a:latin typeface="Cambria Math"/>
                              <a:ea typeface="Cambria Math"/>
                              <a:cs typeface="Cambria Math"/>
                            </a:rPr>
                            <m:t>𝜙</m:t>
                          </m:r>
                        </m:e>
                        <m:sub>
                          <m:r>
                            <a:rPr lang="en-GB" sz="2600">
                              <a:solidFill>
                                <a:srgbClr val="087F82"/>
                              </a:solidFill>
                              <a:latin typeface="Cambria Math"/>
                              <a:ea typeface="Cambria Math"/>
                              <a:cs typeface="Cambria Math"/>
                            </a:rPr>
                            <m:t>2</m:t>
                          </m:r>
                        </m:sub>
                      </m:sSub>
                      <m:d>
                        <m:dPr>
                          <m:ctrlPr>
                            <a:rPr lang="en-GB" sz="2600">
                              <a:solidFill>
                                <a:srgbClr val="087F82"/>
                              </a:solidFill>
                              <a:latin typeface="Cambria Math"/>
                              <a:ea typeface="Cambria Math"/>
                              <a:cs typeface="Cambria Math"/>
                            </a:rPr>
                          </m:ctrlPr>
                        </m:dPr>
                        <m:e>
                          <m:r>
                            <a:rPr lang="en-GB" sz="2600">
                              <a:solidFill>
                                <a:srgbClr val="087F82"/>
                              </a:solidFill>
                              <a:latin typeface="Cambria Math"/>
                              <a:ea typeface="Cambria Math"/>
                              <a:cs typeface="Cambria Math"/>
                            </a:rPr>
                            <m:t>𝑥</m:t>
                          </m:r>
                        </m:e>
                      </m:d>
                    </m:oMath>
                  </m:oMathPara>
                </a14:m>
                <a:endParaRPr lang="en-GB" sz="2600" dirty="0">
                  <a:solidFill>
                    <a:srgbClr val="FF0000"/>
                  </a:solidFill>
                </a:endParaRPr>
              </a:p>
            </p:txBody>
          </p:sp>
        </mc:Choice>
        <mc:Fallback xmlns="">
          <p:sp>
            <p:nvSpPr>
              <p:cNvPr id="105" name="completed_weight" descr="\frac{\partial\mathcal L_{\mathrm{sq}}}{\partial w_3}(\boldsymbol{\theta})=J_{3}'(a_3(x))\,\frac{\partial a_3(x)}{\partial w_3}">
                <a:extLst>
                  <a:ext uri="{FF2B5EF4-FFF2-40B4-BE49-F238E27FC236}">
                    <a16:creationId xmlns:a16="http://schemas.microsoft.com/office/drawing/2014/main" id="{785FD5AE-6ED6-47A0-BFBF-8A79C0519DD6}"/>
                  </a:ext>
                </a:extLst>
              </p:cNvPr>
              <p:cNvSpPr>
                <a:spLocks noGrp="1" noRot="1" noChangeAspect="1" noMove="1" noResize="1" noEditPoints="1" noAdjustHandles="1" noChangeArrowheads="1" noChangeShapeType="1" noTextEdit="1"/>
              </p:cNvSpPr>
              <p:nvPr/>
            </p:nvSpPr>
            <p:spPr>
              <a:xfrm>
                <a:off x="5820463" y="4743451"/>
                <a:ext cx="5905500" cy="762000"/>
              </a:xfrm>
              <a:prstGeom prst="rect">
                <a:avLst/>
              </a:prstGeom>
              <a:blipFill>
                <a:blip r:embed="rId7"/>
                <a:stretch>
                  <a:fillRect b="-4800"/>
                </a:stretch>
              </a:blipFill>
              <a:ln w="0">
                <a:noFill/>
              </a:ln>
            </p:spPr>
            <p:txBody>
              <a:bodyPr/>
              <a:lstStyle/>
              <a:p>
                <a:r>
                  <a:rPr lang="it-IT">
                    <a:noFill/>
                  </a:rPr>
                  <a:t> </a:t>
                </a:r>
              </a:p>
            </p:txBody>
          </p:sp>
        </mc:Fallback>
      </mc:AlternateContent>
      <p:sp>
        <p:nvSpPr>
          <p:cNvPr id="7" name="hence_parameter_derivatives">
            <a:extLst>
              <a:ext uri="{FF2B5EF4-FFF2-40B4-BE49-F238E27FC236}">
                <a16:creationId xmlns:a16="http://schemas.microsoft.com/office/drawing/2014/main" id="{C3938D8D-E8E9-44B8-E295-155E8FBEEB07}"/>
              </a:ext>
            </a:extLst>
          </p:cNvPr>
          <p:cNvSpPr txBox="1"/>
          <p:nvPr/>
        </p:nvSpPr>
        <p:spPr>
          <a:xfrm>
            <a:off x="2000250" y="4267200"/>
            <a:ext cx="8191500" cy="400110"/>
          </a:xfrm>
          <a:prstGeom prst="rect">
            <a:avLst/>
          </a:prstGeom>
          <a:noFill/>
        </p:spPr>
        <p:txBody>
          <a:bodyPr wrap="square">
            <a:spAutoFit/>
          </a:bodyPr>
          <a:lstStyle/>
          <a:p>
            <a:pPr algn="ctr"/>
            <a:r>
              <a:rPr lang="it-IT" sz="2000" b="0" dirty="0">
                <a:solidFill>
                  <a:srgbClr val="526276"/>
                </a:solidFill>
                <a:latin typeface="DejaVu Sans"/>
                <a:ea typeface="DejaVu Sans"/>
                <a:cs typeface="DejaVu Sans"/>
              </a:rPr>
              <a:t>Hence, </a:t>
            </a:r>
            <a:r>
              <a:rPr lang="it-IT" sz="2000" b="0" dirty="0" err="1">
                <a:solidFill>
                  <a:srgbClr val="526276"/>
                </a:solidFill>
                <a:latin typeface="DejaVu Sans"/>
                <a:ea typeface="DejaVu Sans"/>
                <a:cs typeface="DejaVu Sans"/>
              </a:rPr>
              <a:t>we</a:t>
            </a:r>
            <a:r>
              <a:rPr lang="it-IT" sz="2000" b="0" dirty="0">
                <a:solidFill>
                  <a:srgbClr val="526276"/>
                </a:solidFill>
                <a:latin typeface="DejaVu Sans"/>
                <a:ea typeface="DejaVu Sans"/>
                <a:cs typeface="DejaVu Sans"/>
              </a:rPr>
              <a:t> </a:t>
            </a:r>
            <a:r>
              <a:rPr lang="it-IT" sz="2000" b="0" dirty="0" err="1">
                <a:solidFill>
                  <a:srgbClr val="526276"/>
                </a:solidFill>
                <a:latin typeface="DejaVu Sans"/>
                <a:ea typeface="DejaVu Sans"/>
                <a:cs typeface="DejaVu Sans"/>
              </a:rPr>
              <a:t>have</a:t>
            </a:r>
            <a:r>
              <a:rPr lang="it-IT" sz="2000" b="0" dirty="0">
                <a:solidFill>
                  <a:srgbClr val="526276"/>
                </a:solidFill>
                <a:latin typeface="DejaVu Sans"/>
                <a:ea typeface="DejaVu Sans"/>
                <a:cs typeface="DejaVu Sans"/>
              </a:rPr>
              <a:t> </a:t>
            </a:r>
            <a:r>
              <a:rPr lang="it-IT" sz="2000" b="0" dirty="0" err="1">
                <a:solidFill>
                  <a:srgbClr val="526276"/>
                </a:solidFill>
                <a:latin typeface="DejaVu Sans"/>
                <a:ea typeface="DejaVu Sans"/>
                <a:cs typeface="DejaVu Sans"/>
              </a:rPr>
              <a:t>computed</a:t>
            </a:r>
            <a:endParaRPr lang="it-IT" sz="2000" dirty="0"/>
          </a:p>
        </p:txBody>
      </p:sp>
      <p:sp>
        <p:nvSpPr>
          <p:cNvPr id="106" name="differentiate_caption">
            <a:extLst>
              <a:ext uri="{FF2B5EF4-FFF2-40B4-BE49-F238E27FC236}">
                <a16:creationId xmlns:a16="http://schemas.microsoft.com/office/drawing/2014/main" id="{F284BAD9-F63A-4E11-B7A7-599BA5C0231C}"/>
              </a:ext>
            </a:extLst>
          </p:cNvPr>
          <p:cNvSpPr>
            <a:spLocks noGrp="1"/>
          </p:cNvSpPr>
          <p:nvPr/>
        </p:nvSpPr>
        <p:spPr>
          <a:xfrm>
            <a:off x="523875" y="1905000"/>
            <a:ext cx="11144250" cy="285750"/>
          </a:xfrm>
          <a:prstGeom prst="rect">
            <a:avLst/>
          </a:prstGeom>
          <a:noFill/>
          <a:ln w="0">
            <a:noFill/>
          </a:ln>
        </p:spPr>
        <p:txBody>
          <a:bodyPr anchor="ctr"/>
          <a:lstStyle>
            <a:defPPr algn="ctr">
              <a:defRPr sz="1800">
                <a:solidFill>
                  <a:srgbClr val="526276"/>
                </a:solidFill>
                <a:latin typeface="DejaVu Sans"/>
                <a:ea typeface="DejaVu Sans"/>
                <a:cs typeface="DejaVu Sans"/>
              </a:defRPr>
            </a:defPPr>
          </a:lstStyle>
          <a:p>
            <a:pPr algn="ctr">
              <a:defRPr sz="1800">
                <a:solidFill>
                  <a:srgbClr val="526276"/>
                </a:solidFill>
                <a:latin typeface="DejaVu Sans"/>
                <a:ea typeface="DejaVu Sans"/>
                <a:cs typeface="DejaVu Sans"/>
              </a:defRPr>
            </a:pPr>
            <a:r>
              <a:rPr sz="1800">
                <a:solidFill>
                  <a:srgbClr val="526276"/>
                </a:solidFill>
                <a:latin typeface="DejaVu Sans"/>
                <a:ea typeface="DejaVu Sans"/>
                <a:cs typeface="DejaVu Sans"/>
              </a:rPr>
              <a:t>Differentiate with respect to the argument, keeping the target fixed.</a:t>
            </a:r>
          </a:p>
        </p:txBody>
      </p:sp>
      <p:sp>
        <p:nvSpPr>
          <p:cNvPr id="107" name="evaluate_caption">
            <a:extLst>
              <a:ext uri="{FF2B5EF4-FFF2-40B4-BE49-F238E27FC236}">
                <a16:creationId xmlns:a16="http://schemas.microsoft.com/office/drawing/2014/main" id="{FD3078E3-E8CA-41FA-839D-6129F90A9ECB}"/>
              </a:ext>
            </a:extLst>
          </p:cNvPr>
          <p:cNvSpPr>
            <a:spLocks noGrp="1"/>
          </p:cNvSpPr>
          <p:nvPr/>
        </p:nvSpPr>
        <p:spPr>
          <a:xfrm>
            <a:off x="523875" y="3057525"/>
            <a:ext cx="11144250" cy="285750"/>
          </a:xfrm>
          <a:prstGeom prst="rect">
            <a:avLst/>
          </a:prstGeom>
          <a:noFill/>
          <a:ln w="0">
            <a:noFill/>
          </a:ln>
        </p:spPr>
        <p:txBody>
          <a:bodyPr anchor="ctr"/>
          <a:lstStyle>
            <a:defPPr algn="ctr">
              <a:defRPr sz="1800">
                <a:solidFill>
                  <a:srgbClr val="526276"/>
                </a:solidFill>
                <a:latin typeface="DejaVu Sans"/>
                <a:ea typeface="DejaVu Sans"/>
                <a:cs typeface="DejaVu Sans"/>
              </a:defRPr>
            </a:defPPr>
          </a:lstStyle>
          <a:p>
            <a:pPr algn="ctr">
              <a:defRPr sz="1800">
                <a:solidFill>
                  <a:srgbClr val="526276"/>
                </a:solidFill>
                <a:latin typeface="DejaVu Sans"/>
                <a:ea typeface="DejaVu Sans"/>
                <a:cs typeface="DejaVu Sans"/>
              </a:defRPr>
            </a:pPr>
            <a:r>
              <a:rPr sz="1800">
                <a:solidFill>
                  <a:srgbClr val="526276"/>
                </a:solidFill>
                <a:latin typeface="DejaVu Sans"/>
                <a:ea typeface="DejaVu Sans"/>
                <a:cs typeface="DejaVu Sans"/>
              </a:rPr>
              <a:t>Evaluate at the preactivation saved during the forward pass.</a:t>
            </a:r>
          </a:p>
        </p:txBody>
      </p:sp>
      <mc:AlternateContent xmlns:mc="http://schemas.openxmlformats.org/markup-compatibility/2006" xmlns:a14="http://schemas.microsoft.com/office/drawing/2010/main">
        <mc:Choice Requires="a14">
          <p:sp>
            <p:nvSpPr>
              <p:cNvPr id="108" name="reuse_reminder">
                <a:extLst>
                  <a:ext uri="{FF2B5EF4-FFF2-40B4-BE49-F238E27FC236}">
                    <a16:creationId xmlns:a16="http://schemas.microsoft.com/office/drawing/2014/main" id="{AE8E4EB2-FAD9-468D-A607-19C5CC1045FE}"/>
                  </a:ext>
                </a:extLst>
              </p:cNvPr>
              <p:cNvSpPr>
                <a:spLocks noGrp="1"/>
              </p:cNvSpPr>
              <p:nvPr/>
            </p:nvSpPr>
            <p:spPr>
              <a:xfrm>
                <a:off x="523875" y="5905500"/>
                <a:ext cx="11144250" cy="476250"/>
              </a:xfrm>
              <a:prstGeom prst="rect">
                <a:avLst/>
              </a:prstGeom>
              <a:noFill/>
              <a:ln w="0">
                <a:noFill/>
              </a:ln>
            </p:spPr>
            <p:txBody>
              <a:bodyPr wrap="none" lIns="0" tIns="0" rIns="0" bIns="0" anchor="ctr">
                <a:noAutofit/>
              </a:bodyPr>
              <a:lstStyle>
                <a:defPPr algn="ctr">
                  <a:defRPr sz="1800">
                    <a:solidFill>
                      <a:srgbClr val="526276"/>
                    </a:solidFill>
                    <a:latin typeface="DejaVu Sans"/>
                    <a:ea typeface="DejaVu Sans"/>
                    <a:cs typeface="DejaVu Sans"/>
                  </a:defRPr>
                </a:defPPr>
              </a:lstStyle>
              <a:p>
                <a:pPr algn="ctr"/>
                <a:r>
                  <a:rPr lang="en-GB" sz="1800" dirty="0">
                    <a:solidFill>
                      <a:srgbClr val="526276"/>
                    </a:solidFill>
                    <a:latin typeface="DejaVu Sans"/>
                  </a:rPr>
                  <a:t>We will reuse </a:t>
                </a:r>
                <a14:m>
                  <m:oMath xmlns:m="http://schemas.openxmlformats.org/officeDocument/2006/math">
                    <m:sSubSup>
                      <m:sSubSupPr>
                        <m:ctrlPr>
                          <a:rPr lang="en-GB" sz="1800">
                            <a:solidFill>
                              <a:schemeClr val="accent2">
                                <a:lumMod val="75000"/>
                              </a:schemeClr>
                            </a:solidFill>
                            <a:latin typeface="Cambria Math"/>
                            <a:ea typeface="Cambria Math"/>
                            <a:cs typeface="Cambria Math"/>
                          </a:rPr>
                        </m:ctrlPr>
                      </m:sSubSupPr>
                      <m:e>
                        <m:r>
                          <a:rPr lang="en-GB" sz="1800">
                            <a:solidFill>
                              <a:schemeClr val="accent2">
                                <a:lumMod val="75000"/>
                              </a:schemeClr>
                            </a:solidFill>
                            <a:latin typeface="Cambria Math"/>
                            <a:ea typeface="Cambria Math"/>
                            <a:cs typeface="Cambria Math"/>
                          </a:rPr>
                          <m:t>𝐽</m:t>
                        </m:r>
                      </m:e>
                      <m:sub>
                        <m:r>
                          <a:rPr lang="en-GB" sz="1800">
                            <a:solidFill>
                              <a:schemeClr val="accent2">
                                <a:lumMod val="75000"/>
                              </a:schemeClr>
                            </a:solidFill>
                            <a:latin typeface="Cambria Math"/>
                            <a:ea typeface="Cambria Math"/>
                            <a:cs typeface="Cambria Math"/>
                          </a:rPr>
                          <m:t>3</m:t>
                        </m:r>
                      </m:sub>
                      <m:sup>
                        <m:r>
                          <a:rPr lang="en-GB" sz="1800">
                            <a:solidFill>
                              <a:schemeClr val="accent2">
                                <a:lumMod val="75000"/>
                              </a:schemeClr>
                            </a:solidFill>
                            <a:latin typeface="Cambria Math"/>
                            <a:ea typeface="Cambria Math"/>
                            <a:cs typeface="Cambria Math"/>
                          </a:rPr>
                          <m:t>′</m:t>
                        </m:r>
                      </m:sup>
                    </m:sSubSup>
                    <m:d>
                      <m:dPr>
                        <m:ctrlPr>
                          <a:rPr lang="en-GB" sz="1800" i="1">
                            <a:solidFill>
                              <a:schemeClr val="accent2">
                                <a:lumMod val="75000"/>
                              </a:schemeClr>
                            </a:solidFill>
                            <a:latin typeface="Cambria Math" panose="02040503050406030204" pitchFamily="18" charset="0"/>
                            <a:ea typeface="Cambria Math"/>
                            <a:cs typeface="Cambria Math"/>
                          </a:rPr>
                        </m:ctrlPr>
                      </m:dPr>
                      <m:e>
                        <m:sSub>
                          <m:sSubPr>
                            <m:ctrlPr>
                              <a:rPr lang="en-GB" sz="1800">
                                <a:solidFill>
                                  <a:schemeClr val="accent2">
                                    <a:lumMod val="75000"/>
                                  </a:schemeClr>
                                </a:solidFill>
                                <a:latin typeface="Cambria Math"/>
                                <a:ea typeface="Cambria Math"/>
                                <a:cs typeface="Cambria Math"/>
                              </a:rPr>
                            </m:ctrlPr>
                          </m:sSubPr>
                          <m:e>
                            <m:r>
                              <a:rPr lang="en-GB" sz="1800">
                                <a:solidFill>
                                  <a:schemeClr val="accent2">
                                    <a:lumMod val="75000"/>
                                  </a:schemeClr>
                                </a:solidFill>
                                <a:latin typeface="Cambria Math"/>
                                <a:ea typeface="Cambria Math"/>
                                <a:cs typeface="Cambria Math"/>
                              </a:rPr>
                              <m:t>𝑎</m:t>
                            </m:r>
                          </m:e>
                          <m:sub>
                            <m:r>
                              <a:rPr lang="en-GB" sz="1800">
                                <a:solidFill>
                                  <a:schemeClr val="accent2">
                                    <a:lumMod val="75000"/>
                                  </a:schemeClr>
                                </a:solidFill>
                                <a:latin typeface="Cambria Math"/>
                                <a:ea typeface="Cambria Math"/>
                                <a:cs typeface="Cambria Math"/>
                              </a:rPr>
                              <m:t>3</m:t>
                            </m:r>
                          </m:sub>
                        </m:sSub>
                        <m:d>
                          <m:dPr>
                            <m:ctrlPr>
                              <a:rPr lang="en-GB" sz="1800">
                                <a:solidFill>
                                  <a:schemeClr val="accent2">
                                    <a:lumMod val="75000"/>
                                  </a:schemeClr>
                                </a:solidFill>
                                <a:latin typeface="Cambria Math"/>
                                <a:ea typeface="Cambria Math"/>
                                <a:cs typeface="Cambria Math"/>
                              </a:rPr>
                            </m:ctrlPr>
                          </m:dPr>
                          <m:e>
                            <m:r>
                              <a:rPr lang="en-GB" sz="1800">
                                <a:solidFill>
                                  <a:schemeClr val="accent2">
                                    <a:lumMod val="75000"/>
                                  </a:schemeClr>
                                </a:solidFill>
                                <a:latin typeface="Cambria Math"/>
                                <a:ea typeface="Cambria Math"/>
                                <a:cs typeface="Cambria Math"/>
                              </a:rPr>
                              <m:t>𝑥</m:t>
                            </m:r>
                          </m:e>
                        </m:d>
                      </m:e>
                    </m:d>
                  </m:oMath>
                </a14:m>
                <a:r>
                  <a:rPr lang="en-GB" sz="1800" dirty="0">
                    <a:solidFill>
                      <a:srgbClr val="526276"/>
                    </a:solidFill>
                    <a:latin typeface="DejaVu Sans"/>
                  </a:rPr>
                  <a:t> to calculate </a:t>
                </a:r>
                <a14:m>
                  <m:oMath xmlns:m="http://schemas.openxmlformats.org/officeDocument/2006/math">
                    <m:sSubSup>
                      <m:sSubSupPr>
                        <m:ctrlPr>
                          <a:rPr lang="en-GB" sz="1800">
                            <a:solidFill>
                              <a:srgbClr val="00B050"/>
                            </a:solidFill>
                            <a:latin typeface="Cambria Math"/>
                            <a:ea typeface="Cambria Math"/>
                            <a:cs typeface="Cambria Math"/>
                          </a:rPr>
                        </m:ctrlPr>
                      </m:sSubSupPr>
                      <m:e>
                        <m:r>
                          <a:rPr lang="en-GB" sz="1800">
                            <a:solidFill>
                              <a:srgbClr val="00B050"/>
                            </a:solidFill>
                            <a:latin typeface="Cambria Math"/>
                            <a:ea typeface="Cambria Math"/>
                            <a:cs typeface="Cambria Math"/>
                          </a:rPr>
                          <m:t>𝐽</m:t>
                        </m:r>
                      </m:e>
                      <m:sub>
                        <m:r>
                          <a:rPr lang="en-GB" sz="1800">
                            <a:solidFill>
                              <a:srgbClr val="00B050"/>
                            </a:solidFill>
                            <a:latin typeface="Cambria Math"/>
                            <a:ea typeface="Cambria Math"/>
                            <a:cs typeface="Cambria Math"/>
                          </a:rPr>
                          <m:t>2</m:t>
                        </m:r>
                      </m:sub>
                      <m:sup>
                        <m:r>
                          <a:rPr lang="en-GB" sz="1800">
                            <a:solidFill>
                              <a:srgbClr val="00B050"/>
                            </a:solidFill>
                            <a:latin typeface="Cambria Math"/>
                            <a:ea typeface="Cambria Math"/>
                            <a:cs typeface="Cambria Math"/>
                          </a:rPr>
                          <m:t>′</m:t>
                        </m:r>
                      </m:sup>
                    </m:sSubSup>
                    <m:d>
                      <m:dPr>
                        <m:ctrlPr>
                          <a:rPr lang="en-GB" sz="1800" i="1">
                            <a:solidFill>
                              <a:srgbClr val="00B050"/>
                            </a:solidFill>
                            <a:latin typeface="Cambria Math" panose="02040503050406030204" pitchFamily="18" charset="0"/>
                            <a:ea typeface="Cambria Math"/>
                            <a:cs typeface="Cambria Math"/>
                          </a:rPr>
                        </m:ctrlPr>
                      </m:dPr>
                      <m:e>
                        <m:sSub>
                          <m:sSubPr>
                            <m:ctrlPr>
                              <a:rPr lang="en-GB" sz="1800">
                                <a:solidFill>
                                  <a:srgbClr val="00B050"/>
                                </a:solidFill>
                                <a:latin typeface="Cambria Math"/>
                                <a:ea typeface="Cambria Math"/>
                                <a:cs typeface="Cambria Math"/>
                              </a:rPr>
                            </m:ctrlPr>
                          </m:sSubPr>
                          <m:e>
                            <m:r>
                              <a:rPr lang="en-GB" sz="1800">
                                <a:solidFill>
                                  <a:srgbClr val="00B050"/>
                                </a:solidFill>
                                <a:latin typeface="Cambria Math"/>
                                <a:ea typeface="Cambria Math"/>
                                <a:cs typeface="Cambria Math"/>
                              </a:rPr>
                              <m:t>𝑎</m:t>
                            </m:r>
                          </m:e>
                          <m:sub>
                            <m:r>
                              <a:rPr lang="en-GB" sz="1800">
                                <a:solidFill>
                                  <a:srgbClr val="00B050"/>
                                </a:solidFill>
                                <a:latin typeface="Cambria Math"/>
                                <a:ea typeface="Cambria Math"/>
                                <a:cs typeface="Cambria Math"/>
                              </a:rPr>
                              <m:t>2</m:t>
                            </m:r>
                          </m:sub>
                        </m:sSub>
                        <m:d>
                          <m:dPr>
                            <m:ctrlPr>
                              <a:rPr lang="en-GB" sz="1800">
                                <a:solidFill>
                                  <a:srgbClr val="00B050"/>
                                </a:solidFill>
                                <a:latin typeface="Cambria Math"/>
                                <a:ea typeface="Cambria Math"/>
                                <a:cs typeface="Cambria Math"/>
                              </a:rPr>
                            </m:ctrlPr>
                          </m:dPr>
                          <m:e>
                            <m:r>
                              <a:rPr lang="en-GB" sz="1800">
                                <a:solidFill>
                                  <a:srgbClr val="00B050"/>
                                </a:solidFill>
                                <a:latin typeface="Cambria Math"/>
                                <a:ea typeface="Cambria Math"/>
                                <a:cs typeface="Cambria Math"/>
                              </a:rPr>
                              <m:t>𝑥</m:t>
                            </m:r>
                          </m:e>
                        </m:d>
                      </m:e>
                    </m:d>
                  </m:oMath>
                </a14:m>
                <a:r>
                  <a:rPr lang="en-GB" sz="1800" dirty="0">
                    <a:solidFill>
                      <a:srgbClr val="526276"/>
                    </a:solidFill>
                    <a:latin typeface="DejaVu Sans"/>
                  </a:rPr>
                  <a:t>.</a:t>
                </a:r>
                <a:endParaRPr lang="en-GB" sz="1800" dirty="0"/>
              </a:p>
            </p:txBody>
          </p:sp>
        </mc:Choice>
        <mc:Fallback xmlns="">
          <p:sp>
            <p:nvSpPr>
              <p:cNvPr id="108" name="reuse_reminder">
                <a:extLst>
                  <a:ext uri="{FF2B5EF4-FFF2-40B4-BE49-F238E27FC236}">
                    <a16:creationId xmlns:a16="http://schemas.microsoft.com/office/drawing/2014/main" id="{AE8E4EB2-FAD9-468D-A607-19C5CC1045FE}"/>
                  </a:ext>
                </a:extLst>
              </p:cNvPr>
              <p:cNvSpPr>
                <a:spLocks noGrp="1" noRot="1" noChangeAspect="1" noMove="1" noResize="1" noEditPoints="1" noAdjustHandles="1" noChangeArrowheads="1" noChangeShapeType="1" noTextEdit="1"/>
              </p:cNvSpPr>
              <p:nvPr/>
            </p:nvSpPr>
            <p:spPr>
              <a:xfrm>
                <a:off x="523875" y="5905500"/>
                <a:ext cx="11144250" cy="476250"/>
              </a:xfrm>
              <a:prstGeom prst="rect">
                <a:avLst/>
              </a:prstGeom>
              <a:blipFill>
                <a:blip r:embed="rId8"/>
                <a:stretch>
                  <a:fillRect b="-7692"/>
                </a:stretch>
              </a:blipFill>
              <a:ln w="0">
                <a:noFill/>
              </a:ln>
            </p:spPr>
            <p:txBody>
              <a:bodyPr/>
              <a:lstStyle/>
              <a:p>
                <a:r>
                  <a:rPr lang="it-IT">
                    <a:noFill/>
                  </a:rPr>
                  <a:t> </a:t>
                </a:r>
              </a:p>
            </p:txBody>
          </p:sp>
        </mc:Fallback>
      </mc:AlternateContent>
      <p:sp>
        <p:nvSpPr>
          <p:cNvPr id="109" name="shared_factor_caption">
            <a:extLst>
              <a:ext uri="{FF2B5EF4-FFF2-40B4-BE49-F238E27FC236}">
                <a16:creationId xmlns:a16="http://schemas.microsoft.com/office/drawing/2014/main" id="{D4D678D5-F886-4777-930D-C5FC47E4FD0F}"/>
              </a:ext>
            </a:extLst>
          </p:cNvPr>
          <p:cNvSpPr>
            <a:spLocks noGrp="1"/>
          </p:cNvSpPr>
          <p:nvPr/>
        </p:nvSpPr>
        <p:spPr>
          <a:xfrm>
            <a:off x="523875" y="866775"/>
            <a:ext cx="11144250" cy="333375"/>
          </a:xfrm>
          <a:prstGeom prst="rect">
            <a:avLst/>
          </a:prstGeom>
          <a:noFill/>
          <a:ln w="0">
            <a:noFill/>
          </a:ln>
        </p:spPr>
        <p:txBody>
          <a:bodyPr anchor="ctr"/>
          <a:lstStyle>
            <a:defPPr algn="ctr">
              <a:defRPr sz="2000">
                <a:solidFill>
                  <a:srgbClr val="53637B"/>
                </a:solidFill>
                <a:latin typeface="DejaVu Sans"/>
                <a:ea typeface="DejaVu Sans"/>
                <a:cs typeface="DejaVu Sans"/>
              </a:defRPr>
            </a:defPPr>
          </a:lstStyle>
          <a:p>
            <a:pPr algn="ctr">
              <a:defRPr sz="2000">
                <a:solidFill>
                  <a:srgbClr val="53637B"/>
                </a:solidFill>
                <a:latin typeface="DejaVu Sans"/>
                <a:ea typeface="DejaVu Sans"/>
                <a:cs typeface="DejaVu Sans"/>
              </a:defRPr>
            </a:pPr>
            <a:r>
              <a:rPr sz="2000">
                <a:solidFill>
                  <a:srgbClr val="53637B"/>
                </a:solidFill>
                <a:latin typeface="DejaVu Sans"/>
                <a:ea typeface="DejaVu Sans"/>
                <a:cs typeface="DejaVu Sans"/>
              </a:rPr>
              <a:t>We need the factor shared by both parameter derivatives.</a:t>
            </a:r>
          </a:p>
        </p:txBody>
      </p:sp>
    </p:spTree>
    <p:extLst>
      <p:ext uri="{BB962C8B-B14F-4D97-AF65-F5344CB8AC3E}">
        <p14:creationId xmlns:p14="http://schemas.microsoft.com/office/powerpoint/2010/main" val="152741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104" grpId="0"/>
      <p:bldP spid="105" grpId="0"/>
      <p:bldP spid="7" grpId="0"/>
      <p:bldP spid="106" grpId="0"/>
      <p:bldP spid="107" grpId="0"/>
      <p:bldP spid="10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85C1A82-0C7F-488E-905F-00F66000B097}"/>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The chain rule at the second layer</a:t>
            </a:r>
          </a:p>
        </p:txBody>
      </p:sp>
      <p:sp>
        <p:nvSpPr>
          <p:cNvPr id="2" name="lead">
            <a:extLst>
              <a:ext uri="{FF2B5EF4-FFF2-40B4-BE49-F238E27FC236}">
                <a16:creationId xmlns:a16="http://schemas.microsoft.com/office/drawing/2014/main" id="{D729E8F4-85D8-4D49-90EC-7568B409225A}"/>
              </a:ext>
            </a:extLst>
          </p:cNvPr>
          <p:cNvSpPr>
            <a:spLocks noGrp="1"/>
          </p:cNvSpPr>
          <p:nvPr/>
        </p:nvSpPr>
        <p:spPr>
          <a:xfrm>
            <a:off x="523875" y="814388"/>
            <a:ext cx="11144250" cy="74295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Let’s move to the </a:t>
            </a:r>
            <a:r>
              <a:rPr sz="2175" b="0" dirty="0">
                <a:solidFill>
                  <a:srgbClr val="FF0000"/>
                </a:solidFill>
                <a:latin typeface="DejaVu Sans"/>
                <a:ea typeface="DejaVu Sans"/>
                <a:cs typeface="DejaVu Sans"/>
              </a:rPr>
              <a:t>2nd layer</a:t>
            </a:r>
          </a:p>
        </p:txBody>
      </p:sp>
      <p:sp>
        <p:nvSpPr>
          <p:cNvPr id="3" name="footer_course">
            <a:extLst>
              <a:ext uri="{FF2B5EF4-FFF2-40B4-BE49-F238E27FC236}">
                <a16:creationId xmlns:a16="http://schemas.microsoft.com/office/drawing/2014/main" id="{FA56975D-AC6C-41A9-82B2-644BBB13EF3F}"/>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4674D628-4FA8-49DD-BEF9-F6A13C96A945}"/>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12</a:t>
            </a:r>
          </a:p>
        </p:txBody>
      </p:sp>
      <mc:AlternateContent xmlns:mc="http://schemas.openxmlformats.org/markup-compatibility/2006" xmlns:a14="http://schemas.microsoft.com/office/drawing/2010/main">
        <mc:Choice Requires="a14">
          <p:sp>
            <p:nvSpPr>
              <p:cNvPr id="5" name="fixed_definition" descr="J_{2}(u)=J_{3}(\mathrm{ReLU}(u)w_3+b_3)">
                <a:extLst>
                  <a:ext uri="{FF2B5EF4-FFF2-40B4-BE49-F238E27FC236}">
                    <a16:creationId xmlns:a16="http://schemas.microsoft.com/office/drawing/2014/main" id="{5017072C-57D7-47F5-904B-1F910F779AB2}"/>
                  </a:ext>
                </a:extLst>
              </p:cNvPr>
              <p:cNvSpPr>
                <a:spLocks noGrp="1"/>
              </p:cNvSpPr>
              <p:nvPr/>
            </p:nvSpPr>
            <p:spPr>
              <a:xfrm>
                <a:off x="333375" y="2422208"/>
                <a:ext cx="6048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2</m:t>
                          </m:r>
                        </m:sub>
                      </m:sSub>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3</m:t>
                          </m:r>
                        </m:sub>
                      </m:sSub>
                      <m:d>
                        <m:dPr>
                          <m:ctrlPr>
                            <a:rPr lang="en-GB" sz="2700">
                              <a:solidFill>
                                <a:srgbClr val="087F82"/>
                              </a:solidFill>
                              <a:latin typeface="Cambria Math"/>
                              <a:ea typeface="Cambria Math"/>
                              <a:cs typeface="Cambria Math"/>
                            </a:rPr>
                          </m:ctrlPr>
                        </m:dPr>
                        <m:e>
                          <m:r>
                            <m:rPr>
                              <m:sty m:val="p"/>
                            </m:rPr>
                            <a:rPr lang="en-GB" sz="2700">
                              <a:solidFill>
                                <a:srgbClr val="087F82"/>
                              </a:solidFill>
                              <a:latin typeface="Cambria Math"/>
                              <a:ea typeface="Cambria Math"/>
                              <a:cs typeface="Cambria Math"/>
                            </a:rPr>
                            <m:t>ReLU</m:t>
                          </m:r>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𝑤</m:t>
                              </m:r>
                            </m:e>
                            <m:sub>
                              <m:r>
                                <a:rPr lang="en-GB" sz="2700">
                                  <a:solidFill>
                                    <a:srgbClr val="087F82"/>
                                  </a:solidFill>
                                  <a:latin typeface="Cambria Math"/>
                                  <a:ea typeface="Cambria Math"/>
                                  <a:cs typeface="Cambria Math"/>
                                </a:rPr>
                                <m:t>3</m:t>
                              </m:r>
                            </m:sub>
                          </m:sSub>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𝑏</m:t>
                              </m:r>
                            </m:e>
                            <m:sub>
                              <m:r>
                                <a:rPr lang="en-GB" sz="2700">
                                  <a:solidFill>
                                    <a:srgbClr val="087F82"/>
                                  </a:solidFill>
                                  <a:latin typeface="Cambria Math"/>
                                  <a:ea typeface="Cambria Math"/>
                                  <a:cs typeface="Cambria Math"/>
                                </a:rPr>
                                <m:t>3</m:t>
                              </m:r>
                            </m:sub>
                          </m:sSub>
                        </m:e>
                      </m:d>
                    </m:oMath>
                  </m:oMathPara>
                </a14:m>
                <a:endParaRPr lang="en-GB" sz="2700" dirty="0">
                  <a:solidFill>
                    <a:srgbClr val="087F82"/>
                  </a:solidFill>
                </a:endParaRPr>
              </a:p>
            </p:txBody>
          </p:sp>
        </mc:Choice>
        <mc:Fallback xmlns="">
          <p:sp>
            <p:nvSpPr>
              <p:cNvPr id="5" name="fixed_definition" descr="J_{2}(u)=J_{3}(\mathrm{ReLU}(u)w_3+b_3)">
                <a:extLst>
                  <a:ext uri="{FF2B5EF4-FFF2-40B4-BE49-F238E27FC236}">
                    <a16:creationId xmlns:a16="http://schemas.microsoft.com/office/drawing/2014/main" id="{5017072C-57D7-47F5-904B-1F910F779AB2}"/>
                  </a:ext>
                </a:extLst>
              </p:cNvPr>
              <p:cNvSpPr>
                <a:spLocks noGrp="1" noRot="1" noChangeAspect="1" noMove="1" noResize="1" noEditPoints="1" noAdjustHandles="1" noChangeArrowheads="1" noChangeShapeType="1" noTextEdit="1"/>
              </p:cNvSpPr>
              <p:nvPr/>
            </p:nvSpPr>
            <p:spPr>
              <a:xfrm>
                <a:off x="333375" y="2422208"/>
                <a:ext cx="6048375" cy="6286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fixed_composition" descr="\mathcal{L}_{\mathrm{sq}}(\boldsymbol{\theta})=J_{2}(a_2(x))">
                <a:extLst>
                  <a:ext uri="{FF2B5EF4-FFF2-40B4-BE49-F238E27FC236}">
                    <a16:creationId xmlns:a16="http://schemas.microsoft.com/office/drawing/2014/main" id="{BB06BC66-E029-4889-9EA8-042B34344B9F}"/>
                  </a:ext>
                </a:extLst>
              </p:cNvPr>
              <p:cNvSpPr>
                <a:spLocks noGrp="1"/>
              </p:cNvSpPr>
              <p:nvPr/>
            </p:nvSpPr>
            <p:spPr>
              <a:xfrm>
                <a:off x="3119438" y="1357313"/>
                <a:ext cx="595312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ℒ</m:t>
                          </m:r>
                        </m:e>
                        <m:sub>
                          <m:r>
                            <m:rPr>
                              <m:sty m:val="p"/>
                            </m:rPr>
                            <a:rPr lang="en-GB" sz="2800">
                              <a:solidFill>
                                <a:srgbClr val="087F83"/>
                              </a:solidFill>
                              <a:latin typeface="Cambria Math"/>
                              <a:ea typeface="Cambria Math"/>
                              <a:cs typeface="Cambria Math"/>
                            </a:rPr>
                            <m:t>sq</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𝛉</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𝐽</m:t>
                          </m:r>
                        </m:e>
                        <m:sub>
                          <m:r>
                            <a:rPr lang="en-GB" sz="2800">
                              <a:solidFill>
                                <a:srgbClr val="087F83"/>
                              </a:solidFill>
                              <a:latin typeface="Cambria Math"/>
                              <a:ea typeface="Cambria Math"/>
                              <a:cs typeface="Cambria Math"/>
                            </a:rPr>
                            <m:t>2</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e>
                      </m:d>
                    </m:oMath>
                  </m:oMathPara>
                </a14:m>
                <a:endParaRPr lang="en-GB" sz="2800"/>
              </a:p>
            </p:txBody>
          </p:sp>
        </mc:Choice>
        <mc:Fallback xmlns="">
          <p:sp>
            <p:nvSpPr>
              <p:cNvPr id="6" name="fixed_composition" descr="\mathcal{L}_{\mathrm{sq}}(\boldsymbol{\theta})=J_{2}(a_2(x))">
                <a:extLst>
                  <a:ext uri="{FF2B5EF4-FFF2-40B4-BE49-F238E27FC236}">
                    <a16:creationId xmlns:a16="http://schemas.microsoft.com/office/drawing/2014/main" id="{BB06BC66-E029-4889-9EA8-042B34344B9F}"/>
                  </a:ext>
                </a:extLst>
              </p:cNvPr>
              <p:cNvSpPr>
                <a:spLocks noGrp="1" noRot="1" noChangeAspect="1" noMove="1" noResize="1" noEditPoints="1" noAdjustHandles="1" noChangeArrowheads="1" noChangeShapeType="1" noTextEdit="1"/>
              </p:cNvSpPr>
              <p:nvPr/>
            </p:nvSpPr>
            <p:spPr>
              <a:xfrm>
                <a:off x="3119438" y="1357313"/>
                <a:ext cx="5953125" cy="6286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ixed_preactivation" descr="a_2(x)=\phi_1(x)w_2+b_2">
                <a:extLst>
                  <a:ext uri="{FF2B5EF4-FFF2-40B4-BE49-F238E27FC236}">
                    <a16:creationId xmlns:a16="http://schemas.microsoft.com/office/drawing/2014/main" id="{57412D7E-CABC-4D5D-97C9-0F39C11FB9E1}"/>
                  </a:ext>
                </a:extLst>
              </p:cNvPr>
              <p:cNvSpPr>
                <a:spLocks noGrp="1"/>
              </p:cNvSpPr>
              <p:nvPr/>
            </p:nvSpPr>
            <p:spPr>
              <a:xfrm>
                <a:off x="6181725" y="2422208"/>
                <a:ext cx="5286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2</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2</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2</m:t>
                          </m:r>
                        </m:sub>
                      </m:sSub>
                    </m:oMath>
                  </m:oMathPara>
                </a14:m>
                <a:endParaRPr lang="en-GB" sz="2800"/>
              </a:p>
            </p:txBody>
          </p:sp>
        </mc:Choice>
        <mc:Fallback xmlns="">
          <p:sp>
            <p:nvSpPr>
              <p:cNvPr id="7" name="fixed_preactivation" descr="a_2(x)=\phi_1(x)w_2+b_2">
                <a:extLst>
                  <a:ext uri="{FF2B5EF4-FFF2-40B4-BE49-F238E27FC236}">
                    <a16:creationId xmlns:a16="http://schemas.microsoft.com/office/drawing/2014/main" id="{57412D7E-CABC-4D5D-97C9-0F39C11FB9E1}"/>
                  </a:ext>
                </a:extLst>
              </p:cNvPr>
              <p:cNvSpPr>
                <a:spLocks noGrp="1" noRot="1" noChangeAspect="1" noMove="1" noResize="1" noEditPoints="1" noAdjustHandles="1" noChangeArrowheads="1" noChangeShapeType="1" noTextEdit="1"/>
              </p:cNvSpPr>
              <p:nvPr/>
            </p:nvSpPr>
            <p:spPr>
              <a:xfrm>
                <a:off x="6181725" y="2422208"/>
                <a:ext cx="5286375" cy="6286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fixed_independence">
                <a:extLst>
                  <a:ext uri="{FF2B5EF4-FFF2-40B4-BE49-F238E27FC236}">
                    <a16:creationId xmlns:a16="http://schemas.microsoft.com/office/drawing/2014/main" id="{307A81E8-3012-490A-AFCF-035956752DC1}"/>
                  </a:ext>
                </a:extLst>
              </p:cNvPr>
              <p:cNvSpPr>
                <a:spLocks noGrp="1"/>
              </p:cNvSpPr>
              <p:nvPr/>
            </p:nvSpPr>
            <p:spPr>
              <a:xfrm>
                <a:off x="428625" y="3162300"/>
                <a:ext cx="11334750" cy="457200"/>
              </a:xfrm>
              <a:prstGeom prst="rect">
                <a:avLst/>
              </a:prstGeom>
              <a:noFill/>
              <a:ln w="0">
                <a:noFill/>
              </a:ln>
            </p:spPr>
            <p:txBody>
              <a:bodyPr lIns="0" tIns="0" rIns="0" bIns="0"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lang="it-IT" sz="2025" b="1" dirty="0">
                    <a:solidFill>
                      <a:srgbClr val="FF0000"/>
                    </a:solidFill>
                    <a:latin typeface="DejaVu Sans"/>
                    <a:ea typeface="DejaVu Sans"/>
                    <a:cs typeface="DejaVu Sans"/>
                  </a:rPr>
                  <a:t>Neither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𝐽</m:t>
                        </m:r>
                      </m:e>
                      <m:sub>
                        <m:r>
                          <a:rPr lang="ar-AE" sz="2025">
                            <a:solidFill>
                              <a:srgbClr val="FF0000"/>
                            </a:solidFill>
                            <a:latin typeface="Cambria Math"/>
                            <a:ea typeface="Cambria Math"/>
                            <a:cs typeface="Cambria Math"/>
                          </a:rPr>
                          <m:t>2</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nor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𝜙</m:t>
                        </m:r>
                      </m:e>
                      <m:sub>
                        <m:r>
                          <a:rPr lang="ar-AE" sz="2025">
                            <a:solidFill>
                              <a:srgbClr val="FF0000"/>
                            </a:solidFill>
                            <a:latin typeface="Cambria Math"/>
                            <a:ea typeface="Cambria Math"/>
                            <a:cs typeface="Cambria Math"/>
                          </a:rPr>
                          <m:t>1</m:t>
                        </m:r>
                      </m:sub>
                    </m:sSub>
                    <m:d>
                      <m:dPr>
                        <m:ctrlPr>
                          <a:rPr lang="ar-AE" sz="2025">
                            <a:solidFill>
                              <a:srgbClr val="FF0000"/>
                            </a:solidFill>
                            <a:latin typeface="Cambria Math"/>
                            <a:ea typeface="Cambria Math"/>
                            <a:cs typeface="Cambria Math"/>
                          </a:rPr>
                        </m:ctrlPr>
                      </m:dPr>
                      <m:e>
                        <m:r>
                          <a:rPr lang="ar-AE" sz="2025">
                            <a:solidFill>
                              <a:srgbClr val="FF0000"/>
                            </a:solidFill>
                            <a:latin typeface="Cambria Math"/>
                            <a:ea typeface="Cambria Math"/>
                            <a:cs typeface="Cambria Math"/>
                          </a:rPr>
                          <m:t>𝑥</m:t>
                        </m:r>
                      </m:e>
                    </m:d>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depends on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𝑤</m:t>
                        </m:r>
                      </m:e>
                      <m:sub>
                        <m:r>
                          <a:rPr lang="ar-AE" sz="2025">
                            <a:solidFill>
                              <a:srgbClr val="FF0000"/>
                            </a:solidFill>
                            <a:latin typeface="Cambria Math"/>
                            <a:ea typeface="Cambria Math"/>
                            <a:cs typeface="Cambria Math"/>
                          </a:rPr>
                          <m:t>2</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𝑏</m:t>
                        </m:r>
                      </m:e>
                      <m:sub>
                        <m:r>
                          <a:rPr lang="ar-AE" sz="2025">
                            <a:solidFill>
                              <a:srgbClr val="FF0000"/>
                            </a:solidFill>
                            <a:latin typeface="Cambria Math"/>
                            <a:ea typeface="Cambria Math"/>
                            <a:cs typeface="Cambria Math"/>
                          </a:rPr>
                          <m:t>2</m:t>
                        </m:r>
                      </m:sub>
                    </m:sSub>
                  </m:oMath>
                </a14:m>
                <a:endParaRPr lang="ar-AE" sz="2025" dirty="0">
                  <a:solidFill>
                    <a:srgbClr val="FF0000"/>
                  </a:solidFill>
                </a:endParaRPr>
              </a:p>
            </p:txBody>
          </p:sp>
        </mc:Choice>
        <mc:Fallback xmlns="">
          <p:sp>
            <p:nvSpPr>
              <p:cNvPr id="8" name="fixed_independence">
                <a:extLst>
                  <a:ext uri="{FF2B5EF4-FFF2-40B4-BE49-F238E27FC236}">
                    <a16:creationId xmlns:a16="http://schemas.microsoft.com/office/drawing/2014/main" id="{307A81E8-3012-490A-AFCF-035956752DC1}"/>
                  </a:ext>
                </a:extLst>
              </p:cNvPr>
              <p:cNvSpPr>
                <a:spLocks noGrp="1" noRot="1" noChangeAspect="1" noMove="1" noResize="1" noEditPoints="1" noAdjustHandles="1" noChangeArrowheads="1" noChangeShapeType="1" noTextEdit="1"/>
              </p:cNvSpPr>
              <p:nvPr/>
            </p:nvSpPr>
            <p:spPr>
              <a:xfrm>
                <a:off x="428625" y="3162300"/>
                <a:ext cx="11334750" cy="457200"/>
              </a:xfrm>
              <a:prstGeom prst="rect">
                <a:avLst/>
              </a:prstGeom>
              <a:blipFill>
                <a:blip r:embed="rId6"/>
                <a:stretch>
                  <a:fillRect t="-1333" b="-16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b_chain" descr="\frac{\partial\mathcal L_{\mathrm{sq}}}{\partial b_2}(\boldsymbol{\theta})=J_{2}'(a_2(x))\,\frac{\partial a_2(x)}{\partial b_2}">
                <a:extLst>
                  <a:ext uri="{FF2B5EF4-FFF2-40B4-BE49-F238E27FC236}">
                    <a16:creationId xmlns:a16="http://schemas.microsoft.com/office/drawing/2014/main" id="{99B10B54-A2CF-42CE-80D0-0F6BD7FFA5E1}"/>
                  </a:ext>
                </a:extLst>
              </p:cNvPr>
              <p:cNvSpPr>
                <a:spLocks noGrp="1"/>
              </p:cNvSpPr>
              <p:nvPr/>
            </p:nvSpPr>
            <p:spPr>
              <a:xfrm>
                <a:off x="2143125" y="3676650"/>
                <a:ext cx="49530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𝑏</m:t>
                              </m:r>
                            </m:e>
                            <m:sub>
                              <m:r>
                                <a:rPr lang="en-GB" sz="2600">
                                  <a:solidFill>
                                    <a:srgbClr val="7030A0"/>
                                  </a:solidFill>
                                  <a:latin typeface="Cambria Math"/>
                                  <a:ea typeface="Cambria Math"/>
                                  <a:cs typeface="Cambria Math"/>
                                </a:rPr>
                                <m:t>2</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rgbClr val="00B050"/>
                              </a:solidFill>
                              <a:latin typeface="Cambria Math"/>
                              <a:ea typeface="Cambria Math"/>
                              <a:cs typeface="Cambria Math"/>
                            </a:rPr>
                          </m:ctrlPr>
                        </m:sSubSupPr>
                        <m:e>
                          <m:r>
                            <a:rPr lang="en-GB" sz="2600">
                              <a:solidFill>
                                <a:srgbClr val="00B050"/>
                              </a:solidFill>
                              <a:latin typeface="Cambria Math"/>
                              <a:ea typeface="Cambria Math"/>
                              <a:cs typeface="Cambria Math"/>
                            </a:rPr>
                            <m:t>𝐽</m:t>
                          </m:r>
                        </m:e>
                        <m:sub>
                          <m:r>
                            <a:rPr lang="en-GB" sz="2600">
                              <a:solidFill>
                                <a:srgbClr val="00B050"/>
                              </a:solidFill>
                              <a:latin typeface="Cambria Math"/>
                              <a:ea typeface="Cambria Math"/>
                              <a:cs typeface="Cambria Math"/>
                            </a:rPr>
                            <m:t>2</m:t>
                          </m:r>
                        </m:sub>
                        <m:sup>
                          <m:r>
                            <a:rPr lang="en-GB" sz="2600">
                              <a:solidFill>
                                <a:srgbClr val="00B050"/>
                              </a:solidFill>
                              <a:latin typeface="Cambria Math"/>
                              <a:ea typeface="Cambria Math"/>
                              <a:cs typeface="Cambria Math"/>
                            </a:rPr>
                            <m:t>′</m:t>
                          </m:r>
                        </m:sup>
                      </m:sSubSup>
                      <m:d>
                        <m:dPr>
                          <m:ctrlPr>
                            <a:rPr lang="en-GB" sz="2600" i="1">
                              <a:solidFill>
                                <a:srgbClr val="00B050"/>
                              </a:solidFill>
                              <a:latin typeface="Cambria Math" panose="02040503050406030204" pitchFamily="18" charset="0"/>
                              <a:ea typeface="Cambria Math"/>
                              <a:cs typeface="Cambria Math"/>
                            </a:rPr>
                          </m:ctrlPr>
                        </m:dPr>
                        <m:e>
                          <m:sSub>
                            <m:sSubPr>
                              <m:ctrlPr>
                                <a:rPr lang="en-GB" sz="2600">
                                  <a:solidFill>
                                    <a:srgbClr val="00B050"/>
                                  </a:solidFill>
                                  <a:latin typeface="Cambria Math"/>
                                  <a:ea typeface="Cambria Math"/>
                                  <a:cs typeface="Cambria Math"/>
                                </a:rPr>
                              </m:ctrlPr>
                            </m:sSubPr>
                            <m:e>
                              <m:r>
                                <a:rPr lang="en-GB" sz="2600">
                                  <a:solidFill>
                                    <a:srgbClr val="00B050"/>
                                  </a:solidFill>
                                  <a:latin typeface="Cambria Math"/>
                                  <a:ea typeface="Cambria Math"/>
                                  <a:cs typeface="Cambria Math"/>
                                </a:rPr>
                                <m:t>𝑎</m:t>
                              </m:r>
                            </m:e>
                            <m:sub>
                              <m:r>
                                <a:rPr lang="en-GB" sz="2600">
                                  <a:solidFill>
                                    <a:srgbClr val="00B050"/>
                                  </a:solidFill>
                                  <a:latin typeface="Cambria Math"/>
                                  <a:ea typeface="Cambria Math"/>
                                  <a:cs typeface="Cambria Math"/>
                                </a:rPr>
                                <m:t>2</m:t>
                              </m:r>
                            </m:sub>
                          </m:sSub>
                          <m:d>
                            <m:dPr>
                              <m:ctrlPr>
                                <a:rPr lang="en-GB" sz="2600">
                                  <a:solidFill>
                                    <a:srgbClr val="00B050"/>
                                  </a:solidFill>
                                  <a:latin typeface="Cambria Math"/>
                                  <a:ea typeface="Cambria Math"/>
                                  <a:cs typeface="Cambria Math"/>
                                </a:rPr>
                              </m:ctrlPr>
                            </m:dPr>
                            <m:e>
                              <m:r>
                                <a:rPr lang="en-GB" sz="2600">
                                  <a:solidFill>
                                    <a:srgbClr val="00B050"/>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2</m:t>
                              </m:r>
                            </m:sub>
                          </m:sSub>
                        </m:den>
                      </m:f>
                    </m:oMath>
                  </m:oMathPara>
                </a14:m>
                <a:endParaRPr lang="en-GB" sz="2600" dirty="0"/>
              </a:p>
            </p:txBody>
          </p:sp>
        </mc:Choice>
        <mc:Fallback xmlns="">
          <p:sp>
            <p:nvSpPr>
              <p:cNvPr id="9" name="b_chain" descr="\frac{\partial\mathcal L_{\mathrm{sq}}}{\partial b_2}(\boldsymbol{\theta})=J_{2}'(a_2(x))\,\frac{\partial a_2(x)}{\partial b_2}">
                <a:extLst>
                  <a:ext uri="{FF2B5EF4-FFF2-40B4-BE49-F238E27FC236}">
                    <a16:creationId xmlns:a16="http://schemas.microsoft.com/office/drawing/2014/main" id="{99B10B54-A2CF-42CE-80D0-0F6BD7FFA5E1}"/>
                  </a:ext>
                </a:extLst>
              </p:cNvPr>
              <p:cNvSpPr>
                <a:spLocks noGrp="1" noRot="1" noChangeAspect="1" noMove="1" noResize="1" noEditPoints="1" noAdjustHandles="1" noChangeArrowheads="1" noChangeShapeType="1" noTextEdit="1"/>
              </p:cNvSpPr>
              <p:nvPr/>
            </p:nvSpPr>
            <p:spPr>
              <a:xfrm>
                <a:off x="2143125" y="3676650"/>
                <a:ext cx="4953000" cy="89535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b_result" descr="=J_{2}'(a_2(x))\cdot1">
                <a:extLst>
                  <a:ext uri="{FF2B5EF4-FFF2-40B4-BE49-F238E27FC236}">
                    <a16:creationId xmlns:a16="http://schemas.microsoft.com/office/drawing/2014/main" id="{4BF6307C-D563-4303-B5C5-BE5461EF9D66}"/>
                  </a:ext>
                </a:extLst>
              </p:cNvPr>
              <p:cNvSpPr>
                <a:spLocks noGrp="1"/>
              </p:cNvSpPr>
              <p:nvPr/>
            </p:nvSpPr>
            <p:spPr>
              <a:xfrm>
                <a:off x="6704457" y="3676650"/>
                <a:ext cx="3619500" cy="8953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r>
                        <a:rPr lang="it-IT" sz="2600" b="0" i="0" smtClean="0">
                          <a:solidFill>
                            <a:srgbClr val="087F83"/>
                          </a:solidFill>
                          <a:latin typeface="Cambria Math" panose="02040503050406030204" pitchFamily="18" charset="0"/>
                          <a:ea typeface="Cambria Math"/>
                          <a:cs typeface="Cambria Math"/>
                        </a:rPr>
                        <m:t> </m:t>
                      </m:r>
                      <m:r>
                        <a:rPr lang="en-GB" sz="2600">
                          <a:solidFill>
                            <a:srgbClr val="087F83"/>
                          </a:solidFill>
                          <a:latin typeface="Cambria Math"/>
                          <a:ea typeface="Cambria Math"/>
                          <a:cs typeface="Cambria Math"/>
                        </a:rPr>
                        <m:t>=</m:t>
                      </m:r>
                      <m:sSubSup>
                        <m:sSubSupPr>
                          <m:ctrlPr>
                            <a:rPr lang="en-GB" sz="2600">
                              <a:solidFill>
                                <a:srgbClr val="00B050"/>
                              </a:solidFill>
                              <a:latin typeface="Cambria Math"/>
                              <a:ea typeface="Cambria Math"/>
                              <a:cs typeface="Cambria Math"/>
                            </a:rPr>
                          </m:ctrlPr>
                        </m:sSubSupPr>
                        <m:e>
                          <m:r>
                            <a:rPr lang="en-GB" sz="2600">
                              <a:solidFill>
                                <a:srgbClr val="00B050"/>
                              </a:solidFill>
                              <a:latin typeface="Cambria Math"/>
                              <a:ea typeface="Cambria Math"/>
                              <a:cs typeface="Cambria Math"/>
                            </a:rPr>
                            <m:t>𝐽</m:t>
                          </m:r>
                        </m:e>
                        <m:sub>
                          <m:r>
                            <a:rPr lang="en-GB" sz="2600">
                              <a:solidFill>
                                <a:srgbClr val="00B050"/>
                              </a:solidFill>
                              <a:latin typeface="Cambria Math"/>
                              <a:ea typeface="Cambria Math"/>
                              <a:cs typeface="Cambria Math"/>
                            </a:rPr>
                            <m:t>2</m:t>
                          </m:r>
                        </m:sub>
                        <m:sup>
                          <m:r>
                            <a:rPr lang="en-GB" sz="2600">
                              <a:solidFill>
                                <a:srgbClr val="00B050"/>
                              </a:solidFill>
                              <a:latin typeface="Cambria Math"/>
                              <a:ea typeface="Cambria Math"/>
                              <a:cs typeface="Cambria Math"/>
                            </a:rPr>
                            <m:t>′</m:t>
                          </m:r>
                        </m:sup>
                      </m:sSubSup>
                      <m:d>
                        <m:dPr>
                          <m:ctrlPr>
                            <a:rPr lang="en-GB" sz="2600" i="1">
                              <a:solidFill>
                                <a:srgbClr val="00B050"/>
                              </a:solidFill>
                              <a:latin typeface="Cambria Math" panose="02040503050406030204" pitchFamily="18" charset="0"/>
                              <a:ea typeface="Cambria Math"/>
                              <a:cs typeface="Cambria Math"/>
                            </a:rPr>
                          </m:ctrlPr>
                        </m:dPr>
                        <m:e>
                          <m:sSub>
                            <m:sSubPr>
                              <m:ctrlPr>
                                <a:rPr lang="en-GB" sz="2600">
                                  <a:solidFill>
                                    <a:srgbClr val="00B050"/>
                                  </a:solidFill>
                                  <a:latin typeface="Cambria Math"/>
                                  <a:ea typeface="Cambria Math"/>
                                  <a:cs typeface="Cambria Math"/>
                                </a:rPr>
                              </m:ctrlPr>
                            </m:sSubPr>
                            <m:e>
                              <m:r>
                                <a:rPr lang="en-GB" sz="2600">
                                  <a:solidFill>
                                    <a:srgbClr val="00B050"/>
                                  </a:solidFill>
                                  <a:latin typeface="Cambria Math"/>
                                  <a:ea typeface="Cambria Math"/>
                                  <a:cs typeface="Cambria Math"/>
                                </a:rPr>
                                <m:t>𝑎</m:t>
                              </m:r>
                            </m:e>
                            <m:sub>
                              <m:r>
                                <a:rPr lang="en-GB" sz="2600">
                                  <a:solidFill>
                                    <a:srgbClr val="00B050"/>
                                  </a:solidFill>
                                  <a:latin typeface="Cambria Math"/>
                                  <a:ea typeface="Cambria Math"/>
                                  <a:cs typeface="Cambria Math"/>
                                </a:rPr>
                                <m:t>2</m:t>
                              </m:r>
                            </m:sub>
                          </m:sSub>
                          <m:d>
                            <m:dPr>
                              <m:ctrlPr>
                                <a:rPr lang="en-GB" sz="2600">
                                  <a:solidFill>
                                    <a:srgbClr val="00B050"/>
                                  </a:solidFill>
                                  <a:latin typeface="Cambria Math"/>
                                  <a:ea typeface="Cambria Math"/>
                                  <a:cs typeface="Cambria Math"/>
                                </a:rPr>
                              </m:ctrlPr>
                            </m:dPr>
                            <m:e>
                              <m:r>
                                <a:rPr lang="en-GB" sz="2600">
                                  <a:solidFill>
                                    <a:srgbClr val="00B050"/>
                                  </a:solidFill>
                                  <a:latin typeface="Cambria Math"/>
                                  <a:ea typeface="Cambria Math"/>
                                  <a:cs typeface="Cambria Math"/>
                                </a:rPr>
                                <m:t>𝑥</m:t>
                              </m:r>
                            </m:e>
                          </m:d>
                        </m:e>
                      </m:d>
                      <m:r>
                        <a:rPr lang="en-GB" sz="2600">
                          <a:solidFill>
                            <a:srgbClr val="087F83"/>
                          </a:solidFill>
                          <a:latin typeface="Cambria Math"/>
                          <a:ea typeface="Cambria Math"/>
                          <a:cs typeface="Cambria Math"/>
                        </a:rPr>
                        <m:t>⋅1</m:t>
                      </m:r>
                    </m:oMath>
                  </m:oMathPara>
                </a14:m>
                <a:endParaRPr lang="en-GB" sz="2600" dirty="0"/>
              </a:p>
            </p:txBody>
          </p:sp>
        </mc:Choice>
        <mc:Fallback xmlns="">
          <p:sp>
            <p:nvSpPr>
              <p:cNvPr id="10" name="b_result" descr="=J_{2}'(a_2(x))\cdot1">
                <a:extLst>
                  <a:ext uri="{FF2B5EF4-FFF2-40B4-BE49-F238E27FC236}">
                    <a16:creationId xmlns:a16="http://schemas.microsoft.com/office/drawing/2014/main" id="{4BF6307C-D563-4303-B5C5-BE5461EF9D66}"/>
                  </a:ext>
                </a:extLst>
              </p:cNvPr>
              <p:cNvSpPr>
                <a:spLocks noGrp="1" noRot="1" noChangeAspect="1" noMove="1" noResize="1" noEditPoints="1" noAdjustHandles="1" noChangeArrowheads="1" noChangeShapeType="1" noTextEdit="1"/>
              </p:cNvSpPr>
              <p:nvPr/>
            </p:nvSpPr>
            <p:spPr>
              <a:xfrm>
                <a:off x="6704457" y="3676650"/>
                <a:ext cx="3619500" cy="8953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w_chain" descr="\frac{\partial\mathcal L_{\mathrm{sq}}}{\partial w_2}(\boldsymbol{\theta})=J_{2}'(a_2(x))\,\frac{\partial a_2(x)}{\partial w_2}">
                <a:extLst>
                  <a:ext uri="{FF2B5EF4-FFF2-40B4-BE49-F238E27FC236}">
                    <a16:creationId xmlns:a16="http://schemas.microsoft.com/office/drawing/2014/main" id="{BE730BB6-B97F-4968-A29F-725E7A59D83F}"/>
                  </a:ext>
                </a:extLst>
              </p:cNvPr>
              <p:cNvSpPr>
                <a:spLocks noGrp="1"/>
              </p:cNvSpPr>
              <p:nvPr/>
            </p:nvSpPr>
            <p:spPr>
              <a:xfrm>
                <a:off x="2143125" y="4667250"/>
                <a:ext cx="4953000" cy="8953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𝑤</m:t>
                              </m:r>
                            </m:e>
                            <m:sub>
                              <m:r>
                                <a:rPr lang="en-GB" sz="2600">
                                  <a:solidFill>
                                    <a:srgbClr val="7030A0"/>
                                  </a:solidFill>
                                  <a:latin typeface="Cambria Math"/>
                                  <a:ea typeface="Cambria Math"/>
                                  <a:cs typeface="Cambria Math"/>
                                </a:rPr>
                                <m:t>2</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smtClean="0">
                          <a:solidFill>
                            <a:srgbClr val="7030A0"/>
                          </a:solidFill>
                          <a:latin typeface="Cambria Math"/>
                          <a:ea typeface="Cambria Math"/>
                          <a:cs typeface="Cambria Math"/>
                        </a:rPr>
                        <m:t>=</m:t>
                      </m:r>
                      <m:sSubSup>
                        <m:sSubSupPr>
                          <m:ctrlPr>
                            <a:rPr lang="en-GB" sz="2600">
                              <a:solidFill>
                                <a:srgbClr val="00B050"/>
                              </a:solidFill>
                              <a:latin typeface="Cambria Math"/>
                              <a:ea typeface="Cambria Math"/>
                              <a:cs typeface="Cambria Math"/>
                            </a:rPr>
                          </m:ctrlPr>
                        </m:sSubSupPr>
                        <m:e>
                          <m:r>
                            <a:rPr lang="en-GB" sz="2600">
                              <a:solidFill>
                                <a:srgbClr val="00B050"/>
                              </a:solidFill>
                              <a:latin typeface="Cambria Math"/>
                              <a:ea typeface="Cambria Math"/>
                              <a:cs typeface="Cambria Math"/>
                            </a:rPr>
                            <m:t>𝐽</m:t>
                          </m:r>
                        </m:e>
                        <m:sub>
                          <m:r>
                            <a:rPr lang="en-GB" sz="2600">
                              <a:solidFill>
                                <a:srgbClr val="00B050"/>
                              </a:solidFill>
                              <a:latin typeface="Cambria Math"/>
                              <a:ea typeface="Cambria Math"/>
                              <a:cs typeface="Cambria Math"/>
                            </a:rPr>
                            <m:t>2</m:t>
                          </m:r>
                        </m:sub>
                        <m:sup>
                          <m:r>
                            <a:rPr lang="en-GB" sz="2600">
                              <a:solidFill>
                                <a:srgbClr val="00B050"/>
                              </a:solidFill>
                              <a:latin typeface="Cambria Math"/>
                              <a:ea typeface="Cambria Math"/>
                              <a:cs typeface="Cambria Math"/>
                            </a:rPr>
                            <m:t>′</m:t>
                          </m:r>
                        </m:sup>
                      </m:sSubSup>
                      <m:d>
                        <m:dPr>
                          <m:ctrlPr>
                            <a:rPr lang="en-GB" sz="2600" i="1">
                              <a:solidFill>
                                <a:srgbClr val="00B050"/>
                              </a:solidFill>
                              <a:latin typeface="Cambria Math" panose="02040503050406030204" pitchFamily="18" charset="0"/>
                              <a:ea typeface="Cambria Math"/>
                              <a:cs typeface="Cambria Math"/>
                            </a:rPr>
                          </m:ctrlPr>
                        </m:dPr>
                        <m:e>
                          <m:sSub>
                            <m:sSubPr>
                              <m:ctrlPr>
                                <a:rPr lang="en-GB" sz="2600">
                                  <a:solidFill>
                                    <a:srgbClr val="00B050"/>
                                  </a:solidFill>
                                  <a:latin typeface="Cambria Math"/>
                                  <a:ea typeface="Cambria Math"/>
                                  <a:cs typeface="Cambria Math"/>
                                </a:rPr>
                              </m:ctrlPr>
                            </m:sSubPr>
                            <m:e>
                              <m:r>
                                <a:rPr lang="en-GB" sz="2600">
                                  <a:solidFill>
                                    <a:srgbClr val="00B050"/>
                                  </a:solidFill>
                                  <a:latin typeface="Cambria Math"/>
                                  <a:ea typeface="Cambria Math"/>
                                  <a:cs typeface="Cambria Math"/>
                                </a:rPr>
                                <m:t>𝑎</m:t>
                              </m:r>
                            </m:e>
                            <m:sub>
                              <m:r>
                                <a:rPr lang="en-GB" sz="2600">
                                  <a:solidFill>
                                    <a:srgbClr val="00B050"/>
                                  </a:solidFill>
                                  <a:latin typeface="Cambria Math"/>
                                  <a:ea typeface="Cambria Math"/>
                                  <a:cs typeface="Cambria Math"/>
                                </a:rPr>
                                <m:t>2</m:t>
                              </m:r>
                            </m:sub>
                          </m:sSub>
                          <m:d>
                            <m:dPr>
                              <m:ctrlPr>
                                <a:rPr lang="en-GB" sz="2600">
                                  <a:solidFill>
                                    <a:srgbClr val="00B050"/>
                                  </a:solidFill>
                                  <a:latin typeface="Cambria Math"/>
                                  <a:ea typeface="Cambria Math"/>
                                  <a:cs typeface="Cambria Math"/>
                                </a:rPr>
                              </m:ctrlPr>
                            </m:dPr>
                            <m:e>
                              <m:r>
                                <a:rPr lang="en-GB" sz="2600">
                                  <a:solidFill>
                                    <a:srgbClr val="00B050"/>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den>
                      </m:f>
                    </m:oMath>
                  </m:oMathPara>
                </a14:m>
                <a:endParaRPr lang="en-GB" sz="2600" dirty="0"/>
              </a:p>
            </p:txBody>
          </p:sp>
        </mc:Choice>
        <mc:Fallback xmlns="">
          <p:sp>
            <p:nvSpPr>
              <p:cNvPr id="11" name="w_chain" descr="\frac{\partial\mathcal L_{\mathrm{sq}}}{\partial w_2}(\boldsymbol{\theta})=J_{2}'(a_2(x))\,\frac{\partial a_2(x)}{\partial w_2}">
                <a:extLst>
                  <a:ext uri="{FF2B5EF4-FFF2-40B4-BE49-F238E27FC236}">
                    <a16:creationId xmlns:a16="http://schemas.microsoft.com/office/drawing/2014/main" id="{BE730BB6-B97F-4968-A29F-725E7A59D83F}"/>
                  </a:ext>
                </a:extLst>
              </p:cNvPr>
              <p:cNvSpPr>
                <a:spLocks noGrp="1" noRot="1" noChangeAspect="1" noMove="1" noResize="1" noEditPoints="1" noAdjustHandles="1" noChangeArrowheads="1" noChangeShapeType="1" noTextEdit="1"/>
              </p:cNvSpPr>
              <p:nvPr/>
            </p:nvSpPr>
            <p:spPr>
              <a:xfrm>
                <a:off x="2143125" y="4667250"/>
                <a:ext cx="4953000" cy="89535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w_result" descr="=J_{2}'(a_2(x))\,\phi_1(x)">
                <a:extLst>
                  <a:ext uri="{FF2B5EF4-FFF2-40B4-BE49-F238E27FC236}">
                    <a16:creationId xmlns:a16="http://schemas.microsoft.com/office/drawing/2014/main" id="{6FDD861F-79EA-4E00-B073-9CC8D6429673}"/>
                  </a:ext>
                </a:extLst>
              </p:cNvPr>
              <p:cNvSpPr>
                <a:spLocks noGrp="1"/>
              </p:cNvSpPr>
              <p:nvPr/>
            </p:nvSpPr>
            <p:spPr>
              <a:xfrm>
                <a:off x="7096125" y="4667250"/>
                <a:ext cx="3619500" cy="8953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r>
                        <a:rPr lang="en-GB" sz="2600" smtClean="0">
                          <a:solidFill>
                            <a:srgbClr val="087F83"/>
                          </a:solidFill>
                          <a:latin typeface="Cambria Math"/>
                          <a:ea typeface="Cambria Math"/>
                          <a:cs typeface="Cambria Math"/>
                        </a:rPr>
                        <m:t>=</m:t>
                      </m:r>
                      <m:sSubSup>
                        <m:sSubSupPr>
                          <m:ctrlPr>
                            <a:rPr lang="en-GB" sz="2600">
                              <a:solidFill>
                                <a:srgbClr val="00B050"/>
                              </a:solidFill>
                              <a:latin typeface="Cambria Math"/>
                              <a:ea typeface="Cambria Math"/>
                              <a:cs typeface="Cambria Math"/>
                            </a:rPr>
                          </m:ctrlPr>
                        </m:sSubSupPr>
                        <m:e>
                          <m:r>
                            <a:rPr lang="en-GB" sz="2600">
                              <a:solidFill>
                                <a:srgbClr val="00B050"/>
                              </a:solidFill>
                              <a:latin typeface="Cambria Math"/>
                              <a:ea typeface="Cambria Math"/>
                              <a:cs typeface="Cambria Math"/>
                            </a:rPr>
                            <m:t>𝐽</m:t>
                          </m:r>
                        </m:e>
                        <m:sub>
                          <m:r>
                            <a:rPr lang="en-GB" sz="2600">
                              <a:solidFill>
                                <a:srgbClr val="00B050"/>
                              </a:solidFill>
                              <a:latin typeface="Cambria Math"/>
                              <a:ea typeface="Cambria Math"/>
                              <a:cs typeface="Cambria Math"/>
                            </a:rPr>
                            <m:t>2</m:t>
                          </m:r>
                        </m:sub>
                        <m:sup>
                          <m:r>
                            <a:rPr lang="en-GB" sz="2600">
                              <a:solidFill>
                                <a:srgbClr val="00B050"/>
                              </a:solidFill>
                              <a:latin typeface="Cambria Math"/>
                              <a:ea typeface="Cambria Math"/>
                              <a:cs typeface="Cambria Math"/>
                            </a:rPr>
                            <m:t>′</m:t>
                          </m:r>
                        </m:sup>
                      </m:sSubSup>
                      <m:d>
                        <m:dPr>
                          <m:ctrlPr>
                            <a:rPr lang="en-GB" sz="2600" i="1">
                              <a:solidFill>
                                <a:srgbClr val="00B050"/>
                              </a:solidFill>
                              <a:latin typeface="Cambria Math" panose="02040503050406030204" pitchFamily="18" charset="0"/>
                              <a:ea typeface="Cambria Math"/>
                              <a:cs typeface="Cambria Math"/>
                            </a:rPr>
                          </m:ctrlPr>
                        </m:dPr>
                        <m:e>
                          <m:sSub>
                            <m:sSubPr>
                              <m:ctrlPr>
                                <a:rPr lang="en-GB" sz="2600">
                                  <a:solidFill>
                                    <a:srgbClr val="00B050"/>
                                  </a:solidFill>
                                  <a:latin typeface="Cambria Math"/>
                                  <a:ea typeface="Cambria Math"/>
                                  <a:cs typeface="Cambria Math"/>
                                </a:rPr>
                              </m:ctrlPr>
                            </m:sSubPr>
                            <m:e>
                              <m:r>
                                <a:rPr lang="en-GB" sz="2600">
                                  <a:solidFill>
                                    <a:srgbClr val="00B050"/>
                                  </a:solidFill>
                                  <a:latin typeface="Cambria Math"/>
                                  <a:ea typeface="Cambria Math"/>
                                  <a:cs typeface="Cambria Math"/>
                                </a:rPr>
                                <m:t>𝑎</m:t>
                              </m:r>
                            </m:e>
                            <m:sub>
                              <m:r>
                                <a:rPr lang="en-GB" sz="2600">
                                  <a:solidFill>
                                    <a:srgbClr val="00B050"/>
                                  </a:solidFill>
                                  <a:latin typeface="Cambria Math"/>
                                  <a:ea typeface="Cambria Math"/>
                                  <a:cs typeface="Cambria Math"/>
                                </a:rPr>
                                <m:t>2</m:t>
                              </m:r>
                            </m:sub>
                          </m:sSub>
                          <m:d>
                            <m:dPr>
                              <m:ctrlPr>
                                <a:rPr lang="en-GB" sz="2600">
                                  <a:solidFill>
                                    <a:srgbClr val="00B050"/>
                                  </a:solidFill>
                                  <a:latin typeface="Cambria Math"/>
                                  <a:ea typeface="Cambria Math"/>
                                  <a:cs typeface="Cambria Math"/>
                                </a:rPr>
                              </m:ctrlPr>
                            </m:dPr>
                            <m:e>
                              <m:r>
                                <a:rPr lang="en-GB" sz="2600">
                                  <a:solidFill>
                                    <a:srgbClr val="00B050"/>
                                  </a:solidFill>
                                  <a:latin typeface="Cambria Math"/>
                                  <a:ea typeface="Cambria Math"/>
                                  <a:cs typeface="Cambria Math"/>
                                </a:rPr>
                                <m:t>𝑥</m:t>
                              </m:r>
                            </m:e>
                          </m:d>
                        </m:e>
                      </m:d>
                      <m:r>
                        <a:rPr lang="en-GB" sz="2600">
                          <a:solidFill>
                            <a:srgbClr val="087F83"/>
                          </a:solidFill>
                          <a:latin typeface="Cambria Math"/>
                          <a:ea typeface="Cambria Math"/>
                          <a:cs typeface="Cambria Math"/>
                        </a:rPr>
                        <m:t> </m:t>
                      </m:r>
                      <m:r>
                        <a:rPr lang="it-IT" sz="2600" b="0" i="1" smtClean="0">
                          <a:solidFill>
                            <a:srgbClr val="087F83"/>
                          </a:solidFill>
                          <a:latin typeface="Cambria Math" panose="02040503050406030204" pitchFamily="18" charset="0"/>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oMath>
                  </m:oMathPara>
                </a14:m>
                <a:endParaRPr lang="en-GB" sz="2600" dirty="0"/>
              </a:p>
            </p:txBody>
          </p:sp>
        </mc:Choice>
        <mc:Fallback xmlns="">
          <p:sp>
            <p:nvSpPr>
              <p:cNvPr id="12" name="w_result" descr="=J_{2}'(a_2(x))\,\phi_1(x)">
                <a:extLst>
                  <a:ext uri="{FF2B5EF4-FFF2-40B4-BE49-F238E27FC236}">
                    <a16:creationId xmlns:a16="http://schemas.microsoft.com/office/drawing/2014/main" id="{6FDD861F-79EA-4E00-B073-9CC8D6429673}"/>
                  </a:ext>
                </a:extLst>
              </p:cNvPr>
              <p:cNvSpPr>
                <a:spLocks noGrp="1" noRot="1" noChangeAspect="1" noMove="1" noResize="1" noEditPoints="1" noAdjustHandles="1" noChangeArrowheads="1" noChangeShapeType="1" noTextEdit="1"/>
              </p:cNvSpPr>
              <p:nvPr/>
            </p:nvSpPr>
            <p:spPr>
              <a:xfrm>
                <a:off x="7096125" y="4667250"/>
                <a:ext cx="3619500" cy="895350"/>
              </a:xfrm>
              <a:prstGeom prst="rect">
                <a:avLst/>
              </a:prstGeom>
              <a:blipFill>
                <a:blip r:embed="rId10"/>
                <a:stretch>
                  <a:fillRect/>
                </a:stretch>
              </a:blipFill>
              <a:ln w="0">
                <a:noFill/>
              </a:ln>
            </p:spPr>
            <p:txBody>
              <a:bodyPr/>
              <a:lstStyle/>
              <a:p>
                <a:r>
                  <a:rPr lang="it-IT">
                    <a:noFill/>
                  </a:rPr>
                  <a:t> </a:t>
                </a:r>
              </a:p>
            </p:txBody>
          </p:sp>
        </mc:Fallback>
      </mc:AlternateContent>
      <p:sp>
        <p:nvSpPr>
          <p:cNvPr id="15" name="definition_connector">
            <a:extLst>
              <a:ext uri="{FF2B5EF4-FFF2-40B4-BE49-F238E27FC236}">
                <a16:creationId xmlns:a16="http://schemas.microsoft.com/office/drawing/2014/main" id="{3253EEBE-149C-4E2D-9BD0-9D58EF44211B}"/>
              </a:ext>
            </a:extLst>
          </p:cNvPr>
          <p:cNvSpPr>
            <a:spLocks noGrp="1"/>
          </p:cNvSpPr>
          <p:nvPr/>
        </p:nvSpPr>
        <p:spPr>
          <a:xfrm>
            <a:off x="2511743" y="2003108"/>
            <a:ext cx="7169468" cy="42672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where</a:t>
            </a:r>
          </a:p>
        </p:txBody>
      </p:sp>
      <mc:AlternateContent xmlns:mc="http://schemas.openxmlformats.org/markup-compatibility/2006" xmlns:a14="http://schemas.microsoft.com/office/drawing/2010/main">
        <mc:Choice Requires="a14">
          <p:sp>
            <p:nvSpPr>
              <p:cNvPr id="16" name="shared_factor_prompt">
                <a:extLst>
                  <a:ext uri="{FF2B5EF4-FFF2-40B4-BE49-F238E27FC236}">
                    <a16:creationId xmlns:a16="http://schemas.microsoft.com/office/drawing/2014/main" id="{513DF184-A3AD-B2D2-C114-5FEC34C1DC11}"/>
                  </a:ext>
                </a:extLst>
              </p:cNvPr>
              <p:cNvSpPr>
                <a:spLocks noGrp="1"/>
              </p:cNvSpPr>
              <p:nvPr/>
            </p:nvSpPr>
            <p:spPr>
              <a:xfrm>
                <a:off x="428625" y="5895975"/>
                <a:ext cx="11334750" cy="571500"/>
              </a:xfrm>
              <a:prstGeom prst="rect">
                <a:avLst/>
              </a:prstGeom>
              <a:noFill/>
              <a:ln w="0">
                <a:noFill/>
              </a:ln>
            </p:spPr>
            <p:txBody>
              <a:bodyPr anchor="ctr"/>
              <a:lstStyle>
                <a:defPPr algn="ctr">
                  <a:defRPr sz="2175" b="1">
                    <a:solidFill>
                      <a:srgbClr val="182D45"/>
                    </a:solidFill>
                    <a:latin typeface="DejaVu Sans"/>
                    <a:ea typeface="DejaVu Sans"/>
                    <a:cs typeface="DejaVu Sans"/>
                  </a:defRPr>
                </a:defPPr>
              </a:lstStyle>
              <a:p>
                <a:pPr algn="ctr">
                  <a:defRPr sz="2175" b="1">
                    <a:solidFill>
                      <a:srgbClr val="182D45"/>
                    </a:solidFill>
                    <a:latin typeface="DejaVu Sans"/>
                    <a:ea typeface="DejaVu Sans"/>
                    <a:cs typeface="DejaVu Sans"/>
                  </a:defRPr>
                </a:pPr>
                <a:r>
                  <a:rPr lang="it-IT" sz="2175" b="1" dirty="0">
                    <a:solidFill>
                      <a:srgbClr val="182D45"/>
                    </a:solidFill>
                    <a:latin typeface="DejaVu Sans"/>
                    <a:ea typeface="DejaVu Sans"/>
                    <a:cs typeface="DejaVu Sans"/>
                  </a:rPr>
                  <a:t>We still need the shared factor </a:t>
                </a:r>
                <a14:m>
                  <m:oMath xmlns:m="http://schemas.openxmlformats.org/officeDocument/2006/math">
                    <m:sSubSup>
                      <m:sSubSupPr>
                        <m:ctrlPr>
                          <a:rPr lang="ar-AE" sz="2400">
                            <a:solidFill>
                              <a:srgbClr val="00B050"/>
                            </a:solidFill>
                            <a:latin typeface="Cambria Math"/>
                            <a:ea typeface="Cambria Math"/>
                            <a:cs typeface="Cambria Math"/>
                          </a:rPr>
                        </m:ctrlPr>
                      </m:sSubSupPr>
                      <m:e>
                        <m:r>
                          <a:rPr lang="ar-AE" sz="2400">
                            <a:solidFill>
                              <a:srgbClr val="00B050"/>
                            </a:solidFill>
                            <a:latin typeface="Cambria Math"/>
                            <a:ea typeface="Cambria Math"/>
                            <a:cs typeface="Cambria Math"/>
                          </a:rPr>
                          <m:t>𝐽</m:t>
                        </m:r>
                      </m:e>
                      <m:sub>
                        <m:r>
                          <a:rPr lang="ar-AE" sz="2400" b="0" i="0" smtClean="0">
                            <a:solidFill>
                              <a:srgbClr val="00B050"/>
                            </a:solidFill>
                            <a:latin typeface="Cambria Math" panose="02040503050406030204" pitchFamily="18" charset="0"/>
                            <a:ea typeface="Cambria Math"/>
                            <a:cs typeface="Cambria Math"/>
                          </a:rPr>
                          <m:t>2</m:t>
                        </m:r>
                      </m:sub>
                      <m:sup>
                        <m:r>
                          <a:rPr lang="ar-AE" sz="2400">
                            <a:solidFill>
                              <a:srgbClr val="00B050"/>
                            </a:solidFill>
                            <a:latin typeface="Cambria Math"/>
                            <a:ea typeface="Cambria Math"/>
                            <a:cs typeface="Cambria Math"/>
                          </a:rPr>
                          <m:t>′</m:t>
                        </m:r>
                      </m:sup>
                    </m:sSubSup>
                    <m:d>
                      <m:dPr>
                        <m:ctrlPr>
                          <a:rPr lang="ar-AE" sz="2400" i="1">
                            <a:solidFill>
                              <a:srgbClr val="00B050"/>
                            </a:solidFill>
                            <a:latin typeface="Cambria Math" panose="02040503050406030204" pitchFamily="18" charset="0"/>
                            <a:ea typeface="Cambria Math"/>
                            <a:cs typeface="Cambria Math"/>
                          </a:rPr>
                        </m:ctrlPr>
                      </m:dPr>
                      <m:e>
                        <m:sSub>
                          <m:sSubPr>
                            <m:ctrlPr>
                              <a:rPr lang="ar-AE" sz="2400">
                                <a:solidFill>
                                  <a:srgbClr val="00B050"/>
                                </a:solidFill>
                                <a:latin typeface="Cambria Math"/>
                                <a:ea typeface="Cambria Math"/>
                                <a:cs typeface="Cambria Math"/>
                              </a:rPr>
                            </m:ctrlPr>
                          </m:sSubPr>
                          <m:e>
                            <m:r>
                              <a:rPr lang="ar-AE" sz="2400">
                                <a:solidFill>
                                  <a:srgbClr val="00B050"/>
                                </a:solidFill>
                                <a:latin typeface="Cambria Math"/>
                                <a:ea typeface="Cambria Math"/>
                                <a:cs typeface="Cambria Math"/>
                              </a:rPr>
                              <m:t>𝑎</m:t>
                            </m:r>
                          </m:e>
                          <m:sub>
                            <m:r>
                              <a:rPr lang="it-IT" sz="2400" b="0" i="1" smtClean="0">
                                <a:solidFill>
                                  <a:srgbClr val="00B050"/>
                                </a:solidFill>
                                <a:latin typeface="Cambria Math" panose="02040503050406030204" pitchFamily="18" charset="0"/>
                                <a:ea typeface="Cambria Math"/>
                                <a:cs typeface="Cambria Math"/>
                              </a:rPr>
                              <m:t>2</m:t>
                            </m:r>
                          </m:sub>
                        </m:sSub>
                        <m:d>
                          <m:dPr>
                            <m:ctrlPr>
                              <a:rPr lang="ar-AE" sz="2400">
                                <a:solidFill>
                                  <a:srgbClr val="00B050"/>
                                </a:solidFill>
                                <a:latin typeface="Cambria Math"/>
                                <a:ea typeface="Cambria Math"/>
                                <a:cs typeface="Cambria Math"/>
                              </a:rPr>
                            </m:ctrlPr>
                          </m:dPr>
                          <m:e>
                            <m:r>
                              <a:rPr lang="ar-AE" sz="2400">
                                <a:solidFill>
                                  <a:srgbClr val="00B050"/>
                                </a:solidFill>
                                <a:latin typeface="Cambria Math"/>
                                <a:ea typeface="Cambria Math"/>
                                <a:cs typeface="Cambria Math"/>
                              </a:rPr>
                              <m:t>𝑥</m:t>
                            </m:r>
                          </m:e>
                        </m:d>
                      </m:e>
                    </m:d>
                  </m:oMath>
                </a14:m>
                <a:r>
                  <a:rPr lang="ar-AE" sz="2175" b="1" dirty="0">
                    <a:solidFill>
                      <a:srgbClr val="182D45"/>
                    </a:solidFill>
                    <a:latin typeface="DejaVu Sans"/>
                    <a:ea typeface="DejaVu Sans"/>
                    <a:cs typeface="DejaVu Sans"/>
                  </a:rPr>
                  <a:t> </a:t>
                </a:r>
                <a:r>
                  <a:rPr lang="it-IT" sz="2175" b="1" dirty="0">
                    <a:solidFill>
                      <a:srgbClr val="182D45"/>
                    </a:solidFill>
                    <a:latin typeface="DejaVu Sans"/>
                    <a:ea typeface="DejaVu Sans"/>
                    <a:cs typeface="DejaVu Sans"/>
                  </a:rPr>
                  <a:t>in both expressions.</a:t>
                </a:r>
                <a:endParaRPr sz="2175" b="1" dirty="0">
                  <a:solidFill>
                    <a:srgbClr val="182D45"/>
                  </a:solidFill>
                  <a:latin typeface="DejaVu Sans"/>
                  <a:ea typeface="DejaVu Sans"/>
                  <a:cs typeface="DejaVu Sans"/>
                </a:endParaRPr>
              </a:p>
            </p:txBody>
          </p:sp>
        </mc:Choice>
        <mc:Fallback xmlns="">
          <p:sp>
            <p:nvSpPr>
              <p:cNvPr id="16" name="shared_factor_prompt">
                <a:extLst>
                  <a:ext uri="{FF2B5EF4-FFF2-40B4-BE49-F238E27FC236}">
                    <a16:creationId xmlns:a16="http://schemas.microsoft.com/office/drawing/2014/main" id="{513DF184-A3AD-B2D2-C114-5FEC34C1DC11}"/>
                  </a:ext>
                </a:extLst>
              </p:cNvPr>
              <p:cNvSpPr>
                <a:spLocks noGrp="1" noRot="1" noChangeAspect="1" noMove="1" noResize="1" noEditPoints="1" noAdjustHandles="1" noChangeArrowheads="1" noChangeShapeType="1" noTextEdit="1"/>
              </p:cNvSpPr>
              <p:nvPr/>
            </p:nvSpPr>
            <p:spPr>
              <a:xfrm>
                <a:off x="428625" y="5895975"/>
                <a:ext cx="11334750" cy="571500"/>
              </a:xfrm>
              <a:prstGeom prst="rect">
                <a:avLst/>
              </a:prstGeom>
              <a:blipFill>
                <a:blip r:embed="rId11"/>
                <a:stretch>
                  <a:fillRect b="-8511"/>
                </a:stretch>
              </a:blipFill>
              <a:ln w="0">
                <a:noFill/>
              </a:ln>
            </p:spPr>
            <p:txBody>
              <a:bodyPr/>
              <a:lstStyle/>
              <a:p>
                <a:r>
                  <a:rPr lang="it-IT">
                    <a:noFill/>
                  </a:rPr>
                  <a:t> </a:t>
                </a:r>
              </a:p>
            </p:txBody>
          </p:sp>
        </mc:Fallback>
      </mc:AlternateContent>
      <p:sp>
        <p:nvSpPr>
          <p:cNvPr id="17" name="bias_saved_a_brace" descr="Underbrace identifying a_2(x) as already computed in the forward pass.">
            <a:extLst>
              <a:ext uri="{FF2B5EF4-FFF2-40B4-BE49-F238E27FC236}">
                <a16:creationId xmlns:a16="http://schemas.microsoft.com/office/drawing/2014/main" id="{E1E2A8A7-A72D-495E-9FB1-969519691AB7}"/>
              </a:ext>
            </a:extLst>
          </p:cNvPr>
          <p:cNvSpPr>
            <a:spLocks noGrp="1"/>
          </p:cNvSpPr>
          <p:nvPr/>
        </p:nvSpPr>
        <p:spPr>
          <a:xfrm>
            <a:off x="8239125" y="4371975"/>
            <a:ext cx="771525" cy="66675"/>
          </a:xfrm>
          <a:custGeom>
            <a:avLst/>
            <a:gdLst/>
            <a:ahLst/>
            <a:cxnLst/>
            <a:rect l="0" t="0" r="0" b="0"/>
            <a:pathLst>
              <a:path w="771525" h="66675">
                <a:moveTo>
                  <a:pt x="0" y="0"/>
                </a:moveTo>
                <a:cubicBezTo>
                  <a:pt x="0" y="33338"/>
                  <a:pt x="0" y="33338"/>
                  <a:pt x="92583" y="33338"/>
                </a:cubicBezTo>
                <a:lnTo>
                  <a:pt x="308610" y="33338"/>
                </a:lnTo>
                <a:cubicBezTo>
                  <a:pt x="370332" y="33338"/>
                  <a:pt x="385763" y="33338"/>
                  <a:pt x="385763" y="66675"/>
                </a:cubicBezTo>
                <a:cubicBezTo>
                  <a:pt x="385763" y="33338"/>
                  <a:pt x="401193" y="33338"/>
                  <a:pt x="462915" y="33338"/>
                </a:cubicBezTo>
                <a:lnTo>
                  <a:pt x="678942" y="33338"/>
                </a:lnTo>
                <a:cubicBezTo>
                  <a:pt x="771525" y="33338"/>
                  <a:pt x="771525" y="33338"/>
                  <a:pt x="771525" y="0"/>
                </a:cubicBezTo>
              </a:path>
            </a:pathLst>
          </a:custGeom>
          <a:noFill/>
          <a:ln w="11430">
            <a:solidFill>
              <a:srgbClr val="00B050"/>
            </a:solidFill>
          </a:ln>
        </p:spPr>
        <p:txBody>
          <a:bodyPr/>
          <a:lstStyle/>
          <a:p>
            <a:endParaRPr lang="it-IT"/>
          </a:p>
        </p:txBody>
      </p:sp>
      <p:sp>
        <p:nvSpPr>
          <p:cNvPr id="18" name="bias_saved_a_caption" descr="already computed in the forward pass">
            <a:extLst>
              <a:ext uri="{FF2B5EF4-FFF2-40B4-BE49-F238E27FC236}">
                <a16:creationId xmlns:a16="http://schemas.microsoft.com/office/drawing/2014/main" id="{9F0901EF-9165-418B-8431-FB413EF6FA70}"/>
              </a:ext>
            </a:extLst>
          </p:cNvPr>
          <p:cNvSpPr>
            <a:spLocks noGrp="1"/>
          </p:cNvSpPr>
          <p:nvPr/>
        </p:nvSpPr>
        <p:spPr>
          <a:xfrm>
            <a:off x="8015288" y="44672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19" name="weight_saved_a_brace" descr="Underbrace identifying a_2(x) as already computed in the forward pass.">
            <a:extLst>
              <a:ext uri="{FF2B5EF4-FFF2-40B4-BE49-F238E27FC236}">
                <a16:creationId xmlns:a16="http://schemas.microsoft.com/office/drawing/2014/main" id="{79B8835F-B85E-4477-B789-78397D9DD644}"/>
              </a:ext>
            </a:extLst>
          </p:cNvPr>
          <p:cNvSpPr>
            <a:spLocks noGrp="1"/>
          </p:cNvSpPr>
          <p:nvPr/>
        </p:nvSpPr>
        <p:spPr>
          <a:xfrm>
            <a:off x="8239125" y="5362575"/>
            <a:ext cx="771525" cy="66675"/>
          </a:xfrm>
          <a:custGeom>
            <a:avLst/>
            <a:gdLst/>
            <a:ahLst/>
            <a:cxnLst/>
            <a:rect l="0" t="0" r="0" b="0"/>
            <a:pathLst>
              <a:path w="771525" h="66675">
                <a:moveTo>
                  <a:pt x="0" y="0"/>
                </a:moveTo>
                <a:cubicBezTo>
                  <a:pt x="0" y="33338"/>
                  <a:pt x="0" y="33338"/>
                  <a:pt x="92583" y="33338"/>
                </a:cubicBezTo>
                <a:lnTo>
                  <a:pt x="308610" y="33338"/>
                </a:lnTo>
                <a:cubicBezTo>
                  <a:pt x="370332" y="33338"/>
                  <a:pt x="385763" y="33338"/>
                  <a:pt x="385763" y="66675"/>
                </a:cubicBezTo>
                <a:cubicBezTo>
                  <a:pt x="385763" y="33338"/>
                  <a:pt x="401193" y="33338"/>
                  <a:pt x="462915" y="33338"/>
                </a:cubicBezTo>
                <a:lnTo>
                  <a:pt x="678942" y="33338"/>
                </a:lnTo>
                <a:cubicBezTo>
                  <a:pt x="771525" y="33338"/>
                  <a:pt x="771525" y="33338"/>
                  <a:pt x="771525" y="0"/>
                </a:cubicBezTo>
              </a:path>
            </a:pathLst>
          </a:custGeom>
          <a:noFill/>
          <a:ln w="11430">
            <a:solidFill>
              <a:srgbClr val="00B050"/>
            </a:solidFill>
          </a:ln>
        </p:spPr>
        <p:txBody>
          <a:bodyPr/>
          <a:lstStyle/>
          <a:p>
            <a:endParaRPr lang="it-IT"/>
          </a:p>
        </p:txBody>
      </p:sp>
      <p:sp>
        <p:nvSpPr>
          <p:cNvPr id="20" name="weight_saved_a_caption" descr="already computed in the forward pass">
            <a:extLst>
              <a:ext uri="{FF2B5EF4-FFF2-40B4-BE49-F238E27FC236}">
                <a16:creationId xmlns:a16="http://schemas.microsoft.com/office/drawing/2014/main" id="{1F658E52-727F-4851-BA38-9EBD992A9A2D}"/>
              </a:ext>
            </a:extLst>
          </p:cNvPr>
          <p:cNvSpPr>
            <a:spLocks noGrp="1"/>
          </p:cNvSpPr>
          <p:nvPr/>
        </p:nvSpPr>
        <p:spPr>
          <a:xfrm>
            <a:off x="8015288"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21" name="weight_saved_phi_brace" descr="Underbrace identifying phi_1(x) as already computed in the forward pass.">
            <a:extLst>
              <a:ext uri="{FF2B5EF4-FFF2-40B4-BE49-F238E27FC236}">
                <a16:creationId xmlns:a16="http://schemas.microsoft.com/office/drawing/2014/main" id="{714A7A2D-B1D5-4A26-8B9C-024E0A250D56}"/>
              </a:ext>
            </a:extLst>
          </p:cNvPr>
          <p:cNvSpPr>
            <a:spLocks noGrp="1"/>
          </p:cNvSpPr>
          <p:nvPr/>
        </p:nvSpPr>
        <p:spPr>
          <a:xfrm>
            <a:off x="9486900" y="5362575"/>
            <a:ext cx="790575" cy="66675"/>
          </a:xfrm>
          <a:custGeom>
            <a:avLst/>
            <a:gdLst/>
            <a:ahLst/>
            <a:cxnLst/>
            <a:rect l="0" t="0" r="0" b="0"/>
            <a:pathLst>
              <a:path w="790575" h="66675">
                <a:moveTo>
                  <a:pt x="0" y="0"/>
                </a:moveTo>
                <a:cubicBezTo>
                  <a:pt x="0" y="33338"/>
                  <a:pt x="0" y="33338"/>
                  <a:pt x="94869" y="33338"/>
                </a:cubicBezTo>
                <a:lnTo>
                  <a:pt x="316230" y="33338"/>
                </a:lnTo>
                <a:cubicBezTo>
                  <a:pt x="379476" y="33338"/>
                  <a:pt x="395288" y="33338"/>
                  <a:pt x="395288" y="66675"/>
                </a:cubicBezTo>
                <a:cubicBezTo>
                  <a:pt x="395288" y="33338"/>
                  <a:pt x="411099" y="33338"/>
                  <a:pt x="474345" y="33338"/>
                </a:cubicBezTo>
                <a:lnTo>
                  <a:pt x="695706" y="33338"/>
                </a:lnTo>
                <a:cubicBezTo>
                  <a:pt x="790575" y="33338"/>
                  <a:pt x="790575" y="33338"/>
                  <a:pt x="790575" y="0"/>
                </a:cubicBezTo>
              </a:path>
            </a:pathLst>
          </a:custGeom>
          <a:noFill/>
          <a:ln w="11430">
            <a:solidFill>
              <a:srgbClr val="087F83"/>
            </a:solidFill>
          </a:ln>
        </p:spPr>
        <p:txBody>
          <a:bodyPr/>
          <a:lstStyle/>
          <a:p>
            <a:endParaRPr lang="it-IT"/>
          </a:p>
        </p:txBody>
      </p:sp>
      <p:sp>
        <p:nvSpPr>
          <p:cNvPr id="22" name="weight_saved_phi_caption" descr="already computed in the forward pass">
            <a:extLst>
              <a:ext uri="{FF2B5EF4-FFF2-40B4-BE49-F238E27FC236}">
                <a16:creationId xmlns:a16="http://schemas.microsoft.com/office/drawing/2014/main" id="{AA479AA1-F6D4-4A43-BF1D-595CC13ED700}"/>
              </a:ext>
            </a:extLst>
          </p:cNvPr>
          <p:cNvSpPr>
            <a:spLocks noGrp="1"/>
          </p:cNvSpPr>
          <p:nvPr/>
        </p:nvSpPr>
        <p:spPr>
          <a:xfrm>
            <a:off x="9272588"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Tree>
    <p:extLst>
      <p:ext uri="{BB962C8B-B14F-4D97-AF65-F5344CB8AC3E}">
        <p14:creationId xmlns:p14="http://schemas.microsoft.com/office/powerpoint/2010/main" val="64204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p:bldP spid="17" grpId="0" animBg="1"/>
      <p:bldP spid="18" grpId="0"/>
      <p:bldP spid="19" grpId="0" animBg="1"/>
      <p:bldP spid="20" grpId="0"/>
      <p:bldP spid="21" grpId="0" animBg="1"/>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23F23195-B141-481C-B77C-6F626B395E73}"/>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Reusing the output derivative</a:t>
            </a:r>
          </a:p>
        </p:txBody>
      </p:sp>
      <p:sp>
        <p:nvSpPr>
          <p:cNvPr id="2" name="lead">
            <a:extLst>
              <a:ext uri="{FF2B5EF4-FFF2-40B4-BE49-F238E27FC236}">
                <a16:creationId xmlns:a16="http://schemas.microsoft.com/office/drawing/2014/main" id="{B3917596-C366-4A78-B055-906EF1237C58}"/>
              </a:ext>
            </a:extLst>
          </p:cNvPr>
          <p:cNvSpPr>
            <a:spLocks noGrp="1"/>
          </p:cNvSpPr>
          <p:nvPr/>
        </p:nvSpPr>
        <p:spPr>
          <a:xfrm>
            <a:off x="523875" y="814388"/>
            <a:ext cx="11144250" cy="74295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nee</a:t>
            </a:r>
            <a:r>
              <a:rPr lang="it-IT" sz="2175" b="0" dirty="0">
                <a:solidFill>
                  <a:srgbClr val="526276"/>
                </a:solidFill>
                <a:latin typeface="DejaVu Sans"/>
                <a:ea typeface="DejaVu Sans"/>
                <a:cs typeface="DejaVu Sans"/>
              </a:rPr>
              <a:t>d</a:t>
            </a:r>
            <a:endParaRPr lang="en-GB" sz="2175" dirty="0"/>
          </a:p>
        </p:txBody>
      </p:sp>
      <p:sp>
        <p:nvSpPr>
          <p:cNvPr id="3" name="footer_course">
            <a:extLst>
              <a:ext uri="{FF2B5EF4-FFF2-40B4-BE49-F238E27FC236}">
                <a16:creationId xmlns:a16="http://schemas.microsoft.com/office/drawing/2014/main" id="{E0248D70-B588-409A-AC23-08AA158209DE}"/>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EDA75DB5-0997-4D02-9802-B38414C4BBA3}"/>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13</a:t>
            </a:r>
          </a:p>
        </p:txBody>
      </p:sp>
      <mc:AlternateContent xmlns:mc="http://schemas.openxmlformats.org/markup-compatibility/2006" xmlns:a14="http://schemas.microsoft.com/office/drawing/2010/main">
        <mc:Choice Requires="a14">
          <p:sp>
            <p:nvSpPr>
              <p:cNvPr id="5" name="fixed_definition" descr="J_{2}(u)=J_{3}(\mathrm{ReLU}(u)w_3+b_3)">
                <a:extLst>
                  <a:ext uri="{FF2B5EF4-FFF2-40B4-BE49-F238E27FC236}">
                    <a16:creationId xmlns:a16="http://schemas.microsoft.com/office/drawing/2014/main" id="{F0521251-CA3C-4208-8E83-FDC8E2ACCE8D}"/>
                  </a:ext>
                </a:extLst>
              </p:cNvPr>
              <p:cNvSpPr>
                <a:spLocks noGrp="1"/>
              </p:cNvSpPr>
              <p:nvPr/>
            </p:nvSpPr>
            <p:spPr>
              <a:xfrm>
                <a:off x="3071812" y="2429828"/>
                <a:ext cx="6048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2</m:t>
                          </m:r>
                        </m:sub>
                      </m:sSub>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3</m:t>
                          </m:r>
                        </m:sub>
                      </m:sSub>
                      <m:d>
                        <m:dPr>
                          <m:ctrlPr>
                            <a:rPr lang="en-GB" sz="2700">
                              <a:solidFill>
                                <a:srgbClr val="087F82"/>
                              </a:solidFill>
                              <a:latin typeface="Cambria Math"/>
                              <a:ea typeface="Cambria Math"/>
                              <a:cs typeface="Cambria Math"/>
                            </a:rPr>
                          </m:ctrlPr>
                        </m:dPr>
                        <m:e>
                          <m:r>
                            <m:rPr>
                              <m:sty m:val="p"/>
                            </m:rPr>
                            <a:rPr lang="en-GB" sz="2700">
                              <a:solidFill>
                                <a:srgbClr val="087F82"/>
                              </a:solidFill>
                              <a:latin typeface="Cambria Math"/>
                              <a:ea typeface="Cambria Math"/>
                              <a:cs typeface="Cambria Math"/>
                            </a:rPr>
                            <m:t>ReLU</m:t>
                          </m:r>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𝑤</m:t>
                              </m:r>
                            </m:e>
                            <m:sub>
                              <m:r>
                                <a:rPr lang="en-GB" sz="2700">
                                  <a:solidFill>
                                    <a:srgbClr val="087F82"/>
                                  </a:solidFill>
                                  <a:latin typeface="Cambria Math"/>
                                  <a:ea typeface="Cambria Math"/>
                                  <a:cs typeface="Cambria Math"/>
                                </a:rPr>
                                <m:t>3</m:t>
                              </m:r>
                            </m:sub>
                          </m:sSub>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𝑏</m:t>
                              </m:r>
                            </m:e>
                            <m:sub>
                              <m:r>
                                <a:rPr lang="en-GB" sz="2700">
                                  <a:solidFill>
                                    <a:srgbClr val="087F82"/>
                                  </a:solidFill>
                                  <a:latin typeface="Cambria Math"/>
                                  <a:ea typeface="Cambria Math"/>
                                  <a:cs typeface="Cambria Math"/>
                                </a:rPr>
                                <m:t>3</m:t>
                              </m:r>
                            </m:sub>
                          </m:sSub>
                        </m:e>
                      </m:d>
                    </m:oMath>
                  </m:oMathPara>
                </a14:m>
                <a:endParaRPr lang="en-GB" sz="2700" dirty="0">
                  <a:solidFill>
                    <a:srgbClr val="087F82"/>
                  </a:solidFill>
                </a:endParaRPr>
              </a:p>
            </p:txBody>
          </p:sp>
        </mc:Choice>
        <mc:Fallback xmlns="">
          <p:sp>
            <p:nvSpPr>
              <p:cNvPr id="5" name="fixed_definition" descr="J_{2}(u)=J_{3}(\mathrm{ReLU}(u)w_3+b_3)">
                <a:extLst>
                  <a:ext uri="{FF2B5EF4-FFF2-40B4-BE49-F238E27FC236}">
                    <a16:creationId xmlns:a16="http://schemas.microsoft.com/office/drawing/2014/main" id="{F0521251-CA3C-4208-8E83-FDC8E2ACCE8D}"/>
                  </a:ext>
                </a:extLst>
              </p:cNvPr>
              <p:cNvSpPr>
                <a:spLocks noGrp="1" noRot="1" noChangeAspect="1" noMove="1" noResize="1" noEditPoints="1" noAdjustHandles="1" noChangeArrowheads="1" noChangeShapeType="1" noTextEdit="1"/>
              </p:cNvSpPr>
              <p:nvPr/>
            </p:nvSpPr>
            <p:spPr>
              <a:xfrm>
                <a:off x="3071812" y="2429828"/>
                <a:ext cx="6048375" cy="6286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ixed_independence">
                <a:extLst>
                  <a:ext uri="{FF2B5EF4-FFF2-40B4-BE49-F238E27FC236}">
                    <a16:creationId xmlns:a16="http://schemas.microsoft.com/office/drawing/2014/main" id="{C18139E3-4B7F-4AEA-B77D-1A5A008B6471}"/>
                  </a:ext>
                </a:extLst>
              </p:cNvPr>
              <p:cNvSpPr>
                <a:spLocks noGrp="1"/>
              </p:cNvSpPr>
              <p:nvPr/>
            </p:nvSpPr>
            <p:spPr>
              <a:xfrm>
                <a:off x="428625" y="3162300"/>
                <a:ext cx="11334750" cy="457200"/>
              </a:xfrm>
              <a:prstGeom prst="rect">
                <a:avLst/>
              </a:prstGeom>
              <a:noFill/>
              <a:ln w="0">
                <a:noFill/>
              </a:ln>
            </p:spPr>
            <p:txBody>
              <a:bodyPr lIns="0" tIns="0" rIns="0" bIns="0" anchor="ctr">
                <a:noAutofit/>
              </a:bodyPr>
              <a:lstStyle>
                <a:defPPr algn="ctr">
                  <a:defRPr sz="1800" b="1">
                    <a:solidFill>
                      <a:srgbClr val="182D45"/>
                    </a:solidFill>
                    <a:latin typeface="DejaVu Sans"/>
                    <a:ea typeface="DejaVu Sans"/>
                    <a:cs typeface="DejaVu Sans"/>
                  </a:defRPr>
                </a:defPPr>
              </a:lstStyle>
              <a:p>
                <a:pPr algn="ctr">
                  <a:defRPr sz="1800" b="1">
                    <a:solidFill>
                      <a:srgbClr val="182D45"/>
                    </a:solidFill>
                    <a:latin typeface="DejaVu Sans"/>
                    <a:ea typeface="DejaVu Sans"/>
                    <a:cs typeface="DejaVu Sans"/>
                  </a:defRPr>
                </a:pPr>
                <a:r>
                  <a:rPr lang="it-IT" sz="2000" dirty="0">
                    <a:solidFill>
                      <a:schemeClr val="tx2"/>
                    </a:solidFill>
                    <a:latin typeface="DejaVu Sans"/>
                    <a:ea typeface="DejaVu Sans"/>
                    <a:cs typeface="DejaVu Sans"/>
                  </a:rPr>
                  <a:t>Using the </a:t>
                </a:r>
                <a:r>
                  <a:rPr lang="it-IT" sz="2000" dirty="0">
                    <a:solidFill>
                      <a:srgbClr val="FF0000"/>
                    </a:solidFill>
                    <a:latin typeface="DejaVu Sans"/>
                    <a:ea typeface="DejaVu Sans"/>
                    <a:cs typeface="DejaVu Sans"/>
                  </a:rPr>
                  <a:t>chain rule </a:t>
                </a:r>
                <a:r>
                  <a:rPr lang="it-IT" sz="2000" dirty="0">
                    <a:solidFill>
                      <a:schemeClr val="tx2"/>
                    </a:solidFill>
                    <a:latin typeface="DejaVu Sans"/>
                    <a:ea typeface="DejaVu Sans"/>
                    <a:cs typeface="DejaVu Sans"/>
                  </a:rPr>
                  <a:t>(</a:t>
                </a:r>
                <a:r>
                  <a:rPr lang="it-IT" sz="2000" dirty="0" err="1">
                    <a:solidFill>
                      <a:schemeClr val="tx2"/>
                    </a:solidFill>
                    <a:latin typeface="DejaVu Sans"/>
                    <a:ea typeface="DejaVu Sans"/>
                    <a:cs typeface="DejaVu Sans"/>
                  </a:rPr>
                  <a:t>when</a:t>
                </a:r>
                <a:r>
                  <a:rPr lang="it-IT" sz="2000" dirty="0">
                    <a:solidFill>
                      <a:schemeClr val="tx2"/>
                    </a:solidFill>
                    <a:latin typeface="DejaVu Sans"/>
                    <a:ea typeface="DejaVu Sans"/>
                    <a:cs typeface="DejaVu Sans"/>
                  </a:rPr>
                  <a:t> </a:t>
                </a:r>
                <a14:m>
                  <m:oMath xmlns:m="http://schemas.openxmlformats.org/officeDocument/2006/math">
                    <m:sSub>
                      <m:sSubPr>
                        <m:ctrlPr>
                          <a:rPr lang="ar-AE" sz="2000" b="0" i="1">
                            <a:solidFill>
                              <a:schemeClr val="tx2"/>
                            </a:solidFill>
                            <a:latin typeface="Cambria Math"/>
                            <a:ea typeface="Cambria Math"/>
                            <a:cs typeface="Cambria Math"/>
                          </a:rPr>
                        </m:ctrlPr>
                      </m:sSubPr>
                      <m:e>
                        <m:r>
                          <a:rPr lang="ar-AE" sz="2000" b="0" i="1">
                            <a:solidFill>
                              <a:schemeClr val="tx2"/>
                            </a:solidFill>
                            <a:latin typeface="Cambria Math"/>
                            <a:ea typeface="Cambria Math"/>
                            <a:cs typeface="Cambria Math"/>
                          </a:rPr>
                          <m:t>𝑎</m:t>
                        </m:r>
                      </m:e>
                      <m:sub>
                        <m:r>
                          <a:rPr lang="it-IT" sz="2000" b="0" i="1">
                            <a:solidFill>
                              <a:schemeClr val="tx2"/>
                            </a:solidFill>
                            <a:latin typeface="Cambria Math" panose="02040503050406030204" pitchFamily="18" charset="0"/>
                            <a:ea typeface="Cambria Math"/>
                            <a:cs typeface="Cambria Math"/>
                          </a:rPr>
                          <m:t>2</m:t>
                        </m:r>
                      </m:sub>
                    </m:sSub>
                    <m:d>
                      <m:dPr>
                        <m:ctrlPr>
                          <a:rPr lang="ar-AE" sz="2000" b="0" i="1">
                            <a:solidFill>
                              <a:schemeClr val="tx2"/>
                            </a:solidFill>
                            <a:latin typeface="Cambria Math"/>
                            <a:ea typeface="Cambria Math"/>
                            <a:cs typeface="Cambria Math"/>
                          </a:rPr>
                        </m:ctrlPr>
                      </m:dPr>
                      <m:e>
                        <m:r>
                          <a:rPr lang="ar-AE" sz="2000" b="0" i="1">
                            <a:solidFill>
                              <a:schemeClr val="tx2"/>
                            </a:solidFill>
                            <a:latin typeface="Cambria Math"/>
                            <a:ea typeface="Cambria Math"/>
                            <a:cs typeface="Cambria Math"/>
                          </a:rPr>
                          <m:t>𝑥</m:t>
                        </m:r>
                      </m:e>
                    </m:d>
                    <m:r>
                      <a:rPr lang="it-IT" sz="2000" b="0" i="1" smtClean="0">
                        <a:solidFill>
                          <a:schemeClr val="tx2"/>
                        </a:solidFill>
                        <a:latin typeface="Cambria Math" panose="02040503050406030204" pitchFamily="18" charset="0"/>
                        <a:ea typeface="Cambria Math"/>
                        <a:cs typeface="Cambria Math"/>
                      </a:rPr>
                      <m:t>≠</m:t>
                    </m:r>
                    <m:r>
                      <a:rPr lang="ar-AE" sz="2000" b="0">
                        <a:solidFill>
                          <a:schemeClr val="tx2"/>
                        </a:solidFill>
                        <a:latin typeface="Cambria Math"/>
                        <a:ea typeface="Cambria Math"/>
                        <a:cs typeface="Cambria Math"/>
                      </a:rPr>
                      <m:t>0</m:t>
                    </m:r>
                  </m:oMath>
                </a14:m>
                <a:r>
                  <a:rPr lang="it-IT" sz="2000" dirty="0">
                    <a:solidFill>
                      <a:schemeClr val="tx2"/>
                    </a:solidFill>
                    <a:latin typeface="DejaVu Sans"/>
                    <a:ea typeface="DejaVu Sans"/>
                    <a:cs typeface="DejaVu Sans"/>
                  </a:rPr>
                  <a:t>) </a:t>
                </a:r>
                <a:endParaRPr lang="en-GB" sz="2000" dirty="0">
                  <a:solidFill>
                    <a:schemeClr val="tx2"/>
                  </a:solidFill>
                </a:endParaRPr>
              </a:p>
            </p:txBody>
          </p:sp>
        </mc:Choice>
        <mc:Fallback xmlns="">
          <p:sp>
            <p:nvSpPr>
              <p:cNvPr id="7" name="fixed_independence">
                <a:extLst>
                  <a:ext uri="{FF2B5EF4-FFF2-40B4-BE49-F238E27FC236}">
                    <a16:creationId xmlns:a16="http://schemas.microsoft.com/office/drawing/2014/main" id="{C18139E3-4B7F-4AEA-B77D-1A5A008B6471}"/>
                  </a:ext>
                </a:extLst>
              </p:cNvPr>
              <p:cNvSpPr>
                <a:spLocks noGrp="1" noRot="1" noChangeAspect="1" noMove="1" noResize="1" noEditPoints="1" noAdjustHandles="1" noChangeArrowheads="1" noChangeShapeType="1" noTextEdit="1"/>
              </p:cNvSpPr>
              <p:nvPr/>
            </p:nvSpPr>
            <p:spPr>
              <a:xfrm>
                <a:off x="428625" y="3162300"/>
                <a:ext cx="11334750" cy="457200"/>
              </a:xfrm>
              <a:prstGeom prst="rect">
                <a:avLst/>
              </a:prstGeom>
              <a:blipFill>
                <a:blip r:embed="rId4"/>
                <a:stretch>
                  <a:fillRect t="-1333" b="-1733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generic_chain" descr="J_{2}'(u)=J_{3}'\bigl(\mathrm{ReLU}(u)w_3+b_3\bigr)\,w_3\,\mathrm{ReLU}'(u),\quad u\ne0">
                <a:extLst>
                  <a:ext uri="{FF2B5EF4-FFF2-40B4-BE49-F238E27FC236}">
                    <a16:creationId xmlns:a16="http://schemas.microsoft.com/office/drawing/2014/main" id="{D6FE8EAF-F8B1-40DC-BE64-F70D3C9E0EBD}"/>
                  </a:ext>
                </a:extLst>
              </p:cNvPr>
              <p:cNvSpPr>
                <a:spLocks noGrp="1"/>
              </p:cNvSpPr>
              <p:nvPr/>
            </p:nvSpPr>
            <p:spPr>
              <a:xfrm>
                <a:off x="333375" y="3638550"/>
                <a:ext cx="1152525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𝐽</m:t>
                          </m:r>
                        </m:e>
                        <m:sub>
                          <m:r>
                            <a:rPr lang="en-GB" sz="2500">
                              <a:solidFill>
                                <a:srgbClr val="087F83"/>
                              </a:solidFill>
                              <a:latin typeface="Cambria Math"/>
                              <a:ea typeface="Cambria Math"/>
                              <a:cs typeface="Cambria Math"/>
                            </a:rPr>
                            <m:t>2</m:t>
                          </m:r>
                        </m:sub>
                        <m:sup>
                          <m:r>
                            <a:rPr lang="en-GB" sz="2500">
                              <a:solidFill>
                                <a:srgbClr val="087F83"/>
                              </a:solidFill>
                              <a:latin typeface="Cambria Math"/>
                              <a:ea typeface="Cambria Math"/>
                              <a:cs typeface="Cambria Math"/>
                            </a:rPr>
                            <m:t>′</m:t>
                          </m:r>
                        </m:sup>
                      </m:sSubSup>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𝑢</m:t>
                          </m:r>
                        </m:e>
                      </m:d>
                      <m:r>
                        <a:rPr lang="en-GB" sz="2500">
                          <a:solidFill>
                            <a:srgbClr val="087F83"/>
                          </a:solidFill>
                          <a:latin typeface="Cambria Math"/>
                          <a:ea typeface="Cambria Math"/>
                          <a:cs typeface="Cambria Math"/>
                        </a:rPr>
                        <m:t>=</m:t>
                      </m:r>
                      <m:sSubSup>
                        <m:sSubSupPr>
                          <m:ctrlPr>
                            <a:rPr lang="en-GB" sz="2500">
                              <a:solidFill>
                                <a:srgbClr val="087F83"/>
                              </a:solidFill>
                              <a:latin typeface="Cambria Math"/>
                              <a:ea typeface="Cambria Math"/>
                              <a:cs typeface="Cambria Math"/>
                            </a:rPr>
                          </m:ctrlPr>
                        </m:sSubSupPr>
                        <m:e>
                          <m:r>
                            <a:rPr lang="en-GB" sz="2500">
                              <a:solidFill>
                                <a:srgbClr val="087F83"/>
                              </a:solidFill>
                              <a:latin typeface="Cambria Math"/>
                              <a:ea typeface="Cambria Math"/>
                              <a:cs typeface="Cambria Math"/>
                            </a:rPr>
                            <m:t>𝐽</m:t>
                          </m:r>
                        </m:e>
                        <m:sub>
                          <m:r>
                            <a:rPr lang="en-GB" sz="2500">
                              <a:solidFill>
                                <a:srgbClr val="087F83"/>
                              </a:solidFill>
                              <a:latin typeface="Cambria Math"/>
                              <a:ea typeface="Cambria Math"/>
                              <a:cs typeface="Cambria Math"/>
                            </a:rPr>
                            <m:t>3</m:t>
                          </m:r>
                        </m:sub>
                        <m:sup>
                          <m:r>
                            <a:rPr lang="en-GB" sz="2500">
                              <a:solidFill>
                                <a:srgbClr val="087F83"/>
                              </a:solidFill>
                              <a:latin typeface="Cambria Math"/>
                              <a:ea typeface="Cambria Math"/>
                              <a:cs typeface="Cambria Math"/>
                            </a:rPr>
                            <m:t>′</m:t>
                          </m:r>
                        </m:sup>
                      </m:sSubSup>
                      <m:d>
                        <m:dPr>
                          <m:ctrlPr>
                            <a:rPr lang="en-GB" sz="2500">
                              <a:solidFill>
                                <a:srgbClr val="087F83"/>
                              </a:solidFill>
                              <a:latin typeface="Cambria Math"/>
                              <a:ea typeface="Cambria Math"/>
                              <a:cs typeface="Cambria Math"/>
                            </a:rPr>
                          </m:ctrlPr>
                        </m:dPr>
                        <m:e>
                          <m:r>
                            <m:rPr>
                              <m:sty m:val="p"/>
                            </m:rPr>
                            <a:rPr lang="en-GB" sz="2500">
                              <a:solidFill>
                                <a:srgbClr val="087F83"/>
                              </a:solidFill>
                              <a:latin typeface="Cambria Math"/>
                              <a:ea typeface="Cambria Math"/>
                              <a:cs typeface="Cambria Math"/>
                            </a:rPr>
                            <m:t>ReLU</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𝑢</m:t>
                              </m:r>
                            </m:e>
                          </m:d>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3</m:t>
                              </m:r>
                            </m:sub>
                          </m:sSub>
                          <m:r>
                            <a:rPr lang="en-GB" sz="2500">
                              <a:solidFill>
                                <a:srgbClr val="087F83"/>
                              </a:solidFill>
                              <a:latin typeface="Cambria Math"/>
                              <a:ea typeface="Cambria Math"/>
                              <a:cs typeface="Cambria Math"/>
                            </a:rPr>
                            <m:t>+</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𝑏</m:t>
                              </m:r>
                            </m:e>
                            <m:sub>
                              <m:r>
                                <a:rPr lang="en-GB" sz="2500">
                                  <a:solidFill>
                                    <a:srgbClr val="087F83"/>
                                  </a:solidFill>
                                  <a:latin typeface="Cambria Math"/>
                                  <a:ea typeface="Cambria Math"/>
                                  <a:cs typeface="Cambria Math"/>
                                </a:rPr>
                                <m:t>3</m:t>
                              </m:r>
                            </m:sub>
                          </m:sSub>
                        </m:e>
                      </m:d>
                      <m:r>
                        <a:rPr lang="it-IT" sz="2400" i="1">
                          <a:solidFill>
                            <a:srgbClr val="087F83"/>
                          </a:solidFill>
                          <a:latin typeface="Cambria Math" panose="02040503050406030204" pitchFamily="18" charset="0"/>
                          <a:ea typeface="Cambria Math"/>
                          <a:cs typeface="Cambria Math"/>
                        </a:rPr>
                        <m:t>⋅</m:t>
                      </m:r>
                      <m:r>
                        <a:rPr lang="en-GB" sz="2500">
                          <a:solidFill>
                            <a:srgbClr val="087F83"/>
                          </a:solidFill>
                          <a:latin typeface="Cambria Math"/>
                          <a:ea typeface="Cambria Math"/>
                          <a:cs typeface="Cambria Math"/>
                        </a:rPr>
                        <m:t> </m:t>
                      </m:r>
                      <m:sSub>
                        <m:sSubPr>
                          <m:ctrlPr>
                            <a:rPr lang="en-GB" sz="2500">
                              <a:solidFill>
                                <a:srgbClr val="087F83"/>
                              </a:solidFill>
                              <a:latin typeface="Cambria Math"/>
                              <a:ea typeface="Cambria Math"/>
                              <a:cs typeface="Cambria Math"/>
                            </a:rPr>
                          </m:ctrlPr>
                        </m:sSubPr>
                        <m:e>
                          <m:r>
                            <a:rPr lang="en-GB" sz="2500">
                              <a:solidFill>
                                <a:srgbClr val="087F83"/>
                              </a:solidFill>
                              <a:latin typeface="Cambria Math"/>
                              <a:ea typeface="Cambria Math"/>
                              <a:cs typeface="Cambria Math"/>
                            </a:rPr>
                            <m:t>𝑤</m:t>
                          </m:r>
                        </m:e>
                        <m:sub>
                          <m:r>
                            <a:rPr lang="en-GB" sz="2500">
                              <a:solidFill>
                                <a:srgbClr val="087F83"/>
                              </a:solidFill>
                              <a:latin typeface="Cambria Math"/>
                              <a:ea typeface="Cambria Math"/>
                              <a:cs typeface="Cambria Math"/>
                            </a:rPr>
                            <m:t>3</m:t>
                          </m:r>
                        </m:sub>
                      </m:sSub>
                      <m:r>
                        <a:rPr lang="it-IT" sz="2400" i="1">
                          <a:solidFill>
                            <a:srgbClr val="087F83"/>
                          </a:solidFill>
                          <a:latin typeface="Cambria Math" panose="02040503050406030204" pitchFamily="18" charset="0"/>
                          <a:ea typeface="Cambria Math"/>
                          <a:cs typeface="Cambria Math"/>
                        </a:rPr>
                        <m:t>⋅</m:t>
                      </m:r>
                      <m:sSup>
                        <m:sSupPr>
                          <m:ctrlPr>
                            <a:rPr lang="en-GB" sz="2500">
                              <a:solidFill>
                                <a:srgbClr val="087F83"/>
                              </a:solidFill>
                              <a:latin typeface="Cambria Math"/>
                              <a:ea typeface="Cambria Math"/>
                              <a:cs typeface="Cambria Math"/>
                            </a:rPr>
                          </m:ctrlPr>
                        </m:sSupPr>
                        <m:e>
                          <m:r>
                            <m:rPr>
                              <m:sty m:val="p"/>
                            </m:rPr>
                            <a:rPr lang="en-GB" sz="2500">
                              <a:solidFill>
                                <a:srgbClr val="087F83"/>
                              </a:solidFill>
                              <a:latin typeface="Cambria Math"/>
                              <a:ea typeface="Cambria Math"/>
                              <a:cs typeface="Cambria Math"/>
                            </a:rPr>
                            <m:t>ReLU</m:t>
                          </m:r>
                        </m:e>
                        <m:sup>
                          <m:r>
                            <a:rPr lang="en-GB" sz="2500">
                              <a:solidFill>
                                <a:srgbClr val="087F83"/>
                              </a:solidFill>
                              <a:latin typeface="Cambria Math"/>
                              <a:ea typeface="Cambria Math"/>
                              <a:cs typeface="Cambria Math"/>
                            </a:rPr>
                            <m:t>′</m:t>
                          </m:r>
                        </m:sup>
                      </m:sSup>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𝑢</m:t>
                          </m:r>
                        </m:e>
                      </m:d>
                      <m:r>
                        <a:rPr lang="en-GB" sz="2500">
                          <a:solidFill>
                            <a:srgbClr val="087F83"/>
                          </a:solidFill>
                          <a:latin typeface="Cambria Math"/>
                          <a:ea typeface="Cambria Math"/>
                          <a:cs typeface="Cambria Math"/>
                        </a:rPr>
                        <m:t>, </m:t>
                      </m:r>
                      <m:r>
                        <m:rPr>
                          <m:sty m:val="p"/>
                        </m:rPr>
                        <a:rPr lang="it-IT" sz="2500" b="0" i="0" smtClean="0">
                          <a:solidFill>
                            <a:srgbClr val="087F83"/>
                          </a:solidFill>
                          <a:latin typeface="Cambria Math" panose="02040503050406030204" pitchFamily="18" charset="0"/>
                          <a:ea typeface="Cambria Math"/>
                          <a:cs typeface="Cambria Math"/>
                        </a:rPr>
                        <m:t>when</m:t>
                      </m:r>
                      <m:r>
                        <a:rPr lang="it-IT" sz="2500" b="0" i="0" smtClean="0">
                          <a:solidFill>
                            <a:srgbClr val="087F83"/>
                          </a:solidFill>
                          <a:latin typeface="Cambria Math" panose="02040503050406030204" pitchFamily="18" charset="0"/>
                          <a:ea typeface="Cambria Math"/>
                          <a:cs typeface="Cambria Math"/>
                        </a:rPr>
                        <m:t> </m:t>
                      </m:r>
                      <m:r>
                        <a:rPr lang="en-GB" sz="2500">
                          <a:solidFill>
                            <a:srgbClr val="087F83"/>
                          </a:solidFill>
                          <a:latin typeface="Cambria Math"/>
                          <a:ea typeface="Cambria Math"/>
                          <a:cs typeface="Cambria Math"/>
                        </a:rPr>
                        <m:t>𝑢</m:t>
                      </m:r>
                      <m:r>
                        <a:rPr lang="en-GB" sz="2500">
                          <a:solidFill>
                            <a:srgbClr val="087F83"/>
                          </a:solidFill>
                          <a:latin typeface="Cambria Math"/>
                          <a:ea typeface="Cambria Math"/>
                          <a:cs typeface="Cambria Math"/>
                        </a:rPr>
                        <m:t>≠0</m:t>
                      </m:r>
                    </m:oMath>
                  </m:oMathPara>
                </a14:m>
                <a:endParaRPr lang="en-GB" sz="2500" dirty="0"/>
              </a:p>
            </p:txBody>
          </p:sp>
        </mc:Choice>
        <mc:Fallback xmlns="">
          <p:sp>
            <p:nvSpPr>
              <p:cNvPr id="8" name="generic_chain" descr="J_{2}'(u)=J_{3}'\bigl(\mathrm{ReLU}(u)w_3+b_3\bigr)\,w_3\,\mathrm{ReLU}'(u),\quad u\ne0">
                <a:extLst>
                  <a:ext uri="{FF2B5EF4-FFF2-40B4-BE49-F238E27FC236}">
                    <a16:creationId xmlns:a16="http://schemas.microsoft.com/office/drawing/2014/main" id="{D6FE8EAF-F8B1-40DC-BE64-F70D3C9E0EBD}"/>
                  </a:ext>
                </a:extLst>
              </p:cNvPr>
              <p:cNvSpPr>
                <a:spLocks noGrp="1" noRot="1" noChangeAspect="1" noMove="1" noResize="1" noEditPoints="1" noAdjustHandles="1" noChangeArrowheads="1" noChangeShapeType="1" noTextEdit="1"/>
              </p:cNvSpPr>
              <p:nvPr/>
            </p:nvSpPr>
            <p:spPr>
              <a:xfrm>
                <a:off x="333375" y="3638550"/>
                <a:ext cx="11525250" cy="6286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valuated_chain" descr="J_{2}'(a_2(x))=J_{3}'\bigl(\underbrace{\mathrm{ReLU}(a_2(x))w_3+b_3}_{a_3(x)}\bigr)\,w_3\,\mathrm{ReLU}'(a_2(x))">
                <a:extLst>
                  <a:ext uri="{FF2B5EF4-FFF2-40B4-BE49-F238E27FC236}">
                    <a16:creationId xmlns:a16="http://schemas.microsoft.com/office/drawing/2014/main" id="{4BB3CC66-B46F-458B-A074-A5FC06FBEE9B}"/>
                  </a:ext>
                </a:extLst>
              </p:cNvPr>
              <p:cNvSpPr>
                <a:spLocks noGrp="1"/>
              </p:cNvSpPr>
              <p:nvPr/>
            </p:nvSpPr>
            <p:spPr>
              <a:xfrm>
                <a:off x="333375" y="4286250"/>
                <a:ext cx="115252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600">
                              <a:solidFill>
                                <a:srgbClr val="00B050"/>
                              </a:solidFill>
                              <a:latin typeface="Cambria Math"/>
                              <a:ea typeface="Cambria Math"/>
                              <a:cs typeface="Cambria Math"/>
                            </a:rPr>
                          </m:ctrlPr>
                        </m:sSubSupPr>
                        <m:e>
                          <m:r>
                            <a:rPr lang="en-GB" sz="2600">
                              <a:solidFill>
                                <a:srgbClr val="00B050"/>
                              </a:solidFill>
                              <a:latin typeface="Cambria Math"/>
                              <a:ea typeface="Cambria Math"/>
                              <a:cs typeface="Cambria Math"/>
                            </a:rPr>
                            <m:t>𝐽</m:t>
                          </m:r>
                        </m:e>
                        <m:sub>
                          <m:r>
                            <a:rPr lang="en-GB" sz="2600">
                              <a:solidFill>
                                <a:srgbClr val="00B050"/>
                              </a:solidFill>
                              <a:latin typeface="Cambria Math"/>
                              <a:ea typeface="Cambria Math"/>
                              <a:cs typeface="Cambria Math"/>
                            </a:rPr>
                            <m:t>2</m:t>
                          </m:r>
                        </m:sub>
                        <m:sup>
                          <m:r>
                            <a:rPr lang="en-GB" sz="2600">
                              <a:solidFill>
                                <a:srgbClr val="00B050"/>
                              </a:solidFill>
                              <a:latin typeface="Cambria Math"/>
                              <a:ea typeface="Cambria Math"/>
                              <a:cs typeface="Cambria Math"/>
                            </a:rPr>
                            <m:t>′</m:t>
                          </m:r>
                        </m:sup>
                      </m:sSubSup>
                      <m:d>
                        <m:dPr>
                          <m:ctrlPr>
                            <a:rPr lang="en-GB" sz="2600" i="1">
                              <a:solidFill>
                                <a:srgbClr val="00B050"/>
                              </a:solidFill>
                              <a:latin typeface="Cambria Math" panose="02040503050406030204" pitchFamily="18" charset="0"/>
                              <a:ea typeface="Cambria Math"/>
                              <a:cs typeface="Cambria Math"/>
                            </a:rPr>
                          </m:ctrlPr>
                        </m:dPr>
                        <m:e>
                          <m:sSub>
                            <m:sSubPr>
                              <m:ctrlPr>
                                <a:rPr lang="en-GB" sz="2600">
                                  <a:solidFill>
                                    <a:srgbClr val="00B050"/>
                                  </a:solidFill>
                                  <a:latin typeface="Cambria Math"/>
                                  <a:ea typeface="Cambria Math"/>
                                  <a:cs typeface="Cambria Math"/>
                                </a:rPr>
                              </m:ctrlPr>
                            </m:sSubPr>
                            <m:e>
                              <m:r>
                                <a:rPr lang="en-GB" sz="2600">
                                  <a:solidFill>
                                    <a:srgbClr val="00B050"/>
                                  </a:solidFill>
                                  <a:latin typeface="Cambria Math"/>
                                  <a:ea typeface="Cambria Math"/>
                                  <a:cs typeface="Cambria Math"/>
                                </a:rPr>
                                <m:t>𝑎</m:t>
                              </m:r>
                            </m:e>
                            <m:sub>
                              <m:r>
                                <a:rPr lang="en-GB" sz="2600">
                                  <a:solidFill>
                                    <a:srgbClr val="00B050"/>
                                  </a:solidFill>
                                  <a:latin typeface="Cambria Math"/>
                                  <a:ea typeface="Cambria Math"/>
                                  <a:cs typeface="Cambria Math"/>
                                </a:rPr>
                                <m:t>2</m:t>
                              </m:r>
                            </m:sub>
                          </m:sSub>
                          <m:d>
                            <m:dPr>
                              <m:ctrlPr>
                                <a:rPr lang="en-GB" sz="2600">
                                  <a:solidFill>
                                    <a:srgbClr val="00B050"/>
                                  </a:solidFill>
                                  <a:latin typeface="Cambria Math"/>
                                  <a:ea typeface="Cambria Math"/>
                                  <a:cs typeface="Cambria Math"/>
                                </a:rPr>
                              </m:ctrlPr>
                            </m:dPr>
                            <m:e>
                              <m:r>
                                <a:rPr lang="en-GB" sz="2600">
                                  <a:solidFill>
                                    <a:srgbClr val="00B050"/>
                                  </a:solidFill>
                                  <a:latin typeface="Cambria Math"/>
                                  <a:ea typeface="Cambria Math"/>
                                  <a:cs typeface="Cambria Math"/>
                                </a:rPr>
                                <m:t>𝑥</m:t>
                              </m:r>
                            </m:e>
                          </m:d>
                        </m:e>
                      </m:d>
                      <m:r>
                        <a:rPr lang="en-GB" sz="2600" smtClean="0">
                          <a:solidFill>
                            <a:srgbClr val="00B050"/>
                          </a:solidFill>
                          <a:latin typeface="Cambria Math"/>
                          <a:ea typeface="Cambria Math"/>
                          <a:cs typeface="Cambria Math"/>
                        </a:rPr>
                        <m:t>=</m:t>
                      </m:r>
                      <m:sSubSup>
                        <m:sSubSupPr>
                          <m:ctrlPr>
                            <a:rPr lang="en-GB" sz="2600">
                              <a:solidFill>
                                <a:srgbClr val="087F83"/>
                              </a:solidFill>
                              <a:latin typeface="Cambria Math"/>
                              <a:ea typeface="Cambria Math"/>
                              <a:cs typeface="Cambria Math"/>
                            </a:rPr>
                          </m:ctrlPr>
                        </m:sSubSupPr>
                        <m:e>
                          <m:r>
                            <a:rPr lang="en-GB" sz="2600">
                              <a:solidFill>
                                <a:srgbClr val="087F83"/>
                              </a:solidFill>
                              <a:latin typeface="Cambria Math"/>
                              <a:ea typeface="Cambria Math"/>
                              <a:cs typeface="Cambria Math"/>
                            </a:rPr>
                            <m:t>𝐽</m:t>
                          </m:r>
                        </m:e>
                        <m:sub>
                          <m:r>
                            <a:rPr lang="en-GB" sz="2600">
                              <a:solidFill>
                                <a:srgbClr val="087F83"/>
                              </a:solidFill>
                              <a:latin typeface="Cambria Math"/>
                              <a:ea typeface="Cambria Math"/>
                              <a:cs typeface="Cambria Math"/>
                            </a:rPr>
                            <m:t>3</m:t>
                          </m:r>
                        </m:sub>
                        <m:sup>
                          <m:r>
                            <a:rPr lang="en-GB" sz="2600">
                              <a:solidFill>
                                <a:srgbClr val="087F83"/>
                              </a:solidFill>
                              <a:latin typeface="Cambria Math"/>
                              <a:ea typeface="Cambria Math"/>
                              <a:cs typeface="Cambria Math"/>
                            </a:rPr>
                            <m:t>′</m:t>
                          </m:r>
                        </m:sup>
                      </m:sSubSup>
                      <m:limLow>
                        <m:limLowPr>
                          <m:ctrlPr>
                            <a:rPr lang="it-IT" sz="2600" b="0" i="1" smtClean="0">
                              <a:solidFill>
                                <a:srgbClr val="087F83"/>
                              </a:solidFill>
                              <a:latin typeface="Cambria Math" panose="02040503050406030204" pitchFamily="18" charset="0"/>
                              <a:ea typeface="Cambria Math"/>
                              <a:cs typeface="Cambria Math"/>
                            </a:rPr>
                          </m:ctrlPr>
                        </m:limLowPr>
                        <m:e>
                          <m:r>
                            <a:rPr lang="it-IT" sz="2600" b="0" i="1" smtClean="0">
                              <a:solidFill>
                                <a:srgbClr val="087F83"/>
                              </a:solidFill>
                              <a:latin typeface="Cambria Math" panose="02040503050406030204" pitchFamily="18" charset="0"/>
                              <a:ea typeface="Cambria Math"/>
                              <a:cs typeface="Cambria Math"/>
                            </a:rPr>
                            <m:t>(</m:t>
                          </m:r>
                          <m:groupChr>
                            <m:groupChrPr>
                              <m:chr m:val="⏟"/>
                              <m:pos m:val="bot"/>
                              <m:vertJc m:val="top"/>
                              <m:ctrlPr>
                                <a:rPr lang="en-GB" sz="2600">
                                  <a:solidFill>
                                    <a:srgbClr val="087F83"/>
                                  </a:solidFill>
                                  <a:latin typeface="Cambria Math"/>
                                  <a:ea typeface="Cambria Math"/>
                                  <a:cs typeface="Cambria Math"/>
                                </a:rPr>
                              </m:ctrlPr>
                            </m:groupChrPr>
                            <m:e>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3</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3</m:t>
                                  </m:r>
                                </m:sub>
                              </m:sSub>
                            </m:e>
                          </m:groupChr>
                          <m:r>
                            <a:rPr lang="it-IT" sz="2600" b="0" i="1" smtClean="0">
                              <a:solidFill>
                                <a:srgbClr val="087F83"/>
                              </a:solidFill>
                              <a:latin typeface="Cambria Math" panose="02040503050406030204" pitchFamily="18" charset="0"/>
                              <a:ea typeface="Cambria Math"/>
                              <a:cs typeface="Cambria Math"/>
                            </a:rPr>
                            <m:t>)</m:t>
                          </m:r>
                        </m:e>
                        <m:lim>
                          <m:r>
                            <a:rPr lang="it-IT" sz="2600" b="0" i="1" smtClean="0">
                              <a:solidFill>
                                <a:srgbClr val="087F83"/>
                              </a:solidFill>
                              <a:latin typeface="Cambria Math" panose="02040503050406030204" pitchFamily="18" charset="0"/>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3</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lim>
                      </m:limLow>
                      <m:r>
                        <a:rPr lang="en-GB" sz="2600">
                          <a:solidFill>
                            <a:srgbClr val="087F83"/>
                          </a:solidFill>
                          <a:latin typeface="Cambria Math"/>
                          <a:ea typeface="Cambria Math"/>
                          <a:cs typeface="Cambria Math"/>
                        </a:rPr>
                        <m:t> </m:t>
                      </m:r>
                      <m:r>
                        <a:rPr lang="it-IT" sz="2600" b="0" i="1" smtClean="0">
                          <a:solidFill>
                            <a:srgbClr val="087F83"/>
                          </a:solidFill>
                          <a:latin typeface="Cambria Math" panose="02040503050406030204" pitchFamily="18" charset="0"/>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3</m:t>
                          </m:r>
                        </m:sub>
                      </m:sSub>
                      <m:r>
                        <a:rPr lang="it-IT" sz="2600" i="1">
                          <a:solidFill>
                            <a:srgbClr val="087F83"/>
                          </a:solidFill>
                          <a:latin typeface="Cambria Math" panose="02040503050406030204" pitchFamily="18" charset="0"/>
                          <a:ea typeface="Cambria Math"/>
                          <a:cs typeface="Cambria Math"/>
                        </a:rPr>
                        <m:t>⋅</m:t>
                      </m:r>
                      <m:sSup>
                        <m:sSupPr>
                          <m:ctrlPr>
                            <a:rPr lang="en-GB" sz="2600">
                              <a:solidFill>
                                <a:srgbClr val="087F83"/>
                              </a:solidFill>
                              <a:latin typeface="Cambria Math"/>
                              <a:ea typeface="Cambria Math"/>
                              <a:cs typeface="Cambria Math"/>
                            </a:rPr>
                          </m:ctrlPr>
                        </m:sSupPr>
                        <m:e>
                          <m:r>
                            <m:rPr>
                              <m:sty m:val="p"/>
                            </m:rPr>
                            <a:rPr lang="en-GB" sz="2600">
                              <a:solidFill>
                                <a:srgbClr val="087F83"/>
                              </a:solidFill>
                              <a:latin typeface="Cambria Math"/>
                              <a:ea typeface="Cambria Math"/>
                              <a:cs typeface="Cambria Math"/>
                            </a:rPr>
                            <m:t>ReLU</m:t>
                          </m:r>
                        </m:e>
                        <m:sup>
                          <m:r>
                            <a:rPr lang="en-GB" sz="2600">
                              <a:solidFill>
                                <a:srgbClr val="087F83"/>
                              </a:solidFill>
                              <a:latin typeface="Cambria Math"/>
                              <a:ea typeface="Cambria Math"/>
                              <a:cs typeface="Cambria Math"/>
                            </a:rPr>
                            <m:t>′</m:t>
                          </m:r>
                        </m:sup>
                      </m:sSup>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oMath>
                  </m:oMathPara>
                </a14:m>
                <a:endParaRPr lang="en-GB" sz="2600" dirty="0"/>
              </a:p>
            </p:txBody>
          </p:sp>
        </mc:Choice>
        <mc:Fallback xmlns="">
          <p:sp>
            <p:nvSpPr>
              <p:cNvPr id="9" name="evaluated_chain" descr="J_{2}'(a_2(x))=J_{3}'\bigl(\underbrace{\mathrm{ReLU}(a_2(x))w_3+b_3}_{a_3(x)}\bigr)\,w_3\,\mathrm{ReLU}'(a_2(x))">
                <a:extLst>
                  <a:ext uri="{FF2B5EF4-FFF2-40B4-BE49-F238E27FC236}">
                    <a16:creationId xmlns:a16="http://schemas.microsoft.com/office/drawing/2014/main" id="{4BB3CC66-B46F-458B-A074-A5FC06FBEE9B}"/>
                  </a:ext>
                </a:extLst>
              </p:cNvPr>
              <p:cNvSpPr>
                <a:spLocks noGrp="1" noRot="1" noChangeAspect="1" noMove="1" noResize="1" noEditPoints="1" noAdjustHandles="1" noChangeArrowheads="1" noChangeShapeType="1" noTextEdit="1"/>
              </p:cNvSpPr>
              <p:nvPr/>
            </p:nvSpPr>
            <p:spPr>
              <a:xfrm>
                <a:off x="333375" y="4286250"/>
                <a:ext cx="11525250" cy="9525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identified_factors" descr="J_{2}'(a_2(x))=\underbrace{J_{3}'(a_3(x))}_{\text{already calculated}}\,\underbrace{w_3}_{\text{affine}}\,\underbrace{\mathrm{ReLU}'(a_2(x))}_{\text{still needed}}">
                <a:extLst>
                  <a:ext uri="{FF2B5EF4-FFF2-40B4-BE49-F238E27FC236}">
                    <a16:creationId xmlns:a16="http://schemas.microsoft.com/office/drawing/2014/main" id="{0175FC0B-BAA9-491E-8E9E-17D24C9088ED}"/>
                  </a:ext>
                </a:extLst>
              </p:cNvPr>
              <p:cNvSpPr>
                <a:spLocks noGrp="1"/>
              </p:cNvSpPr>
              <p:nvPr/>
            </p:nvSpPr>
            <p:spPr>
              <a:xfrm>
                <a:off x="333375" y="5295900"/>
                <a:ext cx="11525250" cy="1066800"/>
              </a:xfrm>
              <a:prstGeom prst="rect">
                <a:avLst/>
              </a:prstGeom>
              <a:noFill/>
              <a:ln w="0">
                <a:noFill/>
              </a:ln>
            </p:spPr>
            <p:txBody>
              <a:bodyPr vertOverflow="overflow" horzOverflow="overflow" wrap="none" lIns="0" tIns="0" rIns="0" bIns="0" anchor="ctr">
                <a:noAutofit/>
              </a:bodyPr>
              <a:lstStyle/>
              <a:p>
                <a:pPr algn="ctr"/>
                <a:r>
                  <a:rPr lang="en-GB" sz="2700" dirty="0">
                    <a:solidFill>
                      <a:srgbClr val="AB4910"/>
                    </a:solidFill>
                    <a:ea typeface="Cambria Math"/>
                    <a:cs typeface="Cambria Math"/>
                  </a:rPr>
                  <a:t>           </a:t>
                </a:r>
                <a14:m>
                  <m:oMath xmlns:m="http://schemas.openxmlformats.org/officeDocument/2006/math">
                    <m:r>
                      <a:rPr lang="en-GB" sz="2700" smtClean="0">
                        <a:solidFill>
                          <a:srgbClr val="087F82"/>
                        </a:solidFill>
                        <a:latin typeface="Cambria Math"/>
                        <a:ea typeface="Cambria Math"/>
                        <a:cs typeface="Cambria Math"/>
                      </a:rPr>
                      <m:t>=</m:t>
                    </m:r>
                    <m:limLow>
                      <m:limLowPr>
                        <m:ctrlPr>
                          <a:rPr lang="en-GB" sz="2700" i="1">
                            <a:solidFill>
                              <a:schemeClr val="accent2">
                                <a:lumMod val="75000"/>
                              </a:schemeClr>
                            </a:solidFill>
                            <a:latin typeface="Cambria Math" panose="02040503050406030204" pitchFamily="18" charset="0"/>
                            <a:ea typeface="Cambria Math"/>
                            <a:cs typeface="Cambria Math"/>
                          </a:rPr>
                        </m:ctrlPr>
                      </m:limLowPr>
                      <m:e>
                        <m:groupChr>
                          <m:groupChrPr>
                            <m:chr m:val="⏟"/>
                            <m:pos m:val="bot"/>
                            <m:vertJc m:val="top"/>
                            <m:ctrlPr>
                              <a:rPr lang="en-GB" sz="2700" i="1">
                                <a:solidFill>
                                  <a:schemeClr val="accent2">
                                    <a:lumMod val="75000"/>
                                  </a:schemeClr>
                                </a:solidFill>
                                <a:latin typeface="Cambria Math" panose="02040503050406030204" pitchFamily="18" charset="0"/>
                                <a:ea typeface="Cambria Math"/>
                                <a:cs typeface="Cambria Math"/>
                              </a:rPr>
                            </m:ctrlPr>
                          </m:groupChrPr>
                          <m:e>
                            <m:sSubSup>
                              <m:sSubSupPr>
                                <m:ctrlPr>
                                  <a:rPr lang="en-GB" sz="2700">
                                    <a:solidFill>
                                      <a:schemeClr val="accent2">
                                        <a:lumMod val="75000"/>
                                      </a:schemeClr>
                                    </a:solidFill>
                                    <a:latin typeface="Cambria Math"/>
                                    <a:ea typeface="Cambria Math"/>
                                    <a:cs typeface="Cambria Math"/>
                                  </a:rPr>
                                </m:ctrlPr>
                              </m:sSubSupPr>
                              <m:e>
                                <m:r>
                                  <a:rPr lang="en-GB" sz="2700">
                                    <a:solidFill>
                                      <a:schemeClr val="accent2">
                                        <a:lumMod val="75000"/>
                                      </a:schemeClr>
                                    </a:solidFill>
                                    <a:latin typeface="Cambria Math"/>
                                    <a:ea typeface="Cambria Math"/>
                                    <a:cs typeface="Cambria Math"/>
                                  </a:rPr>
                                  <m:t>𝐽</m:t>
                                </m:r>
                              </m:e>
                              <m:sub>
                                <m:r>
                                  <a:rPr lang="en-GB" sz="2700">
                                    <a:solidFill>
                                      <a:schemeClr val="accent2">
                                        <a:lumMod val="75000"/>
                                      </a:schemeClr>
                                    </a:solidFill>
                                    <a:latin typeface="Cambria Math"/>
                                    <a:ea typeface="Cambria Math"/>
                                    <a:cs typeface="Cambria Math"/>
                                  </a:rPr>
                                  <m:t>3</m:t>
                                </m:r>
                              </m:sub>
                              <m:sup>
                                <m:r>
                                  <a:rPr lang="en-GB" sz="2700">
                                    <a:solidFill>
                                      <a:schemeClr val="accent2">
                                        <a:lumMod val="75000"/>
                                      </a:schemeClr>
                                    </a:solidFill>
                                    <a:latin typeface="Cambria Math"/>
                                    <a:ea typeface="Cambria Math"/>
                                    <a:cs typeface="Cambria Math"/>
                                  </a:rPr>
                                  <m:t>′</m:t>
                                </m:r>
                              </m:sup>
                            </m:sSubSup>
                            <m:d>
                              <m:dPr>
                                <m:ctrlPr>
                                  <a:rPr lang="en-GB" sz="2700" i="1">
                                    <a:solidFill>
                                      <a:schemeClr val="accent2">
                                        <a:lumMod val="75000"/>
                                      </a:schemeClr>
                                    </a:solidFill>
                                    <a:latin typeface="Cambria Math" panose="02040503050406030204" pitchFamily="18" charset="0"/>
                                    <a:ea typeface="Cambria Math"/>
                                    <a:cs typeface="Cambria Math"/>
                                  </a:rPr>
                                </m:ctrlPr>
                              </m:dPr>
                              <m:e>
                                <m:sSub>
                                  <m:sSubPr>
                                    <m:ctrlPr>
                                      <a:rPr lang="en-GB" sz="2700">
                                        <a:solidFill>
                                          <a:schemeClr val="accent2">
                                            <a:lumMod val="75000"/>
                                          </a:schemeClr>
                                        </a:solidFill>
                                        <a:latin typeface="Cambria Math"/>
                                        <a:ea typeface="Cambria Math"/>
                                        <a:cs typeface="Cambria Math"/>
                                      </a:rPr>
                                    </m:ctrlPr>
                                  </m:sSubPr>
                                  <m:e>
                                    <m:r>
                                      <a:rPr lang="en-GB" sz="2700">
                                        <a:solidFill>
                                          <a:schemeClr val="accent2">
                                            <a:lumMod val="75000"/>
                                          </a:schemeClr>
                                        </a:solidFill>
                                        <a:latin typeface="Cambria Math"/>
                                        <a:ea typeface="Cambria Math"/>
                                        <a:cs typeface="Cambria Math"/>
                                      </a:rPr>
                                      <m:t>𝑎</m:t>
                                    </m:r>
                                  </m:e>
                                  <m:sub>
                                    <m:r>
                                      <a:rPr lang="en-GB" sz="2700">
                                        <a:solidFill>
                                          <a:schemeClr val="accent2">
                                            <a:lumMod val="75000"/>
                                          </a:schemeClr>
                                        </a:solidFill>
                                        <a:latin typeface="Cambria Math"/>
                                        <a:ea typeface="Cambria Math"/>
                                        <a:cs typeface="Cambria Math"/>
                                      </a:rPr>
                                      <m:t>3</m:t>
                                    </m:r>
                                  </m:sub>
                                </m:sSub>
                                <m:d>
                                  <m:dPr>
                                    <m:ctrlPr>
                                      <a:rPr lang="en-GB" sz="2700">
                                        <a:solidFill>
                                          <a:schemeClr val="accent2">
                                            <a:lumMod val="75000"/>
                                          </a:schemeClr>
                                        </a:solidFill>
                                        <a:latin typeface="Cambria Math"/>
                                        <a:ea typeface="Cambria Math"/>
                                        <a:cs typeface="Cambria Math"/>
                                      </a:rPr>
                                    </m:ctrlPr>
                                  </m:dPr>
                                  <m:e>
                                    <m:r>
                                      <a:rPr lang="en-GB" sz="2700">
                                        <a:solidFill>
                                          <a:schemeClr val="accent2">
                                            <a:lumMod val="75000"/>
                                          </a:schemeClr>
                                        </a:solidFill>
                                        <a:latin typeface="Cambria Math"/>
                                        <a:ea typeface="Cambria Math"/>
                                        <a:cs typeface="Cambria Math"/>
                                      </a:rPr>
                                      <m:t>𝑥</m:t>
                                    </m:r>
                                  </m:e>
                                </m:d>
                              </m:e>
                            </m:d>
                          </m:e>
                        </m:groupChr>
                      </m:e>
                      <m:lim>
                        <m:eqArr>
                          <m:eqArrPr>
                            <m:ctrlPr>
                              <a:rPr lang="it-IT" sz="2700" b="0" i="1" smtClean="0">
                                <a:solidFill>
                                  <a:schemeClr val="accent2">
                                    <a:lumMod val="75000"/>
                                  </a:schemeClr>
                                </a:solidFill>
                                <a:latin typeface="Cambria Math" panose="02040503050406030204" pitchFamily="18" charset="0"/>
                                <a:ea typeface="Cambria Math"/>
                                <a:cs typeface="Cambria Math"/>
                              </a:rPr>
                            </m:ctrlPr>
                          </m:eqArrPr>
                          <m:e>
                            <m:r>
                              <m:rPr>
                                <m:sty m:val="p"/>
                              </m:rPr>
                              <a:rPr lang="it-IT" sz="2700" b="0" i="0" smtClean="0">
                                <a:solidFill>
                                  <a:schemeClr val="accent2">
                                    <a:lumMod val="75000"/>
                                  </a:schemeClr>
                                </a:solidFill>
                                <a:latin typeface="Cambria Math" panose="02040503050406030204" pitchFamily="18" charset="0"/>
                                <a:ea typeface="Cambria Math"/>
                                <a:cs typeface="Cambria Math"/>
                              </a:rPr>
                              <m:t>already</m:t>
                            </m:r>
                            <m:r>
                              <a:rPr lang="it-IT" sz="2700" b="0" i="0" smtClean="0">
                                <a:solidFill>
                                  <a:schemeClr val="accent2">
                                    <a:lumMod val="75000"/>
                                  </a:schemeClr>
                                </a:solidFill>
                                <a:latin typeface="Cambria Math" panose="02040503050406030204" pitchFamily="18" charset="0"/>
                                <a:ea typeface="Cambria Math"/>
                                <a:cs typeface="Cambria Math"/>
                              </a:rPr>
                              <m:t> </m:t>
                            </m:r>
                            <m:r>
                              <m:rPr>
                                <m:sty m:val="p"/>
                              </m:rPr>
                              <a:rPr lang="it-IT" sz="2700" b="0" i="0" smtClean="0">
                                <a:solidFill>
                                  <a:schemeClr val="accent2">
                                    <a:lumMod val="75000"/>
                                  </a:schemeClr>
                                </a:solidFill>
                                <a:latin typeface="Cambria Math" panose="02040503050406030204" pitchFamily="18" charset="0"/>
                                <a:ea typeface="Cambria Math"/>
                                <a:cs typeface="Cambria Math"/>
                              </a:rPr>
                              <m:t>calculated</m:t>
                            </m:r>
                          </m:e>
                          <m:e>
                            <m:r>
                              <m:rPr>
                                <m:sty m:val="p"/>
                              </m:rPr>
                              <a:rPr lang="it-IT" sz="2700" b="0" i="0" smtClean="0">
                                <a:solidFill>
                                  <a:schemeClr val="accent2">
                                    <a:lumMod val="75000"/>
                                  </a:schemeClr>
                                </a:solidFill>
                                <a:latin typeface="Cambria Math" panose="02040503050406030204" pitchFamily="18" charset="0"/>
                                <a:ea typeface="Cambria Math"/>
                                <a:cs typeface="Cambria Math"/>
                              </a:rPr>
                              <m:t>from</m:t>
                            </m:r>
                            <m:r>
                              <a:rPr lang="it-IT" sz="2700" b="0" i="0" smtClean="0">
                                <a:solidFill>
                                  <a:schemeClr val="accent2">
                                    <a:lumMod val="75000"/>
                                  </a:schemeClr>
                                </a:solidFill>
                                <a:latin typeface="Cambria Math" panose="02040503050406030204" pitchFamily="18" charset="0"/>
                                <a:ea typeface="Cambria Math"/>
                                <a:cs typeface="Cambria Math"/>
                              </a:rPr>
                              <m:t> </m:t>
                            </m:r>
                            <m:r>
                              <m:rPr>
                                <m:sty m:val="p"/>
                              </m:rPr>
                              <a:rPr lang="it-IT" sz="2700" b="0" i="0" smtClean="0">
                                <a:solidFill>
                                  <a:schemeClr val="accent2">
                                    <a:lumMod val="75000"/>
                                  </a:schemeClr>
                                </a:solidFill>
                                <a:latin typeface="Cambria Math" panose="02040503050406030204" pitchFamily="18" charset="0"/>
                                <a:ea typeface="Cambria Math"/>
                                <a:cs typeface="Cambria Math"/>
                              </a:rPr>
                              <m:t>the</m:t>
                            </m:r>
                            <m:r>
                              <a:rPr lang="it-IT" sz="2700" b="0" i="0" smtClean="0">
                                <a:solidFill>
                                  <a:schemeClr val="accent2">
                                    <a:lumMod val="75000"/>
                                  </a:schemeClr>
                                </a:solidFill>
                                <a:latin typeface="Cambria Math" panose="02040503050406030204" pitchFamily="18" charset="0"/>
                                <a:ea typeface="Cambria Math"/>
                                <a:cs typeface="Cambria Math"/>
                              </a:rPr>
                              <m:t> 3</m:t>
                            </m:r>
                            <m:r>
                              <m:rPr>
                                <m:sty m:val="p"/>
                              </m:rPr>
                              <a:rPr lang="it-IT" sz="2700" b="0" i="0" smtClean="0">
                                <a:solidFill>
                                  <a:schemeClr val="accent2">
                                    <a:lumMod val="75000"/>
                                  </a:schemeClr>
                                </a:solidFill>
                                <a:latin typeface="Cambria Math" panose="02040503050406030204" pitchFamily="18" charset="0"/>
                                <a:ea typeface="Cambria Math"/>
                                <a:cs typeface="Cambria Math"/>
                              </a:rPr>
                              <m:t>rd</m:t>
                            </m:r>
                            <m:r>
                              <a:rPr lang="it-IT" sz="2700" b="0" i="0" smtClean="0">
                                <a:solidFill>
                                  <a:schemeClr val="accent2">
                                    <a:lumMod val="75000"/>
                                  </a:schemeClr>
                                </a:solidFill>
                                <a:latin typeface="Cambria Math" panose="02040503050406030204" pitchFamily="18" charset="0"/>
                                <a:ea typeface="Cambria Math"/>
                                <a:cs typeface="Cambria Math"/>
                              </a:rPr>
                              <m:t> </m:t>
                            </m:r>
                            <m:r>
                              <m:rPr>
                                <m:sty m:val="p"/>
                              </m:rPr>
                              <a:rPr lang="it-IT" sz="2700" b="0" i="0" smtClean="0">
                                <a:solidFill>
                                  <a:schemeClr val="accent2">
                                    <a:lumMod val="75000"/>
                                  </a:schemeClr>
                                </a:solidFill>
                                <a:latin typeface="Cambria Math" panose="02040503050406030204" pitchFamily="18" charset="0"/>
                                <a:ea typeface="Cambria Math"/>
                                <a:cs typeface="Cambria Math"/>
                              </a:rPr>
                              <m:t>layer</m:t>
                            </m:r>
                          </m:e>
                        </m:eqArr>
                      </m:lim>
                    </m:limLow>
                    <m:r>
                      <a:rPr lang="en-GB" sz="2700">
                        <a:solidFill>
                          <a:srgbClr val="AB4910"/>
                        </a:solidFill>
                        <a:latin typeface="Cambria Math"/>
                        <a:ea typeface="Cambria Math"/>
                        <a:cs typeface="Cambria Math"/>
                      </a:rPr>
                      <m:t> </m:t>
                    </m:r>
                    <m:r>
                      <a:rPr lang="it-IT" sz="2700" b="0" i="1" smtClean="0">
                        <a:solidFill>
                          <a:srgbClr val="087F82"/>
                        </a:solidFill>
                        <a:latin typeface="Cambria Math" panose="02040503050406030204" pitchFamily="18" charset="0"/>
                        <a:ea typeface="Cambria Math"/>
                        <a:cs typeface="Cambria Math"/>
                      </a:rPr>
                      <m:t>⋅</m:t>
                    </m:r>
                    <m:limLow>
                      <m:limLowPr>
                        <m:ctrlPr>
                          <a:rPr lang="en-GB" sz="2700" i="1">
                            <a:solidFill>
                              <a:srgbClr val="087F82"/>
                            </a:solidFill>
                            <a:latin typeface="Cambria Math" panose="02040503050406030204" pitchFamily="18" charset="0"/>
                            <a:ea typeface="Cambria Math"/>
                            <a:cs typeface="Cambria Math"/>
                          </a:rPr>
                        </m:ctrlPr>
                      </m:limLowPr>
                      <m:e>
                        <m:groupChr>
                          <m:groupChrPr>
                            <m:chr m:val="⏟"/>
                            <m:pos m:val="bot"/>
                            <m:vertJc m:val="top"/>
                            <m:ctrlPr>
                              <a:rPr lang="en-GB" sz="2700" i="1">
                                <a:solidFill>
                                  <a:srgbClr val="087F82"/>
                                </a:solidFill>
                                <a:latin typeface="Cambria Math" panose="02040503050406030204" pitchFamily="18" charset="0"/>
                                <a:ea typeface="Cambria Math"/>
                                <a:cs typeface="Cambria Math"/>
                              </a:rPr>
                            </m:ctrlPr>
                          </m:groupChrPr>
                          <m:e>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𝑤</m:t>
                                </m:r>
                              </m:e>
                              <m:sub>
                                <m:r>
                                  <a:rPr lang="en-GB" sz="2700">
                                    <a:solidFill>
                                      <a:srgbClr val="087F82"/>
                                    </a:solidFill>
                                    <a:latin typeface="Cambria Math"/>
                                    <a:ea typeface="Cambria Math"/>
                                    <a:cs typeface="Cambria Math"/>
                                  </a:rPr>
                                  <m:t>3</m:t>
                                </m:r>
                              </m:sub>
                            </m:sSub>
                          </m:e>
                        </m:groupChr>
                      </m:e>
                      <m:lim>
                        <m:eqArr>
                          <m:eqArrPr>
                            <m:ctrlPr>
                              <a:rPr lang="it-IT" sz="2700" b="0" i="1" smtClean="0">
                                <a:solidFill>
                                  <a:srgbClr val="087F82"/>
                                </a:solidFill>
                                <a:latin typeface="Cambria Math" panose="02040503050406030204" pitchFamily="18" charset="0"/>
                                <a:ea typeface="Cambria Math"/>
                                <a:cs typeface="Cambria Math"/>
                              </a:rPr>
                            </m:ctrlPr>
                          </m:eqArrPr>
                          <m:e>
                            <m:r>
                              <m:rPr>
                                <m:sty m:val="p"/>
                              </m:rPr>
                              <a:rPr lang="it-IT" sz="2700" b="0" i="0" smtClean="0">
                                <a:solidFill>
                                  <a:srgbClr val="087F82"/>
                                </a:solidFill>
                                <a:latin typeface="Cambria Math" panose="02040503050406030204" pitchFamily="18" charset="0"/>
                                <a:ea typeface="Cambria Math"/>
                                <a:cs typeface="Cambria Math"/>
                              </a:rPr>
                              <m:t>known</m:t>
                            </m:r>
                          </m:e>
                          <m:e>
                            <m:r>
                              <m:rPr>
                                <m:sty m:val="p"/>
                              </m:rPr>
                              <a:rPr lang="it-IT" sz="2700" b="0" i="0" smtClean="0">
                                <a:solidFill>
                                  <a:srgbClr val="087F82"/>
                                </a:solidFill>
                                <a:latin typeface="Cambria Math" panose="02040503050406030204" pitchFamily="18" charset="0"/>
                                <a:ea typeface="Cambria Math"/>
                                <a:cs typeface="Cambria Math"/>
                              </a:rPr>
                              <m:t>weight</m:t>
                            </m:r>
                          </m:e>
                        </m:eqArr>
                      </m:lim>
                    </m:limLow>
                    <m:r>
                      <a:rPr lang="en-GB" sz="2700">
                        <a:solidFill>
                          <a:srgbClr val="087F82"/>
                        </a:solidFill>
                        <a:latin typeface="Cambria Math"/>
                        <a:ea typeface="Cambria Math"/>
                        <a:cs typeface="Cambria Math"/>
                      </a:rPr>
                      <m:t> </m:t>
                    </m:r>
                    <m:r>
                      <a:rPr lang="it-IT" sz="2700" i="1">
                        <a:solidFill>
                          <a:srgbClr val="087F82"/>
                        </a:solidFill>
                        <a:latin typeface="Cambria Math" panose="02040503050406030204" pitchFamily="18" charset="0"/>
                        <a:ea typeface="Cambria Math"/>
                        <a:cs typeface="Cambria Math"/>
                      </a:rPr>
                      <m:t>⋅</m:t>
                    </m:r>
                    <m:limLow>
                      <m:limLowPr>
                        <m:ctrlPr>
                          <a:rPr lang="en-GB" sz="2700" i="1">
                            <a:solidFill>
                              <a:srgbClr val="087F82"/>
                            </a:solidFill>
                            <a:latin typeface="Cambria Math" panose="02040503050406030204" pitchFamily="18" charset="0"/>
                            <a:ea typeface="Cambria Math"/>
                            <a:cs typeface="Cambria Math"/>
                          </a:rPr>
                        </m:ctrlPr>
                      </m:limLowPr>
                      <m:e>
                        <m:groupChr>
                          <m:groupChrPr>
                            <m:chr m:val="⏟"/>
                            <m:pos m:val="bot"/>
                            <m:vertJc m:val="top"/>
                            <m:ctrlPr>
                              <a:rPr lang="en-GB" sz="2700" i="1">
                                <a:solidFill>
                                  <a:srgbClr val="087F82"/>
                                </a:solidFill>
                                <a:latin typeface="Cambria Math" panose="02040503050406030204" pitchFamily="18" charset="0"/>
                                <a:ea typeface="Cambria Math"/>
                                <a:cs typeface="Cambria Math"/>
                              </a:rPr>
                            </m:ctrlPr>
                          </m:groupChrPr>
                          <m:e>
                            <m:sSup>
                              <m:sSupPr>
                                <m:ctrlPr>
                                  <a:rPr lang="en-GB" sz="2700">
                                    <a:solidFill>
                                      <a:srgbClr val="087F82"/>
                                    </a:solidFill>
                                    <a:latin typeface="Cambria Math"/>
                                    <a:ea typeface="Cambria Math"/>
                                    <a:cs typeface="Cambria Math"/>
                                  </a:rPr>
                                </m:ctrlPr>
                              </m:sSupPr>
                              <m:e>
                                <m:r>
                                  <m:rPr>
                                    <m:sty m:val="p"/>
                                  </m:rPr>
                                  <a:rPr lang="en-GB" sz="2700">
                                    <a:solidFill>
                                      <a:srgbClr val="087F82"/>
                                    </a:solidFill>
                                    <a:latin typeface="Cambria Math"/>
                                    <a:ea typeface="Cambria Math"/>
                                    <a:cs typeface="Cambria Math"/>
                                  </a:rPr>
                                  <m:t>ReLU</m:t>
                                </m:r>
                              </m:e>
                              <m:sup>
                                <m:r>
                                  <a:rPr lang="en-GB" sz="2700">
                                    <a:solidFill>
                                      <a:srgbClr val="087F82"/>
                                    </a:solidFill>
                                    <a:latin typeface="Cambria Math"/>
                                    <a:ea typeface="Cambria Math"/>
                                    <a:cs typeface="Cambria Math"/>
                                  </a:rPr>
                                  <m:t>′</m:t>
                                </m:r>
                              </m:sup>
                            </m:sSup>
                            <m:d>
                              <m:dPr>
                                <m:ctrlPr>
                                  <a:rPr lang="en-GB" sz="2700" i="1">
                                    <a:solidFill>
                                      <a:srgbClr val="087F82"/>
                                    </a:solidFill>
                                    <a:latin typeface="Cambria Math" panose="02040503050406030204" pitchFamily="18" charset="0"/>
                                    <a:ea typeface="Cambria Math"/>
                                    <a:cs typeface="Cambria Math"/>
                                  </a:rPr>
                                </m:ctrlPr>
                              </m:dPr>
                              <m:e>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𝑎</m:t>
                                    </m:r>
                                  </m:e>
                                  <m:sub>
                                    <m:r>
                                      <a:rPr lang="en-GB" sz="2700">
                                        <a:solidFill>
                                          <a:srgbClr val="087F82"/>
                                        </a:solidFill>
                                        <a:latin typeface="Cambria Math"/>
                                        <a:ea typeface="Cambria Math"/>
                                        <a:cs typeface="Cambria Math"/>
                                      </a:rPr>
                                      <m:t>2</m:t>
                                    </m:r>
                                  </m:sub>
                                </m:sSub>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𝑥</m:t>
                                    </m:r>
                                  </m:e>
                                </m:d>
                              </m:e>
                            </m:d>
                          </m:e>
                        </m:groupChr>
                      </m:e>
                      <m:lim>
                        <m:r>
                          <m:rPr>
                            <m:sty m:val="p"/>
                          </m:rPr>
                          <a:rPr lang="it-IT" sz="2700" b="0" i="0" smtClean="0">
                            <a:solidFill>
                              <a:srgbClr val="087F82"/>
                            </a:solidFill>
                            <a:latin typeface="Cambria Math" panose="02040503050406030204" pitchFamily="18" charset="0"/>
                            <a:ea typeface="Cambria Math"/>
                            <a:cs typeface="Cambria Math"/>
                          </a:rPr>
                          <m:t>still</m:t>
                        </m:r>
                        <m:r>
                          <a:rPr lang="it-IT" sz="2700" b="0" i="0" smtClean="0">
                            <a:solidFill>
                              <a:srgbClr val="087F82"/>
                            </a:solidFill>
                            <a:latin typeface="Cambria Math" panose="02040503050406030204" pitchFamily="18" charset="0"/>
                            <a:ea typeface="Cambria Math"/>
                            <a:cs typeface="Cambria Math"/>
                          </a:rPr>
                          <m:t> </m:t>
                        </m:r>
                        <m:r>
                          <m:rPr>
                            <m:sty m:val="p"/>
                          </m:rPr>
                          <a:rPr lang="it-IT" sz="2700" b="0" i="0" smtClean="0">
                            <a:solidFill>
                              <a:srgbClr val="087F82"/>
                            </a:solidFill>
                            <a:latin typeface="Cambria Math" panose="02040503050406030204" pitchFamily="18" charset="0"/>
                            <a:ea typeface="Cambria Math"/>
                            <a:cs typeface="Cambria Math"/>
                          </a:rPr>
                          <m:t>needed</m:t>
                        </m:r>
                      </m:lim>
                    </m:limLow>
                  </m:oMath>
                </a14:m>
                <a:endParaRPr lang="en-GB" sz="2700" dirty="0"/>
              </a:p>
            </p:txBody>
          </p:sp>
        </mc:Choice>
        <mc:Fallback xmlns="">
          <p:sp>
            <p:nvSpPr>
              <p:cNvPr id="10" name="identified_factors" descr="J_{2}'(a_2(x))=\underbrace{J_{3}'(a_3(x))}_{\text{already calculated}}\,\underbrace{w_3}_{\text{affine}}\,\underbrace{\mathrm{ReLU}'(a_2(x))}_{\text{still needed}}">
                <a:extLst>
                  <a:ext uri="{FF2B5EF4-FFF2-40B4-BE49-F238E27FC236}">
                    <a16:creationId xmlns:a16="http://schemas.microsoft.com/office/drawing/2014/main" id="{0175FC0B-BAA9-491E-8E9E-17D24C9088ED}"/>
                  </a:ext>
                </a:extLst>
              </p:cNvPr>
              <p:cNvSpPr>
                <a:spLocks noGrp="1" noRot="1" noChangeAspect="1" noMove="1" noResize="1" noEditPoints="1" noAdjustHandles="1" noChangeArrowheads="1" noChangeShapeType="1" noTextEdit="1"/>
              </p:cNvSpPr>
              <p:nvPr/>
            </p:nvSpPr>
            <p:spPr>
              <a:xfrm>
                <a:off x="333375" y="5295900"/>
                <a:ext cx="11525250" cy="1066800"/>
              </a:xfrm>
              <a:prstGeom prst="rect">
                <a:avLst/>
              </a:prstGeom>
              <a:blipFill>
                <a:blip r:embed="rId7"/>
                <a:stretch>
                  <a:fillRect b="-4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fixed_composition" descr="\mathcal{L}_{\mathrm{sq}}(\boldsymbol{\theta})=J_{2}(a_2(x))">
                <a:extLst>
                  <a:ext uri="{FF2B5EF4-FFF2-40B4-BE49-F238E27FC236}">
                    <a16:creationId xmlns:a16="http://schemas.microsoft.com/office/drawing/2014/main" id="{757C56C7-D1D3-4DA5-8146-620C9B8A8C90}"/>
                  </a:ext>
                </a:extLst>
              </p:cNvPr>
              <p:cNvSpPr>
                <a:spLocks noGrp="1"/>
              </p:cNvSpPr>
              <p:nvPr/>
            </p:nvSpPr>
            <p:spPr>
              <a:xfrm>
                <a:off x="3119438" y="1357313"/>
                <a:ext cx="595312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800">
                              <a:solidFill>
                                <a:srgbClr val="00B050"/>
                              </a:solidFill>
                              <a:latin typeface="Cambria Math"/>
                              <a:ea typeface="Cambria Math"/>
                              <a:cs typeface="Cambria Math"/>
                            </a:rPr>
                          </m:ctrlPr>
                        </m:sSubSupPr>
                        <m:e>
                          <m:r>
                            <a:rPr lang="en-GB" sz="2800">
                              <a:solidFill>
                                <a:srgbClr val="00B050"/>
                              </a:solidFill>
                              <a:latin typeface="Cambria Math"/>
                              <a:ea typeface="Cambria Math"/>
                              <a:cs typeface="Cambria Math"/>
                            </a:rPr>
                            <m:t>𝐽</m:t>
                          </m:r>
                        </m:e>
                        <m:sub>
                          <m:r>
                            <a:rPr lang="en-GB" sz="2800">
                              <a:solidFill>
                                <a:srgbClr val="00B050"/>
                              </a:solidFill>
                              <a:latin typeface="Cambria Math"/>
                              <a:ea typeface="Cambria Math"/>
                              <a:cs typeface="Cambria Math"/>
                            </a:rPr>
                            <m:t>2</m:t>
                          </m:r>
                        </m:sub>
                        <m:sup>
                          <m:r>
                            <a:rPr lang="it-IT" sz="2800" i="1">
                              <a:solidFill>
                                <a:srgbClr val="00B050"/>
                              </a:solidFill>
                              <a:latin typeface="Cambria Math" panose="02040503050406030204" pitchFamily="18" charset="0"/>
                              <a:ea typeface="Cambria Math"/>
                              <a:cs typeface="Cambria Math"/>
                            </a:rPr>
                            <m:t>′</m:t>
                          </m:r>
                        </m:sup>
                      </m:sSubSup>
                      <m:d>
                        <m:dPr>
                          <m:ctrlPr>
                            <a:rPr lang="en-GB" sz="2800" i="1">
                              <a:solidFill>
                                <a:srgbClr val="00B050"/>
                              </a:solidFill>
                              <a:latin typeface="Cambria Math" panose="02040503050406030204" pitchFamily="18" charset="0"/>
                              <a:ea typeface="Cambria Math"/>
                              <a:cs typeface="Cambria Math"/>
                            </a:rPr>
                          </m:ctrlPr>
                        </m:dPr>
                        <m:e>
                          <m:sSub>
                            <m:sSubPr>
                              <m:ctrlPr>
                                <a:rPr lang="en-GB" sz="2800">
                                  <a:solidFill>
                                    <a:srgbClr val="00B050"/>
                                  </a:solidFill>
                                  <a:latin typeface="Cambria Math"/>
                                  <a:ea typeface="Cambria Math"/>
                                  <a:cs typeface="Cambria Math"/>
                                </a:rPr>
                              </m:ctrlPr>
                            </m:sSubPr>
                            <m:e>
                              <m:r>
                                <a:rPr lang="en-GB" sz="2800">
                                  <a:solidFill>
                                    <a:srgbClr val="00B050"/>
                                  </a:solidFill>
                                  <a:latin typeface="Cambria Math"/>
                                  <a:ea typeface="Cambria Math"/>
                                  <a:cs typeface="Cambria Math"/>
                                </a:rPr>
                                <m:t>𝑎</m:t>
                              </m:r>
                            </m:e>
                            <m:sub>
                              <m:r>
                                <a:rPr lang="en-GB" sz="2800">
                                  <a:solidFill>
                                    <a:srgbClr val="00B050"/>
                                  </a:solidFill>
                                  <a:latin typeface="Cambria Math"/>
                                  <a:ea typeface="Cambria Math"/>
                                  <a:cs typeface="Cambria Math"/>
                                </a:rPr>
                                <m:t>2</m:t>
                              </m:r>
                            </m:sub>
                          </m:sSub>
                          <m:d>
                            <m:dPr>
                              <m:ctrlPr>
                                <a:rPr lang="en-GB" sz="2800">
                                  <a:solidFill>
                                    <a:srgbClr val="00B050"/>
                                  </a:solidFill>
                                  <a:latin typeface="Cambria Math"/>
                                  <a:ea typeface="Cambria Math"/>
                                  <a:cs typeface="Cambria Math"/>
                                </a:rPr>
                              </m:ctrlPr>
                            </m:dPr>
                            <m:e>
                              <m:r>
                                <a:rPr lang="en-GB" sz="2800">
                                  <a:solidFill>
                                    <a:srgbClr val="00B050"/>
                                  </a:solidFill>
                                  <a:latin typeface="Cambria Math"/>
                                  <a:ea typeface="Cambria Math"/>
                                  <a:cs typeface="Cambria Math"/>
                                </a:rPr>
                                <m:t>𝑥</m:t>
                              </m:r>
                            </m:e>
                          </m:d>
                        </m:e>
                      </m:d>
                    </m:oMath>
                  </m:oMathPara>
                </a14:m>
                <a:endParaRPr lang="en-GB" sz="2800" dirty="0"/>
              </a:p>
            </p:txBody>
          </p:sp>
        </mc:Choice>
        <mc:Fallback xmlns="">
          <p:sp>
            <p:nvSpPr>
              <p:cNvPr id="12" name="fixed_composition" descr="\mathcal{L}_{\mathrm{sq}}(\boldsymbol{\theta})=J_{2}(a_2(x))">
                <a:extLst>
                  <a:ext uri="{FF2B5EF4-FFF2-40B4-BE49-F238E27FC236}">
                    <a16:creationId xmlns:a16="http://schemas.microsoft.com/office/drawing/2014/main" id="{757C56C7-D1D3-4DA5-8146-620C9B8A8C90}"/>
                  </a:ext>
                </a:extLst>
              </p:cNvPr>
              <p:cNvSpPr>
                <a:spLocks noGrp="1" noRot="1" noChangeAspect="1" noMove="1" noResize="1" noEditPoints="1" noAdjustHandles="1" noChangeArrowheads="1" noChangeShapeType="1" noTextEdit="1"/>
              </p:cNvSpPr>
              <p:nvPr/>
            </p:nvSpPr>
            <p:spPr>
              <a:xfrm>
                <a:off x="3119438" y="1357313"/>
                <a:ext cx="5953125" cy="628650"/>
              </a:xfrm>
              <a:prstGeom prst="rect">
                <a:avLst/>
              </a:prstGeom>
              <a:blipFill>
                <a:blip r:embed="rId8"/>
                <a:stretch>
                  <a:fillRect/>
                </a:stretch>
              </a:blipFill>
              <a:ln w="0">
                <a:noFill/>
              </a:ln>
            </p:spPr>
            <p:txBody>
              <a:bodyPr/>
              <a:lstStyle/>
              <a:p>
                <a:r>
                  <a:rPr lang="it-IT">
                    <a:noFill/>
                  </a:rPr>
                  <a:t> </a:t>
                </a:r>
              </a:p>
            </p:txBody>
          </p:sp>
        </mc:Fallback>
      </mc:AlternateContent>
      <p:sp>
        <p:nvSpPr>
          <p:cNvPr id="13" name="definition_connector">
            <a:extLst>
              <a:ext uri="{FF2B5EF4-FFF2-40B4-BE49-F238E27FC236}">
                <a16:creationId xmlns:a16="http://schemas.microsoft.com/office/drawing/2014/main" id="{28001A63-E362-4A5E-81D5-877A215C4A89}"/>
              </a:ext>
            </a:extLst>
          </p:cNvPr>
          <p:cNvSpPr>
            <a:spLocks noGrp="1"/>
          </p:cNvSpPr>
          <p:nvPr/>
        </p:nvSpPr>
        <p:spPr>
          <a:xfrm>
            <a:off x="2511265" y="2003108"/>
            <a:ext cx="7169468" cy="42672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it-IT" sz="2175" dirty="0" err="1">
                <a:solidFill>
                  <a:srgbClr val="526276"/>
                </a:solidFill>
                <a:latin typeface="DejaVu Sans"/>
                <a:ea typeface="DejaVu Sans"/>
                <a:cs typeface="DejaVu Sans"/>
              </a:rPr>
              <a:t>where</a:t>
            </a:r>
            <a:endParaRPr sz="2175" b="0" dirty="0">
              <a:solidFill>
                <a:srgbClr val="526276"/>
              </a:solidFill>
              <a:latin typeface="DejaVu Sans"/>
              <a:ea typeface="DejaVu Sans"/>
              <a:cs typeface="DejaVu Sans"/>
            </a:endParaRPr>
          </a:p>
        </p:txBody>
      </p:sp>
    </p:spTree>
    <p:extLst>
      <p:ext uri="{BB962C8B-B14F-4D97-AF65-F5344CB8AC3E}">
        <p14:creationId xmlns:p14="http://schemas.microsoft.com/office/powerpoint/2010/main" val="193980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EEEC0BD2-9CA0-428C-9649-3A90E4B6DCD4}"/>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The derivative of ReLU</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E535A29-3AAF-48FF-A5CE-B0AD8F771FBD}"/>
                  </a:ext>
                </a:extLst>
              </p:cNvPr>
              <p:cNvSpPr>
                <a:spLocks noGrp="1"/>
              </p:cNvSpPr>
              <p:nvPr/>
            </p:nvSpPr>
            <p:spPr>
              <a:xfrm>
                <a:off x="523875" y="895350"/>
                <a:ext cx="11144250" cy="409575"/>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remaining factor is </a:t>
                </a:r>
                <a14:m>
                  <m:oMath xmlns:m="http://schemas.openxmlformats.org/officeDocument/2006/math">
                    <m:sSup>
                      <m:sSupPr>
                        <m:ctrlPr>
                          <a:rPr lang="en-GB" sz="2175">
                            <a:solidFill>
                              <a:srgbClr val="FF0000"/>
                            </a:solidFill>
                            <a:latin typeface="Cambria Math"/>
                            <a:ea typeface="Cambria Math"/>
                            <a:cs typeface="Cambria Math"/>
                          </a:rPr>
                        </m:ctrlPr>
                      </m:sSupPr>
                      <m:e>
                        <m:r>
                          <m:rPr>
                            <m:sty m:val="p"/>
                          </m:rPr>
                          <a:rPr lang="en-GB" sz="2175">
                            <a:solidFill>
                              <a:srgbClr val="FF0000"/>
                            </a:solidFill>
                            <a:latin typeface="Cambria Math"/>
                            <a:ea typeface="Cambria Math"/>
                            <a:cs typeface="Cambria Math"/>
                          </a:rPr>
                          <m:t>ReLU</m:t>
                        </m:r>
                      </m:e>
                      <m:sup>
                        <m:r>
                          <a:rPr lang="en-GB" sz="2175">
                            <a:solidFill>
                              <a:srgbClr val="FF0000"/>
                            </a:solidFill>
                            <a:latin typeface="Cambria Math"/>
                            <a:ea typeface="Cambria Math"/>
                            <a:cs typeface="Cambria Math"/>
                          </a:rPr>
                          <m:t>′</m:t>
                        </m:r>
                      </m:sup>
                    </m:sSup>
                    <m:d>
                      <m:dPr>
                        <m:ctrlPr>
                          <a:rPr lang="en-GB" sz="2175" i="1">
                            <a:solidFill>
                              <a:srgbClr val="FF0000"/>
                            </a:solidFill>
                            <a:latin typeface="Cambria Math" panose="02040503050406030204" pitchFamily="18" charset="0"/>
                            <a:ea typeface="Cambria Math"/>
                            <a:cs typeface="Cambria Math"/>
                          </a:rPr>
                        </m:ctrlPr>
                      </m:dPr>
                      <m:e>
                        <m:sSub>
                          <m:sSubPr>
                            <m:ctrlPr>
                              <a:rPr lang="en-GB" sz="2175">
                                <a:solidFill>
                                  <a:srgbClr val="FF0000"/>
                                </a:solidFill>
                                <a:latin typeface="Cambria Math"/>
                                <a:ea typeface="Cambria Math"/>
                                <a:cs typeface="Cambria Math"/>
                              </a:rPr>
                            </m:ctrlPr>
                          </m:sSubPr>
                          <m:e>
                            <m:r>
                              <a:rPr lang="en-GB" sz="2175">
                                <a:solidFill>
                                  <a:srgbClr val="FF0000"/>
                                </a:solidFill>
                                <a:latin typeface="Cambria Math"/>
                                <a:ea typeface="Cambria Math"/>
                                <a:cs typeface="Cambria Math"/>
                              </a:rPr>
                              <m:t>𝑎</m:t>
                            </m:r>
                          </m:e>
                          <m:sub>
                            <m:r>
                              <a:rPr lang="en-GB" sz="2175">
                                <a:solidFill>
                                  <a:srgbClr val="FF0000"/>
                                </a:solidFill>
                                <a:latin typeface="Cambria Math"/>
                                <a:ea typeface="Cambria Math"/>
                                <a:cs typeface="Cambria Math"/>
                              </a:rPr>
                              <m:t>2</m:t>
                            </m:r>
                          </m:sub>
                        </m:sSub>
                        <m:d>
                          <m:dPr>
                            <m:ctrlPr>
                              <a:rPr lang="en-GB" sz="2175">
                                <a:solidFill>
                                  <a:srgbClr val="FF0000"/>
                                </a:solidFill>
                                <a:latin typeface="Cambria Math"/>
                                <a:ea typeface="Cambria Math"/>
                                <a:cs typeface="Cambria Math"/>
                              </a:rPr>
                            </m:ctrlPr>
                          </m:dPr>
                          <m:e>
                            <m:r>
                              <a:rPr lang="en-GB" sz="2175">
                                <a:solidFill>
                                  <a:srgbClr val="FF0000"/>
                                </a:solidFill>
                                <a:latin typeface="Cambria Math"/>
                                <a:ea typeface="Cambria Math"/>
                                <a:cs typeface="Cambria Math"/>
                              </a:rPr>
                              <m:t>𝑥</m:t>
                            </m:r>
                          </m:e>
                        </m:d>
                      </m:e>
                    </m:d>
                  </m:oMath>
                </a14:m>
                <a:r>
                  <a:rPr sz="2175" b="0" dirty="0">
                    <a:solidFill>
                      <a:srgbClr val="526276"/>
                    </a:solidFill>
                    <a:latin typeface="DejaVu Sans"/>
                    <a:ea typeface="DejaVu Sans"/>
                    <a:cs typeface="DejaVu Sans"/>
                  </a:rPr>
                  <a:t>, with </a:t>
                </a:r>
                <a14:m>
                  <m:oMath xmlns:m="http://schemas.openxmlformats.org/officeDocument/2006/math">
                    <m:sSub>
                      <m:sSubPr>
                        <m:ctrlPr>
                          <a:rPr lang="en-GB" sz="2175">
                            <a:solidFill>
                              <a:srgbClr val="526276"/>
                            </a:solidFill>
                            <a:latin typeface="Cambria Math"/>
                            <a:ea typeface="Cambria Math"/>
                            <a:cs typeface="Cambria Math"/>
                          </a:rPr>
                        </m:ctrlPr>
                      </m:sSubPr>
                      <m:e>
                        <m:r>
                          <a:rPr lang="en-GB" sz="2175">
                            <a:solidFill>
                              <a:srgbClr val="526276"/>
                            </a:solidFill>
                            <a:latin typeface="Cambria Math"/>
                            <a:ea typeface="Cambria Math"/>
                            <a:cs typeface="Cambria Math"/>
                          </a:rPr>
                          <m:t>𝑎</m:t>
                        </m:r>
                      </m:e>
                      <m:sub>
                        <m:r>
                          <a:rPr lang="en-GB" sz="2175">
                            <a:solidFill>
                              <a:srgbClr val="526276"/>
                            </a:solidFill>
                            <a:latin typeface="Cambria Math"/>
                            <a:ea typeface="Cambria Math"/>
                            <a:cs typeface="Cambria Math"/>
                          </a:rPr>
                          <m:t>2</m:t>
                        </m:r>
                      </m:sub>
                    </m:sSub>
                    <m:d>
                      <m:dPr>
                        <m:ctrlPr>
                          <a:rPr lang="en-GB" sz="2175">
                            <a:solidFill>
                              <a:srgbClr val="526276"/>
                            </a:solidFill>
                            <a:latin typeface="Cambria Math"/>
                            <a:ea typeface="Cambria Math"/>
                            <a:cs typeface="Cambria Math"/>
                          </a:rPr>
                        </m:ctrlPr>
                      </m:dPr>
                      <m:e>
                        <m:r>
                          <a:rPr lang="en-GB" sz="2175">
                            <a:solidFill>
                              <a:srgbClr val="526276"/>
                            </a:solidFill>
                            <a:latin typeface="Cambria Math"/>
                            <a:ea typeface="Cambria Math"/>
                            <a:cs typeface="Cambria Math"/>
                          </a:rPr>
                          <m:t>𝑥</m:t>
                        </m:r>
                      </m:e>
                    </m:d>
                    <m:r>
                      <a:rPr lang="en-GB" sz="2175">
                        <a:solidFill>
                          <a:srgbClr val="526276"/>
                        </a:solidFill>
                        <a:latin typeface="Cambria Math"/>
                        <a:ea typeface="Cambria Math"/>
                        <a:cs typeface="Cambria Math"/>
                      </a:rPr>
                      <m:t>≠0</m:t>
                    </m:r>
                  </m:oMath>
                </a14:m>
                <a:r>
                  <a:rPr sz="2175" b="0" dirty="0">
                    <a:solidFill>
                      <a:srgbClr val="526276"/>
                    </a:solidFill>
                    <a:latin typeface="DejaVu Sans"/>
                    <a:ea typeface="DejaVu Sans"/>
                    <a:cs typeface="DejaVu Sans"/>
                  </a:rPr>
                  <a:t>.</a:t>
                </a:r>
                <a:endParaRPr lang="en-GB" sz="2175" dirty="0"/>
              </a:p>
            </p:txBody>
          </p:sp>
        </mc:Choice>
        <mc:Fallback xmlns="">
          <p:sp>
            <p:nvSpPr>
              <p:cNvPr id="2" name="lead">
                <a:extLst>
                  <a:ext uri="{FF2B5EF4-FFF2-40B4-BE49-F238E27FC236}">
                    <a16:creationId xmlns:a16="http://schemas.microsoft.com/office/drawing/2014/main" id="{FE535A29-3AAF-48FF-A5CE-B0AD8F771FBD}"/>
                  </a:ext>
                </a:extLst>
              </p:cNvPr>
              <p:cNvSpPr>
                <a:spLocks noGrp="1" noRot="1" noChangeAspect="1" noMove="1" noResize="1" noEditPoints="1" noAdjustHandles="1" noChangeArrowheads="1" noChangeShapeType="1" noTextEdit="1"/>
              </p:cNvSpPr>
              <p:nvPr/>
            </p:nvSpPr>
            <p:spPr>
              <a:xfrm>
                <a:off x="523875" y="895350"/>
                <a:ext cx="11144250" cy="409575"/>
              </a:xfrm>
              <a:prstGeom prst="rect">
                <a:avLst/>
              </a:prstGeom>
              <a:blipFill>
                <a:blip r:embed="rId3"/>
                <a:stretch>
                  <a:fillRect t="-13433" b="-28358"/>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2FEC4A20-DE0E-4D9F-8234-97FE7894D2DE}"/>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2B3E9358-1C64-4AD5-895D-789852623AA3}"/>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14</a:t>
            </a:r>
          </a:p>
        </p:txBody>
      </p:sp>
      <mc:AlternateContent xmlns:mc="http://schemas.openxmlformats.org/markup-compatibility/2006" xmlns:a14="http://schemas.microsoft.com/office/drawing/2010/main">
        <mc:Choice Requires="a14">
          <p:sp>
            <p:nvSpPr>
              <p:cNvPr id="9" name="relu_derivative" descr="\mathrm{ReLU}'(u)=\mathrm{step}(u),\quad u\ne0">
                <a:extLst>
                  <a:ext uri="{FF2B5EF4-FFF2-40B4-BE49-F238E27FC236}">
                    <a16:creationId xmlns:a16="http://schemas.microsoft.com/office/drawing/2014/main" id="{550B7451-550C-4A9E-BB35-83BB677785DD}"/>
                  </a:ext>
                </a:extLst>
              </p:cNvPr>
              <p:cNvSpPr>
                <a:spLocks noGrp="1"/>
              </p:cNvSpPr>
              <p:nvPr/>
            </p:nvSpPr>
            <p:spPr>
              <a:xfrm>
                <a:off x="428625" y="4610100"/>
                <a:ext cx="6572250" cy="723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2500">
                              <a:solidFill>
                                <a:srgbClr val="087F83"/>
                              </a:solidFill>
                              <a:latin typeface="Cambria Math"/>
                              <a:ea typeface="Cambria Math"/>
                              <a:cs typeface="Cambria Math"/>
                            </a:rPr>
                          </m:ctrlPr>
                        </m:sSupPr>
                        <m:e>
                          <m:r>
                            <m:rPr>
                              <m:sty m:val="p"/>
                            </m:rPr>
                            <a:rPr lang="en-GB" sz="2500">
                              <a:solidFill>
                                <a:srgbClr val="087F83"/>
                              </a:solidFill>
                              <a:latin typeface="Cambria Math"/>
                              <a:ea typeface="Cambria Math"/>
                              <a:cs typeface="Cambria Math"/>
                            </a:rPr>
                            <m:t>ReLU</m:t>
                          </m:r>
                        </m:e>
                        <m:sup>
                          <m:r>
                            <a:rPr lang="en-GB" sz="2500">
                              <a:solidFill>
                                <a:srgbClr val="087F83"/>
                              </a:solidFill>
                              <a:latin typeface="Cambria Math"/>
                              <a:ea typeface="Cambria Math"/>
                              <a:cs typeface="Cambria Math"/>
                            </a:rPr>
                            <m:t>′</m:t>
                          </m:r>
                        </m:sup>
                      </m:sSup>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𝑢</m:t>
                          </m:r>
                        </m:e>
                      </m:d>
                      <m:r>
                        <a:rPr lang="en-GB" sz="2500">
                          <a:solidFill>
                            <a:srgbClr val="087F83"/>
                          </a:solidFill>
                          <a:latin typeface="Cambria Math"/>
                          <a:ea typeface="Cambria Math"/>
                          <a:cs typeface="Cambria Math"/>
                        </a:rPr>
                        <m:t>=</m:t>
                      </m:r>
                      <m:r>
                        <m:rPr>
                          <m:sty m:val="p"/>
                        </m:rPr>
                        <a:rPr lang="en-GB" sz="2500">
                          <a:solidFill>
                            <a:srgbClr val="087F83"/>
                          </a:solidFill>
                          <a:latin typeface="Cambria Math"/>
                          <a:ea typeface="Cambria Math"/>
                          <a:cs typeface="Cambria Math"/>
                        </a:rPr>
                        <m:t>step</m:t>
                      </m:r>
                      <m:d>
                        <m:dPr>
                          <m:ctrlPr>
                            <a:rPr lang="en-GB" sz="2500">
                              <a:solidFill>
                                <a:srgbClr val="087F83"/>
                              </a:solidFill>
                              <a:latin typeface="Cambria Math"/>
                              <a:ea typeface="Cambria Math"/>
                              <a:cs typeface="Cambria Math"/>
                            </a:rPr>
                          </m:ctrlPr>
                        </m:dPr>
                        <m:e>
                          <m:r>
                            <a:rPr lang="en-GB" sz="2500">
                              <a:solidFill>
                                <a:srgbClr val="087F83"/>
                              </a:solidFill>
                              <a:latin typeface="Cambria Math"/>
                              <a:ea typeface="Cambria Math"/>
                              <a:cs typeface="Cambria Math"/>
                            </a:rPr>
                            <m:t>𝑢</m:t>
                          </m:r>
                        </m:e>
                      </m:d>
                      <m:r>
                        <a:rPr lang="en-GB" sz="2500">
                          <a:solidFill>
                            <a:srgbClr val="087F83"/>
                          </a:solidFill>
                          <a:latin typeface="Cambria Math"/>
                          <a:ea typeface="Cambria Math"/>
                          <a:cs typeface="Cambria Math"/>
                        </a:rPr>
                        <m:t>, </m:t>
                      </m:r>
                      <m:r>
                        <a:rPr lang="en-GB" sz="2500">
                          <a:solidFill>
                            <a:srgbClr val="087F83"/>
                          </a:solidFill>
                          <a:latin typeface="Cambria Math"/>
                          <a:ea typeface="Cambria Math"/>
                          <a:cs typeface="Cambria Math"/>
                        </a:rPr>
                        <m:t>𝑢</m:t>
                      </m:r>
                      <m:r>
                        <a:rPr lang="en-GB" sz="2500">
                          <a:solidFill>
                            <a:srgbClr val="087F83"/>
                          </a:solidFill>
                          <a:latin typeface="Cambria Math"/>
                          <a:ea typeface="Cambria Math"/>
                          <a:cs typeface="Cambria Math"/>
                        </a:rPr>
                        <m:t>≠0</m:t>
                      </m:r>
                    </m:oMath>
                  </m:oMathPara>
                </a14:m>
                <a:endParaRPr lang="en-GB" sz="2500" dirty="0"/>
              </a:p>
            </p:txBody>
          </p:sp>
        </mc:Choice>
        <mc:Fallback xmlns="">
          <p:sp>
            <p:nvSpPr>
              <p:cNvPr id="9" name="relu_derivative" descr="\mathrm{ReLU}'(u)=\mathrm{step}(u),\quad u\ne0">
                <a:extLst>
                  <a:ext uri="{FF2B5EF4-FFF2-40B4-BE49-F238E27FC236}">
                    <a16:creationId xmlns:a16="http://schemas.microsoft.com/office/drawing/2014/main" id="{550B7451-550C-4A9E-BB35-83BB677785DD}"/>
                  </a:ext>
                </a:extLst>
              </p:cNvPr>
              <p:cNvSpPr>
                <a:spLocks noGrp="1" noRot="1" noChangeAspect="1" noMove="1" noResize="1" noEditPoints="1" noAdjustHandles="1" noChangeArrowheads="1" noChangeShapeType="1" noTextEdit="1"/>
              </p:cNvSpPr>
              <p:nvPr/>
            </p:nvSpPr>
            <p:spPr>
              <a:xfrm>
                <a:off x="428625" y="4610100"/>
                <a:ext cx="6572250" cy="72390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step_definition" descr="\mathrm{step}(u)=\begin{cases}1,&amp;u&gt;0,\\0,&amp;u\le0.\end{cases}">
                <a:extLst>
                  <a:ext uri="{FF2B5EF4-FFF2-40B4-BE49-F238E27FC236}">
                    <a16:creationId xmlns:a16="http://schemas.microsoft.com/office/drawing/2014/main" id="{C0CD45C4-C151-42C8-9BA4-00A60EFF761E}"/>
                  </a:ext>
                </a:extLst>
              </p:cNvPr>
              <p:cNvSpPr>
                <a:spLocks noGrp="1"/>
              </p:cNvSpPr>
              <p:nvPr/>
            </p:nvSpPr>
            <p:spPr>
              <a:xfrm>
                <a:off x="7000875" y="4486275"/>
                <a:ext cx="4476750" cy="1028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600">
                          <a:solidFill>
                            <a:srgbClr val="087F83"/>
                          </a:solidFill>
                          <a:latin typeface="Cambria Math"/>
                          <a:ea typeface="Cambria Math"/>
                          <a:cs typeface="Cambria Math"/>
                        </a:rPr>
                        <m:t>step</m:t>
                      </m:r>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𝑢</m:t>
                          </m:r>
                        </m:e>
                      </m:d>
                      <m:r>
                        <a:rPr lang="en-GB" sz="2600">
                          <a:solidFill>
                            <a:srgbClr val="087F83"/>
                          </a:solidFill>
                          <a:latin typeface="Cambria Math"/>
                          <a:ea typeface="Cambria Math"/>
                          <a:cs typeface="Cambria Math"/>
                        </a:rPr>
                        <m:t>=</m:t>
                      </m:r>
                      <m:d>
                        <m:dPr>
                          <m:begChr m:val="{"/>
                          <m:endChr m:val=""/>
                          <m:ctrlPr>
                            <a:rPr lang="en-GB" sz="2600" i="1">
                              <a:solidFill>
                                <a:srgbClr val="087F83"/>
                              </a:solidFill>
                              <a:latin typeface="Cambria Math" panose="02040503050406030204" pitchFamily="18" charset="0"/>
                              <a:ea typeface="Cambria Math"/>
                              <a:cs typeface="Cambria Math"/>
                            </a:rPr>
                          </m:ctrlPr>
                        </m:dPr>
                        <m:e>
                          <m:m>
                            <m:mPr>
                              <m:mcs>
                                <m:mc>
                                  <m:mcPr>
                                    <m:count m:val="2"/>
                                    <m:mcJc m:val="center"/>
                                  </m:mcPr>
                                </m:mc>
                              </m:mcs>
                              <m:ctrlPr>
                                <a:rPr lang="en-GB" sz="2600" i="1">
                                  <a:solidFill>
                                    <a:srgbClr val="087F83"/>
                                  </a:solidFill>
                                  <a:latin typeface="Cambria Math" panose="02040503050406030204" pitchFamily="18" charset="0"/>
                                  <a:ea typeface="Cambria Math"/>
                                  <a:cs typeface="Cambria Math"/>
                                </a:rPr>
                              </m:ctrlPr>
                            </m:mPr>
                            <m:mr>
                              <m:e>
                                <m:r>
                                  <a:rPr lang="en-GB" sz="2600">
                                    <a:solidFill>
                                      <a:srgbClr val="087F83"/>
                                    </a:solidFill>
                                    <a:latin typeface="Cambria Math"/>
                                    <a:ea typeface="Cambria Math"/>
                                    <a:cs typeface="Cambria Math"/>
                                  </a:rPr>
                                  <m:t>1,</m:t>
                                </m:r>
                              </m:e>
                              <m:e>
                                <m:r>
                                  <a:rPr lang="en-GB" sz="2600">
                                    <a:solidFill>
                                      <a:srgbClr val="087F83"/>
                                    </a:solidFill>
                                    <a:latin typeface="Cambria Math"/>
                                    <a:ea typeface="Cambria Math"/>
                                    <a:cs typeface="Cambria Math"/>
                                  </a:rPr>
                                  <m:t>𝑢</m:t>
                                </m:r>
                                <m:r>
                                  <a:rPr lang="en-GB" sz="2600">
                                    <a:solidFill>
                                      <a:srgbClr val="087F83"/>
                                    </a:solidFill>
                                    <a:latin typeface="Cambria Math"/>
                                    <a:ea typeface="Cambria Math"/>
                                    <a:cs typeface="Cambria Math"/>
                                  </a:rPr>
                                  <m:t>&gt;0,</m:t>
                                </m:r>
                              </m:e>
                            </m:mr>
                            <m:mr>
                              <m:e>
                                <m:r>
                                  <a:rPr lang="en-GB" sz="2600">
                                    <a:solidFill>
                                      <a:srgbClr val="087F83"/>
                                    </a:solidFill>
                                    <a:latin typeface="Cambria Math"/>
                                    <a:ea typeface="Cambria Math"/>
                                    <a:cs typeface="Cambria Math"/>
                                  </a:rPr>
                                  <m:t>0,</m:t>
                                </m:r>
                              </m:e>
                              <m:e>
                                <m:r>
                                  <a:rPr lang="en-GB" sz="2600">
                                    <a:solidFill>
                                      <a:srgbClr val="087F83"/>
                                    </a:solidFill>
                                    <a:latin typeface="Cambria Math"/>
                                    <a:ea typeface="Cambria Math"/>
                                    <a:cs typeface="Cambria Math"/>
                                  </a:rPr>
                                  <m:t>𝑢</m:t>
                                </m:r>
                                <m:r>
                                  <a:rPr lang="en-GB" sz="2600">
                                    <a:solidFill>
                                      <a:srgbClr val="087F83"/>
                                    </a:solidFill>
                                    <a:latin typeface="Cambria Math"/>
                                    <a:ea typeface="Cambria Math"/>
                                    <a:cs typeface="Cambria Math"/>
                                  </a:rPr>
                                  <m:t>≤0.</m:t>
                                </m:r>
                              </m:e>
                            </m:mr>
                          </m:m>
                        </m:e>
                      </m:d>
                    </m:oMath>
                  </m:oMathPara>
                </a14:m>
                <a:endParaRPr lang="en-GB" sz="2600" dirty="0"/>
              </a:p>
            </p:txBody>
          </p:sp>
        </mc:Choice>
        <mc:Fallback xmlns="">
          <p:sp>
            <p:nvSpPr>
              <p:cNvPr id="10" name="step_definition" descr="\mathrm{step}(u)=\begin{cases}1,&amp;u&gt;0,\\0,&amp;u\le0.\end{cases}">
                <a:extLst>
                  <a:ext uri="{FF2B5EF4-FFF2-40B4-BE49-F238E27FC236}">
                    <a16:creationId xmlns:a16="http://schemas.microsoft.com/office/drawing/2014/main" id="{C0CD45C4-C151-42C8-9BA4-00A60EFF761E}"/>
                  </a:ext>
                </a:extLst>
              </p:cNvPr>
              <p:cNvSpPr>
                <a:spLocks noGrp="1" noRot="1" noChangeAspect="1" noMove="1" noResize="1" noEditPoints="1" noAdjustHandles="1" noChangeArrowheads="1" noChangeShapeType="1" noTextEdit="1"/>
              </p:cNvSpPr>
              <p:nvPr/>
            </p:nvSpPr>
            <p:spPr>
              <a:xfrm>
                <a:off x="7000875" y="4486275"/>
                <a:ext cx="4476750" cy="10287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zero_convention">
                <a:extLst>
                  <a:ext uri="{FF2B5EF4-FFF2-40B4-BE49-F238E27FC236}">
                    <a16:creationId xmlns:a16="http://schemas.microsoft.com/office/drawing/2014/main" id="{BEDD890B-308E-4820-BC68-DD9F24287884}"/>
                  </a:ext>
                </a:extLst>
              </p:cNvPr>
              <p:cNvSpPr>
                <a:spLocks noGrp="1"/>
              </p:cNvSpPr>
              <p:nvPr/>
            </p:nvSpPr>
            <p:spPr>
              <a:xfrm>
                <a:off x="428625" y="5676900"/>
                <a:ext cx="11334750" cy="647700"/>
              </a:xfrm>
              <a:prstGeom prst="rect">
                <a:avLst/>
              </a:prstGeom>
              <a:noFill/>
              <a:ln w="0">
                <a:noFill/>
              </a:ln>
            </p:spPr>
            <p:txBody>
              <a:bodyPr lIns="0" tIns="0" rIns="0" bIns="0" anchor="ctr">
                <a:noAutofit/>
              </a:bodyPr>
              <a:lstStyle>
                <a:defPPr algn="ctr">
                  <a:defRPr sz="1725" b="1">
                    <a:solidFill>
                      <a:srgbClr val="182D45"/>
                    </a:solidFill>
                    <a:latin typeface="DejaVu Sans"/>
                    <a:ea typeface="DejaVu Sans"/>
                    <a:cs typeface="DejaVu Sans"/>
                  </a:defRPr>
                </a:defPPr>
              </a:lstStyle>
              <a:p>
                <a:pPr algn="ctr">
                  <a:defRPr sz="1725" b="1">
                    <a:solidFill>
                      <a:srgbClr val="182D45"/>
                    </a:solidFill>
                    <a:latin typeface="DejaVu Sans"/>
                    <a:ea typeface="DejaVu Sans"/>
                    <a:cs typeface="DejaVu Sans"/>
                  </a:defRPr>
                </a:pPr>
                <a:r>
                  <a:rPr sz="2000" b="1" dirty="0" err="1">
                    <a:solidFill>
                      <a:srgbClr val="182D45"/>
                    </a:solidFill>
                    <a:latin typeface="DejaVu Sans"/>
                    <a:ea typeface="DejaVu Sans"/>
                    <a:cs typeface="DejaVu Sans"/>
                  </a:rPr>
                  <a:t>ReLU</a:t>
                </a:r>
                <a:r>
                  <a:rPr sz="2000" b="1" dirty="0">
                    <a:solidFill>
                      <a:srgbClr val="182D45"/>
                    </a:solidFill>
                    <a:latin typeface="DejaVu Sans"/>
                    <a:ea typeface="DejaVu Sans"/>
                    <a:cs typeface="DejaVu Sans"/>
                  </a:rPr>
                  <a:t> has no derivative at zero.</a:t>
                </a:r>
                <a:endParaRPr lang="it-IT" sz="2000" b="1" dirty="0">
                  <a:solidFill>
                    <a:srgbClr val="182D45"/>
                  </a:solidFill>
                  <a:latin typeface="DejaVu Sans"/>
                  <a:ea typeface="DejaVu Sans"/>
                  <a:cs typeface="DejaVu Sans"/>
                </a:endParaRPr>
              </a:p>
              <a:p>
                <a:pPr algn="ctr">
                  <a:defRPr sz="1725" b="1">
                    <a:solidFill>
                      <a:srgbClr val="182D45"/>
                    </a:solidFill>
                    <a:latin typeface="DejaVu Sans"/>
                    <a:ea typeface="DejaVu Sans"/>
                    <a:cs typeface="DejaVu Sans"/>
                  </a:defRPr>
                </a:pPr>
                <a:r>
                  <a:rPr sz="2000" b="1" dirty="0">
                    <a:solidFill>
                      <a:srgbClr val="182D45"/>
                    </a:solidFill>
                    <a:latin typeface="DejaVu Sans"/>
                    <a:ea typeface="DejaVu Sans"/>
                    <a:cs typeface="DejaVu Sans"/>
                  </a:rPr>
                  <a:t>We choose </a:t>
                </a:r>
                <a14:m>
                  <m:oMath xmlns:m="http://schemas.openxmlformats.org/officeDocument/2006/math">
                    <m:r>
                      <m:rPr>
                        <m:sty m:val="p"/>
                      </m:rPr>
                      <a:rPr lang="en-GB" sz="2000">
                        <a:solidFill>
                          <a:srgbClr val="182D45"/>
                        </a:solidFill>
                        <a:latin typeface="Cambria Math"/>
                        <a:ea typeface="Cambria Math"/>
                        <a:cs typeface="Cambria Math"/>
                      </a:rPr>
                      <m:t>step</m:t>
                    </m:r>
                    <m:d>
                      <m:dPr>
                        <m:ctrlPr>
                          <a:rPr lang="en-GB" sz="2000">
                            <a:solidFill>
                              <a:srgbClr val="182D45"/>
                            </a:solidFill>
                            <a:latin typeface="Cambria Math"/>
                            <a:ea typeface="Cambria Math"/>
                            <a:cs typeface="Cambria Math"/>
                          </a:rPr>
                        </m:ctrlPr>
                      </m:dPr>
                      <m:e>
                        <m:r>
                          <a:rPr lang="en-GB" sz="2000">
                            <a:solidFill>
                              <a:srgbClr val="182D45"/>
                            </a:solidFill>
                            <a:latin typeface="Cambria Math"/>
                            <a:ea typeface="Cambria Math"/>
                            <a:cs typeface="Cambria Math"/>
                          </a:rPr>
                          <m:t>0</m:t>
                        </m:r>
                      </m:e>
                    </m:d>
                    <m:r>
                      <a:rPr lang="en-GB" sz="2000">
                        <a:solidFill>
                          <a:srgbClr val="182D45"/>
                        </a:solidFill>
                        <a:latin typeface="Cambria Math"/>
                        <a:ea typeface="Cambria Math"/>
                        <a:cs typeface="Cambria Math"/>
                      </a:rPr>
                      <m:t>=0</m:t>
                    </m:r>
                  </m:oMath>
                </a14:m>
                <a:r>
                  <a:rPr sz="2000" b="1" dirty="0">
                    <a:solidFill>
                      <a:srgbClr val="182D45"/>
                    </a:solidFill>
                    <a:latin typeface="DejaVu Sans"/>
                    <a:ea typeface="DejaVu Sans"/>
                    <a:cs typeface="DejaVu Sans"/>
                  </a:rPr>
                  <a:t> as a </a:t>
                </a:r>
                <a:r>
                  <a:rPr sz="2000" b="1" dirty="0">
                    <a:solidFill>
                      <a:srgbClr val="FF0000"/>
                    </a:solidFill>
                    <a:latin typeface="DejaVu Sans"/>
                    <a:ea typeface="DejaVu Sans"/>
                    <a:cs typeface="DejaVu Sans"/>
                  </a:rPr>
                  <a:t>computational convention</a:t>
                </a:r>
                <a:r>
                  <a:rPr sz="2000" b="1" dirty="0">
                    <a:solidFill>
                      <a:srgbClr val="182D45"/>
                    </a:solidFill>
                    <a:latin typeface="DejaVu Sans"/>
                    <a:ea typeface="DejaVu Sans"/>
                    <a:cs typeface="DejaVu Sans"/>
                  </a:rPr>
                  <a:t>.</a:t>
                </a:r>
                <a:endParaRPr lang="en-GB" sz="2000" dirty="0"/>
              </a:p>
            </p:txBody>
          </p:sp>
        </mc:Choice>
        <mc:Fallback xmlns="">
          <p:sp>
            <p:nvSpPr>
              <p:cNvPr id="11" name="zero_convention">
                <a:extLst>
                  <a:ext uri="{FF2B5EF4-FFF2-40B4-BE49-F238E27FC236}">
                    <a16:creationId xmlns:a16="http://schemas.microsoft.com/office/drawing/2014/main" id="{BEDD890B-308E-4820-BC68-DD9F24287884}"/>
                  </a:ext>
                </a:extLst>
              </p:cNvPr>
              <p:cNvSpPr>
                <a:spLocks noGrp="1" noRot="1" noChangeAspect="1" noMove="1" noResize="1" noEditPoints="1" noAdjustHandles="1" noChangeArrowheads="1" noChangeShapeType="1" noTextEdit="1"/>
              </p:cNvSpPr>
              <p:nvPr/>
            </p:nvSpPr>
            <p:spPr>
              <a:xfrm>
                <a:off x="428625" y="5676900"/>
                <a:ext cx="11334750" cy="647700"/>
              </a:xfrm>
              <a:prstGeom prst="rect">
                <a:avLst/>
              </a:prstGeom>
              <a:blipFill>
                <a:blip r:embed="rId6"/>
                <a:stretch>
                  <a:fillRect t="-47692" b="-66154"/>
                </a:stretch>
              </a:blipFill>
              <a:ln w="0">
                <a:noFill/>
              </a:ln>
            </p:spPr>
            <p:txBody>
              <a:bodyPr/>
              <a:lstStyle/>
              <a:p>
                <a:r>
                  <a:rPr lang="it-IT">
                    <a:noFill/>
                  </a:rPr>
                  <a:t> </a:t>
                </a:r>
              </a:p>
            </p:txBody>
          </p:sp>
        </mc:Fallback>
      </mc:AlternateContent>
      <p:graphicFrame>
        <p:nvGraphicFramePr>
          <p:cNvPr id="101" name="relu_chart">
            <a:extLst>
              <a:ext uri="{FF2B5EF4-FFF2-40B4-BE49-F238E27FC236}">
                <a16:creationId xmlns:a16="http://schemas.microsoft.com/office/drawing/2014/main" id="{92C6F747-A40A-4FA6-8CA7-D99E5018E9D1}"/>
              </a:ext>
            </a:extLst>
          </p:cNvPr>
          <p:cNvGraphicFramePr/>
          <p:nvPr/>
        </p:nvGraphicFramePr>
        <p:xfrm>
          <a:off x="571500" y="1524000"/>
          <a:ext cx="5238750" cy="3048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02" name="step_chart">
            <a:extLst>
              <a:ext uri="{FF2B5EF4-FFF2-40B4-BE49-F238E27FC236}">
                <a16:creationId xmlns:a16="http://schemas.microsoft.com/office/drawing/2014/main" id="{97D70E8B-1C07-4034-98B2-C96024C0FD71}"/>
              </a:ext>
            </a:extLst>
          </p:cNvPr>
          <p:cNvGraphicFramePr/>
          <p:nvPr/>
        </p:nvGraphicFramePr>
        <p:xfrm>
          <a:off x="6381750" y="1524000"/>
          <a:ext cx="5238750" cy="3048000"/>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10385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EEEC0BD2-9CA0-428C-9649-3A90E4B6DCD4}"/>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Completing the second-layer derivatives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E535A29-3AAF-48FF-A5CE-B0AD8F771FBD}"/>
                  </a:ext>
                </a:extLst>
              </p:cNvPr>
              <p:cNvSpPr>
                <a:spLocks noGrp="1"/>
              </p:cNvSpPr>
              <p:nvPr/>
            </p:nvSpPr>
            <p:spPr>
              <a:xfrm>
                <a:off x="523875" y="895350"/>
                <a:ext cx="11144250" cy="409575"/>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We can now compute </a:t>
                </a:r>
                <a14:m>
                  <m:oMath xmlns:m="http://schemas.openxmlformats.org/officeDocument/2006/math">
                    <m:sSup>
                      <m:sSupPr>
                        <m:ctrlPr>
                          <a:rPr lang="en-GB" sz="2175">
                            <a:solidFill>
                              <a:srgbClr val="FF0000"/>
                            </a:solidFill>
                            <a:latin typeface="Cambria Math"/>
                            <a:ea typeface="Cambria Math"/>
                            <a:cs typeface="Cambria Math"/>
                          </a:rPr>
                        </m:ctrlPr>
                      </m:sSupPr>
                      <m:e>
                        <m:r>
                          <m:rPr>
                            <m:sty m:val="p"/>
                          </m:rPr>
                          <a:rPr lang="en-GB" sz="2175">
                            <a:solidFill>
                              <a:srgbClr val="FF0000"/>
                            </a:solidFill>
                            <a:latin typeface="Cambria Math"/>
                            <a:ea typeface="Cambria Math"/>
                            <a:cs typeface="Cambria Math"/>
                          </a:rPr>
                          <m:t>ReLU</m:t>
                        </m:r>
                      </m:e>
                      <m:sup>
                        <m:r>
                          <a:rPr lang="en-GB" sz="2175">
                            <a:solidFill>
                              <a:srgbClr val="FF0000"/>
                            </a:solidFill>
                            <a:latin typeface="Cambria Math"/>
                            <a:ea typeface="Cambria Math"/>
                            <a:cs typeface="Cambria Math"/>
                          </a:rPr>
                          <m:t>′</m:t>
                        </m:r>
                      </m:sup>
                    </m:sSup>
                    <m:d>
                      <m:dPr>
                        <m:ctrlPr>
                          <a:rPr lang="en-GB" sz="2175" i="1">
                            <a:solidFill>
                              <a:srgbClr val="FF0000"/>
                            </a:solidFill>
                            <a:latin typeface="Cambria Math" panose="02040503050406030204" pitchFamily="18" charset="0"/>
                            <a:ea typeface="Cambria Math"/>
                            <a:cs typeface="Cambria Math"/>
                          </a:rPr>
                        </m:ctrlPr>
                      </m:dPr>
                      <m:e>
                        <m:sSub>
                          <m:sSubPr>
                            <m:ctrlPr>
                              <a:rPr lang="en-GB" sz="2175">
                                <a:solidFill>
                                  <a:srgbClr val="FF0000"/>
                                </a:solidFill>
                                <a:latin typeface="Cambria Math"/>
                                <a:ea typeface="Cambria Math"/>
                                <a:cs typeface="Cambria Math"/>
                              </a:rPr>
                            </m:ctrlPr>
                          </m:sSubPr>
                          <m:e>
                            <m:r>
                              <a:rPr lang="en-GB" sz="2175">
                                <a:solidFill>
                                  <a:srgbClr val="FF0000"/>
                                </a:solidFill>
                                <a:latin typeface="Cambria Math"/>
                                <a:ea typeface="Cambria Math"/>
                                <a:cs typeface="Cambria Math"/>
                              </a:rPr>
                              <m:t>𝑎</m:t>
                            </m:r>
                          </m:e>
                          <m:sub>
                            <m:r>
                              <a:rPr lang="en-GB" sz="2175">
                                <a:solidFill>
                                  <a:srgbClr val="FF0000"/>
                                </a:solidFill>
                                <a:latin typeface="Cambria Math"/>
                                <a:ea typeface="Cambria Math"/>
                                <a:cs typeface="Cambria Math"/>
                              </a:rPr>
                              <m:t>2</m:t>
                            </m:r>
                          </m:sub>
                        </m:sSub>
                        <m:d>
                          <m:dPr>
                            <m:ctrlPr>
                              <a:rPr lang="en-GB" sz="2175">
                                <a:solidFill>
                                  <a:srgbClr val="FF0000"/>
                                </a:solidFill>
                                <a:latin typeface="Cambria Math"/>
                                <a:ea typeface="Cambria Math"/>
                                <a:cs typeface="Cambria Math"/>
                              </a:rPr>
                            </m:ctrlPr>
                          </m:dPr>
                          <m:e>
                            <m:r>
                              <a:rPr lang="en-GB" sz="2175">
                                <a:solidFill>
                                  <a:srgbClr val="FF0000"/>
                                </a:solidFill>
                                <a:latin typeface="Cambria Math"/>
                                <a:ea typeface="Cambria Math"/>
                                <a:cs typeface="Cambria Math"/>
                              </a:rPr>
                              <m:t>𝑥</m:t>
                            </m:r>
                          </m:e>
                        </m:d>
                      </m:e>
                    </m:d>
                  </m:oMath>
                </a14:m>
                <a:r>
                  <a:rPr sz="2175" b="0" dirty="0">
                    <a:solidFill>
                      <a:srgbClr val="526276"/>
                    </a:solidFill>
                    <a:latin typeface="DejaVu Sans"/>
                    <a:ea typeface="DejaVu Sans"/>
                    <a:cs typeface="DejaVu Sans"/>
                  </a:rPr>
                  <a:t>, with </a:t>
                </a:r>
                <a14:m>
                  <m:oMath xmlns:m="http://schemas.openxmlformats.org/officeDocument/2006/math">
                    <m:sSub>
                      <m:sSubPr>
                        <m:ctrlPr>
                          <a:rPr lang="en-GB" sz="2175">
                            <a:solidFill>
                              <a:srgbClr val="526276"/>
                            </a:solidFill>
                            <a:latin typeface="Cambria Math"/>
                            <a:ea typeface="Cambria Math"/>
                            <a:cs typeface="Cambria Math"/>
                          </a:rPr>
                        </m:ctrlPr>
                      </m:sSubPr>
                      <m:e>
                        <m:r>
                          <a:rPr lang="en-GB" sz="2175">
                            <a:solidFill>
                              <a:srgbClr val="526276"/>
                            </a:solidFill>
                            <a:latin typeface="Cambria Math"/>
                            <a:ea typeface="Cambria Math"/>
                            <a:cs typeface="Cambria Math"/>
                          </a:rPr>
                          <m:t>𝑎</m:t>
                        </m:r>
                      </m:e>
                      <m:sub>
                        <m:r>
                          <a:rPr lang="en-GB" sz="2175">
                            <a:solidFill>
                              <a:srgbClr val="526276"/>
                            </a:solidFill>
                            <a:latin typeface="Cambria Math"/>
                            <a:ea typeface="Cambria Math"/>
                            <a:cs typeface="Cambria Math"/>
                          </a:rPr>
                          <m:t>2</m:t>
                        </m:r>
                      </m:sub>
                    </m:sSub>
                    <m:d>
                      <m:dPr>
                        <m:ctrlPr>
                          <a:rPr lang="en-GB" sz="2175">
                            <a:solidFill>
                              <a:srgbClr val="526276"/>
                            </a:solidFill>
                            <a:latin typeface="Cambria Math"/>
                            <a:ea typeface="Cambria Math"/>
                            <a:cs typeface="Cambria Math"/>
                          </a:rPr>
                        </m:ctrlPr>
                      </m:dPr>
                      <m:e>
                        <m:r>
                          <a:rPr lang="en-GB" sz="2175">
                            <a:solidFill>
                              <a:srgbClr val="526276"/>
                            </a:solidFill>
                            <a:latin typeface="Cambria Math"/>
                            <a:ea typeface="Cambria Math"/>
                            <a:cs typeface="Cambria Math"/>
                          </a:rPr>
                          <m:t>𝑥</m:t>
                        </m:r>
                      </m:e>
                    </m:d>
                    <m:r>
                      <a:rPr lang="en-GB" sz="2175">
                        <a:solidFill>
                          <a:srgbClr val="526276"/>
                        </a:solidFill>
                        <a:latin typeface="Cambria Math"/>
                        <a:ea typeface="Cambria Math"/>
                        <a:cs typeface="Cambria Math"/>
                      </a:rPr>
                      <m:t>≠0</m:t>
                    </m:r>
                  </m:oMath>
                </a14:m>
                <a:r>
                  <a:rPr sz="2175" b="0" dirty="0">
                    <a:solidFill>
                      <a:srgbClr val="526276"/>
                    </a:solidFill>
                    <a:latin typeface="DejaVu Sans"/>
                    <a:ea typeface="DejaVu Sans"/>
                    <a:cs typeface="DejaVu Sans"/>
                  </a:rPr>
                  <a:t>.</a:t>
                </a:r>
                <a:endParaRPr lang="en-GB" sz="2175" dirty="0"/>
              </a:p>
            </p:txBody>
          </p:sp>
        </mc:Choice>
        <mc:Fallback xmlns="">
          <p:sp>
            <p:nvSpPr>
              <p:cNvPr id="2" name="lead">
                <a:extLst>
                  <a:ext uri="{FF2B5EF4-FFF2-40B4-BE49-F238E27FC236}">
                    <a16:creationId xmlns:a16="http://schemas.microsoft.com/office/drawing/2014/main" id="{FE535A29-3AAF-48FF-A5CE-B0AD8F771FBD}"/>
                  </a:ext>
                </a:extLst>
              </p:cNvPr>
              <p:cNvSpPr>
                <a:spLocks noGrp="1" noRot="1" noChangeAspect="1" noMove="1" noResize="1" noEditPoints="1" noAdjustHandles="1" noChangeArrowheads="1" noChangeShapeType="1" noTextEdit="1"/>
              </p:cNvSpPr>
              <p:nvPr/>
            </p:nvSpPr>
            <p:spPr>
              <a:xfrm>
                <a:off x="523875" y="895350"/>
                <a:ext cx="11144250" cy="409575"/>
              </a:xfrm>
              <a:prstGeom prst="rect">
                <a:avLst/>
              </a:prstGeom>
              <a:blipFill>
                <a:blip r:embed="rId3"/>
                <a:stretch>
                  <a:fillRect t="-13433" b="-28358"/>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2FEC4A20-DE0E-4D9F-8234-97FE7894D2DE}"/>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2B3E9358-1C64-4AD5-895D-789852623AA3}"/>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15</a:t>
            </a:r>
          </a:p>
        </p:txBody>
      </p:sp>
      <mc:AlternateContent xmlns:mc="http://schemas.openxmlformats.org/markup-compatibility/2006" xmlns:a14="http://schemas.microsoft.com/office/drawing/2010/main">
        <mc:Choice Requires="a14">
          <p:sp>
            <p:nvSpPr>
              <p:cNvPr id="12" name="recurrence_before_substitution" descr="J_{2}'(a_2(x))=J_{3}'(a_3(x))\,w_3\,\mathrm{step}(a_2(x))">
                <a:extLst>
                  <a:ext uri="{FF2B5EF4-FFF2-40B4-BE49-F238E27FC236}">
                    <a16:creationId xmlns:a16="http://schemas.microsoft.com/office/drawing/2014/main" id="{F6EA4F15-54E1-415E-B558-1730C97135F4}"/>
                  </a:ext>
                </a:extLst>
              </p:cNvPr>
              <p:cNvSpPr>
                <a:spLocks noGrp="1"/>
              </p:cNvSpPr>
              <p:nvPr/>
            </p:nvSpPr>
            <p:spPr>
              <a:xfrm>
                <a:off x="333375" y="1924050"/>
                <a:ext cx="11525250" cy="923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800">
                              <a:solidFill>
                                <a:srgbClr val="00B050"/>
                              </a:solidFill>
                              <a:latin typeface="Cambria Math"/>
                              <a:ea typeface="Cambria Math"/>
                              <a:cs typeface="Cambria Math"/>
                            </a:rPr>
                          </m:ctrlPr>
                        </m:sSubSupPr>
                        <m:e>
                          <m:r>
                            <a:rPr lang="en-GB" sz="2800">
                              <a:solidFill>
                                <a:srgbClr val="00B050"/>
                              </a:solidFill>
                              <a:latin typeface="Cambria Math"/>
                              <a:ea typeface="Cambria Math"/>
                              <a:cs typeface="Cambria Math"/>
                            </a:rPr>
                            <m:t>𝐽</m:t>
                          </m:r>
                        </m:e>
                        <m:sub>
                          <m:r>
                            <a:rPr lang="en-GB" sz="2800">
                              <a:solidFill>
                                <a:srgbClr val="00B050"/>
                              </a:solidFill>
                              <a:latin typeface="Cambria Math"/>
                              <a:ea typeface="Cambria Math"/>
                              <a:cs typeface="Cambria Math"/>
                            </a:rPr>
                            <m:t>2</m:t>
                          </m:r>
                        </m:sub>
                        <m:sup>
                          <m:r>
                            <a:rPr lang="en-GB" sz="2800">
                              <a:solidFill>
                                <a:srgbClr val="00B050"/>
                              </a:solidFill>
                              <a:latin typeface="Cambria Math"/>
                              <a:ea typeface="Cambria Math"/>
                              <a:cs typeface="Cambria Math"/>
                            </a:rPr>
                            <m:t>′</m:t>
                          </m:r>
                        </m:sup>
                      </m:sSubSup>
                      <m:d>
                        <m:dPr>
                          <m:ctrlPr>
                            <a:rPr lang="en-GB" sz="2800" i="1">
                              <a:solidFill>
                                <a:srgbClr val="00B050"/>
                              </a:solidFill>
                              <a:latin typeface="Cambria Math" panose="02040503050406030204" pitchFamily="18" charset="0"/>
                              <a:ea typeface="Cambria Math"/>
                              <a:cs typeface="Cambria Math"/>
                            </a:rPr>
                          </m:ctrlPr>
                        </m:dPr>
                        <m:e>
                          <m:sSub>
                            <m:sSubPr>
                              <m:ctrlPr>
                                <a:rPr lang="en-GB" sz="2800">
                                  <a:solidFill>
                                    <a:srgbClr val="00B050"/>
                                  </a:solidFill>
                                  <a:latin typeface="Cambria Math"/>
                                  <a:ea typeface="Cambria Math"/>
                                  <a:cs typeface="Cambria Math"/>
                                </a:rPr>
                              </m:ctrlPr>
                            </m:sSubPr>
                            <m:e>
                              <m:r>
                                <a:rPr lang="en-GB" sz="2800">
                                  <a:solidFill>
                                    <a:srgbClr val="00B050"/>
                                  </a:solidFill>
                                  <a:latin typeface="Cambria Math"/>
                                  <a:ea typeface="Cambria Math"/>
                                  <a:cs typeface="Cambria Math"/>
                                </a:rPr>
                                <m:t>𝑎</m:t>
                              </m:r>
                            </m:e>
                            <m:sub>
                              <m:r>
                                <a:rPr lang="en-GB" sz="2800">
                                  <a:solidFill>
                                    <a:srgbClr val="00B050"/>
                                  </a:solidFill>
                                  <a:latin typeface="Cambria Math"/>
                                  <a:ea typeface="Cambria Math"/>
                                  <a:cs typeface="Cambria Math"/>
                                </a:rPr>
                                <m:t>2</m:t>
                              </m:r>
                            </m:sub>
                          </m:sSub>
                          <m:d>
                            <m:dPr>
                              <m:ctrlPr>
                                <a:rPr lang="en-GB" sz="2800">
                                  <a:solidFill>
                                    <a:srgbClr val="00B050"/>
                                  </a:solidFill>
                                  <a:latin typeface="Cambria Math"/>
                                  <a:ea typeface="Cambria Math"/>
                                  <a:cs typeface="Cambria Math"/>
                                </a:rPr>
                              </m:ctrlPr>
                            </m:dPr>
                            <m:e>
                              <m:r>
                                <a:rPr lang="en-GB" sz="2800">
                                  <a:solidFill>
                                    <a:srgbClr val="00B050"/>
                                  </a:solidFill>
                                  <a:latin typeface="Cambria Math"/>
                                  <a:ea typeface="Cambria Math"/>
                                  <a:cs typeface="Cambria Math"/>
                                </a:rPr>
                                <m:t>𝑥</m:t>
                              </m:r>
                            </m:e>
                          </m:d>
                        </m:e>
                      </m:d>
                      <m:r>
                        <a:rPr lang="en-GB" sz="2800" smtClean="0">
                          <a:solidFill>
                            <a:srgbClr val="00B050"/>
                          </a:solidFill>
                          <a:latin typeface="Cambria Math"/>
                          <a:ea typeface="Cambria Math"/>
                          <a:cs typeface="Cambria Math"/>
                        </a:rPr>
                        <m:t>=</m:t>
                      </m:r>
                      <m:sSubSup>
                        <m:sSubSupPr>
                          <m:ctrlPr>
                            <a:rPr lang="en-GB" sz="2800">
                              <a:solidFill>
                                <a:schemeClr val="accent2">
                                  <a:lumMod val="75000"/>
                                </a:schemeClr>
                              </a:solidFill>
                              <a:latin typeface="Cambria Math"/>
                              <a:ea typeface="Cambria Math"/>
                              <a:cs typeface="Cambria Math"/>
                            </a:rPr>
                          </m:ctrlPr>
                        </m:sSubSupPr>
                        <m:e>
                          <m:r>
                            <a:rPr lang="en-GB" sz="2800">
                              <a:solidFill>
                                <a:schemeClr val="accent2">
                                  <a:lumMod val="75000"/>
                                </a:schemeClr>
                              </a:solidFill>
                              <a:latin typeface="Cambria Math"/>
                              <a:ea typeface="Cambria Math"/>
                              <a:cs typeface="Cambria Math"/>
                            </a:rPr>
                            <m:t>𝐽</m:t>
                          </m:r>
                        </m:e>
                        <m:sub>
                          <m:r>
                            <a:rPr lang="en-GB" sz="2800">
                              <a:solidFill>
                                <a:schemeClr val="accent2">
                                  <a:lumMod val="75000"/>
                                </a:schemeClr>
                              </a:solidFill>
                              <a:latin typeface="Cambria Math"/>
                              <a:ea typeface="Cambria Math"/>
                              <a:cs typeface="Cambria Math"/>
                            </a:rPr>
                            <m:t>3</m:t>
                          </m:r>
                        </m:sub>
                        <m:sup>
                          <m:r>
                            <a:rPr lang="en-GB" sz="2800">
                              <a:solidFill>
                                <a:schemeClr val="accent2">
                                  <a:lumMod val="75000"/>
                                </a:schemeClr>
                              </a:solidFill>
                              <a:latin typeface="Cambria Math"/>
                              <a:ea typeface="Cambria Math"/>
                              <a:cs typeface="Cambria Math"/>
                            </a:rPr>
                            <m:t>′</m:t>
                          </m:r>
                        </m:sup>
                      </m:sSubSup>
                      <m:d>
                        <m:dPr>
                          <m:ctrlPr>
                            <a:rPr lang="en-GB" sz="2800" i="1">
                              <a:solidFill>
                                <a:schemeClr val="accent2">
                                  <a:lumMod val="75000"/>
                                </a:schemeClr>
                              </a:solidFill>
                              <a:latin typeface="Cambria Math" panose="02040503050406030204" pitchFamily="18" charset="0"/>
                              <a:ea typeface="Cambria Math"/>
                              <a:cs typeface="Cambria Math"/>
                            </a:rPr>
                          </m:ctrlPr>
                        </m:dPr>
                        <m:e>
                          <m:sSub>
                            <m:sSubPr>
                              <m:ctrlPr>
                                <a:rPr lang="en-GB" sz="2800">
                                  <a:solidFill>
                                    <a:schemeClr val="accent2">
                                      <a:lumMod val="75000"/>
                                    </a:schemeClr>
                                  </a:solidFill>
                                  <a:latin typeface="Cambria Math"/>
                                  <a:ea typeface="Cambria Math"/>
                                  <a:cs typeface="Cambria Math"/>
                                </a:rPr>
                              </m:ctrlPr>
                            </m:sSubPr>
                            <m:e>
                              <m:r>
                                <a:rPr lang="en-GB" sz="2800">
                                  <a:solidFill>
                                    <a:schemeClr val="accent2">
                                      <a:lumMod val="75000"/>
                                    </a:schemeClr>
                                  </a:solidFill>
                                  <a:latin typeface="Cambria Math"/>
                                  <a:ea typeface="Cambria Math"/>
                                  <a:cs typeface="Cambria Math"/>
                                </a:rPr>
                                <m:t>𝑎</m:t>
                              </m:r>
                            </m:e>
                            <m:sub>
                              <m:r>
                                <a:rPr lang="en-GB" sz="2800">
                                  <a:solidFill>
                                    <a:schemeClr val="accent2">
                                      <a:lumMod val="75000"/>
                                    </a:schemeClr>
                                  </a:solidFill>
                                  <a:latin typeface="Cambria Math"/>
                                  <a:ea typeface="Cambria Math"/>
                                  <a:cs typeface="Cambria Math"/>
                                </a:rPr>
                                <m:t>3</m:t>
                              </m:r>
                            </m:sub>
                          </m:sSub>
                          <m:d>
                            <m:dPr>
                              <m:ctrlPr>
                                <a:rPr lang="en-GB" sz="2800">
                                  <a:solidFill>
                                    <a:schemeClr val="accent2">
                                      <a:lumMod val="75000"/>
                                    </a:schemeClr>
                                  </a:solidFill>
                                  <a:latin typeface="Cambria Math"/>
                                  <a:ea typeface="Cambria Math"/>
                                  <a:cs typeface="Cambria Math"/>
                                </a:rPr>
                              </m:ctrlPr>
                            </m:dPr>
                            <m:e>
                              <m:r>
                                <a:rPr lang="en-GB" sz="2800">
                                  <a:solidFill>
                                    <a:schemeClr val="accent2">
                                      <a:lumMod val="75000"/>
                                    </a:schemeClr>
                                  </a:solidFill>
                                  <a:latin typeface="Cambria Math"/>
                                  <a:ea typeface="Cambria Math"/>
                                  <a:cs typeface="Cambria Math"/>
                                </a:rPr>
                                <m:t>𝑥</m:t>
                              </m:r>
                            </m:e>
                          </m:d>
                        </m:e>
                      </m:d>
                      <m:r>
                        <a:rPr lang="en-GB" sz="2800">
                          <a:solidFill>
                            <a:srgbClr val="AB4910"/>
                          </a:solidFill>
                          <a:latin typeface="Cambria Math"/>
                          <a:ea typeface="Cambria Math"/>
                          <a:cs typeface="Cambria Math"/>
                        </a:rPr>
                        <m:t> </m:t>
                      </m:r>
                      <m:r>
                        <a:rPr lang="it-IT" sz="2800" i="1" smtClean="0">
                          <a:solidFill>
                            <a:srgbClr val="087F82"/>
                          </a:solidFill>
                          <a:latin typeface="Cambria Math" panose="02040503050406030204" pitchFamily="18" charset="0"/>
                          <a:ea typeface="Cambria Math"/>
                          <a:cs typeface="Cambria Math"/>
                        </a:rPr>
                        <m:t>⋅</m:t>
                      </m:r>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𝑤</m:t>
                          </m:r>
                        </m:e>
                        <m:sub>
                          <m:r>
                            <a:rPr lang="en-GB" sz="2800">
                              <a:solidFill>
                                <a:srgbClr val="087F82"/>
                              </a:solidFill>
                              <a:latin typeface="Cambria Math"/>
                              <a:ea typeface="Cambria Math"/>
                              <a:cs typeface="Cambria Math"/>
                            </a:rPr>
                            <m:t>3</m:t>
                          </m:r>
                        </m:sub>
                      </m:sSub>
                      <m:r>
                        <a:rPr lang="en-GB" sz="2800">
                          <a:solidFill>
                            <a:srgbClr val="087F82"/>
                          </a:solidFill>
                          <a:latin typeface="Cambria Math"/>
                          <a:ea typeface="Cambria Math"/>
                          <a:cs typeface="Cambria Math"/>
                        </a:rPr>
                        <m:t> </m:t>
                      </m:r>
                      <m:r>
                        <a:rPr lang="it-IT" sz="2800" i="1">
                          <a:solidFill>
                            <a:srgbClr val="087F82"/>
                          </a:solidFill>
                          <a:latin typeface="Cambria Math" panose="02040503050406030204" pitchFamily="18" charset="0"/>
                          <a:ea typeface="Cambria Math"/>
                          <a:cs typeface="Cambria Math"/>
                        </a:rPr>
                        <m:t>⋅</m:t>
                      </m:r>
                      <m:sSup>
                        <m:sSupPr>
                          <m:ctrlPr>
                            <a:rPr lang="en-GB" sz="2800">
                              <a:solidFill>
                                <a:srgbClr val="087F82"/>
                              </a:solidFill>
                              <a:latin typeface="Cambria Math"/>
                              <a:ea typeface="Cambria Math"/>
                              <a:cs typeface="Cambria Math"/>
                            </a:rPr>
                          </m:ctrlPr>
                        </m:sSupPr>
                        <m:e>
                          <m:r>
                            <m:rPr>
                              <m:sty m:val="p"/>
                            </m:rPr>
                            <a:rPr lang="en-GB" sz="2800">
                              <a:solidFill>
                                <a:srgbClr val="087F82"/>
                              </a:solidFill>
                              <a:latin typeface="Cambria Math"/>
                              <a:ea typeface="Cambria Math"/>
                              <a:cs typeface="Cambria Math"/>
                            </a:rPr>
                            <m:t>ReLU</m:t>
                          </m:r>
                        </m:e>
                        <m:sup>
                          <m:r>
                            <a:rPr lang="en-GB" sz="2800">
                              <a:solidFill>
                                <a:srgbClr val="087F82"/>
                              </a:solidFill>
                              <a:latin typeface="Cambria Math"/>
                              <a:ea typeface="Cambria Math"/>
                              <a:cs typeface="Cambria Math"/>
                            </a:rPr>
                            <m:t>′</m:t>
                          </m:r>
                        </m:sup>
                      </m:sSup>
                      <m:d>
                        <m:dPr>
                          <m:ctrlPr>
                            <a:rPr lang="en-GB" sz="2800" i="1">
                              <a:solidFill>
                                <a:srgbClr val="087F82"/>
                              </a:solidFill>
                              <a:latin typeface="Cambria Math" panose="02040503050406030204" pitchFamily="18" charset="0"/>
                              <a:ea typeface="Cambria Math"/>
                              <a:cs typeface="Cambria Math"/>
                            </a:rPr>
                          </m:ctrlPr>
                        </m:d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𝑎</m:t>
                              </m:r>
                            </m:e>
                            <m:sub>
                              <m:r>
                                <a:rPr lang="en-GB" sz="2800">
                                  <a:solidFill>
                                    <a:srgbClr val="087F82"/>
                                  </a:solidFill>
                                  <a:latin typeface="Cambria Math"/>
                                  <a:ea typeface="Cambria Math"/>
                                  <a:cs typeface="Cambria Math"/>
                                </a:rPr>
                                <m:t>2</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𝑥</m:t>
                              </m:r>
                            </m:e>
                          </m:d>
                        </m:e>
                      </m:d>
                    </m:oMath>
                  </m:oMathPara>
                </a14:m>
                <a:endParaRPr lang="it-IT" sz="2800" i="1" dirty="0">
                  <a:solidFill>
                    <a:srgbClr val="AB4910"/>
                  </a:solidFill>
                  <a:latin typeface="Cambria Math" panose="02040503050406030204" pitchFamily="18" charset="0"/>
                  <a:ea typeface="Cambria Math"/>
                  <a:cs typeface="Cambria Math"/>
                </a:endParaRPr>
              </a:p>
            </p:txBody>
          </p:sp>
        </mc:Choice>
        <mc:Fallback xmlns="">
          <p:sp>
            <p:nvSpPr>
              <p:cNvPr id="12" name="recurrence_before_substitution" descr="J_{2}'(a_2(x))=J_{3}'(a_3(x))\,w_3\,\mathrm{step}(a_2(x))">
                <a:extLst>
                  <a:ext uri="{FF2B5EF4-FFF2-40B4-BE49-F238E27FC236}">
                    <a16:creationId xmlns:a16="http://schemas.microsoft.com/office/drawing/2014/main" id="{F6EA4F15-54E1-415E-B558-1730C97135F4}"/>
                  </a:ext>
                </a:extLst>
              </p:cNvPr>
              <p:cNvSpPr>
                <a:spLocks noGrp="1" noRot="1" noChangeAspect="1" noMove="1" noResize="1" noEditPoints="1" noAdjustHandles="1" noChangeArrowheads="1" noChangeShapeType="1" noTextEdit="1"/>
              </p:cNvSpPr>
              <p:nvPr/>
            </p:nvSpPr>
            <p:spPr>
              <a:xfrm>
                <a:off x="333375" y="1924050"/>
                <a:ext cx="11525250" cy="9239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completed_bias" descr="\frac{\partial\mathcal L_{\mathrm{sq}}}{\partial b_2}(\boldsymbol{\theta})=J'_{2}(a_2(x))">
                <a:extLst>
                  <a:ext uri="{FF2B5EF4-FFF2-40B4-BE49-F238E27FC236}">
                    <a16:creationId xmlns:a16="http://schemas.microsoft.com/office/drawing/2014/main" id="{D9365625-75F6-48F1-8558-C11ABC4AAAF6}"/>
                  </a:ext>
                </a:extLst>
              </p:cNvPr>
              <p:cNvSpPr>
                <a:spLocks noGrp="1"/>
              </p:cNvSpPr>
              <p:nvPr/>
            </p:nvSpPr>
            <p:spPr>
              <a:xfrm>
                <a:off x="523875" y="4933950"/>
                <a:ext cx="52387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400">
                              <a:solidFill>
                                <a:srgbClr val="7030A0"/>
                              </a:solidFill>
                              <a:latin typeface="Cambria Math"/>
                              <a:ea typeface="Cambria Math"/>
                              <a:cs typeface="Cambria Math"/>
                            </a:rPr>
                          </m:ctrlPr>
                        </m:fPr>
                        <m:num>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ℒ</m:t>
                              </m:r>
                            </m:e>
                            <m:sub>
                              <m:r>
                                <m:rPr>
                                  <m:sty m:val="p"/>
                                </m:rPr>
                                <a:rPr lang="en-GB" sz="2400">
                                  <a:solidFill>
                                    <a:srgbClr val="7030A0"/>
                                  </a:solidFill>
                                  <a:latin typeface="Cambria Math"/>
                                  <a:ea typeface="Cambria Math"/>
                                  <a:cs typeface="Cambria Math"/>
                                </a:rPr>
                                <m:t>sq</m:t>
                              </m:r>
                            </m:sub>
                          </m:sSub>
                        </m:num>
                        <m:den>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𝑏</m:t>
                              </m:r>
                            </m:e>
                            <m:sub>
                              <m:r>
                                <a:rPr lang="en-GB" sz="2400">
                                  <a:solidFill>
                                    <a:srgbClr val="7030A0"/>
                                  </a:solidFill>
                                  <a:latin typeface="Cambria Math"/>
                                  <a:ea typeface="Cambria Math"/>
                                  <a:cs typeface="Cambria Math"/>
                                </a:rPr>
                                <m:t>2</m:t>
                              </m:r>
                            </m:sub>
                          </m:sSub>
                        </m:den>
                      </m:f>
                      <m:d>
                        <m:dPr>
                          <m:ctrlPr>
                            <a:rPr lang="en-GB" sz="2400">
                              <a:solidFill>
                                <a:srgbClr val="7030A0"/>
                              </a:solidFill>
                              <a:latin typeface="Cambria Math"/>
                              <a:ea typeface="Cambria Math"/>
                              <a:cs typeface="Cambria Math"/>
                            </a:rPr>
                          </m:ctrlPr>
                        </m:dPr>
                        <m:e>
                          <m:r>
                            <a:rPr lang="en-GB" sz="2400">
                              <a:solidFill>
                                <a:srgbClr val="7030A0"/>
                              </a:solidFill>
                              <a:latin typeface="Cambria Math"/>
                              <a:ea typeface="Cambria Math"/>
                              <a:cs typeface="Cambria Math"/>
                            </a:rPr>
                            <m:t>𝛉</m:t>
                          </m:r>
                        </m:e>
                      </m:d>
                      <m:r>
                        <a:rPr lang="en-GB" sz="2400" smtClean="0">
                          <a:solidFill>
                            <a:srgbClr val="7030A0"/>
                          </a:solidFill>
                          <a:latin typeface="Cambria Math"/>
                          <a:ea typeface="Cambria Math"/>
                          <a:cs typeface="Cambria Math"/>
                        </a:rPr>
                        <m:t>=</m:t>
                      </m:r>
                      <m:sSubSup>
                        <m:sSubSupPr>
                          <m:ctrlPr>
                            <a:rPr lang="en-GB" sz="2400">
                              <a:solidFill>
                                <a:srgbClr val="00B050"/>
                              </a:solidFill>
                              <a:latin typeface="Cambria Math"/>
                              <a:ea typeface="Cambria Math"/>
                              <a:cs typeface="Cambria Math"/>
                            </a:rPr>
                          </m:ctrlPr>
                        </m:sSubSupPr>
                        <m:e>
                          <m:r>
                            <a:rPr lang="en-GB" sz="2400">
                              <a:solidFill>
                                <a:srgbClr val="00B050"/>
                              </a:solidFill>
                              <a:latin typeface="Cambria Math"/>
                              <a:ea typeface="Cambria Math"/>
                              <a:cs typeface="Cambria Math"/>
                            </a:rPr>
                            <m:t>𝐽</m:t>
                          </m:r>
                        </m:e>
                        <m:sub>
                          <m:r>
                            <a:rPr lang="en-GB" sz="2400">
                              <a:solidFill>
                                <a:srgbClr val="00B050"/>
                              </a:solidFill>
                              <a:latin typeface="Cambria Math"/>
                              <a:ea typeface="Cambria Math"/>
                              <a:cs typeface="Cambria Math"/>
                            </a:rPr>
                            <m:t>2</m:t>
                          </m:r>
                        </m:sub>
                        <m:sup>
                          <m:r>
                            <a:rPr lang="en-GB" sz="2400">
                              <a:solidFill>
                                <a:srgbClr val="00B050"/>
                              </a:solidFill>
                              <a:latin typeface="Cambria Math"/>
                              <a:ea typeface="Cambria Math"/>
                              <a:cs typeface="Cambria Math"/>
                            </a:rPr>
                            <m:t>′</m:t>
                          </m:r>
                        </m:sup>
                      </m:sSubSup>
                      <m:d>
                        <m:dPr>
                          <m:ctrlPr>
                            <a:rPr lang="en-GB" sz="2400" i="1">
                              <a:solidFill>
                                <a:srgbClr val="00B050"/>
                              </a:solidFill>
                              <a:latin typeface="Cambria Math" panose="02040503050406030204" pitchFamily="18" charset="0"/>
                              <a:ea typeface="Cambria Math"/>
                              <a:cs typeface="Cambria Math"/>
                            </a:rPr>
                          </m:ctrlPr>
                        </m:dPr>
                        <m:e>
                          <m:sSub>
                            <m:sSubPr>
                              <m:ctrlPr>
                                <a:rPr lang="en-GB" sz="2400">
                                  <a:solidFill>
                                    <a:srgbClr val="00B050"/>
                                  </a:solidFill>
                                  <a:latin typeface="Cambria Math"/>
                                  <a:ea typeface="Cambria Math"/>
                                  <a:cs typeface="Cambria Math"/>
                                </a:rPr>
                              </m:ctrlPr>
                            </m:sSubPr>
                            <m:e>
                              <m:r>
                                <a:rPr lang="en-GB" sz="2400">
                                  <a:solidFill>
                                    <a:srgbClr val="00B050"/>
                                  </a:solidFill>
                                  <a:latin typeface="Cambria Math"/>
                                  <a:ea typeface="Cambria Math"/>
                                  <a:cs typeface="Cambria Math"/>
                                </a:rPr>
                                <m:t>𝑎</m:t>
                              </m:r>
                            </m:e>
                            <m:sub>
                              <m:r>
                                <a:rPr lang="en-GB" sz="2400">
                                  <a:solidFill>
                                    <a:srgbClr val="00B050"/>
                                  </a:solidFill>
                                  <a:latin typeface="Cambria Math"/>
                                  <a:ea typeface="Cambria Math"/>
                                  <a:cs typeface="Cambria Math"/>
                                </a:rPr>
                                <m:t>2</m:t>
                              </m:r>
                            </m:sub>
                          </m:sSub>
                          <m:d>
                            <m:dPr>
                              <m:ctrlPr>
                                <a:rPr lang="en-GB" sz="2400">
                                  <a:solidFill>
                                    <a:srgbClr val="00B050"/>
                                  </a:solidFill>
                                  <a:latin typeface="Cambria Math"/>
                                  <a:ea typeface="Cambria Math"/>
                                  <a:cs typeface="Cambria Math"/>
                                </a:rPr>
                              </m:ctrlPr>
                            </m:dPr>
                            <m:e>
                              <m:r>
                                <a:rPr lang="en-GB" sz="2400">
                                  <a:solidFill>
                                    <a:srgbClr val="00B050"/>
                                  </a:solidFill>
                                  <a:latin typeface="Cambria Math"/>
                                  <a:ea typeface="Cambria Math"/>
                                  <a:cs typeface="Cambria Math"/>
                                </a:rPr>
                                <m:t>𝑥</m:t>
                              </m:r>
                            </m:e>
                          </m:d>
                        </m:e>
                      </m:d>
                    </m:oMath>
                  </m:oMathPara>
                </a14:m>
                <a:endParaRPr lang="en-GB" sz="2400" dirty="0">
                  <a:solidFill>
                    <a:srgbClr val="FF0000"/>
                  </a:solidFill>
                </a:endParaRPr>
              </a:p>
            </p:txBody>
          </p:sp>
        </mc:Choice>
        <mc:Fallback xmlns="">
          <p:sp>
            <p:nvSpPr>
              <p:cNvPr id="15" name="completed_bias" descr="\frac{\partial\mathcal L_{\mathrm{sq}}}{\partial b_2}(\boldsymbol{\theta})=J'_{2}(a_2(x))">
                <a:extLst>
                  <a:ext uri="{FF2B5EF4-FFF2-40B4-BE49-F238E27FC236}">
                    <a16:creationId xmlns:a16="http://schemas.microsoft.com/office/drawing/2014/main" id="{D9365625-75F6-48F1-8558-C11ABC4AAAF6}"/>
                  </a:ext>
                </a:extLst>
              </p:cNvPr>
              <p:cNvSpPr>
                <a:spLocks noGrp="1" noRot="1" noChangeAspect="1" noMove="1" noResize="1" noEditPoints="1" noAdjustHandles="1" noChangeArrowheads="1" noChangeShapeType="1" noTextEdit="1"/>
              </p:cNvSpPr>
              <p:nvPr/>
            </p:nvSpPr>
            <p:spPr>
              <a:xfrm>
                <a:off x="523875" y="4933950"/>
                <a:ext cx="5238750" cy="9525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ompleted_weight" descr="\frac{\partial\mathcal L_{\mathrm{sq}}}{\partial w_2}(\boldsymbol{\theta})=J'_{2}(a_2(x))\,\phi_1(x)">
                <a:extLst>
                  <a:ext uri="{FF2B5EF4-FFF2-40B4-BE49-F238E27FC236}">
                    <a16:creationId xmlns:a16="http://schemas.microsoft.com/office/drawing/2014/main" id="{690B89D9-44F3-4173-9A65-928F44CAD57F}"/>
                  </a:ext>
                </a:extLst>
              </p:cNvPr>
              <p:cNvSpPr>
                <a:spLocks noGrp="1"/>
              </p:cNvSpPr>
              <p:nvPr/>
            </p:nvSpPr>
            <p:spPr>
              <a:xfrm>
                <a:off x="5762625" y="4933950"/>
                <a:ext cx="6000750" cy="952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400">
                              <a:solidFill>
                                <a:srgbClr val="7030A0"/>
                              </a:solidFill>
                              <a:latin typeface="Cambria Math"/>
                              <a:ea typeface="Cambria Math"/>
                              <a:cs typeface="Cambria Math"/>
                            </a:rPr>
                          </m:ctrlPr>
                        </m:fPr>
                        <m:num>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ℒ</m:t>
                              </m:r>
                            </m:e>
                            <m:sub>
                              <m:r>
                                <m:rPr>
                                  <m:sty m:val="p"/>
                                </m:rPr>
                                <a:rPr lang="en-GB" sz="2400">
                                  <a:solidFill>
                                    <a:srgbClr val="7030A0"/>
                                  </a:solidFill>
                                  <a:latin typeface="Cambria Math"/>
                                  <a:ea typeface="Cambria Math"/>
                                  <a:cs typeface="Cambria Math"/>
                                </a:rPr>
                                <m:t>sq</m:t>
                              </m:r>
                            </m:sub>
                          </m:sSub>
                        </m:num>
                        <m:den>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𝑤</m:t>
                              </m:r>
                            </m:e>
                            <m:sub>
                              <m:r>
                                <a:rPr lang="en-GB" sz="2400">
                                  <a:solidFill>
                                    <a:srgbClr val="7030A0"/>
                                  </a:solidFill>
                                  <a:latin typeface="Cambria Math"/>
                                  <a:ea typeface="Cambria Math"/>
                                  <a:cs typeface="Cambria Math"/>
                                </a:rPr>
                                <m:t>2</m:t>
                              </m:r>
                            </m:sub>
                          </m:sSub>
                        </m:den>
                      </m:f>
                      <m:d>
                        <m:dPr>
                          <m:ctrlPr>
                            <a:rPr lang="en-GB" sz="2400">
                              <a:solidFill>
                                <a:srgbClr val="7030A0"/>
                              </a:solidFill>
                              <a:latin typeface="Cambria Math"/>
                              <a:ea typeface="Cambria Math"/>
                              <a:cs typeface="Cambria Math"/>
                            </a:rPr>
                          </m:ctrlPr>
                        </m:dPr>
                        <m:e>
                          <m:r>
                            <a:rPr lang="en-GB" sz="2400">
                              <a:solidFill>
                                <a:srgbClr val="7030A0"/>
                              </a:solidFill>
                              <a:latin typeface="Cambria Math"/>
                              <a:ea typeface="Cambria Math"/>
                              <a:cs typeface="Cambria Math"/>
                            </a:rPr>
                            <m:t>𝛉</m:t>
                          </m:r>
                        </m:e>
                      </m:d>
                      <m:r>
                        <a:rPr lang="en-GB" sz="2400" smtClean="0">
                          <a:solidFill>
                            <a:srgbClr val="7030A0"/>
                          </a:solidFill>
                          <a:latin typeface="Cambria Math"/>
                          <a:ea typeface="Cambria Math"/>
                          <a:cs typeface="Cambria Math"/>
                        </a:rPr>
                        <m:t>=</m:t>
                      </m:r>
                      <m:sSubSup>
                        <m:sSubSupPr>
                          <m:ctrlPr>
                            <a:rPr lang="en-GB" sz="2400">
                              <a:solidFill>
                                <a:srgbClr val="00B050"/>
                              </a:solidFill>
                              <a:latin typeface="Cambria Math"/>
                              <a:ea typeface="Cambria Math"/>
                              <a:cs typeface="Cambria Math"/>
                            </a:rPr>
                          </m:ctrlPr>
                        </m:sSubSupPr>
                        <m:e>
                          <m:r>
                            <a:rPr lang="en-GB" sz="2400">
                              <a:solidFill>
                                <a:srgbClr val="00B050"/>
                              </a:solidFill>
                              <a:latin typeface="Cambria Math"/>
                              <a:ea typeface="Cambria Math"/>
                              <a:cs typeface="Cambria Math"/>
                            </a:rPr>
                            <m:t>𝐽</m:t>
                          </m:r>
                        </m:e>
                        <m:sub>
                          <m:r>
                            <a:rPr lang="en-GB" sz="2400">
                              <a:solidFill>
                                <a:srgbClr val="00B050"/>
                              </a:solidFill>
                              <a:latin typeface="Cambria Math"/>
                              <a:ea typeface="Cambria Math"/>
                              <a:cs typeface="Cambria Math"/>
                            </a:rPr>
                            <m:t>2</m:t>
                          </m:r>
                        </m:sub>
                        <m:sup>
                          <m:r>
                            <a:rPr lang="en-GB" sz="2400">
                              <a:solidFill>
                                <a:srgbClr val="00B050"/>
                              </a:solidFill>
                              <a:latin typeface="Cambria Math"/>
                              <a:ea typeface="Cambria Math"/>
                              <a:cs typeface="Cambria Math"/>
                            </a:rPr>
                            <m:t>′</m:t>
                          </m:r>
                        </m:sup>
                      </m:sSubSup>
                      <m:d>
                        <m:dPr>
                          <m:ctrlPr>
                            <a:rPr lang="en-GB" sz="2400" i="1">
                              <a:solidFill>
                                <a:srgbClr val="00B050"/>
                              </a:solidFill>
                              <a:latin typeface="Cambria Math" panose="02040503050406030204" pitchFamily="18" charset="0"/>
                              <a:ea typeface="Cambria Math"/>
                              <a:cs typeface="Cambria Math"/>
                            </a:rPr>
                          </m:ctrlPr>
                        </m:dPr>
                        <m:e>
                          <m:sSub>
                            <m:sSubPr>
                              <m:ctrlPr>
                                <a:rPr lang="en-GB" sz="2400">
                                  <a:solidFill>
                                    <a:srgbClr val="00B050"/>
                                  </a:solidFill>
                                  <a:latin typeface="Cambria Math"/>
                                  <a:ea typeface="Cambria Math"/>
                                  <a:cs typeface="Cambria Math"/>
                                </a:rPr>
                              </m:ctrlPr>
                            </m:sSubPr>
                            <m:e>
                              <m:r>
                                <a:rPr lang="en-GB" sz="2400">
                                  <a:solidFill>
                                    <a:srgbClr val="00B050"/>
                                  </a:solidFill>
                                  <a:latin typeface="Cambria Math"/>
                                  <a:ea typeface="Cambria Math"/>
                                  <a:cs typeface="Cambria Math"/>
                                </a:rPr>
                                <m:t>𝑎</m:t>
                              </m:r>
                            </m:e>
                            <m:sub>
                              <m:r>
                                <a:rPr lang="en-GB" sz="2400">
                                  <a:solidFill>
                                    <a:srgbClr val="00B050"/>
                                  </a:solidFill>
                                  <a:latin typeface="Cambria Math"/>
                                  <a:ea typeface="Cambria Math"/>
                                  <a:cs typeface="Cambria Math"/>
                                </a:rPr>
                                <m:t>2</m:t>
                              </m:r>
                            </m:sub>
                          </m:sSub>
                          <m:d>
                            <m:dPr>
                              <m:ctrlPr>
                                <a:rPr lang="en-GB" sz="2400">
                                  <a:solidFill>
                                    <a:srgbClr val="00B050"/>
                                  </a:solidFill>
                                  <a:latin typeface="Cambria Math"/>
                                  <a:ea typeface="Cambria Math"/>
                                  <a:cs typeface="Cambria Math"/>
                                </a:rPr>
                              </m:ctrlPr>
                            </m:dPr>
                            <m:e>
                              <m:r>
                                <a:rPr lang="en-GB" sz="2400">
                                  <a:solidFill>
                                    <a:srgbClr val="00B050"/>
                                  </a:solidFill>
                                  <a:latin typeface="Cambria Math"/>
                                  <a:ea typeface="Cambria Math"/>
                                  <a:cs typeface="Cambria Math"/>
                                </a:rPr>
                                <m:t>𝑥</m:t>
                              </m:r>
                            </m:e>
                          </m:d>
                        </m:e>
                      </m:d>
                      <m:r>
                        <a:rPr lang="en-GB" sz="2400">
                          <a:solidFill>
                            <a:srgbClr val="FF0000"/>
                          </a:solidFill>
                          <a:latin typeface="Cambria Math"/>
                          <a:ea typeface="Cambria Math"/>
                          <a:cs typeface="Cambria Math"/>
                        </a:rPr>
                        <m:t> </m:t>
                      </m:r>
                      <m:sSub>
                        <m:sSubPr>
                          <m:ctrlPr>
                            <a:rPr lang="en-GB" sz="2400">
                              <a:solidFill>
                                <a:srgbClr val="087F82"/>
                              </a:solidFill>
                              <a:latin typeface="Cambria Math"/>
                              <a:ea typeface="Cambria Math"/>
                              <a:cs typeface="Cambria Math"/>
                            </a:rPr>
                          </m:ctrlPr>
                        </m:sSubPr>
                        <m:e>
                          <m:r>
                            <a:rPr lang="en-GB" sz="2400">
                              <a:solidFill>
                                <a:srgbClr val="087F82"/>
                              </a:solidFill>
                              <a:latin typeface="Cambria Math"/>
                              <a:ea typeface="Cambria Math"/>
                              <a:cs typeface="Cambria Math"/>
                            </a:rPr>
                            <m:t>𝜙</m:t>
                          </m:r>
                        </m:e>
                        <m:sub>
                          <m:r>
                            <a:rPr lang="en-GB" sz="2400">
                              <a:solidFill>
                                <a:srgbClr val="087F82"/>
                              </a:solidFill>
                              <a:latin typeface="Cambria Math"/>
                              <a:ea typeface="Cambria Math"/>
                              <a:cs typeface="Cambria Math"/>
                            </a:rPr>
                            <m:t>1</m:t>
                          </m:r>
                        </m:sub>
                      </m:sSub>
                      <m:d>
                        <m:dPr>
                          <m:ctrlPr>
                            <a:rPr lang="en-GB" sz="2400">
                              <a:solidFill>
                                <a:srgbClr val="087F82"/>
                              </a:solidFill>
                              <a:latin typeface="Cambria Math"/>
                              <a:ea typeface="Cambria Math"/>
                              <a:cs typeface="Cambria Math"/>
                            </a:rPr>
                          </m:ctrlPr>
                        </m:dPr>
                        <m:e>
                          <m:r>
                            <a:rPr lang="en-GB" sz="2400">
                              <a:solidFill>
                                <a:srgbClr val="087F82"/>
                              </a:solidFill>
                              <a:latin typeface="Cambria Math"/>
                              <a:ea typeface="Cambria Math"/>
                              <a:cs typeface="Cambria Math"/>
                            </a:rPr>
                            <m:t>𝑥</m:t>
                          </m:r>
                        </m:e>
                      </m:d>
                    </m:oMath>
                  </m:oMathPara>
                </a14:m>
                <a:endParaRPr lang="en-GB" sz="2400" dirty="0">
                  <a:solidFill>
                    <a:srgbClr val="FF0000"/>
                  </a:solidFill>
                </a:endParaRPr>
              </a:p>
            </p:txBody>
          </p:sp>
        </mc:Choice>
        <mc:Fallback xmlns="">
          <p:sp>
            <p:nvSpPr>
              <p:cNvPr id="16" name="completed_weight" descr="\frac{\partial\mathcal L_{\mathrm{sq}}}{\partial w_2}(\boldsymbol{\theta})=J'_{2}(a_2(x))\,\phi_1(x)">
                <a:extLst>
                  <a:ext uri="{FF2B5EF4-FFF2-40B4-BE49-F238E27FC236}">
                    <a16:creationId xmlns:a16="http://schemas.microsoft.com/office/drawing/2014/main" id="{690B89D9-44F3-4173-9A65-928F44CAD57F}"/>
                  </a:ext>
                </a:extLst>
              </p:cNvPr>
              <p:cNvSpPr>
                <a:spLocks noGrp="1" noRot="1" noChangeAspect="1" noMove="1" noResize="1" noEditPoints="1" noAdjustHandles="1" noChangeArrowheads="1" noChangeShapeType="1" noTextEdit="1"/>
              </p:cNvSpPr>
              <p:nvPr/>
            </p:nvSpPr>
            <p:spPr>
              <a:xfrm>
                <a:off x="5762625" y="4933950"/>
                <a:ext cx="6000750" cy="952500"/>
              </a:xfrm>
              <a:prstGeom prst="rect">
                <a:avLst/>
              </a:prstGeom>
              <a:blipFill>
                <a:blip r:embed="rId6"/>
                <a:stretch>
                  <a:fillRect/>
                </a:stretch>
              </a:blipFill>
              <a:ln w="0">
                <a:noFill/>
              </a:ln>
            </p:spPr>
            <p:txBody>
              <a:bodyPr/>
              <a:lstStyle/>
              <a:p>
                <a:r>
                  <a:rPr lang="it-IT">
                    <a:noFill/>
                  </a:rPr>
                  <a:t> </a:t>
                </a:r>
              </a:p>
            </p:txBody>
          </p:sp>
        </mc:Fallback>
      </mc:AlternateContent>
      <p:sp>
        <p:nvSpPr>
          <p:cNvPr id="21" name="hence_parameter_derivatives">
            <a:extLst>
              <a:ext uri="{FF2B5EF4-FFF2-40B4-BE49-F238E27FC236}">
                <a16:creationId xmlns:a16="http://schemas.microsoft.com/office/drawing/2014/main" id="{A5D3316C-355B-6D1F-E9F1-40FC3EE24FE4}"/>
              </a:ext>
            </a:extLst>
          </p:cNvPr>
          <p:cNvSpPr txBox="1"/>
          <p:nvPr/>
        </p:nvSpPr>
        <p:spPr>
          <a:xfrm>
            <a:off x="2000250" y="4286250"/>
            <a:ext cx="8191500" cy="476250"/>
          </a:xfrm>
          <a:prstGeom prst="rect">
            <a:avLst/>
          </a:prstGeom>
          <a:noFill/>
        </p:spPr>
        <p:txBody>
          <a:bodyPr wrap="square">
            <a:spAutoFit/>
          </a:bodyPr>
          <a:lstStyle/>
          <a:p>
            <a:pPr algn="ctr"/>
            <a:r>
              <a:rPr lang="it-IT" sz="2000" b="0" dirty="0">
                <a:solidFill>
                  <a:srgbClr val="526276"/>
                </a:solidFill>
                <a:latin typeface="DejaVu Sans"/>
                <a:ea typeface="DejaVu Sans"/>
                <a:cs typeface="DejaVu Sans"/>
              </a:rPr>
              <a:t>Hence, </a:t>
            </a:r>
            <a:r>
              <a:rPr lang="it-IT" sz="2000" b="0" dirty="0" err="1">
                <a:solidFill>
                  <a:srgbClr val="526276"/>
                </a:solidFill>
                <a:latin typeface="DejaVu Sans"/>
                <a:ea typeface="DejaVu Sans"/>
                <a:cs typeface="DejaVu Sans"/>
              </a:rPr>
              <a:t>we</a:t>
            </a:r>
            <a:r>
              <a:rPr lang="it-IT" sz="2000" b="0" dirty="0">
                <a:solidFill>
                  <a:srgbClr val="526276"/>
                </a:solidFill>
                <a:latin typeface="DejaVu Sans"/>
                <a:ea typeface="DejaVu Sans"/>
                <a:cs typeface="DejaVu Sans"/>
              </a:rPr>
              <a:t> </a:t>
            </a:r>
            <a:r>
              <a:rPr lang="it-IT" sz="2000" b="0" dirty="0" err="1">
                <a:solidFill>
                  <a:srgbClr val="526276"/>
                </a:solidFill>
                <a:latin typeface="DejaVu Sans"/>
                <a:ea typeface="DejaVu Sans"/>
                <a:cs typeface="DejaVu Sans"/>
              </a:rPr>
              <a:t>have</a:t>
            </a:r>
            <a:r>
              <a:rPr lang="it-IT" sz="2000" b="0" dirty="0">
                <a:solidFill>
                  <a:srgbClr val="526276"/>
                </a:solidFill>
                <a:latin typeface="DejaVu Sans"/>
                <a:ea typeface="DejaVu Sans"/>
                <a:cs typeface="DejaVu Sans"/>
              </a:rPr>
              <a:t> </a:t>
            </a:r>
            <a:r>
              <a:rPr lang="it-IT" sz="2000" b="0" dirty="0" err="1">
                <a:solidFill>
                  <a:srgbClr val="526276"/>
                </a:solidFill>
                <a:latin typeface="DejaVu Sans"/>
                <a:ea typeface="DejaVu Sans"/>
                <a:cs typeface="DejaVu Sans"/>
              </a:rPr>
              <a:t>computed</a:t>
            </a:r>
            <a:endParaRPr lang="it-IT" sz="2000" dirty="0"/>
          </a:p>
        </p:txBody>
      </p:sp>
      <mc:AlternateContent xmlns:mc="http://schemas.openxmlformats.org/markup-compatibility/2006" xmlns:a14="http://schemas.microsoft.com/office/drawing/2010/main">
        <mc:Choice Requires="a14">
          <p:sp>
            <p:nvSpPr>
              <p:cNvPr id="90" name="recurrence_after_substitution" descr="J_{2}'(a_2(x))=J_{3}'(a_3(x))\,w_3\,\mathrm{step}(a_2(x))">
                <a:extLst>
                  <a:ext uri="{FF2B5EF4-FFF2-40B4-BE49-F238E27FC236}">
                    <a16:creationId xmlns:a16="http://schemas.microsoft.com/office/drawing/2014/main" id="{F6EA4F15-54E1-415E-B558-1730C97135F4}"/>
                  </a:ext>
                </a:extLst>
              </p:cNvPr>
              <p:cNvSpPr>
                <a:spLocks noGrp="1"/>
              </p:cNvSpPr>
              <p:nvPr/>
            </p:nvSpPr>
            <p:spPr>
              <a:xfrm>
                <a:off x="333375" y="3000375"/>
                <a:ext cx="11525250" cy="923925"/>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r>
                      <a:rPr lang="it-IT" sz="2800" b="0" i="1" smtClean="0">
                        <a:solidFill>
                          <a:srgbClr val="AB4910"/>
                        </a:solidFill>
                        <a:latin typeface="Cambria Math" panose="02040503050406030204" pitchFamily="18" charset="0"/>
                        <a:ea typeface="Cambria Math"/>
                        <a:cs typeface="Cambria Math"/>
                      </a:rPr>
                      <m:t>                      </m:t>
                    </m:r>
                    <m:r>
                      <a:rPr lang="it-IT" sz="2800" b="0" i="1" smtClean="0">
                        <a:solidFill>
                          <a:srgbClr val="087F82"/>
                        </a:solidFill>
                        <a:latin typeface="Cambria Math" panose="02040503050406030204" pitchFamily="18" charset="0"/>
                        <a:ea typeface="Cambria Math"/>
                        <a:cs typeface="Cambria Math"/>
                      </a:rPr>
                      <m:t>=</m:t>
                    </m:r>
                    <m:sSubSup>
                      <m:sSubSupPr>
                        <m:ctrlPr>
                          <a:rPr lang="en-GB" sz="2800">
                            <a:solidFill>
                              <a:schemeClr val="accent2">
                                <a:lumMod val="75000"/>
                              </a:schemeClr>
                            </a:solidFill>
                            <a:latin typeface="Cambria Math"/>
                            <a:ea typeface="Cambria Math"/>
                            <a:cs typeface="Cambria Math"/>
                          </a:rPr>
                        </m:ctrlPr>
                      </m:sSubSupPr>
                      <m:e>
                        <m:r>
                          <a:rPr lang="en-GB" sz="2800">
                            <a:solidFill>
                              <a:schemeClr val="accent2">
                                <a:lumMod val="75000"/>
                              </a:schemeClr>
                            </a:solidFill>
                            <a:latin typeface="Cambria Math"/>
                            <a:ea typeface="Cambria Math"/>
                            <a:cs typeface="Cambria Math"/>
                          </a:rPr>
                          <m:t>𝐽</m:t>
                        </m:r>
                      </m:e>
                      <m:sub>
                        <m:r>
                          <a:rPr lang="en-GB" sz="2800">
                            <a:solidFill>
                              <a:schemeClr val="accent2">
                                <a:lumMod val="75000"/>
                              </a:schemeClr>
                            </a:solidFill>
                            <a:latin typeface="Cambria Math"/>
                            <a:ea typeface="Cambria Math"/>
                            <a:cs typeface="Cambria Math"/>
                          </a:rPr>
                          <m:t>3</m:t>
                        </m:r>
                      </m:sub>
                      <m:sup>
                        <m:r>
                          <a:rPr lang="en-GB" sz="2800">
                            <a:solidFill>
                              <a:schemeClr val="accent2">
                                <a:lumMod val="75000"/>
                              </a:schemeClr>
                            </a:solidFill>
                            <a:latin typeface="Cambria Math"/>
                            <a:ea typeface="Cambria Math"/>
                            <a:cs typeface="Cambria Math"/>
                          </a:rPr>
                          <m:t>′</m:t>
                        </m:r>
                      </m:sup>
                    </m:sSubSup>
                    <m:d>
                      <m:dPr>
                        <m:ctrlPr>
                          <a:rPr lang="en-GB" sz="2800" i="1">
                            <a:solidFill>
                              <a:schemeClr val="accent2">
                                <a:lumMod val="75000"/>
                              </a:schemeClr>
                            </a:solidFill>
                            <a:latin typeface="Cambria Math" panose="02040503050406030204" pitchFamily="18" charset="0"/>
                            <a:ea typeface="Cambria Math"/>
                            <a:cs typeface="Cambria Math"/>
                          </a:rPr>
                        </m:ctrlPr>
                      </m:dPr>
                      <m:e>
                        <m:sSub>
                          <m:sSubPr>
                            <m:ctrlPr>
                              <a:rPr lang="en-GB" sz="2800">
                                <a:solidFill>
                                  <a:schemeClr val="accent2">
                                    <a:lumMod val="75000"/>
                                  </a:schemeClr>
                                </a:solidFill>
                                <a:latin typeface="Cambria Math"/>
                                <a:ea typeface="Cambria Math"/>
                                <a:cs typeface="Cambria Math"/>
                              </a:rPr>
                            </m:ctrlPr>
                          </m:sSubPr>
                          <m:e>
                            <m:r>
                              <a:rPr lang="en-GB" sz="2800">
                                <a:solidFill>
                                  <a:schemeClr val="accent2">
                                    <a:lumMod val="75000"/>
                                  </a:schemeClr>
                                </a:solidFill>
                                <a:latin typeface="Cambria Math"/>
                                <a:ea typeface="Cambria Math"/>
                                <a:cs typeface="Cambria Math"/>
                              </a:rPr>
                              <m:t>𝑎</m:t>
                            </m:r>
                          </m:e>
                          <m:sub>
                            <m:r>
                              <a:rPr lang="en-GB" sz="2800">
                                <a:solidFill>
                                  <a:schemeClr val="accent2">
                                    <a:lumMod val="75000"/>
                                  </a:schemeClr>
                                </a:solidFill>
                                <a:latin typeface="Cambria Math"/>
                                <a:ea typeface="Cambria Math"/>
                                <a:cs typeface="Cambria Math"/>
                              </a:rPr>
                              <m:t>3</m:t>
                            </m:r>
                          </m:sub>
                        </m:sSub>
                        <m:d>
                          <m:dPr>
                            <m:ctrlPr>
                              <a:rPr lang="en-GB" sz="2800">
                                <a:solidFill>
                                  <a:schemeClr val="accent2">
                                    <a:lumMod val="75000"/>
                                  </a:schemeClr>
                                </a:solidFill>
                                <a:latin typeface="Cambria Math"/>
                                <a:ea typeface="Cambria Math"/>
                                <a:cs typeface="Cambria Math"/>
                              </a:rPr>
                            </m:ctrlPr>
                          </m:dPr>
                          <m:e>
                            <m:r>
                              <a:rPr lang="en-GB" sz="2800">
                                <a:solidFill>
                                  <a:schemeClr val="accent2">
                                    <a:lumMod val="75000"/>
                                  </a:schemeClr>
                                </a:solidFill>
                                <a:latin typeface="Cambria Math"/>
                                <a:ea typeface="Cambria Math"/>
                                <a:cs typeface="Cambria Math"/>
                              </a:rPr>
                              <m:t>𝑥</m:t>
                            </m:r>
                          </m:e>
                        </m:d>
                      </m:e>
                    </m:d>
                    <m:r>
                      <a:rPr lang="it-IT" sz="2800" b="0" i="1" smtClean="0">
                        <a:solidFill>
                          <a:srgbClr val="AB4910"/>
                        </a:solidFill>
                        <a:latin typeface="Cambria Math" panose="02040503050406030204" pitchFamily="18" charset="0"/>
                        <a:ea typeface="Cambria Math"/>
                        <a:cs typeface="Cambria Math"/>
                      </a:rPr>
                      <m:t> </m:t>
                    </m:r>
                    <m:r>
                      <a:rPr lang="it-IT" sz="2800" b="0" i="1" smtClean="0">
                        <a:solidFill>
                          <a:srgbClr val="087F82"/>
                        </a:solidFill>
                        <a:latin typeface="Cambria Math" panose="02040503050406030204" pitchFamily="18" charset="0"/>
                        <a:ea typeface="Cambria Math"/>
                        <a:cs typeface="Cambria Math"/>
                      </a:rPr>
                      <m:t>⋅</m:t>
                    </m:r>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𝑤</m:t>
                        </m:r>
                      </m:e>
                      <m:sub>
                        <m:r>
                          <a:rPr lang="en-GB" sz="2800">
                            <a:solidFill>
                              <a:srgbClr val="087F82"/>
                            </a:solidFill>
                            <a:latin typeface="Cambria Math"/>
                            <a:ea typeface="Cambria Math"/>
                            <a:cs typeface="Cambria Math"/>
                          </a:rPr>
                          <m:t>3</m:t>
                        </m:r>
                      </m:sub>
                    </m:sSub>
                    <m:r>
                      <a:rPr lang="it-IT" sz="2800" b="0" i="1" smtClean="0">
                        <a:solidFill>
                          <a:srgbClr val="087F82"/>
                        </a:solidFill>
                        <a:latin typeface="Cambria Math" panose="02040503050406030204" pitchFamily="18" charset="0"/>
                        <a:ea typeface="Cambria Math"/>
                        <a:cs typeface="Cambria Math"/>
                      </a:rPr>
                      <m:t> ⋅</m:t>
                    </m:r>
                    <m:r>
                      <m:rPr>
                        <m:sty m:val="p"/>
                      </m:rPr>
                      <a:rPr lang="en-GB" sz="2800">
                        <a:solidFill>
                          <a:srgbClr val="087F82"/>
                        </a:solidFill>
                        <a:latin typeface="Cambria Math"/>
                        <a:ea typeface="Cambria Math"/>
                        <a:cs typeface="Cambria Math"/>
                      </a:rPr>
                      <m:t>step</m:t>
                    </m:r>
                    <m:d>
                      <m:dPr>
                        <m:ctrlPr>
                          <a:rPr lang="en-GB" sz="2800" i="1">
                            <a:solidFill>
                              <a:srgbClr val="087F82"/>
                            </a:solidFill>
                            <a:latin typeface="Cambria Math" panose="02040503050406030204" pitchFamily="18" charset="0"/>
                            <a:ea typeface="Cambria Math"/>
                            <a:cs typeface="Cambria Math"/>
                          </a:rPr>
                        </m:ctrlPr>
                      </m:d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𝑎</m:t>
                            </m:r>
                          </m:e>
                          <m:sub>
                            <m:r>
                              <a:rPr lang="en-GB" sz="2800">
                                <a:solidFill>
                                  <a:srgbClr val="087F82"/>
                                </a:solidFill>
                                <a:latin typeface="Cambria Math"/>
                                <a:ea typeface="Cambria Math"/>
                                <a:cs typeface="Cambria Math"/>
                              </a:rPr>
                              <m:t>2</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𝑥</m:t>
                            </m:r>
                          </m:e>
                        </m:d>
                      </m:e>
                    </m:d>
                  </m:oMath>
                </a14:m>
                <a:r>
                  <a:rPr lang="en-GB" sz="2800" dirty="0"/>
                  <a:t>        </a:t>
                </a:r>
              </a:p>
            </p:txBody>
          </p:sp>
        </mc:Choice>
        <mc:Fallback xmlns="">
          <p:sp>
            <p:nvSpPr>
              <p:cNvPr id="90" name="recurrence_after_substitution" descr="J_{2}'(a_2(x))=J_{3}'(a_3(x))\,w_3\,\mathrm{step}(a_2(x))">
                <a:extLst>
                  <a:ext uri="{FF2B5EF4-FFF2-40B4-BE49-F238E27FC236}">
                    <a16:creationId xmlns:a16="http://schemas.microsoft.com/office/drawing/2014/main" id="{F6EA4F15-54E1-415E-B558-1730C97135F4}"/>
                  </a:ext>
                </a:extLst>
              </p:cNvPr>
              <p:cNvSpPr>
                <a:spLocks noGrp="1" noRot="1" noChangeAspect="1" noMove="1" noResize="1" noEditPoints="1" noAdjustHandles="1" noChangeArrowheads="1" noChangeShapeType="1" noTextEdit="1"/>
              </p:cNvSpPr>
              <p:nvPr/>
            </p:nvSpPr>
            <p:spPr>
              <a:xfrm>
                <a:off x="333375" y="3000375"/>
                <a:ext cx="11525250" cy="92392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1" name="reuse_reminder">
                <a:extLst>
                  <a:ext uri="{FF2B5EF4-FFF2-40B4-BE49-F238E27FC236}">
                    <a16:creationId xmlns:a16="http://schemas.microsoft.com/office/drawing/2014/main" id="{AB85D053-0DC9-4CF6-8384-1782DCBD0D32}"/>
                  </a:ext>
                </a:extLst>
              </p:cNvPr>
              <p:cNvSpPr>
                <a:spLocks noGrp="1"/>
              </p:cNvSpPr>
              <p:nvPr/>
            </p:nvSpPr>
            <p:spPr>
              <a:xfrm>
                <a:off x="523875" y="6076950"/>
                <a:ext cx="11144250" cy="381000"/>
              </a:xfrm>
              <a:prstGeom prst="rect">
                <a:avLst/>
              </a:prstGeom>
              <a:noFill/>
              <a:ln w="0">
                <a:noFill/>
              </a:ln>
            </p:spPr>
            <p:txBody>
              <a:bodyPr wrap="none" lIns="0" tIns="0" rIns="0" bIns="0" anchor="ctr">
                <a:noAutofit/>
              </a:bodyPr>
              <a:lstStyle>
                <a:defPPr algn="ctr">
                  <a:defRPr sz="1800">
                    <a:solidFill>
                      <a:srgbClr val="526276"/>
                    </a:solidFill>
                    <a:latin typeface="DejaVu Sans"/>
                    <a:ea typeface="DejaVu Sans"/>
                    <a:cs typeface="DejaVu Sans"/>
                  </a:defRPr>
                </a:defPPr>
              </a:lstStyle>
              <a:p>
                <a:pPr algn="ctr"/>
                <a:r>
                  <a:rPr lang="en-GB" sz="1800" dirty="0">
                    <a:solidFill>
                      <a:srgbClr val="526276"/>
                    </a:solidFill>
                    <a:latin typeface="DejaVu Sans"/>
                  </a:rPr>
                  <a:t>We will reuse </a:t>
                </a:r>
                <a14:m>
                  <m:oMath xmlns:m="http://schemas.openxmlformats.org/officeDocument/2006/math">
                    <m:sSubSup>
                      <m:sSubSupPr>
                        <m:ctrlPr>
                          <a:rPr lang="en-GB" sz="1800">
                            <a:solidFill>
                              <a:srgbClr val="00B050"/>
                            </a:solidFill>
                            <a:latin typeface="Cambria Math"/>
                            <a:ea typeface="Cambria Math"/>
                            <a:cs typeface="Cambria Math"/>
                          </a:rPr>
                        </m:ctrlPr>
                      </m:sSubSupPr>
                      <m:e>
                        <m:r>
                          <a:rPr lang="en-GB" sz="1800">
                            <a:solidFill>
                              <a:srgbClr val="00B050"/>
                            </a:solidFill>
                            <a:latin typeface="Cambria Math"/>
                            <a:ea typeface="Cambria Math"/>
                            <a:cs typeface="Cambria Math"/>
                          </a:rPr>
                          <m:t>𝐽</m:t>
                        </m:r>
                      </m:e>
                      <m:sub>
                        <m:r>
                          <a:rPr lang="en-GB" sz="1800">
                            <a:solidFill>
                              <a:srgbClr val="00B050"/>
                            </a:solidFill>
                            <a:latin typeface="Cambria Math"/>
                            <a:ea typeface="Cambria Math"/>
                            <a:cs typeface="Cambria Math"/>
                          </a:rPr>
                          <m:t>2</m:t>
                        </m:r>
                      </m:sub>
                      <m:sup>
                        <m:r>
                          <a:rPr lang="en-GB" sz="1800">
                            <a:solidFill>
                              <a:srgbClr val="00B050"/>
                            </a:solidFill>
                            <a:latin typeface="Cambria Math"/>
                            <a:ea typeface="Cambria Math"/>
                            <a:cs typeface="Cambria Math"/>
                          </a:rPr>
                          <m:t>′</m:t>
                        </m:r>
                      </m:sup>
                    </m:sSubSup>
                    <m:d>
                      <m:dPr>
                        <m:ctrlPr>
                          <a:rPr lang="en-GB" sz="1800" i="1">
                            <a:solidFill>
                              <a:srgbClr val="00B050"/>
                            </a:solidFill>
                            <a:latin typeface="Cambria Math" panose="02040503050406030204" pitchFamily="18" charset="0"/>
                            <a:ea typeface="Cambria Math"/>
                            <a:cs typeface="Cambria Math"/>
                          </a:rPr>
                        </m:ctrlPr>
                      </m:dPr>
                      <m:e>
                        <m:sSub>
                          <m:sSubPr>
                            <m:ctrlPr>
                              <a:rPr lang="en-GB" sz="1800">
                                <a:solidFill>
                                  <a:srgbClr val="00B050"/>
                                </a:solidFill>
                                <a:latin typeface="Cambria Math"/>
                                <a:ea typeface="Cambria Math"/>
                                <a:cs typeface="Cambria Math"/>
                              </a:rPr>
                            </m:ctrlPr>
                          </m:sSubPr>
                          <m:e>
                            <m:r>
                              <a:rPr lang="en-GB" sz="1800">
                                <a:solidFill>
                                  <a:srgbClr val="00B050"/>
                                </a:solidFill>
                                <a:latin typeface="Cambria Math"/>
                                <a:ea typeface="Cambria Math"/>
                                <a:cs typeface="Cambria Math"/>
                              </a:rPr>
                              <m:t>𝑎</m:t>
                            </m:r>
                          </m:e>
                          <m:sub>
                            <m:r>
                              <a:rPr lang="en-GB" sz="1800">
                                <a:solidFill>
                                  <a:srgbClr val="00B050"/>
                                </a:solidFill>
                                <a:latin typeface="Cambria Math"/>
                                <a:ea typeface="Cambria Math"/>
                                <a:cs typeface="Cambria Math"/>
                              </a:rPr>
                              <m:t>2</m:t>
                            </m:r>
                          </m:sub>
                        </m:sSub>
                        <m:d>
                          <m:dPr>
                            <m:ctrlPr>
                              <a:rPr lang="en-GB" sz="1800">
                                <a:solidFill>
                                  <a:srgbClr val="00B050"/>
                                </a:solidFill>
                                <a:latin typeface="Cambria Math"/>
                                <a:ea typeface="Cambria Math"/>
                                <a:cs typeface="Cambria Math"/>
                              </a:rPr>
                            </m:ctrlPr>
                          </m:dPr>
                          <m:e>
                            <m:r>
                              <a:rPr lang="en-GB" sz="1800">
                                <a:solidFill>
                                  <a:srgbClr val="00B050"/>
                                </a:solidFill>
                                <a:latin typeface="Cambria Math"/>
                                <a:ea typeface="Cambria Math"/>
                                <a:cs typeface="Cambria Math"/>
                              </a:rPr>
                              <m:t>𝑥</m:t>
                            </m:r>
                          </m:e>
                        </m:d>
                      </m:e>
                    </m:d>
                  </m:oMath>
                </a14:m>
                <a:r>
                  <a:rPr lang="en-GB" sz="1800" dirty="0">
                    <a:solidFill>
                      <a:srgbClr val="526276"/>
                    </a:solidFill>
                    <a:latin typeface="DejaVu Sans"/>
                  </a:rPr>
                  <a:t> to calculate </a:t>
                </a:r>
                <a14:m>
                  <m:oMath xmlns:m="http://schemas.openxmlformats.org/officeDocument/2006/math">
                    <m:sSubSup>
                      <m:sSubSupPr>
                        <m:ctrlPr>
                          <a:rPr lang="en-GB" sz="1800">
                            <a:solidFill>
                              <a:srgbClr val="295892"/>
                            </a:solidFill>
                            <a:latin typeface="Cambria Math"/>
                            <a:ea typeface="Cambria Math"/>
                            <a:cs typeface="Cambria Math"/>
                          </a:rPr>
                        </m:ctrlPr>
                      </m:sSubSupPr>
                      <m:e>
                        <m:r>
                          <a:rPr lang="en-GB" sz="1800">
                            <a:solidFill>
                              <a:srgbClr val="295892"/>
                            </a:solidFill>
                            <a:latin typeface="Cambria Math"/>
                            <a:ea typeface="Cambria Math"/>
                            <a:cs typeface="Cambria Math"/>
                          </a:rPr>
                          <m:t>𝐽</m:t>
                        </m:r>
                      </m:e>
                      <m:sub>
                        <m:r>
                          <a:rPr lang="en-GB" sz="1800">
                            <a:solidFill>
                              <a:srgbClr val="295892"/>
                            </a:solidFill>
                            <a:latin typeface="Cambria Math"/>
                            <a:ea typeface="Cambria Math"/>
                            <a:cs typeface="Cambria Math"/>
                          </a:rPr>
                          <m:t>1</m:t>
                        </m:r>
                      </m:sub>
                      <m:sup>
                        <m:r>
                          <a:rPr lang="en-GB" sz="1800">
                            <a:solidFill>
                              <a:srgbClr val="295892"/>
                            </a:solidFill>
                            <a:latin typeface="Cambria Math"/>
                            <a:ea typeface="Cambria Math"/>
                            <a:cs typeface="Cambria Math"/>
                          </a:rPr>
                          <m:t>′</m:t>
                        </m:r>
                      </m:sup>
                    </m:sSubSup>
                    <m:d>
                      <m:dPr>
                        <m:ctrlPr>
                          <a:rPr lang="en-GB" sz="1800" i="1">
                            <a:solidFill>
                              <a:srgbClr val="295892"/>
                            </a:solidFill>
                            <a:latin typeface="Cambria Math" panose="02040503050406030204" pitchFamily="18" charset="0"/>
                            <a:ea typeface="Cambria Math"/>
                            <a:cs typeface="Cambria Math"/>
                          </a:rPr>
                        </m:ctrlPr>
                      </m:dPr>
                      <m:e>
                        <m:sSub>
                          <m:sSubPr>
                            <m:ctrlPr>
                              <a:rPr lang="en-GB" sz="1800">
                                <a:solidFill>
                                  <a:srgbClr val="295892"/>
                                </a:solidFill>
                                <a:latin typeface="Cambria Math"/>
                                <a:ea typeface="Cambria Math"/>
                                <a:cs typeface="Cambria Math"/>
                              </a:rPr>
                            </m:ctrlPr>
                          </m:sSubPr>
                          <m:e>
                            <m:r>
                              <a:rPr lang="en-GB" sz="1800">
                                <a:solidFill>
                                  <a:srgbClr val="295892"/>
                                </a:solidFill>
                                <a:latin typeface="Cambria Math"/>
                                <a:ea typeface="Cambria Math"/>
                                <a:cs typeface="Cambria Math"/>
                              </a:rPr>
                              <m:t>𝑎</m:t>
                            </m:r>
                          </m:e>
                          <m:sub>
                            <m:r>
                              <a:rPr lang="en-GB" sz="1800">
                                <a:solidFill>
                                  <a:srgbClr val="295892"/>
                                </a:solidFill>
                                <a:latin typeface="Cambria Math"/>
                                <a:ea typeface="Cambria Math"/>
                                <a:cs typeface="Cambria Math"/>
                              </a:rPr>
                              <m:t>1</m:t>
                            </m:r>
                          </m:sub>
                        </m:sSub>
                        <m:d>
                          <m:dPr>
                            <m:ctrlPr>
                              <a:rPr lang="en-GB" sz="1800">
                                <a:solidFill>
                                  <a:srgbClr val="295892"/>
                                </a:solidFill>
                                <a:latin typeface="Cambria Math"/>
                                <a:ea typeface="Cambria Math"/>
                                <a:cs typeface="Cambria Math"/>
                              </a:rPr>
                            </m:ctrlPr>
                          </m:dPr>
                          <m:e>
                            <m:r>
                              <a:rPr lang="en-GB" sz="1800">
                                <a:solidFill>
                                  <a:srgbClr val="295892"/>
                                </a:solidFill>
                                <a:latin typeface="Cambria Math"/>
                                <a:ea typeface="Cambria Math"/>
                                <a:cs typeface="Cambria Math"/>
                              </a:rPr>
                              <m:t>𝑥</m:t>
                            </m:r>
                          </m:e>
                        </m:d>
                      </m:e>
                    </m:d>
                  </m:oMath>
                </a14:m>
                <a:r>
                  <a:rPr lang="en-GB" sz="1800" dirty="0">
                    <a:solidFill>
                      <a:srgbClr val="526276"/>
                    </a:solidFill>
                    <a:latin typeface="DejaVu Sans"/>
                  </a:rPr>
                  <a:t>.</a:t>
                </a:r>
                <a:endParaRPr lang="en-GB" sz="1800" dirty="0"/>
              </a:p>
            </p:txBody>
          </p:sp>
        </mc:Choice>
        <mc:Fallback xmlns="">
          <p:sp>
            <p:nvSpPr>
              <p:cNvPr id="91" name="reuse_reminder">
                <a:extLst>
                  <a:ext uri="{FF2B5EF4-FFF2-40B4-BE49-F238E27FC236}">
                    <a16:creationId xmlns:a16="http://schemas.microsoft.com/office/drawing/2014/main" id="{AB85D053-0DC9-4CF6-8384-1782DCBD0D32}"/>
                  </a:ext>
                </a:extLst>
              </p:cNvPr>
              <p:cNvSpPr>
                <a:spLocks noGrp="1" noRot="1" noChangeAspect="1" noMove="1" noResize="1" noEditPoints="1" noAdjustHandles="1" noChangeArrowheads="1" noChangeShapeType="1" noTextEdit="1"/>
              </p:cNvSpPr>
              <p:nvPr/>
            </p:nvSpPr>
            <p:spPr>
              <a:xfrm>
                <a:off x="523875" y="6076950"/>
                <a:ext cx="11144250" cy="381000"/>
              </a:xfrm>
              <a:prstGeom prst="rect">
                <a:avLst/>
              </a:prstGeom>
              <a:blipFill>
                <a:blip r:embed="rId8"/>
                <a:stretch>
                  <a:fillRect t="-8065" b="-22581"/>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210385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90" grpId="0"/>
      <p:bldP spid="9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C26FFE97-C155-4DA5-BC49-D96A6557AD61}"/>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The chain rule at the first layer</a:t>
            </a:r>
          </a:p>
        </p:txBody>
      </p:sp>
      <p:sp>
        <p:nvSpPr>
          <p:cNvPr id="2" name="lead">
            <a:extLst>
              <a:ext uri="{FF2B5EF4-FFF2-40B4-BE49-F238E27FC236}">
                <a16:creationId xmlns:a16="http://schemas.microsoft.com/office/drawing/2014/main" id="{75BE1AA6-D64D-469A-9C7A-BF9A1737370B}"/>
              </a:ext>
            </a:extLst>
          </p:cNvPr>
          <p:cNvSpPr>
            <a:spLocks noGrp="1"/>
          </p:cNvSpPr>
          <p:nvPr/>
        </p:nvSpPr>
        <p:spPr>
          <a:xfrm>
            <a:off x="523875" y="814388"/>
            <a:ext cx="11144250" cy="74295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Let’s move to the </a:t>
            </a:r>
            <a:r>
              <a:rPr sz="2175" b="0" dirty="0">
                <a:solidFill>
                  <a:srgbClr val="FF0000"/>
                </a:solidFill>
                <a:latin typeface="DejaVu Sans"/>
                <a:ea typeface="DejaVu Sans"/>
                <a:cs typeface="DejaVu Sans"/>
              </a:rPr>
              <a:t>1st layer</a:t>
            </a:r>
            <a:endParaRPr lang="en-GB" sz="2175" dirty="0"/>
          </a:p>
        </p:txBody>
      </p:sp>
      <p:sp>
        <p:nvSpPr>
          <p:cNvPr id="3" name="footer_course">
            <a:extLst>
              <a:ext uri="{FF2B5EF4-FFF2-40B4-BE49-F238E27FC236}">
                <a16:creationId xmlns:a16="http://schemas.microsoft.com/office/drawing/2014/main" id="{44F746A4-5302-466F-BF21-ED00C5FF49D4}"/>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EE36E108-4EB6-427A-9623-80CDA7C8D6A4}"/>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16</a:t>
            </a:r>
          </a:p>
        </p:txBody>
      </p:sp>
      <mc:AlternateContent xmlns:mc="http://schemas.openxmlformats.org/markup-compatibility/2006" xmlns:a14="http://schemas.microsoft.com/office/drawing/2010/main">
        <mc:Choice Requires="a14">
          <p:sp>
            <p:nvSpPr>
              <p:cNvPr id="5" name="fixed_definition" descr="J_{1}(u)=J_{2}(\mathrm{ReLU}(u)w_2+b_2)">
                <a:extLst>
                  <a:ext uri="{FF2B5EF4-FFF2-40B4-BE49-F238E27FC236}">
                    <a16:creationId xmlns:a16="http://schemas.microsoft.com/office/drawing/2014/main" id="{8AF2F8C8-04AD-4D84-A82F-449614546F60}"/>
                  </a:ext>
                </a:extLst>
              </p:cNvPr>
              <p:cNvSpPr>
                <a:spLocks noGrp="1"/>
              </p:cNvSpPr>
              <p:nvPr/>
            </p:nvSpPr>
            <p:spPr>
              <a:xfrm>
                <a:off x="333375" y="2422208"/>
                <a:ext cx="6048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1</m:t>
                          </m:r>
                        </m:sub>
                      </m:sSub>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2</m:t>
                          </m:r>
                        </m:sub>
                      </m:sSub>
                      <m:d>
                        <m:dPr>
                          <m:ctrlPr>
                            <a:rPr lang="en-GB" sz="2700">
                              <a:solidFill>
                                <a:srgbClr val="087F82"/>
                              </a:solidFill>
                              <a:latin typeface="Cambria Math"/>
                              <a:ea typeface="Cambria Math"/>
                              <a:cs typeface="Cambria Math"/>
                            </a:rPr>
                          </m:ctrlPr>
                        </m:dPr>
                        <m:e>
                          <m:r>
                            <m:rPr>
                              <m:sty m:val="p"/>
                            </m:rPr>
                            <a:rPr lang="en-GB" sz="2700">
                              <a:solidFill>
                                <a:srgbClr val="087F82"/>
                              </a:solidFill>
                              <a:latin typeface="Cambria Math"/>
                              <a:ea typeface="Cambria Math"/>
                              <a:cs typeface="Cambria Math"/>
                            </a:rPr>
                            <m:t>ReLU</m:t>
                          </m:r>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𝑤</m:t>
                              </m:r>
                            </m:e>
                            <m:sub>
                              <m:r>
                                <a:rPr lang="en-GB" sz="2700">
                                  <a:solidFill>
                                    <a:srgbClr val="087F82"/>
                                  </a:solidFill>
                                  <a:latin typeface="Cambria Math"/>
                                  <a:ea typeface="Cambria Math"/>
                                  <a:cs typeface="Cambria Math"/>
                                </a:rPr>
                                <m:t>2</m:t>
                              </m:r>
                            </m:sub>
                          </m:sSub>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𝑏</m:t>
                              </m:r>
                            </m:e>
                            <m:sub>
                              <m:r>
                                <a:rPr lang="en-GB" sz="2700">
                                  <a:solidFill>
                                    <a:srgbClr val="087F82"/>
                                  </a:solidFill>
                                  <a:latin typeface="Cambria Math"/>
                                  <a:ea typeface="Cambria Math"/>
                                  <a:cs typeface="Cambria Math"/>
                                </a:rPr>
                                <m:t>2</m:t>
                              </m:r>
                            </m:sub>
                          </m:sSub>
                        </m:e>
                      </m:d>
                    </m:oMath>
                  </m:oMathPara>
                </a14:m>
                <a:endParaRPr lang="en-GB" sz="2700" dirty="0">
                  <a:solidFill>
                    <a:srgbClr val="087F82"/>
                  </a:solidFill>
                </a:endParaRPr>
              </a:p>
            </p:txBody>
          </p:sp>
        </mc:Choice>
        <mc:Fallback xmlns="">
          <p:sp>
            <p:nvSpPr>
              <p:cNvPr id="5" name="fixed_definition" descr="J_{1}(u)=J_{2}(\mathrm{ReLU}(u)w_2+b_2)">
                <a:extLst>
                  <a:ext uri="{FF2B5EF4-FFF2-40B4-BE49-F238E27FC236}">
                    <a16:creationId xmlns:a16="http://schemas.microsoft.com/office/drawing/2014/main" id="{8AF2F8C8-04AD-4D84-A82F-449614546F60}"/>
                  </a:ext>
                </a:extLst>
              </p:cNvPr>
              <p:cNvSpPr>
                <a:spLocks noGrp="1" noRot="1" noChangeAspect="1" noMove="1" noResize="1" noEditPoints="1" noAdjustHandles="1" noChangeArrowheads="1" noChangeShapeType="1" noTextEdit="1"/>
              </p:cNvSpPr>
              <p:nvPr/>
            </p:nvSpPr>
            <p:spPr>
              <a:xfrm>
                <a:off x="333375" y="2422208"/>
                <a:ext cx="6048375" cy="6286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fixed_composition" descr="\mathcal{L}_{\mathrm{sq}}(\boldsymbol{\theta})=J_{1}(a_1(x))">
                <a:extLst>
                  <a:ext uri="{FF2B5EF4-FFF2-40B4-BE49-F238E27FC236}">
                    <a16:creationId xmlns:a16="http://schemas.microsoft.com/office/drawing/2014/main" id="{784C436E-9D02-449B-8730-06E73D5B258E}"/>
                  </a:ext>
                </a:extLst>
              </p:cNvPr>
              <p:cNvSpPr>
                <a:spLocks noGrp="1"/>
              </p:cNvSpPr>
              <p:nvPr/>
            </p:nvSpPr>
            <p:spPr>
              <a:xfrm>
                <a:off x="3119438" y="1357313"/>
                <a:ext cx="595312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ℒ</m:t>
                          </m:r>
                        </m:e>
                        <m:sub>
                          <m:r>
                            <m:rPr>
                              <m:sty m:val="p"/>
                            </m:rPr>
                            <a:rPr lang="en-GB" sz="2800">
                              <a:solidFill>
                                <a:srgbClr val="087F83"/>
                              </a:solidFill>
                              <a:latin typeface="Cambria Math"/>
                              <a:ea typeface="Cambria Math"/>
                              <a:cs typeface="Cambria Math"/>
                            </a:rPr>
                            <m:t>sq</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𝛉</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𝐽</m:t>
                          </m:r>
                        </m:e>
                        <m:sub>
                          <m:r>
                            <a:rPr lang="en-GB" sz="2800">
                              <a:solidFill>
                                <a:srgbClr val="087F83"/>
                              </a:solidFill>
                              <a:latin typeface="Cambria Math"/>
                              <a:ea typeface="Cambria Math"/>
                              <a:cs typeface="Cambria Math"/>
                            </a:rPr>
                            <m:t>1</m:t>
                          </m:r>
                        </m:sub>
                      </m:sSub>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e>
                      </m:d>
                    </m:oMath>
                  </m:oMathPara>
                </a14:m>
                <a:endParaRPr lang="en-GB" sz="2800"/>
              </a:p>
            </p:txBody>
          </p:sp>
        </mc:Choice>
        <mc:Fallback xmlns="">
          <p:sp>
            <p:nvSpPr>
              <p:cNvPr id="6" name="fixed_composition" descr="\mathcal{L}_{\mathrm{sq}}(\boldsymbol{\theta})=J_{1}(a_1(x))">
                <a:extLst>
                  <a:ext uri="{FF2B5EF4-FFF2-40B4-BE49-F238E27FC236}">
                    <a16:creationId xmlns:a16="http://schemas.microsoft.com/office/drawing/2014/main" id="{784C436E-9D02-449B-8730-06E73D5B258E}"/>
                  </a:ext>
                </a:extLst>
              </p:cNvPr>
              <p:cNvSpPr>
                <a:spLocks noGrp="1" noRot="1" noChangeAspect="1" noMove="1" noResize="1" noEditPoints="1" noAdjustHandles="1" noChangeArrowheads="1" noChangeShapeType="1" noTextEdit="1"/>
              </p:cNvSpPr>
              <p:nvPr/>
            </p:nvSpPr>
            <p:spPr>
              <a:xfrm>
                <a:off x="3119438" y="1357313"/>
                <a:ext cx="5953125" cy="6286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fixed_preactivation" descr="a_1(x)=\phi_0(x)w_1+b_1">
                <a:extLst>
                  <a:ext uri="{FF2B5EF4-FFF2-40B4-BE49-F238E27FC236}">
                    <a16:creationId xmlns:a16="http://schemas.microsoft.com/office/drawing/2014/main" id="{5C9EB57C-2169-47E5-AF78-D1D56E8DA583}"/>
                  </a:ext>
                </a:extLst>
              </p:cNvPr>
              <p:cNvSpPr>
                <a:spLocks noGrp="1"/>
              </p:cNvSpPr>
              <p:nvPr/>
            </p:nvSpPr>
            <p:spPr>
              <a:xfrm>
                <a:off x="6181725" y="2422208"/>
                <a:ext cx="5286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𝑎</m:t>
                          </m:r>
                        </m:e>
                        <m:sub>
                          <m:r>
                            <a:rPr lang="en-GB" sz="2800">
                              <a:solidFill>
                                <a:srgbClr val="087F83"/>
                              </a:solidFill>
                              <a:latin typeface="Cambria Math"/>
                              <a:ea typeface="Cambria Math"/>
                              <a:cs typeface="Cambria Math"/>
                            </a:rPr>
                            <m:t>1</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𝜙</m:t>
                          </m:r>
                        </m:e>
                        <m:sub>
                          <m:r>
                            <a:rPr lang="en-GB" sz="2800">
                              <a:solidFill>
                                <a:srgbClr val="087F83"/>
                              </a:solidFill>
                              <a:latin typeface="Cambria Math"/>
                              <a:ea typeface="Cambria Math"/>
                              <a:cs typeface="Cambria Math"/>
                            </a:rPr>
                            <m:t>0</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𝑥</m:t>
                          </m:r>
                        </m:e>
                      </m:d>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𝑤</m:t>
                          </m:r>
                        </m:e>
                        <m:sub>
                          <m:r>
                            <a:rPr lang="en-GB" sz="2800">
                              <a:solidFill>
                                <a:srgbClr val="087F83"/>
                              </a:solidFill>
                              <a:latin typeface="Cambria Math"/>
                              <a:ea typeface="Cambria Math"/>
                              <a:cs typeface="Cambria Math"/>
                            </a:rPr>
                            <m:t>1</m:t>
                          </m:r>
                        </m:sub>
                      </m:sSub>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𝑏</m:t>
                          </m:r>
                        </m:e>
                        <m:sub>
                          <m:r>
                            <a:rPr lang="en-GB" sz="2800">
                              <a:solidFill>
                                <a:srgbClr val="087F83"/>
                              </a:solidFill>
                              <a:latin typeface="Cambria Math"/>
                              <a:ea typeface="Cambria Math"/>
                              <a:cs typeface="Cambria Math"/>
                            </a:rPr>
                            <m:t>1</m:t>
                          </m:r>
                        </m:sub>
                      </m:sSub>
                    </m:oMath>
                  </m:oMathPara>
                </a14:m>
                <a:endParaRPr lang="en-GB" sz="2800"/>
              </a:p>
            </p:txBody>
          </p:sp>
        </mc:Choice>
        <mc:Fallback xmlns="">
          <p:sp>
            <p:nvSpPr>
              <p:cNvPr id="7" name="fixed_preactivation" descr="a_1(x)=\phi_0(x)w_1+b_1">
                <a:extLst>
                  <a:ext uri="{FF2B5EF4-FFF2-40B4-BE49-F238E27FC236}">
                    <a16:creationId xmlns:a16="http://schemas.microsoft.com/office/drawing/2014/main" id="{5C9EB57C-2169-47E5-AF78-D1D56E8DA583}"/>
                  </a:ext>
                </a:extLst>
              </p:cNvPr>
              <p:cNvSpPr>
                <a:spLocks noGrp="1" noRot="1" noChangeAspect="1" noMove="1" noResize="1" noEditPoints="1" noAdjustHandles="1" noChangeArrowheads="1" noChangeShapeType="1" noTextEdit="1"/>
              </p:cNvSpPr>
              <p:nvPr/>
            </p:nvSpPr>
            <p:spPr>
              <a:xfrm>
                <a:off x="6181725" y="2422208"/>
                <a:ext cx="5286375" cy="6286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fixed_independence">
                <a:extLst>
                  <a:ext uri="{FF2B5EF4-FFF2-40B4-BE49-F238E27FC236}">
                    <a16:creationId xmlns:a16="http://schemas.microsoft.com/office/drawing/2014/main" id="{28FAE83C-88E4-4C88-A2C0-E55C892B81FF}"/>
                  </a:ext>
                </a:extLst>
              </p:cNvPr>
              <p:cNvSpPr>
                <a:spLocks noGrp="1"/>
              </p:cNvSpPr>
              <p:nvPr/>
            </p:nvSpPr>
            <p:spPr>
              <a:xfrm>
                <a:off x="428625" y="3162300"/>
                <a:ext cx="11334750" cy="457200"/>
              </a:xfrm>
              <a:prstGeom prst="rect">
                <a:avLst/>
              </a:prstGeom>
              <a:noFill/>
              <a:ln w="0">
                <a:noFill/>
              </a:ln>
            </p:spPr>
            <p:txBody>
              <a:bodyPr lIns="0" tIns="0" rIns="0" bIns="0"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lang="it-IT" sz="2025" b="1" dirty="0">
                    <a:solidFill>
                      <a:srgbClr val="FF0000"/>
                    </a:solidFill>
                    <a:latin typeface="DejaVu Sans"/>
                    <a:ea typeface="DejaVu Sans"/>
                    <a:cs typeface="DejaVu Sans"/>
                  </a:rPr>
                  <a:t>Neither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𝐽</m:t>
                        </m:r>
                      </m:e>
                      <m:sub>
                        <m:r>
                          <a:rPr lang="ar-AE" sz="2025">
                            <a:solidFill>
                              <a:srgbClr val="FF0000"/>
                            </a:solidFill>
                            <a:latin typeface="Cambria Math"/>
                            <a:ea typeface="Cambria Math"/>
                            <a:cs typeface="Cambria Math"/>
                          </a:rPr>
                          <m:t>1</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nor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𝜙</m:t>
                        </m:r>
                      </m:e>
                      <m:sub>
                        <m:r>
                          <a:rPr lang="ar-AE" sz="2025">
                            <a:solidFill>
                              <a:srgbClr val="FF0000"/>
                            </a:solidFill>
                            <a:latin typeface="Cambria Math"/>
                            <a:ea typeface="Cambria Math"/>
                            <a:cs typeface="Cambria Math"/>
                          </a:rPr>
                          <m:t>0</m:t>
                        </m:r>
                      </m:sub>
                    </m:sSub>
                    <m:d>
                      <m:dPr>
                        <m:ctrlPr>
                          <a:rPr lang="ar-AE" sz="2025">
                            <a:solidFill>
                              <a:srgbClr val="FF0000"/>
                            </a:solidFill>
                            <a:latin typeface="Cambria Math"/>
                            <a:ea typeface="Cambria Math"/>
                            <a:cs typeface="Cambria Math"/>
                          </a:rPr>
                        </m:ctrlPr>
                      </m:dPr>
                      <m:e>
                        <m:r>
                          <a:rPr lang="ar-AE" sz="2025">
                            <a:solidFill>
                              <a:srgbClr val="FF0000"/>
                            </a:solidFill>
                            <a:latin typeface="Cambria Math"/>
                            <a:ea typeface="Cambria Math"/>
                            <a:cs typeface="Cambria Math"/>
                          </a:rPr>
                          <m:t>𝑥</m:t>
                        </m:r>
                      </m:e>
                    </m:d>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depends on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𝑤</m:t>
                        </m:r>
                      </m:e>
                      <m:sub>
                        <m:r>
                          <a:rPr lang="ar-AE" sz="2025">
                            <a:solidFill>
                              <a:srgbClr val="FF0000"/>
                            </a:solidFill>
                            <a:latin typeface="Cambria Math"/>
                            <a:ea typeface="Cambria Math"/>
                            <a:cs typeface="Cambria Math"/>
                          </a:rPr>
                          <m:t>1</m:t>
                        </m:r>
                      </m:sub>
                    </m:sSub>
                  </m:oMath>
                </a14:m>
                <a:r>
                  <a:rPr lang="ar-AE" sz="2025" b="1" dirty="0">
                    <a:solidFill>
                      <a:srgbClr val="FF0000"/>
                    </a:solidFill>
                    <a:latin typeface="DejaVu Sans"/>
                    <a:ea typeface="DejaVu Sans"/>
                    <a:cs typeface="DejaVu Sans"/>
                  </a:rPr>
                  <a:t> </a:t>
                </a:r>
                <a:r>
                  <a:rPr lang="it-IT" sz="2025" b="1" dirty="0">
                    <a:solidFill>
                      <a:srgbClr val="FF0000"/>
                    </a:solidFill>
                    <a:latin typeface="DejaVu Sans"/>
                    <a:ea typeface="DejaVu Sans"/>
                    <a:cs typeface="DejaVu Sans"/>
                  </a:rPr>
                  <a:t>or </a:t>
                </a:r>
                <a14:m>
                  <m:oMath xmlns:m="http://schemas.openxmlformats.org/officeDocument/2006/math">
                    <m:sSub>
                      <m:sSubPr>
                        <m:ctrlPr>
                          <a:rPr lang="ar-AE" sz="2025">
                            <a:solidFill>
                              <a:srgbClr val="FF0000"/>
                            </a:solidFill>
                            <a:latin typeface="Cambria Math"/>
                            <a:ea typeface="Cambria Math"/>
                            <a:cs typeface="Cambria Math"/>
                          </a:rPr>
                        </m:ctrlPr>
                      </m:sSubPr>
                      <m:e>
                        <m:r>
                          <a:rPr lang="ar-AE" sz="2025">
                            <a:solidFill>
                              <a:srgbClr val="FF0000"/>
                            </a:solidFill>
                            <a:latin typeface="Cambria Math"/>
                            <a:ea typeface="Cambria Math"/>
                            <a:cs typeface="Cambria Math"/>
                          </a:rPr>
                          <m:t>𝑏</m:t>
                        </m:r>
                      </m:e>
                      <m:sub>
                        <m:r>
                          <a:rPr lang="ar-AE" sz="2025">
                            <a:solidFill>
                              <a:srgbClr val="FF0000"/>
                            </a:solidFill>
                            <a:latin typeface="Cambria Math"/>
                            <a:ea typeface="Cambria Math"/>
                            <a:cs typeface="Cambria Math"/>
                          </a:rPr>
                          <m:t>1</m:t>
                        </m:r>
                      </m:sub>
                    </m:sSub>
                  </m:oMath>
                </a14:m>
                <a:endParaRPr lang="ar-AE" sz="2025" dirty="0">
                  <a:solidFill>
                    <a:srgbClr val="FF0000"/>
                  </a:solidFill>
                </a:endParaRPr>
              </a:p>
            </p:txBody>
          </p:sp>
        </mc:Choice>
        <mc:Fallback xmlns="">
          <p:sp>
            <p:nvSpPr>
              <p:cNvPr id="8" name="fixed_independence">
                <a:extLst>
                  <a:ext uri="{FF2B5EF4-FFF2-40B4-BE49-F238E27FC236}">
                    <a16:creationId xmlns:a16="http://schemas.microsoft.com/office/drawing/2014/main" id="{28FAE83C-88E4-4C88-A2C0-E55C892B81FF}"/>
                  </a:ext>
                </a:extLst>
              </p:cNvPr>
              <p:cNvSpPr>
                <a:spLocks noGrp="1" noRot="1" noChangeAspect="1" noMove="1" noResize="1" noEditPoints="1" noAdjustHandles="1" noChangeArrowheads="1" noChangeShapeType="1" noTextEdit="1"/>
              </p:cNvSpPr>
              <p:nvPr/>
            </p:nvSpPr>
            <p:spPr>
              <a:xfrm>
                <a:off x="428625" y="3162300"/>
                <a:ext cx="11334750" cy="457200"/>
              </a:xfrm>
              <a:prstGeom prst="rect">
                <a:avLst/>
              </a:prstGeom>
              <a:blipFill>
                <a:blip r:embed="rId7"/>
                <a:stretch>
                  <a:fillRect t="-1333" b="-16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b_chain" descr="\frac{\partial\mathcal L_{\mathrm{sq}}}{\partial b_1}(\boldsymbol{\theta})=J_{1}'(a_1(x))\,\frac{\partial a_1(x)}{\partial b_1}">
                <a:extLst>
                  <a:ext uri="{FF2B5EF4-FFF2-40B4-BE49-F238E27FC236}">
                    <a16:creationId xmlns:a16="http://schemas.microsoft.com/office/drawing/2014/main" id="{1F0FDE32-5F63-430C-9EA8-AA5FBDFA1041}"/>
                  </a:ext>
                </a:extLst>
              </p:cNvPr>
              <p:cNvSpPr>
                <a:spLocks noGrp="1"/>
              </p:cNvSpPr>
              <p:nvPr/>
            </p:nvSpPr>
            <p:spPr>
              <a:xfrm>
                <a:off x="2143125" y="3676650"/>
                <a:ext cx="4953000" cy="895350"/>
              </a:xfrm>
              <a:prstGeom prst="rect">
                <a:avLst/>
              </a:prstGeom>
              <a:noFill/>
              <a:ln w="0">
                <a:noFill/>
              </a:ln>
            </p:spPr>
            <p:txBody>
              <a:bodyPr vertOverflow="overflow" horzOverflow="overflow" wrap="none" lIns="0" tIns="0" rIns="0" bIns="0" anchor="ctr">
                <a:noAutofit/>
              </a:bodyPr>
              <a:lstStyle/>
              <a:p>
                <a:pPr algn="l"/>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𝑏</m:t>
                              </m:r>
                            </m:e>
                            <m:sub>
                              <m:r>
                                <a:rPr lang="en-GB" sz="2600">
                                  <a:solidFill>
                                    <a:srgbClr val="7030A0"/>
                                  </a:solidFill>
                                  <a:latin typeface="Cambria Math"/>
                                  <a:ea typeface="Cambria Math"/>
                                  <a:cs typeface="Cambria Math"/>
                                </a:rPr>
                                <m:t>1</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a:solidFill>
                            <a:srgbClr val="7030A0"/>
                          </a:solidFill>
                          <a:latin typeface="Cambria Math"/>
                          <a:ea typeface="Cambria Math"/>
                          <a:cs typeface="Cambria Math"/>
                        </a:rPr>
                        <m:t>=</m:t>
                      </m:r>
                      <m:sSubSup>
                        <m:sSubSupPr>
                          <m:ctrlPr>
                            <a:rPr lang="en-GB" sz="2600">
                              <a:solidFill>
                                <a:srgbClr val="295892"/>
                              </a:solidFill>
                              <a:latin typeface="Cambria Math"/>
                              <a:ea typeface="Cambria Math"/>
                              <a:cs typeface="Cambria Math"/>
                            </a:rPr>
                          </m:ctrlPr>
                        </m:sSubSupPr>
                        <m:e>
                          <m:r>
                            <a:rPr lang="en-GB" sz="2600">
                              <a:solidFill>
                                <a:srgbClr val="295892"/>
                              </a:solidFill>
                              <a:latin typeface="Cambria Math"/>
                              <a:ea typeface="Cambria Math"/>
                              <a:cs typeface="Cambria Math"/>
                            </a:rPr>
                            <m:t>𝐽</m:t>
                          </m:r>
                        </m:e>
                        <m:sub>
                          <m:r>
                            <a:rPr lang="en-GB" sz="2600">
                              <a:solidFill>
                                <a:srgbClr val="295892"/>
                              </a:solidFill>
                              <a:latin typeface="Cambria Math"/>
                              <a:ea typeface="Cambria Math"/>
                              <a:cs typeface="Cambria Math"/>
                            </a:rPr>
                            <m:t>1</m:t>
                          </m:r>
                        </m:sub>
                        <m:sup>
                          <m:r>
                            <a:rPr lang="en-GB" sz="2600">
                              <a:solidFill>
                                <a:srgbClr val="295892"/>
                              </a:solidFill>
                              <a:latin typeface="Cambria Math"/>
                              <a:ea typeface="Cambria Math"/>
                              <a:cs typeface="Cambria Math"/>
                            </a:rPr>
                            <m:t>′</m:t>
                          </m:r>
                        </m:sup>
                      </m:sSubSup>
                      <m:d>
                        <m:dPr>
                          <m:ctrlPr>
                            <a:rPr lang="en-GB" sz="2600" i="1">
                              <a:solidFill>
                                <a:srgbClr val="295892"/>
                              </a:solidFill>
                              <a:latin typeface="Cambria Math" panose="02040503050406030204" pitchFamily="18" charset="0"/>
                              <a:ea typeface="Cambria Math"/>
                              <a:cs typeface="Cambria Math"/>
                            </a:rPr>
                          </m:ctrlPr>
                        </m:dPr>
                        <m:e>
                          <m:sSub>
                            <m:sSubPr>
                              <m:ctrlPr>
                                <a:rPr lang="en-GB" sz="2600">
                                  <a:solidFill>
                                    <a:srgbClr val="295892"/>
                                  </a:solidFill>
                                  <a:latin typeface="Cambria Math"/>
                                  <a:ea typeface="Cambria Math"/>
                                  <a:cs typeface="Cambria Math"/>
                                </a:rPr>
                              </m:ctrlPr>
                            </m:sSubPr>
                            <m:e>
                              <m:r>
                                <a:rPr lang="en-GB" sz="2600">
                                  <a:solidFill>
                                    <a:srgbClr val="295892"/>
                                  </a:solidFill>
                                  <a:latin typeface="Cambria Math"/>
                                  <a:ea typeface="Cambria Math"/>
                                  <a:cs typeface="Cambria Math"/>
                                </a:rPr>
                                <m:t>𝑎</m:t>
                              </m:r>
                            </m:e>
                            <m:sub>
                              <m:r>
                                <a:rPr lang="en-GB" sz="2600">
                                  <a:solidFill>
                                    <a:srgbClr val="295892"/>
                                  </a:solidFill>
                                  <a:latin typeface="Cambria Math"/>
                                  <a:ea typeface="Cambria Math"/>
                                  <a:cs typeface="Cambria Math"/>
                                </a:rPr>
                                <m:t>1</m:t>
                              </m:r>
                            </m:sub>
                          </m:sSub>
                          <m:d>
                            <m:dPr>
                              <m:ctrlPr>
                                <a:rPr lang="en-GB" sz="2600">
                                  <a:solidFill>
                                    <a:srgbClr val="295892"/>
                                  </a:solidFill>
                                  <a:latin typeface="Cambria Math"/>
                                  <a:ea typeface="Cambria Math"/>
                                  <a:cs typeface="Cambria Math"/>
                                </a:rPr>
                              </m:ctrlPr>
                            </m:dPr>
                            <m:e>
                              <m:r>
                                <a:rPr lang="en-GB" sz="2600">
                                  <a:solidFill>
                                    <a:srgbClr val="295892"/>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1</m:t>
                              </m:r>
                            </m:sub>
                          </m:sSub>
                        </m:den>
                      </m:f>
                    </m:oMath>
                  </m:oMathPara>
                </a14:m>
                <a:endParaRPr lang="en-GB" sz="2600" dirty="0"/>
              </a:p>
            </p:txBody>
          </p:sp>
        </mc:Choice>
        <mc:Fallback xmlns="">
          <p:sp>
            <p:nvSpPr>
              <p:cNvPr id="9" name="b_chain" descr="\frac{\partial\mathcal L_{\mathrm{sq}}}{\partial b_1}(\boldsymbol{\theta})=J_{1}'(a_1(x))\,\frac{\partial a_1(x)}{\partial b_1}">
                <a:extLst>
                  <a:ext uri="{FF2B5EF4-FFF2-40B4-BE49-F238E27FC236}">
                    <a16:creationId xmlns:a16="http://schemas.microsoft.com/office/drawing/2014/main" id="{1F0FDE32-5F63-430C-9EA8-AA5FBDFA1041}"/>
                  </a:ext>
                </a:extLst>
              </p:cNvPr>
              <p:cNvSpPr>
                <a:spLocks noGrp="1" noRot="1" noChangeAspect="1" noMove="1" noResize="1" noEditPoints="1" noAdjustHandles="1" noChangeArrowheads="1" noChangeShapeType="1" noTextEdit="1"/>
              </p:cNvSpPr>
              <p:nvPr/>
            </p:nvSpPr>
            <p:spPr>
              <a:xfrm>
                <a:off x="2143125" y="3676650"/>
                <a:ext cx="4953000" cy="8953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b_result" descr="=J_{1}'(a_1(x))\cdot1">
                <a:extLst>
                  <a:ext uri="{FF2B5EF4-FFF2-40B4-BE49-F238E27FC236}">
                    <a16:creationId xmlns:a16="http://schemas.microsoft.com/office/drawing/2014/main" id="{7FBF3B21-FD05-4CF6-B50B-7DF6DE0A8FA3}"/>
                  </a:ext>
                </a:extLst>
              </p:cNvPr>
              <p:cNvSpPr>
                <a:spLocks noGrp="1"/>
              </p:cNvSpPr>
              <p:nvPr/>
            </p:nvSpPr>
            <p:spPr>
              <a:xfrm>
                <a:off x="6905625" y="3676650"/>
                <a:ext cx="3619500" cy="8953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r>
                        <a:rPr lang="en-GB" sz="2600">
                          <a:solidFill>
                            <a:srgbClr val="087F83"/>
                          </a:solidFill>
                          <a:latin typeface="Cambria Math"/>
                          <a:ea typeface="Cambria Math"/>
                          <a:cs typeface="Cambria Math"/>
                        </a:rPr>
                        <m:t>=</m:t>
                      </m:r>
                      <m:sSubSup>
                        <m:sSubSupPr>
                          <m:ctrlPr>
                            <a:rPr lang="en-GB" sz="2600">
                              <a:solidFill>
                                <a:srgbClr val="295892"/>
                              </a:solidFill>
                              <a:latin typeface="Cambria Math"/>
                              <a:ea typeface="Cambria Math"/>
                              <a:cs typeface="Cambria Math"/>
                            </a:rPr>
                          </m:ctrlPr>
                        </m:sSubSupPr>
                        <m:e>
                          <m:r>
                            <a:rPr lang="en-GB" sz="2600">
                              <a:solidFill>
                                <a:srgbClr val="295892"/>
                              </a:solidFill>
                              <a:latin typeface="Cambria Math"/>
                              <a:ea typeface="Cambria Math"/>
                              <a:cs typeface="Cambria Math"/>
                            </a:rPr>
                            <m:t>𝐽</m:t>
                          </m:r>
                        </m:e>
                        <m:sub>
                          <m:r>
                            <a:rPr lang="en-GB" sz="2600">
                              <a:solidFill>
                                <a:srgbClr val="295892"/>
                              </a:solidFill>
                              <a:latin typeface="Cambria Math"/>
                              <a:ea typeface="Cambria Math"/>
                              <a:cs typeface="Cambria Math"/>
                            </a:rPr>
                            <m:t>1</m:t>
                          </m:r>
                        </m:sub>
                        <m:sup>
                          <m:r>
                            <a:rPr lang="en-GB" sz="2600">
                              <a:solidFill>
                                <a:srgbClr val="295892"/>
                              </a:solidFill>
                              <a:latin typeface="Cambria Math"/>
                              <a:ea typeface="Cambria Math"/>
                              <a:cs typeface="Cambria Math"/>
                            </a:rPr>
                            <m:t>′</m:t>
                          </m:r>
                        </m:sup>
                      </m:sSubSup>
                      <m:d>
                        <m:dPr>
                          <m:ctrlPr>
                            <a:rPr lang="en-GB" sz="2600" i="1">
                              <a:solidFill>
                                <a:srgbClr val="295892"/>
                              </a:solidFill>
                              <a:latin typeface="Cambria Math" panose="02040503050406030204" pitchFamily="18" charset="0"/>
                              <a:ea typeface="Cambria Math"/>
                              <a:cs typeface="Cambria Math"/>
                            </a:rPr>
                          </m:ctrlPr>
                        </m:dPr>
                        <m:e>
                          <m:sSub>
                            <m:sSubPr>
                              <m:ctrlPr>
                                <a:rPr lang="en-GB" sz="2600">
                                  <a:solidFill>
                                    <a:srgbClr val="295892"/>
                                  </a:solidFill>
                                  <a:latin typeface="Cambria Math"/>
                                  <a:ea typeface="Cambria Math"/>
                                  <a:cs typeface="Cambria Math"/>
                                </a:rPr>
                              </m:ctrlPr>
                            </m:sSubPr>
                            <m:e>
                              <m:r>
                                <a:rPr lang="en-GB" sz="2600">
                                  <a:solidFill>
                                    <a:srgbClr val="295892"/>
                                  </a:solidFill>
                                  <a:latin typeface="Cambria Math"/>
                                  <a:ea typeface="Cambria Math"/>
                                  <a:cs typeface="Cambria Math"/>
                                </a:rPr>
                                <m:t>𝑎</m:t>
                              </m:r>
                            </m:e>
                            <m:sub>
                              <m:r>
                                <a:rPr lang="en-GB" sz="2600">
                                  <a:solidFill>
                                    <a:srgbClr val="295892"/>
                                  </a:solidFill>
                                  <a:latin typeface="Cambria Math"/>
                                  <a:ea typeface="Cambria Math"/>
                                  <a:cs typeface="Cambria Math"/>
                                </a:rPr>
                                <m:t>1</m:t>
                              </m:r>
                            </m:sub>
                          </m:sSub>
                          <m:d>
                            <m:dPr>
                              <m:ctrlPr>
                                <a:rPr lang="en-GB" sz="2600">
                                  <a:solidFill>
                                    <a:srgbClr val="295892"/>
                                  </a:solidFill>
                                  <a:latin typeface="Cambria Math"/>
                                  <a:ea typeface="Cambria Math"/>
                                  <a:cs typeface="Cambria Math"/>
                                </a:rPr>
                              </m:ctrlPr>
                            </m:dPr>
                            <m:e>
                              <m:r>
                                <a:rPr lang="en-GB" sz="2600">
                                  <a:solidFill>
                                    <a:srgbClr val="295892"/>
                                  </a:solidFill>
                                  <a:latin typeface="Cambria Math"/>
                                  <a:ea typeface="Cambria Math"/>
                                  <a:cs typeface="Cambria Math"/>
                                </a:rPr>
                                <m:t>𝑥</m:t>
                              </m:r>
                            </m:e>
                          </m:d>
                        </m:e>
                      </m:d>
                      <m:r>
                        <a:rPr lang="en-GB" sz="2600">
                          <a:solidFill>
                            <a:srgbClr val="087F83"/>
                          </a:solidFill>
                          <a:latin typeface="Cambria Math"/>
                          <a:ea typeface="Cambria Math"/>
                          <a:cs typeface="Cambria Math"/>
                        </a:rPr>
                        <m:t>⋅1</m:t>
                      </m:r>
                    </m:oMath>
                  </m:oMathPara>
                </a14:m>
                <a:endParaRPr lang="en-GB" sz="2600" dirty="0"/>
              </a:p>
            </p:txBody>
          </p:sp>
        </mc:Choice>
        <mc:Fallback xmlns="">
          <p:sp>
            <p:nvSpPr>
              <p:cNvPr id="10" name="b_result" descr="=J_{1}'(a_1(x))\cdot1">
                <a:extLst>
                  <a:ext uri="{FF2B5EF4-FFF2-40B4-BE49-F238E27FC236}">
                    <a16:creationId xmlns:a16="http://schemas.microsoft.com/office/drawing/2014/main" id="{7FBF3B21-FD05-4CF6-B50B-7DF6DE0A8FA3}"/>
                  </a:ext>
                </a:extLst>
              </p:cNvPr>
              <p:cNvSpPr>
                <a:spLocks noGrp="1" noRot="1" noChangeAspect="1" noMove="1" noResize="1" noEditPoints="1" noAdjustHandles="1" noChangeArrowheads="1" noChangeShapeType="1" noTextEdit="1"/>
              </p:cNvSpPr>
              <p:nvPr/>
            </p:nvSpPr>
            <p:spPr>
              <a:xfrm>
                <a:off x="6905625" y="3676650"/>
                <a:ext cx="3619500" cy="895350"/>
              </a:xfrm>
              <a:prstGeom prst="rect">
                <a:avLst/>
              </a:prstGeom>
              <a:blipFill>
                <a:blip r:embed="rId9"/>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w_chain" descr="\frac{\partial\mathcal L_{\mathrm{sq}}}{\partial w_1}(\boldsymbol{\theta})=J_{1}'(a_1(x))\,\frac{\partial a_1(x)}{\partial w_1}">
                <a:extLst>
                  <a:ext uri="{FF2B5EF4-FFF2-40B4-BE49-F238E27FC236}">
                    <a16:creationId xmlns:a16="http://schemas.microsoft.com/office/drawing/2014/main" id="{102487E2-7DCD-4436-8E86-4F0D098F6BA9}"/>
                  </a:ext>
                </a:extLst>
              </p:cNvPr>
              <p:cNvSpPr>
                <a:spLocks noGrp="1"/>
              </p:cNvSpPr>
              <p:nvPr/>
            </p:nvSpPr>
            <p:spPr>
              <a:xfrm>
                <a:off x="2143125" y="4667250"/>
                <a:ext cx="4953000" cy="895350"/>
              </a:xfrm>
              <a:prstGeom prst="rect">
                <a:avLst/>
              </a:prstGeom>
              <a:noFill/>
              <a:ln w="0">
                <a:noFill/>
              </a:ln>
            </p:spPr>
            <p:txBody>
              <a:bodyPr vertOverflow="overflow" horzOverflow="overflow" wrap="none" lIns="0" tIns="0" rIns="0" bIns="0" anchor="ctr">
                <a:noAutofit/>
              </a:bodyPr>
              <a:lstStyle/>
              <a:p>
                <a:pPr/>
                <a14:m>
                  <m:oMathPara xmlns:m="http://schemas.openxmlformats.org/officeDocument/2006/math">
                    <m:oMath>
                      <m:f>
                        <m:fPr>
                          <m:ctrlPr>
                            <a:rPr lang="en-GB" sz="2600">
                              <a:solidFill>
                                <a:srgbClr val="7030A0"/>
                              </a:solidFill>
                              <a:latin typeface="Cambria Math"/>
                              <a:ea typeface="Cambria Math"/>
                              <a:cs typeface="Cambria Math"/>
                            </a:rPr>
                          </m:ctrlPr>
                        </m:fPr>
                        <m:num>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ℒ</m:t>
                              </m:r>
                            </m:e>
                            <m:sub>
                              <m:r>
                                <m:rPr>
                                  <m:sty m:val="p"/>
                                </m:rPr>
                                <a:rPr lang="en-GB" sz="2600">
                                  <a:solidFill>
                                    <a:srgbClr val="7030A0"/>
                                  </a:solidFill>
                                  <a:latin typeface="Cambria Math"/>
                                  <a:ea typeface="Cambria Math"/>
                                  <a:cs typeface="Cambria Math"/>
                                </a:rPr>
                                <m:t>sq</m:t>
                              </m:r>
                            </m:sub>
                          </m:sSub>
                        </m:num>
                        <m:den>
                          <m:r>
                            <a:rPr lang="en-GB" sz="2600">
                              <a:solidFill>
                                <a:srgbClr val="7030A0"/>
                              </a:solidFill>
                              <a:latin typeface="Cambria Math"/>
                              <a:ea typeface="Cambria Math"/>
                              <a:cs typeface="Cambria Math"/>
                            </a:rPr>
                            <m:t>𝜕</m:t>
                          </m:r>
                          <m:sSub>
                            <m:sSubPr>
                              <m:ctrlPr>
                                <a:rPr lang="en-GB" sz="2600">
                                  <a:solidFill>
                                    <a:srgbClr val="7030A0"/>
                                  </a:solidFill>
                                  <a:latin typeface="Cambria Math"/>
                                  <a:ea typeface="Cambria Math"/>
                                  <a:cs typeface="Cambria Math"/>
                                </a:rPr>
                              </m:ctrlPr>
                            </m:sSubPr>
                            <m:e>
                              <m:r>
                                <a:rPr lang="en-GB" sz="2600">
                                  <a:solidFill>
                                    <a:srgbClr val="7030A0"/>
                                  </a:solidFill>
                                  <a:latin typeface="Cambria Math"/>
                                  <a:ea typeface="Cambria Math"/>
                                  <a:cs typeface="Cambria Math"/>
                                </a:rPr>
                                <m:t>𝑤</m:t>
                              </m:r>
                            </m:e>
                            <m:sub>
                              <m:r>
                                <a:rPr lang="en-GB" sz="2600">
                                  <a:solidFill>
                                    <a:srgbClr val="7030A0"/>
                                  </a:solidFill>
                                  <a:latin typeface="Cambria Math"/>
                                  <a:ea typeface="Cambria Math"/>
                                  <a:cs typeface="Cambria Math"/>
                                </a:rPr>
                                <m:t>1</m:t>
                              </m:r>
                            </m:sub>
                          </m:sSub>
                        </m:den>
                      </m:f>
                      <m:d>
                        <m:dPr>
                          <m:ctrlPr>
                            <a:rPr lang="en-GB" sz="2600">
                              <a:solidFill>
                                <a:srgbClr val="7030A0"/>
                              </a:solidFill>
                              <a:latin typeface="Cambria Math"/>
                              <a:ea typeface="Cambria Math"/>
                              <a:cs typeface="Cambria Math"/>
                            </a:rPr>
                          </m:ctrlPr>
                        </m:dPr>
                        <m:e>
                          <m:r>
                            <a:rPr lang="en-GB" sz="2600">
                              <a:solidFill>
                                <a:srgbClr val="7030A0"/>
                              </a:solidFill>
                              <a:latin typeface="Cambria Math"/>
                              <a:ea typeface="Cambria Math"/>
                              <a:cs typeface="Cambria Math"/>
                            </a:rPr>
                            <m:t>𝛉</m:t>
                          </m:r>
                        </m:e>
                      </m:d>
                      <m:r>
                        <a:rPr lang="en-GB" sz="2600">
                          <a:solidFill>
                            <a:srgbClr val="7030A0"/>
                          </a:solidFill>
                          <a:latin typeface="Cambria Math"/>
                          <a:ea typeface="Cambria Math"/>
                          <a:cs typeface="Cambria Math"/>
                        </a:rPr>
                        <m:t>=</m:t>
                      </m:r>
                      <m:sSubSup>
                        <m:sSubSupPr>
                          <m:ctrlPr>
                            <a:rPr lang="en-GB" sz="2600">
                              <a:solidFill>
                                <a:srgbClr val="295892"/>
                              </a:solidFill>
                              <a:latin typeface="Cambria Math"/>
                              <a:ea typeface="Cambria Math"/>
                              <a:cs typeface="Cambria Math"/>
                            </a:rPr>
                          </m:ctrlPr>
                        </m:sSubSupPr>
                        <m:e>
                          <m:r>
                            <a:rPr lang="en-GB" sz="2600">
                              <a:solidFill>
                                <a:srgbClr val="295892"/>
                              </a:solidFill>
                              <a:latin typeface="Cambria Math"/>
                              <a:ea typeface="Cambria Math"/>
                              <a:cs typeface="Cambria Math"/>
                            </a:rPr>
                            <m:t>𝐽</m:t>
                          </m:r>
                        </m:e>
                        <m:sub>
                          <m:r>
                            <a:rPr lang="en-GB" sz="2600">
                              <a:solidFill>
                                <a:srgbClr val="295892"/>
                              </a:solidFill>
                              <a:latin typeface="Cambria Math"/>
                              <a:ea typeface="Cambria Math"/>
                              <a:cs typeface="Cambria Math"/>
                            </a:rPr>
                            <m:t>1</m:t>
                          </m:r>
                        </m:sub>
                        <m:sup>
                          <m:r>
                            <a:rPr lang="en-GB" sz="2600">
                              <a:solidFill>
                                <a:srgbClr val="295892"/>
                              </a:solidFill>
                              <a:latin typeface="Cambria Math"/>
                              <a:ea typeface="Cambria Math"/>
                              <a:cs typeface="Cambria Math"/>
                            </a:rPr>
                            <m:t>′</m:t>
                          </m:r>
                        </m:sup>
                      </m:sSubSup>
                      <m:d>
                        <m:dPr>
                          <m:ctrlPr>
                            <a:rPr lang="en-GB" sz="2600" i="1">
                              <a:solidFill>
                                <a:srgbClr val="295892"/>
                              </a:solidFill>
                              <a:latin typeface="Cambria Math" panose="02040503050406030204" pitchFamily="18" charset="0"/>
                              <a:ea typeface="Cambria Math"/>
                              <a:cs typeface="Cambria Math"/>
                            </a:rPr>
                          </m:ctrlPr>
                        </m:dPr>
                        <m:e>
                          <m:sSub>
                            <m:sSubPr>
                              <m:ctrlPr>
                                <a:rPr lang="en-GB" sz="2600">
                                  <a:solidFill>
                                    <a:srgbClr val="295892"/>
                                  </a:solidFill>
                                  <a:latin typeface="Cambria Math"/>
                                  <a:ea typeface="Cambria Math"/>
                                  <a:cs typeface="Cambria Math"/>
                                </a:rPr>
                              </m:ctrlPr>
                            </m:sSubPr>
                            <m:e>
                              <m:r>
                                <a:rPr lang="en-GB" sz="2600">
                                  <a:solidFill>
                                    <a:srgbClr val="295892"/>
                                  </a:solidFill>
                                  <a:latin typeface="Cambria Math"/>
                                  <a:ea typeface="Cambria Math"/>
                                  <a:cs typeface="Cambria Math"/>
                                </a:rPr>
                                <m:t>𝑎</m:t>
                              </m:r>
                            </m:e>
                            <m:sub>
                              <m:r>
                                <a:rPr lang="en-GB" sz="2600">
                                  <a:solidFill>
                                    <a:srgbClr val="295892"/>
                                  </a:solidFill>
                                  <a:latin typeface="Cambria Math"/>
                                  <a:ea typeface="Cambria Math"/>
                                  <a:cs typeface="Cambria Math"/>
                                </a:rPr>
                                <m:t>1</m:t>
                              </m:r>
                            </m:sub>
                          </m:sSub>
                          <m:d>
                            <m:dPr>
                              <m:ctrlPr>
                                <a:rPr lang="en-GB" sz="2600">
                                  <a:solidFill>
                                    <a:srgbClr val="295892"/>
                                  </a:solidFill>
                                  <a:latin typeface="Cambria Math"/>
                                  <a:ea typeface="Cambria Math"/>
                                  <a:cs typeface="Cambria Math"/>
                                </a:rPr>
                              </m:ctrlPr>
                            </m:dPr>
                            <m:e>
                              <m:r>
                                <a:rPr lang="en-GB" sz="2600">
                                  <a:solidFill>
                                    <a:srgbClr val="295892"/>
                                  </a:solidFill>
                                  <a:latin typeface="Cambria Math"/>
                                  <a:ea typeface="Cambria Math"/>
                                  <a:cs typeface="Cambria Math"/>
                                </a:rPr>
                                <m:t>𝑥</m:t>
                              </m:r>
                            </m:e>
                          </m:d>
                        </m:e>
                      </m:d>
                      <m:r>
                        <a:rPr lang="en-GB" sz="2600">
                          <a:solidFill>
                            <a:srgbClr val="087F83"/>
                          </a:solidFill>
                          <a:latin typeface="Cambria Math"/>
                          <a:ea typeface="Cambria Math"/>
                          <a:cs typeface="Cambria Math"/>
                        </a:rPr>
                        <m:t> </m:t>
                      </m:r>
                      <m:f>
                        <m:fPr>
                          <m:ctrlPr>
                            <a:rPr lang="en-GB" sz="2600">
                              <a:solidFill>
                                <a:srgbClr val="087F83"/>
                              </a:solidFill>
                              <a:latin typeface="Cambria Math"/>
                              <a:ea typeface="Cambria Math"/>
                              <a:cs typeface="Cambria Math"/>
                            </a:rPr>
                          </m:ctrlPr>
                        </m:fPr>
                        <m:num>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num>
                        <m:den>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1</m:t>
                              </m:r>
                            </m:sub>
                          </m:sSub>
                        </m:den>
                      </m:f>
                    </m:oMath>
                  </m:oMathPara>
                </a14:m>
                <a:endParaRPr lang="en-GB" sz="2600" dirty="0"/>
              </a:p>
            </p:txBody>
          </p:sp>
        </mc:Choice>
        <mc:Fallback xmlns="">
          <p:sp>
            <p:nvSpPr>
              <p:cNvPr id="11" name="w_chain" descr="\frac{\partial\mathcal L_{\mathrm{sq}}}{\partial w_1}(\boldsymbol{\theta})=J_{1}'(a_1(x))\,\frac{\partial a_1(x)}{\partial w_1}">
                <a:extLst>
                  <a:ext uri="{FF2B5EF4-FFF2-40B4-BE49-F238E27FC236}">
                    <a16:creationId xmlns:a16="http://schemas.microsoft.com/office/drawing/2014/main" id="{102487E2-7DCD-4436-8E86-4F0D098F6BA9}"/>
                  </a:ext>
                </a:extLst>
              </p:cNvPr>
              <p:cNvSpPr>
                <a:spLocks noGrp="1" noRot="1" noChangeAspect="1" noMove="1" noResize="1" noEditPoints="1" noAdjustHandles="1" noChangeArrowheads="1" noChangeShapeType="1" noTextEdit="1"/>
              </p:cNvSpPr>
              <p:nvPr/>
            </p:nvSpPr>
            <p:spPr>
              <a:xfrm>
                <a:off x="2143125" y="4667250"/>
                <a:ext cx="4953000" cy="895350"/>
              </a:xfrm>
              <a:prstGeom prst="rect">
                <a:avLst/>
              </a:prstGeom>
              <a:blipFill>
                <a:blip r:embed="rId1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w_result" descr="=J_{1}^{\prime}(a_1(x))\cdot\phi_0(x)">
                <a:extLst>
                  <a:ext uri="{FF2B5EF4-FFF2-40B4-BE49-F238E27FC236}">
                    <a16:creationId xmlns:a16="http://schemas.microsoft.com/office/drawing/2014/main" id="{B135099E-FAE4-47EB-98DB-2E7F81A5821D}"/>
                  </a:ext>
                </a:extLst>
              </p:cNvPr>
              <p:cNvSpPr>
                <a:spLocks noGrp="1"/>
              </p:cNvSpPr>
              <p:nvPr/>
            </p:nvSpPr>
            <p:spPr>
              <a:xfrm>
                <a:off x="7015162" y="4667250"/>
                <a:ext cx="3619500" cy="895350"/>
              </a:xfrm>
              <a:prstGeom prst="rect">
                <a:avLst/>
              </a:prstGeom>
              <a:noFill/>
              <a:ln w="0">
                <a:noFill/>
              </a:ln>
            </p:spPr>
            <p:txBody>
              <a:bodyPr vertOverflow="overflow" horzOverflow="overflow" wrap="none" lIns="0" tIns="0" rIns="0" bIns="0" anchor="ctr">
                <a:noAutofit/>
              </a:bodyPr>
              <a:lstStyle/>
              <a:p>
                <a:pPr algn="ctr"/>
                <a14:m>
                  <m:oMath xmlns:m="http://schemas.openxmlformats.org/officeDocument/2006/math">
                    <m:r>
                      <a:rPr lang="it-IT" sz="2600" b="0" i="0" smtClean="0">
                        <a:solidFill>
                          <a:srgbClr val="087F83"/>
                        </a:solidFill>
                        <a:latin typeface="Cambria Math" panose="02040503050406030204" pitchFamily="18" charset="0"/>
                        <a:ea typeface="Cambria Math"/>
                        <a:cs typeface="Cambria Math"/>
                      </a:rPr>
                      <m:t>       </m:t>
                    </m:r>
                    <m:r>
                      <a:rPr lang="en-GB" sz="2600">
                        <a:solidFill>
                          <a:srgbClr val="087F83"/>
                        </a:solidFill>
                        <a:latin typeface="Cambria Math"/>
                        <a:ea typeface="Cambria Math"/>
                        <a:cs typeface="Cambria Math"/>
                      </a:rPr>
                      <m:t>=</m:t>
                    </m:r>
                    <m:sSubSup>
                      <m:sSubSupPr>
                        <m:ctrlPr>
                          <a:rPr lang="en-GB" sz="2600">
                            <a:solidFill>
                              <a:srgbClr val="295892"/>
                            </a:solidFill>
                            <a:latin typeface="Cambria Math"/>
                            <a:ea typeface="Cambria Math"/>
                            <a:cs typeface="Cambria Math"/>
                          </a:rPr>
                        </m:ctrlPr>
                      </m:sSubSupPr>
                      <m:e>
                        <m:r>
                          <a:rPr lang="en-GB" sz="2600">
                            <a:solidFill>
                              <a:srgbClr val="295892"/>
                            </a:solidFill>
                            <a:latin typeface="Cambria Math"/>
                            <a:ea typeface="Cambria Math"/>
                            <a:cs typeface="Cambria Math"/>
                          </a:rPr>
                          <m:t>𝐽</m:t>
                        </m:r>
                      </m:e>
                      <m:sub>
                        <m:r>
                          <a:rPr lang="en-GB" sz="2600">
                            <a:solidFill>
                              <a:srgbClr val="295892"/>
                            </a:solidFill>
                            <a:latin typeface="Cambria Math"/>
                            <a:ea typeface="Cambria Math"/>
                            <a:cs typeface="Cambria Math"/>
                          </a:rPr>
                          <m:t>1</m:t>
                        </m:r>
                      </m:sub>
                      <m:sup>
                        <m:r>
                          <a:rPr lang="en-GB" sz="2600">
                            <a:solidFill>
                              <a:srgbClr val="295892"/>
                            </a:solidFill>
                            <a:latin typeface="Cambria Math"/>
                            <a:ea typeface="Cambria Math"/>
                            <a:cs typeface="Cambria Math"/>
                          </a:rPr>
                          <m:t>′</m:t>
                        </m:r>
                      </m:sup>
                    </m:sSubSup>
                    <m:d>
                      <m:dPr>
                        <m:ctrlPr>
                          <a:rPr lang="en-GB" sz="2600" i="1">
                            <a:solidFill>
                              <a:srgbClr val="295892"/>
                            </a:solidFill>
                            <a:latin typeface="Cambria Math" panose="02040503050406030204" pitchFamily="18" charset="0"/>
                            <a:ea typeface="Cambria Math"/>
                            <a:cs typeface="Cambria Math"/>
                          </a:rPr>
                        </m:ctrlPr>
                      </m:dPr>
                      <m:e>
                        <m:sSub>
                          <m:sSubPr>
                            <m:ctrlPr>
                              <a:rPr lang="en-GB" sz="2600">
                                <a:solidFill>
                                  <a:srgbClr val="295892"/>
                                </a:solidFill>
                                <a:latin typeface="Cambria Math"/>
                                <a:ea typeface="Cambria Math"/>
                                <a:cs typeface="Cambria Math"/>
                              </a:rPr>
                            </m:ctrlPr>
                          </m:sSubPr>
                          <m:e>
                            <m:r>
                              <a:rPr lang="en-GB" sz="2600">
                                <a:solidFill>
                                  <a:srgbClr val="295892"/>
                                </a:solidFill>
                                <a:latin typeface="Cambria Math"/>
                                <a:ea typeface="Cambria Math"/>
                                <a:cs typeface="Cambria Math"/>
                              </a:rPr>
                              <m:t>𝑎</m:t>
                            </m:r>
                          </m:e>
                          <m:sub>
                            <m:r>
                              <a:rPr lang="en-GB" sz="2600">
                                <a:solidFill>
                                  <a:srgbClr val="295892"/>
                                </a:solidFill>
                                <a:latin typeface="Cambria Math"/>
                                <a:ea typeface="Cambria Math"/>
                                <a:cs typeface="Cambria Math"/>
                              </a:rPr>
                              <m:t>1</m:t>
                            </m:r>
                          </m:sub>
                        </m:sSub>
                        <m:d>
                          <m:dPr>
                            <m:ctrlPr>
                              <a:rPr lang="en-GB" sz="2600">
                                <a:solidFill>
                                  <a:srgbClr val="295892"/>
                                </a:solidFill>
                                <a:latin typeface="Cambria Math"/>
                                <a:ea typeface="Cambria Math"/>
                                <a:cs typeface="Cambria Math"/>
                              </a:rPr>
                            </m:ctrlPr>
                          </m:dPr>
                          <m:e>
                            <m:r>
                              <a:rPr lang="en-GB" sz="2600">
                                <a:solidFill>
                                  <a:srgbClr val="295892"/>
                                </a:solidFill>
                                <a:latin typeface="Cambria Math"/>
                                <a:ea typeface="Cambria Math"/>
                                <a:cs typeface="Cambria Math"/>
                              </a:rPr>
                              <m:t>𝑥</m:t>
                            </m:r>
                          </m:e>
                        </m:d>
                      </m:e>
                    </m:d>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𝜙</m:t>
                        </m:r>
                      </m:e>
                      <m:sub>
                        <m:r>
                          <a:rPr lang="en-GB" sz="2600">
                            <a:solidFill>
                              <a:srgbClr val="087F83"/>
                            </a:solidFill>
                            <a:latin typeface="Cambria Math"/>
                            <a:ea typeface="Cambria Math"/>
                            <a:cs typeface="Cambria Math"/>
                          </a:rPr>
                          <m:t>0</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oMath>
                </a14:m>
                <a:r>
                  <a:rPr lang="en-GB" sz="2600" dirty="0"/>
                  <a:t> </a:t>
                </a:r>
              </a:p>
            </p:txBody>
          </p:sp>
        </mc:Choice>
        <mc:Fallback xmlns="">
          <p:sp>
            <p:nvSpPr>
              <p:cNvPr id="12" name="w_result" descr="=J_{1}^{\prime}(a_1(x))\cdot\phi_0(x)">
                <a:extLst>
                  <a:ext uri="{FF2B5EF4-FFF2-40B4-BE49-F238E27FC236}">
                    <a16:creationId xmlns:a16="http://schemas.microsoft.com/office/drawing/2014/main" id="{B135099E-FAE4-47EB-98DB-2E7F81A5821D}"/>
                  </a:ext>
                </a:extLst>
              </p:cNvPr>
              <p:cNvSpPr>
                <a:spLocks noGrp="1" noRot="1" noChangeAspect="1" noMove="1" noResize="1" noEditPoints="1" noAdjustHandles="1" noChangeArrowheads="1" noChangeShapeType="1" noTextEdit="1"/>
              </p:cNvSpPr>
              <p:nvPr/>
            </p:nvSpPr>
            <p:spPr>
              <a:xfrm>
                <a:off x="7015162" y="4667250"/>
                <a:ext cx="3619500" cy="895350"/>
              </a:xfrm>
              <a:prstGeom prst="rect">
                <a:avLst/>
              </a:prstGeom>
              <a:blipFill>
                <a:blip r:embed="rId11"/>
                <a:stretch>
                  <a:fillRect/>
                </a:stretch>
              </a:blipFill>
              <a:ln w="0">
                <a:noFill/>
              </a:ln>
            </p:spPr>
            <p:txBody>
              <a:bodyPr/>
              <a:lstStyle/>
              <a:p>
                <a:r>
                  <a:rPr lang="it-IT">
                    <a:noFill/>
                  </a:rPr>
                  <a:t> </a:t>
                </a:r>
              </a:p>
            </p:txBody>
          </p:sp>
        </mc:Fallback>
      </mc:AlternateContent>
      <p:sp>
        <p:nvSpPr>
          <p:cNvPr id="15" name="definition_connector">
            <a:extLst>
              <a:ext uri="{FF2B5EF4-FFF2-40B4-BE49-F238E27FC236}">
                <a16:creationId xmlns:a16="http://schemas.microsoft.com/office/drawing/2014/main" id="{E03A9915-8C21-4663-8613-C090834C5A10}"/>
              </a:ext>
            </a:extLst>
          </p:cNvPr>
          <p:cNvSpPr>
            <a:spLocks noGrp="1"/>
          </p:cNvSpPr>
          <p:nvPr/>
        </p:nvSpPr>
        <p:spPr>
          <a:xfrm>
            <a:off x="2511743" y="2003108"/>
            <a:ext cx="7169468" cy="42672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where</a:t>
            </a:r>
          </a:p>
        </p:txBody>
      </p:sp>
      <mc:AlternateContent xmlns:mc="http://schemas.openxmlformats.org/markup-compatibility/2006" xmlns:a14="http://schemas.microsoft.com/office/drawing/2010/main">
        <mc:Choice Requires="a14">
          <p:sp>
            <p:nvSpPr>
              <p:cNvPr id="16" name="shared_factor_prompt">
                <a:extLst>
                  <a:ext uri="{FF2B5EF4-FFF2-40B4-BE49-F238E27FC236}">
                    <a16:creationId xmlns:a16="http://schemas.microsoft.com/office/drawing/2014/main" id="{865D38B7-9D1C-BB7F-2609-46AE8EF184F5}"/>
                  </a:ext>
                </a:extLst>
              </p:cNvPr>
              <p:cNvSpPr>
                <a:spLocks noGrp="1"/>
              </p:cNvSpPr>
              <p:nvPr/>
            </p:nvSpPr>
            <p:spPr>
              <a:xfrm>
                <a:off x="428625" y="5895975"/>
                <a:ext cx="11334750" cy="571500"/>
              </a:xfrm>
              <a:prstGeom prst="rect">
                <a:avLst/>
              </a:prstGeom>
              <a:noFill/>
              <a:ln w="0">
                <a:noFill/>
              </a:ln>
            </p:spPr>
            <p:txBody>
              <a:bodyPr anchor="ctr"/>
              <a:lstStyle>
                <a:defPPr algn="ctr">
                  <a:defRPr sz="2175" b="1">
                    <a:solidFill>
                      <a:srgbClr val="182D45"/>
                    </a:solidFill>
                    <a:latin typeface="DejaVu Sans"/>
                    <a:ea typeface="DejaVu Sans"/>
                    <a:cs typeface="DejaVu Sans"/>
                  </a:defRPr>
                </a:defPPr>
              </a:lstStyle>
              <a:p>
                <a:pPr algn="ctr">
                  <a:defRPr sz="2175" b="1">
                    <a:solidFill>
                      <a:srgbClr val="182D45"/>
                    </a:solidFill>
                    <a:latin typeface="DejaVu Sans"/>
                    <a:ea typeface="DejaVu Sans"/>
                    <a:cs typeface="DejaVu Sans"/>
                  </a:defRPr>
                </a:pPr>
                <a:r>
                  <a:rPr lang="it-IT" sz="2175" b="1" dirty="0">
                    <a:solidFill>
                      <a:srgbClr val="182D45"/>
                    </a:solidFill>
                    <a:latin typeface="DejaVu Sans"/>
                    <a:ea typeface="DejaVu Sans"/>
                    <a:cs typeface="DejaVu Sans"/>
                  </a:rPr>
                  <a:t>We still need the shared factor </a:t>
                </a:r>
                <a14:m>
                  <m:oMath xmlns:m="http://schemas.openxmlformats.org/officeDocument/2006/math">
                    <m:sSubSup>
                      <m:sSubSupPr>
                        <m:ctrlPr>
                          <a:rPr lang="ar-AE" sz="2400">
                            <a:solidFill>
                              <a:srgbClr val="295892"/>
                            </a:solidFill>
                            <a:latin typeface="Cambria Math"/>
                            <a:ea typeface="Cambria Math"/>
                            <a:cs typeface="Cambria Math"/>
                          </a:rPr>
                        </m:ctrlPr>
                      </m:sSubSupPr>
                      <m:e>
                        <m:r>
                          <a:rPr lang="ar-AE" sz="2400">
                            <a:solidFill>
                              <a:srgbClr val="295892"/>
                            </a:solidFill>
                            <a:latin typeface="Cambria Math"/>
                            <a:ea typeface="Cambria Math"/>
                            <a:cs typeface="Cambria Math"/>
                          </a:rPr>
                          <m:t>𝐽</m:t>
                        </m:r>
                      </m:e>
                      <m:sub>
                        <m:r>
                          <a:rPr lang="it-IT" sz="2400" b="0" i="1" smtClean="0">
                            <a:solidFill>
                              <a:srgbClr val="295892"/>
                            </a:solidFill>
                            <a:latin typeface="Cambria Math" panose="02040503050406030204" pitchFamily="18" charset="0"/>
                            <a:ea typeface="Cambria Math"/>
                            <a:cs typeface="Cambria Math"/>
                          </a:rPr>
                          <m:t>1</m:t>
                        </m:r>
                      </m:sub>
                      <m:sup>
                        <m:r>
                          <a:rPr lang="ar-AE" sz="2400">
                            <a:solidFill>
                              <a:srgbClr val="295892"/>
                            </a:solidFill>
                            <a:latin typeface="Cambria Math"/>
                            <a:ea typeface="Cambria Math"/>
                            <a:cs typeface="Cambria Math"/>
                          </a:rPr>
                          <m:t>′</m:t>
                        </m:r>
                      </m:sup>
                    </m:sSubSup>
                    <m:d>
                      <m:dPr>
                        <m:ctrlPr>
                          <a:rPr lang="ar-AE" sz="2400" i="1">
                            <a:solidFill>
                              <a:srgbClr val="295892"/>
                            </a:solidFill>
                            <a:latin typeface="Cambria Math" panose="02040503050406030204" pitchFamily="18" charset="0"/>
                            <a:ea typeface="Cambria Math"/>
                            <a:cs typeface="Cambria Math"/>
                          </a:rPr>
                        </m:ctrlPr>
                      </m:dPr>
                      <m:e>
                        <m:sSub>
                          <m:sSubPr>
                            <m:ctrlPr>
                              <a:rPr lang="ar-AE" sz="2400">
                                <a:solidFill>
                                  <a:srgbClr val="295892"/>
                                </a:solidFill>
                                <a:latin typeface="Cambria Math"/>
                                <a:ea typeface="Cambria Math"/>
                                <a:cs typeface="Cambria Math"/>
                              </a:rPr>
                            </m:ctrlPr>
                          </m:sSubPr>
                          <m:e>
                            <m:r>
                              <a:rPr lang="ar-AE" sz="2400">
                                <a:solidFill>
                                  <a:srgbClr val="295892"/>
                                </a:solidFill>
                                <a:latin typeface="Cambria Math"/>
                                <a:ea typeface="Cambria Math"/>
                                <a:cs typeface="Cambria Math"/>
                              </a:rPr>
                              <m:t>𝑎</m:t>
                            </m:r>
                          </m:e>
                          <m:sub>
                            <m:r>
                              <a:rPr lang="it-IT" sz="2400" b="0" i="1" smtClean="0">
                                <a:solidFill>
                                  <a:srgbClr val="295892"/>
                                </a:solidFill>
                                <a:latin typeface="Cambria Math" panose="02040503050406030204" pitchFamily="18" charset="0"/>
                                <a:ea typeface="Cambria Math"/>
                                <a:cs typeface="Cambria Math"/>
                              </a:rPr>
                              <m:t>1</m:t>
                            </m:r>
                          </m:sub>
                        </m:sSub>
                        <m:d>
                          <m:dPr>
                            <m:ctrlPr>
                              <a:rPr lang="ar-AE" sz="2400">
                                <a:solidFill>
                                  <a:srgbClr val="295892"/>
                                </a:solidFill>
                                <a:latin typeface="Cambria Math"/>
                                <a:ea typeface="Cambria Math"/>
                                <a:cs typeface="Cambria Math"/>
                              </a:rPr>
                            </m:ctrlPr>
                          </m:dPr>
                          <m:e>
                            <m:r>
                              <a:rPr lang="ar-AE" sz="2400">
                                <a:solidFill>
                                  <a:srgbClr val="295892"/>
                                </a:solidFill>
                                <a:latin typeface="Cambria Math"/>
                                <a:ea typeface="Cambria Math"/>
                                <a:cs typeface="Cambria Math"/>
                              </a:rPr>
                              <m:t>𝑥</m:t>
                            </m:r>
                          </m:e>
                        </m:d>
                      </m:e>
                    </m:d>
                  </m:oMath>
                </a14:m>
                <a:r>
                  <a:rPr lang="ar-AE" sz="2175" b="1" dirty="0">
                    <a:solidFill>
                      <a:srgbClr val="182D45"/>
                    </a:solidFill>
                    <a:latin typeface="DejaVu Sans"/>
                    <a:ea typeface="DejaVu Sans"/>
                    <a:cs typeface="DejaVu Sans"/>
                  </a:rPr>
                  <a:t> </a:t>
                </a:r>
                <a:r>
                  <a:rPr lang="it-IT" sz="2175" b="1" dirty="0">
                    <a:solidFill>
                      <a:srgbClr val="182D45"/>
                    </a:solidFill>
                    <a:latin typeface="DejaVu Sans"/>
                    <a:ea typeface="DejaVu Sans"/>
                    <a:cs typeface="DejaVu Sans"/>
                  </a:rPr>
                  <a:t>in both expressions.</a:t>
                </a:r>
                <a:endParaRPr sz="2175" b="1" dirty="0">
                  <a:solidFill>
                    <a:srgbClr val="182D45"/>
                  </a:solidFill>
                  <a:latin typeface="DejaVu Sans"/>
                  <a:ea typeface="DejaVu Sans"/>
                  <a:cs typeface="DejaVu Sans"/>
                </a:endParaRPr>
              </a:p>
            </p:txBody>
          </p:sp>
        </mc:Choice>
        <mc:Fallback xmlns="">
          <p:sp>
            <p:nvSpPr>
              <p:cNvPr id="16" name="shared_factor_prompt">
                <a:extLst>
                  <a:ext uri="{FF2B5EF4-FFF2-40B4-BE49-F238E27FC236}">
                    <a16:creationId xmlns:a16="http://schemas.microsoft.com/office/drawing/2014/main" id="{865D38B7-9D1C-BB7F-2609-46AE8EF184F5}"/>
                  </a:ext>
                </a:extLst>
              </p:cNvPr>
              <p:cNvSpPr>
                <a:spLocks noGrp="1" noRot="1" noChangeAspect="1" noMove="1" noResize="1" noEditPoints="1" noAdjustHandles="1" noChangeArrowheads="1" noChangeShapeType="1" noTextEdit="1"/>
              </p:cNvSpPr>
              <p:nvPr/>
            </p:nvSpPr>
            <p:spPr>
              <a:xfrm>
                <a:off x="428625" y="5895975"/>
                <a:ext cx="11334750" cy="571500"/>
              </a:xfrm>
              <a:prstGeom prst="rect">
                <a:avLst/>
              </a:prstGeom>
              <a:blipFill>
                <a:blip r:embed="rId12"/>
                <a:stretch>
                  <a:fillRect b="-8511"/>
                </a:stretch>
              </a:blipFill>
              <a:ln w="0">
                <a:noFill/>
              </a:ln>
            </p:spPr>
            <p:txBody>
              <a:bodyPr/>
              <a:lstStyle/>
              <a:p>
                <a:r>
                  <a:rPr lang="it-IT">
                    <a:noFill/>
                  </a:rPr>
                  <a:t> </a:t>
                </a:r>
              </a:p>
            </p:txBody>
          </p:sp>
        </mc:Fallback>
      </mc:AlternateContent>
      <p:sp>
        <p:nvSpPr>
          <p:cNvPr id="17" name="bias_saved_a_brace" descr="Underbrace identifying a_1(x) as already computed in the forward pass.">
            <a:extLst>
              <a:ext uri="{FF2B5EF4-FFF2-40B4-BE49-F238E27FC236}">
                <a16:creationId xmlns:a16="http://schemas.microsoft.com/office/drawing/2014/main" id="{61EBEA73-2ED5-4890-9D36-C03E7145DC7E}"/>
              </a:ext>
            </a:extLst>
          </p:cNvPr>
          <p:cNvSpPr>
            <a:spLocks noGrp="1"/>
          </p:cNvSpPr>
          <p:nvPr/>
        </p:nvSpPr>
        <p:spPr>
          <a:xfrm>
            <a:off x="8401050" y="4371975"/>
            <a:ext cx="762000" cy="66675"/>
          </a:xfrm>
          <a:custGeom>
            <a:avLst/>
            <a:gdLst/>
            <a:ahLst/>
            <a:cxnLst/>
            <a:rect l="0" t="0" r="0" b="0"/>
            <a:pathLst>
              <a:path w="762000" h="66675">
                <a:moveTo>
                  <a:pt x="0" y="0"/>
                </a:moveTo>
                <a:cubicBezTo>
                  <a:pt x="0" y="33338"/>
                  <a:pt x="0" y="33338"/>
                  <a:pt x="91440" y="33338"/>
                </a:cubicBezTo>
                <a:lnTo>
                  <a:pt x="304800" y="33338"/>
                </a:lnTo>
                <a:cubicBezTo>
                  <a:pt x="365760" y="33338"/>
                  <a:pt x="381000" y="33338"/>
                  <a:pt x="381000" y="66675"/>
                </a:cubicBezTo>
                <a:cubicBezTo>
                  <a:pt x="381000" y="33338"/>
                  <a:pt x="396240" y="33338"/>
                  <a:pt x="457200" y="33338"/>
                </a:cubicBezTo>
                <a:lnTo>
                  <a:pt x="670560" y="33338"/>
                </a:lnTo>
                <a:cubicBezTo>
                  <a:pt x="762000" y="33338"/>
                  <a:pt x="762000" y="33338"/>
                  <a:pt x="762000" y="0"/>
                </a:cubicBezTo>
              </a:path>
            </a:pathLst>
          </a:custGeom>
          <a:noFill/>
          <a:ln w="11430">
            <a:solidFill>
              <a:srgbClr val="295892"/>
            </a:solidFill>
          </a:ln>
        </p:spPr>
        <p:txBody>
          <a:bodyPr/>
          <a:lstStyle/>
          <a:p>
            <a:endParaRPr lang="it-IT"/>
          </a:p>
        </p:txBody>
      </p:sp>
      <p:sp>
        <p:nvSpPr>
          <p:cNvPr id="18" name="bias_saved_a_caption" descr="already computed in the forward pass">
            <a:extLst>
              <a:ext uri="{FF2B5EF4-FFF2-40B4-BE49-F238E27FC236}">
                <a16:creationId xmlns:a16="http://schemas.microsoft.com/office/drawing/2014/main" id="{657AA797-3667-4984-BC1B-D3E11126877D}"/>
              </a:ext>
            </a:extLst>
          </p:cNvPr>
          <p:cNvSpPr>
            <a:spLocks noGrp="1"/>
          </p:cNvSpPr>
          <p:nvPr/>
        </p:nvSpPr>
        <p:spPr>
          <a:xfrm>
            <a:off x="8172450" y="44672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19" name="weight_saved_a_brace" descr="Underbrace identifying a_1(x) as already computed in the forward pass.">
            <a:extLst>
              <a:ext uri="{FF2B5EF4-FFF2-40B4-BE49-F238E27FC236}">
                <a16:creationId xmlns:a16="http://schemas.microsoft.com/office/drawing/2014/main" id="{90E370AB-7E35-4E0E-819D-B0249ACC2E5B}"/>
              </a:ext>
            </a:extLst>
          </p:cNvPr>
          <p:cNvSpPr>
            <a:spLocks noGrp="1"/>
          </p:cNvSpPr>
          <p:nvPr/>
        </p:nvSpPr>
        <p:spPr>
          <a:xfrm>
            <a:off x="8401050" y="5362575"/>
            <a:ext cx="762000" cy="66675"/>
          </a:xfrm>
          <a:custGeom>
            <a:avLst/>
            <a:gdLst/>
            <a:ahLst/>
            <a:cxnLst/>
            <a:rect l="0" t="0" r="0" b="0"/>
            <a:pathLst>
              <a:path w="762000" h="66675">
                <a:moveTo>
                  <a:pt x="0" y="0"/>
                </a:moveTo>
                <a:cubicBezTo>
                  <a:pt x="0" y="33338"/>
                  <a:pt x="0" y="33338"/>
                  <a:pt x="91440" y="33338"/>
                </a:cubicBezTo>
                <a:lnTo>
                  <a:pt x="304800" y="33338"/>
                </a:lnTo>
                <a:cubicBezTo>
                  <a:pt x="365760" y="33338"/>
                  <a:pt x="381000" y="33338"/>
                  <a:pt x="381000" y="66675"/>
                </a:cubicBezTo>
                <a:cubicBezTo>
                  <a:pt x="381000" y="33338"/>
                  <a:pt x="396240" y="33338"/>
                  <a:pt x="457200" y="33338"/>
                </a:cubicBezTo>
                <a:lnTo>
                  <a:pt x="670560" y="33338"/>
                </a:lnTo>
                <a:cubicBezTo>
                  <a:pt x="762000" y="33338"/>
                  <a:pt x="762000" y="33338"/>
                  <a:pt x="762000" y="0"/>
                </a:cubicBezTo>
              </a:path>
            </a:pathLst>
          </a:custGeom>
          <a:noFill/>
          <a:ln w="11430">
            <a:solidFill>
              <a:srgbClr val="295892"/>
            </a:solidFill>
          </a:ln>
        </p:spPr>
        <p:txBody>
          <a:bodyPr/>
          <a:lstStyle/>
          <a:p>
            <a:endParaRPr lang="it-IT"/>
          </a:p>
        </p:txBody>
      </p:sp>
      <p:sp>
        <p:nvSpPr>
          <p:cNvPr id="20" name="weight_saved_a_caption" descr="already computed in the forward pass">
            <a:extLst>
              <a:ext uri="{FF2B5EF4-FFF2-40B4-BE49-F238E27FC236}">
                <a16:creationId xmlns:a16="http://schemas.microsoft.com/office/drawing/2014/main" id="{FFB75ABC-A9D2-425C-9E5E-4E580D7FDDC3}"/>
              </a:ext>
            </a:extLst>
          </p:cNvPr>
          <p:cNvSpPr>
            <a:spLocks noGrp="1"/>
          </p:cNvSpPr>
          <p:nvPr/>
        </p:nvSpPr>
        <p:spPr>
          <a:xfrm>
            <a:off x="8172450"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
        <p:nvSpPr>
          <p:cNvPr id="21" name="weight_saved_phi_brace" descr="Underbrace identifying phi_0(x) as already computed in the forward pass.">
            <a:extLst>
              <a:ext uri="{FF2B5EF4-FFF2-40B4-BE49-F238E27FC236}">
                <a16:creationId xmlns:a16="http://schemas.microsoft.com/office/drawing/2014/main" id="{47279F68-8FD5-4186-A12C-6B31602E6969}"/>
              </a:ext>
            </a:extLst>
          </p:cNvPr>
          <p:cNvSpPr>
            <a:spLocks noGrp="1"/>
          </p:cNvSpPr>
          <p:nvPr/>
        </p:nvSpPr>
        <p:spPr>
          <a:xfrm>
            <a:off x="9582150" y="5362575"/>
            <a:ext cx="809625" cy="66675"/>
          </a:xfrm>
          <a:custGeom>
            <a:avLst/>
            <a:gdLst/>
            <a:ahLst/>
            <a:cxnLst/>
            <a:rect l="0" t="0" r="0" b="0"/>
            <a:pathLst>
              <a:path w="809625" h="66675">
                <a:moveTo>
                  <a:pt x="0" y="0"/>
                </a:moveTo>
                <a:cubicBezTo>
                  <a:pt x="0" y="33338"/>
                  <a:pt x="0" y="33338"/>
                  <a:pt x="97155" y="33338"/>
                </a:cubicBezTo>
                <a:lnTo>
                  <a:pt x="323850" y="33338"/>
                </a:lnTo>
                <a:cubicBezTo>
                  <a:pt x="388620" y="33338"/>
                  <a:pt x="404813" y="33338"/>
                  <a:pt x="404813" y="66675"/>
                </a:cubicBezTo>
                <a:cubicBezTo>
                  <a:pt x="404813" y="33338"/>
                  <a:pt x="421005" y="33338"/>
                  <a:pt x="485775" y="33338"/>
                </a:cubicBezTo>
                <a:lnTo>
                  <a:pt x="712470" y="33338"/>
                </a:lnTo>
                <a:cubicBezTo>
                  <a:pt x="809625" y="33338"/>
                  <a:pt x="809625" y="33338"/>
                  <a:pt x="809625" y="0"/>
                </a:cubicBezTo>
              </a:path>
            </a:pathLst>
          </a:custGeom>
          <a:noFill/>
          <a:ln w="11430">
            <a:solidFill>
              <a:srgbClr val="087F83"/>
            </a:solidFill>
          </a:ln>
        </p:spPr>
        <p:txBody>
          <a:bodyPr/>
          <a:lstStyle/>
          <a:p>
            <a:endParaRPr lang="it-IT"/>
          </a:p>
        </p:txBody>
      </p:sp>
      <p:sp>
        <p:nvSpPr>
          <p:cNvPr id="22" name="weight_saved_phi_caption" descr="already computed in the forward pass">
            <a:extLst>
              <a:ext uri="{FF2B5EF4-FFF2-40B4-BE49-F238E27FC236}">
                <a16:creationId xmlns:a16="http://schemas.microsoft.com/office/drawing/2014/main" id="{C4D16C2F-C16F-41B7-8293-339DDFC1DABC}"/>
              </a:ext>
            </a:extLst>
          </p:cNvPr>
          <p:cNvSpPr>
            <a:spLocks noGrp="1"/>
          </p:cNvSpPr>
          <p:nvPr/>
        </p:nvSpPr>
        <p:spPr>
          <a:xfrm>
            <a:off x="9377363" y="5457825"/>
            <a:ext cx="1219200" cy="447675"/>
          </a:xfrm>
          <a:prstGeom prst="rect">
            <a:avLst/>
          </a:prstGeom>
          <a:noFill/>
          <a:ln w="0">
            <a:noFill/>
          </a:ln>
        </p:spPr>
        <p:txBody>
          <a:bodyPr lIns="0" tIns="0" rIns="0" bIns="0" anchor="t">
            <a:noAutofit/>
          </a:bodyPr>
          <a:lstStyle>
            <a:defPPr algn="ctr">
              <a:defRPr sz="1088">
                <a:solidFill>
                  <a:srgbClr val="526276"/>
                </a:solidFill>
                <a:latin typeface="DejaVu Sans"/>
                <a:ea typeface="DejaVu Sans"/>
                <a:cs typeface="DejaVu Sans"/>
              </a:defRPr>
            </a:defPPr>
            <a:lvl1pPr algn="ctr">
              <a:defRPr sz="1088">
                <a:solidFill>
                  <a:srgbClr val="526276"/>
                </a:solidFill>
                <a:latin typeface="DejaVu Sans"/>
                <a:ea typeface="DejaVu Sans"/>
                <a:cs typeface="DejaVu Sans"/>
              </a:defRPr>
            </a:lvl1pPr>
            <a:lvl2pPr algn="ctr">
              <a:defRPr sz="1088">
                <a:solidFill>
                  <a:srgbClr val="526276"/>
                </a:solidFill>
                <a:latin typeface="DejaVu Sans"/>
                <a:ea typeface="DejaVu Sans"/>
                <a:cs typeface="DejaVu Sans"/>
              </a:defRPr>
            </a:lvl2pPr>
            <a:lvl3pPr algn="ctr">
              <a:defRPr sz="1088">
                <a:solidFill>
                  <a:srgbClr val="526276"/>
                </a:solidFill>
                <a:latin typeface="DejaVu Sans"/>
                <a:ea typeface="DejaVu Sans"/>
                <a:cs typeface="DejaVu Sans"/>
              </a:defRPr>
            </a:lvl3pPr>
            <a:lvl4pPr algn="ctr">
              <a:defRPr sz="1088">
                <a:solidFill>
                  <a:srgbClr val="526276"/>
                </a:solidFill>
                <a:latin typeface="DejaVu Sans"/>
                <a:ea typeface="DejaVu Sans"/>
                <a:cs typeface="DejaVu Sans"/>
              </a:defRPr>
            </a:lvl4pPr>
            <a:lvl5pPr algn="ctr">
              <a:defRPr sz="1088">
                <a:solidFill>
                  <a:srgbClr val="526276"/>
                </a:solidFill>
                <a:latin typeface="DejaVu Sans"/>
                <a:ea typeface="DejaVu Sans"/>
                <a:cs typeface="DejaVu Sans"/>
              </a:defRPr>
            </a:lvl5pPr>
            <a:lvl6pPr algn="ctr">
              <a:defRPr sz="1088">
                <a:solidFill>
                  <a:srgbClr val="526276"/>
                </a:solidFill>
                <a:latin typeface="DejaVu Sans"/>
                <a:ea typeface="DejaVu Sans"/>
                <a:cs typeface="DejaVu Sans"/>
              </a:defRPr>
            </a:lvl6pPr>
            <a:lvl7pPr algn="ctr">
              <a:defRPr sz="1088">
                <a:solidFill>
                  <a:srgbClr val="526276"/>
                </a:solidFill>
                <a:latin typeface="DejaVu Sans"/>
                <a:ea typeface="DejaVu Sans"/>
                <a:cs typeface="DejaVu Sans"/>
              </a:defRPr>
            </a:lvl7pPr>
            <a:lvl8pPr algn="ctr">
              <a:defRPr sz="1088">
                <a:solidFill>
                  <a:srgbClr val="526276"/>
                </a:solidFill>
                <a:latin typeface="DejaVu Sans"/>
                <a:ea typeface="DejaVu Sans"/>
                <a:cs typeface="DejaVu Sans"/>
              </a:defRPr>
            </a:lvl8pPr>
            <a:lvl9pPr algn="ctr">
              <a:defRPr sz="1088">
                <a:solidFill>
                  <a:srgbClr val="526276"/>
                </a:solidFill>
                <a:latin typeface="DejaVu Sans"/>
                <a:ea typeface="DejaVu Sans"/>
                <a:cs typeface="DejaVu Sans"/>
              </a:defRPr>
            </a:lvl9pPr>
          </a:lstStyle>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already</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computed in the</a:t>
            </a:r>
          </a:p>
          <a:p>
            <a:pPr algn="ctr">
              <a:defRPr sz="1088">
                <a:solidFill>
                  <a:srgbClr val="526276"/>
                </a:solidFill>
                <a:latin typeface="DejaVu Sans"/>
                <a:ea typeface="DejaVu Sans"/>
                <a:cs typeface="DejaVu Sans"/>
              </a:defRPr>
            </a:pPr>
            <a:r>
              <a:rPr sz="1088">
                <a:solidFill>
                  <a:srgbClr val="526276"/>
                </a:solidFill>
                <a:latin typeface="DejaVu Sans"/>
                <a:ea typeface="DejaVu Sans"/>
                <a:cs typeface="DejaVu Sans"/>
              </a:rPr>
              <a:t>forward pass</a:t>
            </a:r>
          </a:p>
        </p:txBody>
      </p:sp>
    </p:spTree>
    <p:extLst>
      <p:ext uri="{BB962C8B-B14F-4D97-AF65-F5344CB8AC3E}">
        <p14:creationId xmlns:p14="http://schemas.microsoft.com/office/powerpoint/2010/main" val="892146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6" grpId="0"/>
      <p:bldP spid="17" grpId="0" animBg="1"/>
      <p:bldP spid="18" grpId="0"/>
      <p:bldP spid="19" grpId="0" animBg="1"/>
      <p:bldP spid="20" grpId="0"/>
      <p:bldP spid="21" grpId="0" animBg="1"/>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2CBDDE6-403C-4DC9-9082-DE498205CCBD}"/>
              </a:ext>
            </a:extLst>
          </p:cNvPr>
          <p:cNvSpPr>
            <a:spLocks noGrp="1"/>
          </p:cNvSpPr>
          <p:nvPr/>
        </p:nvSpPr>
        <p:spPr>
          <a:xfrm>
            <a:off x="323850" y="152400"/>
            <a:ext cx="11544300" cy="733425"/>
          </a:xfrm>
          <a:prstGeom prst="rect">
            <a:avLst/>
          </a:prstGeom>
          <a:noFill/>
          <a:ln w="0">
            <a:noFill/>
          </a:ln>
        </p:spPr>
        <p:txBody>
          <a:bodyPr lIns="0" tIns="0" rIns="0" bIns="0"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Reusing the derivative for the first layer</a:t>
            </a:r>
          </a:p>
        </p:txBody>
      </p:sp>
      <p:sp>
        <p:nvSpPr>
          <p:cNvPr id="2" name="lead">
            <a:extLst>
              <a:ext uri="{FF2B5EF4-FFF2-40B4-BE49-F238E27FC236}">
                <a16:creationId xmlns:a16="http://schemas.microsoft.com/office/drawing/2014/main" id="{0F418BA6-D528-4753-A687-BFE50969521B}"/>
              </a:ext>
            </a:extLst>
          </p:cNvPr>
          <p:cNvSpPr>
            <a:spLocks noGrp="1"/>
          </p:cNvSpPr>
          <p:nvPr/>
        </p:nvSpPr>
        <p:spPr>
          <a:xfrm>
            <a:off x="523875" y="707708"/>
            <a:ext cx="11144250" cy="742950"/>
          </a:xfrm>
          <a:prstGeom prst="rect">
            <a:avLst/>
          </a:prstGeom>
          <a:noFill/>
          <a:ln w="0">
            <a:noFill/>
          </a:ln>
        </p:spPr>
        <p:txBody>
          <a:bodyPr anchor="ctr"/>
          <a:lstStyle>
            <a:defPPr algn="ctr">
              <a:defRPr sz="2175">
                <a:solidFill>
                  <a:srgbClr val="526276"/>
                </a:solidFill>
                <a:latin typeface="DejaVu Sans"/>
                <a:ea typeface="DejaVu Sans"/>
                <a:cs typeface="DejaVu Sans"/>
              </a:defRPr>
            </a:defPPr>
          </a:lstStyle>
          <a:p>
            <a:pPr algn="ctr">
              <a:defRPr sz="2175">
                <a:solidFill>
                  <a:srgbClr val="526276"/>
                </a:solidFill>
                <a:latin typeface="DejaVu Sans"/>
                <a:ea typeface="DejaVu Sans"/>
                <a:cs typeface="DejaVu Sans"/>
              </a:defRPr>
            </a:pPr>
            <a:r>
              <a:rPr sz="2175">
                <a:solidFill>
                  <a:srgbClr val="526276"/>
                </a:solidFill>
                <a:latin typeface="DejaVu Sans"/>
                <a:ea typeface="DejaVu Sans"/>
                <a:cs typeface="DejaVu Sans"/>
              </a:rPr>
              <a:t>We need</a:t>
            </a:r>
          </a:p>
        </p:txBody>
      </p:sp>
      <p:sp>
        <p:nvSpPr>
          <p:cNvPr id="3" name="footer_course">
            <a:extLst>
              <a:ext uri="{FF2B5EF4-FFF2-40B4-BE49-F238E27FC236}">
                <a16:creationId xmlns:a16="http://schemas.microsoft.com/office/drawing/2014/main" id="{1F2D3C10-86EB-4DDE-824C-C674EA630101}"/>
              </a:ext>
            </a:extLst>
          </p:cNvPr>
          <p:cNvSpPr>
            <a:spLocks noGrp="1"/>
          </p:cNvSpPr>
          <p:nvPr/>
        </p:nvSpPr>
        <p:spPr>
          <a:xfrm>
            <a:off x="247650" y="6515100"/>
            <a:ext cx="6667500" cy="238125"/>
          </a:xfrm>
          <a:prstGeom prst="rect">
            <a:avLst/>
          </a:prstGeom>
          <a:noFill/>
          <a:ln w="0">
            <a:noFill/>
          </a:ln>
        </p:spPr>
        <p:txBody>
          <a:bodyPr lIns="0" tIns="0" rIns="0" bIns="0"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E7EFD2C8-29CC-4535-9D7D-D4A8652FFE50}"/>
              </a:ext>
            </a:extLst>
          </p:cNvPr>
          <p:cNvSpPr>
            <a:spLocks noGrp="1"/>
          </p:cNvSpPr>
          <p:nvPr/>
        </p:nvSpPr>
        <p:spPr>
          <a:xfrm>
            <a:off x="11372850" y="6515100"/>
            <a:ext cx="552450" cy="238125"/>
          </a:xfrm>
          <a:prstGeom prst="rect">
            <a:avLst/>
          </a:prstGeom>
          <a:noFill/>
          <a:ln w="0">
            <a:noFill/>
          </a:ln>
        </p:spPr>
        <p:txBody>
          <a:bodyPr lIns="0" tIns="0" rIns="0" bIns="0"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17</a:t>
            </a:r>
          </a:p>
        </p:txBody>
      </p:sp>
      <mc:AlternateContent xmlns:mc="http://schemas.openxmlformats.org/markup-compatibility/2006" xmlns:a14="http://schemas.microsoft.com/office/drawing/2010/main">
        <mc:Choice Requires="a14">
          <p:sp>
            <p:nvSpPr>
              <p:cNvPr id="5" name="fixed_definition" descr="J_{1}(u)=J_{2}(\mathrm{ReLU}(u)w_2+b_2)">
                <a:extLst>
                  <a:ext uri="{FF2B5EF4-FFF2-40B4-BE49-F238E27FC236}">
                    <a16:creationId xmlns:a16="http://schemas.microsoft.com/office/drawing/2014/main" id="{65AAFBA6-02D1-4EC2-90EC-1DC84528C4E1}"/>
                  </a:ext>
                </a:extLst>
              </p:cNvPr>
              <p:cNvSpPr>
                <a:spLocks noGrp="1"/>
              </p:cNvSpPr>
              <p:nvPr/>
            </p:nvSpPr>
            <p:spPr>
              <a:xfrm>
                <a:off x="3081337" y="2196751"/>
                <a:ext cx="604837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1</m:t>
                          </m:r>
                        </m:sub>
                      </m:sSub>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𝐽</m:t>
                          </m:r>
                        </m:e>
                        <m:sub>
                          <m:r>
                            <a:rPr lang="en-GB" sz="2700">
                              <a:solidFill>
                                <a:srgbClr val="087F82"/>
                              </a:solidFill>
                              <a:latin typeface="Cambria Math"/>
                              <a:ea typeface="Cambria Math"/>
                              <a:cs typeface="Cambria Math"/>
                            </a:rPr>
                            <m:t>2</m:t>
                          </m:r>
                        </m:sub>
                      </m:sSub>
                      <m:d>
                        <m:dPr>
                          <m:ctrlPr>
                            <a:rPr lang="en-GB" sz="2700">
                              <a:solidFill>
                                <a:srgbClr val="087F82"/>
                              </a:solidFill>
                              <a:latin typeface="Cambria Math"/>
                              <a:ea typeface="Cambria Math"/>
                              <a:cs typeface="Cambria Math"/>
                            </a:rPr>
                          </m:ctrlPr>
                        </m:dPr>
                        <m:e>
                          <m:r>
                            <m:rPr>
                              <m:sty m:val="p"/>
                            </m:rPr>
                            <a:rPr lang="en-GB" sz="2700">
                              <a:solidFill>
                                <a:srgbClr val="087F82"/>
                              </a:solidFill>
                              <a:latin typeface="Cambria Math"/>
                              <a:ea typeface="Cambria Math"/>
                              <a:cs typeface="Cambria Math"/>
                            </a:rPr>
                            <m:t>ReLU</m:t>
                          </m:r>
                          <m:d>
                            <m:dPr>
                              <m:ctrlPr>
                                <a:rPr lang="en-GB" sz="2700">
                                  <a:solidFill>
                                    <a:srgbClr val="087F82"/>
                                  </a:solidFill>
                                  <a:latin typeface="Cambria Math"/>
                                  <a:ea typeface="Cambria Math"/>
                                  <a:cs typeface="Cambria Math"/>
                                </a:rPr>
                              </m:ctrlPr>
                            </m:dPr>
                            <m:e>
                              <m:r>
                                <a:rPr lang="en-GB" sz="2700">
                                  <a:solidFill>
                                    <a:srgbClr val="087F82"/>
                                  </a:solidFill>
                                  <a:latin typeface="Cambria Math"/>
                                  <a:ea typeface="Cambria Math"/>
                                  <a:cs typeface="Cambria Math"/>
                                </a:rPr>
                                <m:t>𝑢</m:t>
                              </m:r>
                            </m:e>
                          </m:d>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𝑤</m:t>
                              </m:r>
                            </m:e>
                            <m:sub>
                              <m:r>
                                <a:rPr lang="en-GB" sz="2700">
                                  <a:solidFill>
                                    <a:srgbClr val="087F82"/>
                                  </a:solidFill>
                                  <a:latin typeface="Cambria Math"/>
                                  <a:ea typeface="Cambria Math"/>
                                  <a:cs typeface="Cambria Math"/>
                                </a:rPr>
                                <m:t>2</m:t>
                              </m:r>
                            </m:sub>
                          </m:sSub>
                          <m:r>
                            <a:rPr lang="en-GB" sz="2700">
                              <a:solidFill>
                                <a:srgbClr val="087F82"/>
                              </a:solidFill>
                              <a:latin typeface="Cambria Math"/>
                              <a:ea typeface="Cambria Math"/>
                              <a:cs typeface="Cambria Math"/>
                            </a:rPr>
                            <m:t>+</m:t>
                          </m:r>
                          <m:sSub>
                            <m:sSubPr>
                              <m:ctrlPr>
                                <a:rPr lang="en-GB" sz="2700">
                                  <a:solidFill>
                                    <a:srgbClr val="087F82"/>
                                  </a:solidFill>
                                  <a:latin typeface="Cambria Math"/>
                                  <a:ea typeface="Cambria Math"/>
                                  <a:cs typeface="Cambria Math"/>
                                </a:rPr>
                              </m:ctrlPr>
                            </m:sSubPr>
                            <m:e>
                              <m:r>
                                <a:rPr lang="en-GB" sz="2700">
                                  <a:solidFill>
                                    <a:srgbClr val="087F82"/>
                                  </a:solidFill>
                                  <a:latin typeface="Cambria Math"/>
                                  <a:ea typeface="Cambria Math"/>
                                  <a:cs typeface="Cambria Math"/>
                                </a:rPr>
                                <m:t>𝑏</m:t>
                              </m:r>
                            </m:e>
                            <m:sub>
                              <m:r>
                                <a:rPr lang="en-GB" sz="2700">
                                  <a:solidFill>
                                    <a:srgbClr val="087F82"/>
                                  </a:solidFill>
                                  <a:latin typeface="Cambria Math"/>
                                  <a:ea typeface="Cambria Math"/>
                                  <a:cs typeface="Cambria Math"/>
                                </a:rPr>
                                <m:t>2</m:t>
                              </m:r>
                            </m:sub>
                          </m:sSub>
                        </m:e>
                      </m:d>
                    </m:oMath>
                  </m:oMathPara>
                </a14:m>
                <a:endParaRPr lang="en-GB" sz="2700" dirty="0">
                  <a:solidFill>
                    <a:srgbClr val="087F82"/>
                  </a:solidFill>
                </a:endParaRPr>
              </a:p>
            </p:txBody>
          </p:sp>
        </mc:Choice>
        <mc:Fallback xmlns="">
          <p:sp>
            <p:nvSpPr>
              <p:cNvPr id="5" name="fixed_definition" descr="J_{1}(u)=J_{2}(\mathrm{ReLU}(u)w_2+b_2)">
                <a:extLst>
                  <a:ext uri="{FF2B5EF4-FFF2-40B4-BE49-F238E27FC236}">
                    <a16:creationId xmlns:a16="http://schemas.microsoft.com/office/drawing/2014/main" id="{65AAFBA6-02D1-4EC2-90EC-1DC84528C4E1}"/>
                  </a:ext>
                </a:extLst>
              </p:cNvPr>
              <p:cNvSpPr>
                <a:spLocks noGrp="1" noRot="1" noChangeAspect="1" noMove="1" noResize="1" noEditPoints="1" noAdjustHandles="1" noChangeArrowheads="1" noChangeShapeType="1" noTextEdit="1"/>
              </p:cNvSpPr>
              <p:nvPr/>
            </p:nvSpPr>
            <p:spPr>
              <a:xfrm>
                <a:off x="3081337" y="2196751"/>
                <a:ext cx="6048375" cy="6286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needed_derivative" descr="J'_{1}(a_1(x))">
                <a:extLst>
                  <a:ext uri="{FF2B5EF4-FFF2-40B4-BE49-F238E27FC236}">
                    <a16:creationId xmlns:a16="http://schemas.microsoft.com/office/drawing/2014/main" id="{08552E5A-1694-4098-9FD4-083B35B6B536}"/>
                  </a:ext>
                </a:extLst>
              </p:cNvPr>
              <p:cNvSpPr>
                <a:spLocks noGrp="1"/>
              </p:cNvSpPr>
              <p:nvPr/>
            </p:nvSpPr>
            <p:spPr>
              <a:xfrm>
                <a:off x="3119437" y="1247585"/>
                <a:ext cx="5953125"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800">
                              <a:solidFill>
                                <a:srgbClr val="295892"/>
                              </a:solidFill>
                              <a:latin typeface="Cambria Math"/>
                              <a:ea typeface="Cambria Math"/>
                              <a:cs typeface="Cambria Math"/>
                            </a:rPr>
                          </m:ctrlPr>
                        </m:sSubSupPr>
                        <m:e>
                          <m:r>
                            <a:rPr lang="en-GB" sz="2800">
                              <a:solidFill>
                                <a:srgbClr val="295892"/>
                              </a:solidFill>
                              <a:latin typeface="Cambria Math"/>
                              <a:ea typeface="Cambria Math"/>
                              <a:cs typeface="Cambria Math"/>
                            </a:rPr>
                            <m:t>𝐽</m:t>
                          </m:r>
                        </m:e>
                        <m:sub>
                          <m:r>
                            <a:rPr lang="en-GB" sz="2800">
                              <a:solidFill>
                                <a:srgbClr val="295892"/>
                              </a:solidFill>
                              <a:latin typeface="Cambria Math"/>
                              <a:ea typeface="Cambria Math"/>
                              <a:cs typeface="Cambria Math"/>
                            </a:rPr>
                            <m:t>1</m:t>
                          </m:r>
                        </m:sub>
                        <m:sup>
                          <m:r>
                            <a:rPr lang="it-IT" sz="2800" i="1">
                              <a:solidFill>
                                <a:srgbClr val="295892"/>
                              </a:solidFill>
                              <a:latin typeface="Cambria Math" panose="02040503050406030204" pitchFamily="18" charset="0"/>
                              <a:ea typeface="Cambria Math"/>
                              <a:cs typeface="Cambria Math"/>
                            </a:rPr>
                            <m:t>′</m:t>
                          </m:r>
                        </m:sup>
                      </m:sSubSup>
                      <m:d>
                        <m:dPr>
                          <m:ctrlPr>
                            <a:rPr lang="en-GB" sz="2800" i="1">
                              <a:solidFill>
                                <a:srgbClr val="295892"/>
                              </a:solidFill>
                              <a:latin typeface="Cambria Math" panose="02040503050406030204" pitchFamily="18" charset="0"/>
                              <a:ea typeface="Cambria Math"/>
                              <a:cs typeface="Cambria Math"/>
                            </a:rPr>
                          </m:ctrlPr>
                        </m:dPr>
                        <m:e>
                          <m:sSub>
                            <m:sSubPr>
                              <m:ctrlPr>
                                <a:rPr lang="en-GB" sz="2800">
                                  <a:solidFill>
                                    <a:srgbClr val="295892"/>
                                  </a:solidFill>
                                  <a:latin typeface="Cambria Math"/>
                                  <a:ea typeface="Cambria Math"/>
                                  <a:cs typeface="Cambria Math"/>
                                </a:rPr>
                              </m:ctrlPr>
                            </m:sSubPr>
                            <m:e>
                              <m:r>
                                <a:rPr lang="en-GB" sz="2800">
                                  <a:solidFill>
                                    <a:srgbClr val="295892"/>
                                  </a:solidFill>
                                  <a:latin typeface="Cambria Math"/>
                                  <a:ea typeface="Cambria Math"/>
                                  <a:cs typeface="Cambria Math"/>
                                </a:rPr>
                                <m:t>𝑎</m:t>
                              </m:r>
                            </m:e>
                            <m:sub>
                              <m:r>
                                <a:rPr lang="en-GB" sz="2800">
                                  <a:solidFill>
                                    <a:srgbClr val="295892"/>
                                  </a:solidFill>
                                  <a:latin typeface="Cambria Math"/>
                                  <a:ea typeface="Cambria Math"/>
                                  <a:cs typeface="Cambria Math"/>
                                </a:rPr>
                                <m:t>1</m:t>
                              </m:r>
                            </m:sub>
                          </m:sSub>
                          <m:d>
                            <m:dPr>
                              <m:ctrlPr>
                                <a:rPr lang="en-GB" sz="2800">
                                  <a:solidFill>
                                    <a:srgbClr val="295892"/>
                                  </a:solidFill>
                                  <a:latin typeface="Cambria Math"/>
                                  <a:ea typeface="Cambria Math"/>
                                  <a:cs typeface="Cambria Math"/>
                                </a:rPr>
                              </m:ctrlPr>
                            </m:dPr>
                            <m:e>
                              <m:r>
                                <a:rPr lang="en-GB" sz="2800">
                                  <a:solidFill>
                                    <a:srgbClr val="295892"/>
                                  </a:solidFill>
                                  <a:latin typeface="Cambria Math"/>
                                  <a:ea typeface="Cambria Math"/>
                                  <a:cs typeface="Cambria Math"/>
                                </a:rPr>
                                <m:t>𝑥</m:t>
                              </m:r>
                            </m:e>
                          </m:d>
                        </m:e>
                      </m:d>
                    </m:oMath>
                  </m:oMathPara>
                </a14:m>
                <a:endParaRPr lang="en-GB" sz="2800" dirty="0"/>
              </a:p>
            </p:txBody>
          </p:sp>
        </mc:Choice>
        <mc:Fallback xmlns="">
          <p:sp>
            <p:nvSpPr>
              <p:cNvPr id="6" name="needed_derivative" descr="J'_{1}(a_1(x))">
                <a:extLst>
                  <a:ext uri="{FF2B5EF4-FFF2-40B4-BE49-F238E27FC236}">
                    <a16:creationId xmlns:a16="http://schemas.microsoft.com/office/drawing/2014/main" id="{08552E5A-1694-4098-9FD4-083B35B6B536}"/>
                  </a:ext>
                </a:extLst>
              </p:cNvPr>
              <p:cNvSpPr>
                <a:spLocks noGrp="1" noRot="1" noChangeAspect="1" noMove="1" noResize="1" noEditPoints="1" noAdjustHandles="1" noChangeArrowheads="1" noChangeShapeType="1" noTextEdit="1"/>
              </p:cNvSpPr>
              <p:nvPr/>
            </p:nvSpPr>
            <p:spPr>
              <a:xfrm>
                <a:off x="3119437" y="1247585"/>
                <a:ext cx="5953125" cy="6286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valuated_chain" descr="J_{1}'(a_1(x))=J_{2}'\bigl(\underbrace{\mathrm{ReLU}(a_1(x))w_2+b_2}_{a_2(x)}\bigr)\,w_2\,\mathrm{ReLU}'(a_1(x))">
                <a:extLst>
                  <a:ext uri="{FF2B5EF4-FFF2-40B4-BE49-F238E27FC236}">
                    <a16:creationId xmlns:a16="http://schemas.microsoft.com/office/drawing/2014/main" id="{E91BE33F-6EF9-4167-8037-480DE9EF4984}"/>
                  </a:ext>
                </a:extLst>
              </p:cNvPr>
              <p:cNvSpPr>
                <a:spLocks noGrp="1"/>
              </p:cNvSpPr>
              <p:nvPr/>
            </p:nvSpPr>
            <p:spPr>
              <a:xfrm>
                <a:off x="333375" y="3232201"/>
                <a:ext cx="11525250" cy="1028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600">
                              <a:solidFill>
                                <a:srgbClr val="295892"/>
                              </a:solidFill>
                              <a:latin typeface="Cambria Math"/>
                              <a:ea typeface="Cambria Math"/>
                              <a:cs typeface="Cambria Math"/>
                            </a:rPr>
                          </m:ctrlPr>
                        </m:sSubSupPr>
                        <m:e>
                          <m:r>
                            <a:rPr lang="en-GB" sz="2600">
                              <a:solidFill>
                                <a:srgbClr val="295892"/>
                              </a:solidFill>
                              <a:latin typeface="Cambria Math"/>
                              <a:ea typeface="Cambria Math"/>
                              <a:cs typeface="Cambria Math"/>
                            </a:rPr>
                            <m:t>𝐽</m:t>
                          </m:r>
                        </m:e>
                        <m:sub>
                          <m:r>
                            <a:rPr lang="en-GB" sz="2600">
                              <a:solidFill>
                                <a:srgbClr val="295892"/>
                              </a:solidFill>
                              <a:latin typeface="Cambria Math"/>
                              <a:ea typeface="Cambria Math"/>
                              <a:cs typeface="Cambria Math"/>
                            </a:rPr>
                            <m:t>1</m:t>
                          </m:r>
                        </m:sub>
                        <m:sup>
                          <m:r>
                            <a:rPr lang="en-GB" sz="2600">
                              <a:solidFill>
                                <a:srgbClr val="295892"/>
                              </a:solidFill>
                              <a:latin typeface="Cambria Math"/>
                              <a:ea typeface="Cambria Math"/>
                              <a:cs typeface="Cambria Math"/>
                            </a:rPr>
                            <m:t>′</m:t>
                          </m:r>
                        </m:sup>
                      </m:sSubSup>
                      <m:d>
                        <m:dPr>
                          <m:ctrlPr>
                            <a:rPr lang="en-GB" sz="2600" i="1">
                              <a:solidFill>
                                <a:srgbClr val="295892"/>
                              </a:solidFill>
                              <a:latin typeface="Cambria Math" panose="02040503050406030204" pitchFamily="18" charset="0"/>
                              <a:ea typeface="Cambria Math"/>
                              <a:cs typeface="Cambria Math"/>
                            </a:rPr>
                          </m:ctrlPr>
                        </m:dPr>
                        <m:e>
                          <m:sSub>
                            <m:sSubPr>
                              <m:ctrlPr>
                                <a:rPr lang="en-GB" sz="2600">
                                  <a:solidFill>
                                    <a:srgbClr val="295892"/>
                                  </a:solidFill>
                                  <a:latin typeface="Cambria Math"/>
                                  <a:ea typeface="Cambria Math"/>
                                  <a:cs typeface="Cambria Math"/>
                                </a:rPr>
                              </m:ctrlPr>
                            </m:sSubPr>
                            <m:e>
                              <m:r>
                                <a:rPr lang="en-GB" sz="2600">
                                  <a:solidFill>
                                    <a:srgbClr val="295892"/>
                                  </a:solidFill>
                                  <a:latin typeface="Cambria Math"/>
                                  <a:ea typeface="Cambria Math"/>
                                  <a:cs typeface="Cambria Math"/>
                                </a:rPr>
                                <m:t>𝑎</m:t>
                              </m:r>
                            </m:e>
                            <m:sub>
                              <m:r>
                                <a:rPr lang="en-GB" sz="2600">
                                  <a:solidFill>
                                    <a:srgbClr val="295892"/>
                                  </a:solidFill>
                                  <a:latin typeface="Cambria Math"/>
                                  <a:ea typeface="Cambria Math"/>
                                  <a:cs typeface="Cambria Math"/>
                                </a:rPr>
                                <m:t>1</m:t>
                              </m:r>
                            </m:sub>
                          </m:sSub>
                          <m:d>
                            <m:dPr>
                              <m:ctrlPr>
                                <a:rPr lang="en-GB" sz="2600">
                                  <a:solidFill>
                                    <a:srgbClr val="295892"/>
                                  </a:solidFill>
                                  <a:latin typeface="Cambria Math"/>
                                  <a:ea typeface="Cambria Math"/>
                                  <a:cs typeface="Cambria Math"/>
                                </a:rPr>
                              </m:ctrlPr>
                            </m:dPr>
                            <m:e>
                              <m:r>
                                <a:rPr lang="en-GB" sz="2600">
                                  <a:solidFill>
                                    <a:srgbClr val="295892"/>
                                  </a:solidFill>
                                  <a:latin typeface="Cambria Math"/>
                                  <a:ea typeface="Cambria Math"/>
                                  <a:cs typeface="Cambria Math"/>
                                </a:rPr>
                                <m:t>𝑥</m:t>
                              </m:r>
                            </m:e>
                          </m:d>
                        </m:e>
                      </m:d>
                      <m:r>
                        <a:rPr lang="en-GB" sz="2600" smtClean="0">
                          <a:solidFill>
                            <a:srgbClr val="295892"/>
                          </a:solidFill>
                          <a:latin typeface="Cambria Math"/>
                          <a:ea typeface="Cambria Math"/>
                          <a:cs typeface="Cambria Math"/>
                        </a:rPr>
                        <m:t>=</m:t>
                      </m:r>
                      <m:sSubSup>
                        <m:sSubSupPr>
                          <m:ctrlPr>
                            <a:rPr lang="en-GB" sz="2600">
                              <a:solidFill>
                                <a:srgbClr val="087F83"/>
                              </a:solidFill>
                              <a:latin typeface="Cambria Math"/>
                              <a:ea typeface="Cambria Math"/>
                              <a:cs typeface="Cambria Math"/>
                            </a:rPr>
                          </m:ctrlPr>
                        </m:sSubSupPr>
                        <m:e>
                          <m:r>
                            <a:rPr lang="en-GB" sz="2600">
                              <a:solidFill>
                                <a:srgbClr val="087F83"/>
                              </a:solidFill>
                              <a:latin typeface="Cambria Math"/>
                              <a:ea typeface="Cambria Math"/>
                              <a:cs typeface="Cambria Math"/>
                            </a:rPr>
                            <m:t>𝐽</m:t>
                          </m:r>
                        </m:e>
                        <m:sub>
                          <m:r>
                            <a:rPr lang="en-GB" sz="2600">
                              <a:solidFill>
                                <a:srgbClr val="087F83"/>
                              </a:solidFill>
                              <a:latin typeface="Cambria Math"/>
                              <a:ea typeface="Cambria Math"/>
                              <a:cs typeface="Cambria Math"/>
                            </a:rPr>
                            <m:t>2</m:t>
                          </m:r>
                        </m:sub>
                        <m:sup>
                          <m:r>
                            <a:rPr lang="en-GB" sz="2600">
                              <a:solidFill>
                                <a:srgbClr val="087F83"/>
                              </a:solidFill>
                              <a:latin typeface="Cambria Math"/>
                              <a:ea typeface="Cambria Math"/>
                              <a:cs typeface="Cambria Math"/>
                            </a:rPr>
                            <m:t>′</m:t>
                          </m:r>
                        </m:sup>
                      </m:sSubSup>
                      <m:r>
                        <a:rPr lang="it-IT" sz="2600" b="0" i="1" smtClean="0">
                          <a:solidFill>
                            <a:srgbClr val="087F83"/>
                          </a:solidFill>
                          <a:latin typeface="Cambria Math" panose="02040503050406030204" pitchFamily="18" charset="0"/>
                          <a:ea typeface="Cambria Math"/>
                          <a:cs typeface="Cambria Math"/>
                        </a:rPr>
                        <m:t>(</m:t>
                      </m:r>
                      <m:limLow>
                        <m:limLowPr>
                          <m:ctrlPr>
                            <a:rPr lang="en-GB" sz="2600" i="1">
                              <a:solidFill>
                                <a:srgbClr val="087F83"/>
                              </a:solidFill>
                              <a:latin typeface="Cambria Math" panose="02040503050406030204" pitchFamily="18" charset="0"/>
                              <a:ea typeface="Cambria Math"/>
                              <a:cs typeface="Cambria Math"/>
                            </a:rPr>
                          </m:ctrlPr>
                        </m:limLowPr>
                        <m:e>
                          <m:groupChr>
                            <m:groupChrPr>
                              <m:chr m:val="⏟"/>
                              <m:pos m:val="bot"/>
                              <m:vertJc m:val="top"/>
                              <m:ctrlPr>
                                <a:rPr lang="en-GB" sz="2600">
                                  <a:solidFill>
                                    <a:srgbClr val="087F83"/>
                                  </a:solidFill>
                                  <a:latin typeface="Cambria Math"/>
                                  <a:ea typeface="Cambria Math"/>
                                  <a:cs typeface="Cambria Math"/>
                                </a:rPr>
                              </m:ctrlPr>
                            </m:groupChrPr>
                            <m:e>
                              <m:r>
                                <m:rPr>
                                  <m:sty m:val="p"/>
                                </m:rPr>
                                <a:rPr lang="en-GB" sz="2600">
                                  <a:solidFill>
                                    <a:srgbClr val="087F83"/>
                                  </a:solidFill>
                                  <a:latin typeface="Cambria Math"/>
                                  <a:ea typeface="Cambria Math"/>
                                  <a:cs typeface="Cambria Math"/>
                                </a:rPr>
                                <m:t>ReLU</m:t>
                              </m:r>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r>
                                <a:rPr lang="en-GB" sz="2600">
                                  <a:solidFill>
                                    <a:srgbClr val="087F83"/>
                                  </a:solidFill>
                                  <a:latin typeface="Cambria Math"/>
                                  <a:ea typeface="Cambria Math"/>
                                  <a:cs typeface="Cambria Math"/>
                                </a:rPr>
                                <m:t>+</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𝑏</m:t>
                                  </m:r>
                                </m:e>
                                <m:sub>
                                  <m:r>
                                    <a:rPr lang="en-GB" sz="2600">
                                      <a:solidFill>
                                        <a:srgbClr val="087F83"/>
                                      </a:solidFill>
                                      <a:latin typeface="Cambria Math"/>
                                      <a:ea typeface="Cambria Math"/>
                                      <a:cs typeface="Cambria Math"/>
                                    </a:rPr>
                                    <m:t>2</m:t>
                                  </m:r>
                                </m:sub>
                              </m:sSub>
                            </m:e>
                          </m:groupChr>
                        </m:e>
                        <m:lim>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2</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lim>
                      </m:limLow>
                      <m:r>
                        <a:rPr lang="it-IT" sz="2600" i="1">
                          <a:solidFill>
                            <a:srgbClr val="087F83"/>
                          </a:solidFill>
                          <a:latin typeface="Cambria Math" panose="02040503050406030204" pitchFamily="18" charset="0"/>
                          <a:ea typeface="Cambria Math"/>
                          <a:cs typeface="Cambria Math"/>
                        </a:rPr>
                        <m:t>)⋅</m:t>
                      </m:r>
                      <m:r>
                        <a:rPr lang="en-GB" sz="2600">
                          <a:solidFill>
                            <a:srgbClr val="087F83"/>
                          </a:solidFill>
                          <a:latin typeface="Cambria Math"/>
                          <a:ea typeface="Cambria Math"/>
                          <a:cs typeface="Cambria Math"/>
                        </a:rPr>
                        <m:t> </m:t>
                      </m:r>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𝑤</m:t>
                          </m:r>
                        </m:e>
                        <m:sub>
                          <m:r>
                            <a:rPr lang="en-GB" sz="2600">
                              <a:solidFill>
                                <a:srgbClr val="087F83"/>
                              </a:solidFill>
                              <a:latin typeface="Cambria Math"/>
                              <a:ea typeface="Cambria Math"/>
                              <a:cs typeface="Cambria Math"/>
                            </a:rPr>
                            <m:t>2</m:t>
                          </m:r>
                        </m:sub>
                      </m:sSub>
                      <m:r>
                        <a:rPr lang="it-IT" sz="2600" i="1">
                          <a:solidFill>
                            <a:srgbClr val="087F83"/>
                          </a:solidFill>
                          <a:latin typeface="Cambria Math" panose="02040503050406030204" pitchFamily="18" charset="0"/>
                          <a:ea typeface="Cambria Math"/>
                          <a:cs typeface="Cambria Math"/>
                        </a:rPr>
                        <m:t>⋅</m:t>
                      </m:r>
                      <m:sSup>
                        <m:sSupPr>
                          <m:ctrlPr>
                            <a:rPr lang="en-GB" sz="2600">
                              <a:solidFill>
                                <a:srgbClr val="087F83"/>
                              </a:solidFill>
                              <a:latin typeface="Cambria Math"/>
                              <a:ea typeface="Cambria Math"/>
                              <a:cs typeface="Cambria Math"/>
                            </a:rPr>
                          </m:ctrlPr>
                        </m:sSupPr>
                        <m:e>
                          <m:r>
                            <m:rPr>
                              <m:sty m:val="p"/>
                            </m:rPr>
                            <a:rPr lang="en-GB" sz="2600">
                              <a:solidFill>
                                <a:srgbClr val="087F83"/>
                              </a:solidFill>
                              <a:latin typeface="Cambria Math"/>
                              <a:ea typeface="Cambria Math"/>
                              <a:cs typeface="Cambria Math"/>
                            </a:rPr>
                            <m:t>ReLU</m:t>
                          </m:r>
                        </m:e>
                        <m:sup>
                          <m:r>
                            <a:rPr lang="en-GB" sz="2600">
                              <a:solidFill>
                                <a:srgbClr val="087F83"/>
                              </a:solidFill>
                              <a:latin typeface="Cambria Math"/>
                              <a:ea typeface="Cambria Math"/>
                              <a:cs typeface="Cambria Math"/>
                            </a:rPr>
                            <m:t>′</m:t>
                          </m:r>
                        </m:sup>
                      </m:sSup>
                      <m:d>
                        <m:dPr>
                          <m:ctrlPr>
                            <a:rPr lang="en-GB" sz="2600" i="1">
                              <a:solidFill>
                                <a:srgbClr val="087F83"/>
                              </a:solidFill>
                              <a:latin typeface="Cambria Math" panose="02040503050406030204" pitchFamily="18" charset="0"/>
                              <a:ea typeface="Cambria Math"/>
                              <a:cs typeface="Cambria Math"/>
                            </a:rPr>
                          </m:ctrlPr>
                        </m:dPr>
                        <m:e>
                          <m:sSub>
                            <m:sSubPr>
                              <m:ctrlPr>
                                <a:rPr lang="en-GB" sz="2600">
                                  <a:solidFill>
                                    <a:srgbClr val="087F83"/>
                                  </a:solidFill>
                                  <a:latin typeface="Cambria Math"/>
                                  <a:ea typeface="Cambria Math"/>
                                  <a:cs typeface="Cambria Math"/>
                                </a:rPr>
                              </m:ctrlPr>
                            </m:sSubPr>
                            <m:e>
                              <m:r>
                                <a:rPr lang="en-GB" sz="2600">
                                  <a:solidFill>
                                    <a:srgbClr val="087F83"/>
                                  </a:solidFill>
                                  <a:latin typeface="Cambria Math"/>
                                  <a:ea typeface="Cambria Math"/>
                                  <a:cs typeface="Cambria Math"/>
                                </a:rPr>
                                <m:t>𝑎</m:t>
                              </m:r>
                            </m:e>
                            <m:sub>
                              <m:r>
                                <a:rPr lang="en-GB" sz="2600">
                                  <a:solidFill>
                                    <a:srgbClr val="087F83"/>
                                  </a:solidFill>
                                  <a:latin typeface="Cambria Math"/>
                                  <a:ea typeface="Cambria Math"/>
                                  <a:cs typeface="Cambria Math"/>
                                </a:rPr>
                                <m:t>1</m:t>
                              </m:r>
                            </m:sub>
                          </m:sSub>
                          <m:d>
                            <m:dPr>
                              <m:ctrlPr>
                                <a:rPr lang="en-GB" sz="2600">
                                  <a:solidFill>
                                    <a:srgbClr val="087F83"/>
                                  </a:solidFill>
                                  <a:latin typeface="Cambria Math"/>
                                  <a:ea typeface="Cambria Math"/>
                                  <a:cs typeface="Cambria Math"/>
                                </a:rPr>
                              </m:ctrlPr>
                            </m:dPr>
                            <m:e>
                              <m:r>
                                <a:rPr lang="en-GB" sz="2600">
                                  <a:solidFill>
                                    <a:srgbClr val="087F83"/>
                                  </a:solidFill>
                                  <a:latin typeface="Cambria Math"/>
                                  <a:ea typeface="Cambria Math"/>
                                  <a:cs typeface="Cambria Math"/>
                                </a:rPr>
                                <m:t>𝑥</m:t>
                              </m:r>
                            </m:e>
                          </m:d>
                        </m:e>
                      </m:d>
                    </m:oMath>
                  </m:oMathPara>
                </a14:m>
                <a:endParaRPr lang="en-GB" sz="2600" dirty="0"/>
              </a:p>
            </p:txBody>
          </p:sp>
        </mc:Choice>
        <mc:Fallback xmlns="">
          <p:sp>
            <p:nvSpPr>
              <p:cNvPr id="8" name="evaluated_chain" descr="J_{1}'(a_1(x))=J_{2}'\bigl(\underbrace{\mathrm{ReLU}(a_1(x))w_2+b_2}_{a_2(x)}\bigr)\,w_2\,\mathrm{ReLU}'(a_1(x))">
                <a:extLst>
                  <a:ext uri="{FF2B5EF4-FFF2-40B4-BE49-F238E27FC236}">
                    <a16:creationId xmlns:a16="http://schemas.microsoft.com/office/drawing/2014/main" id="{E91BE33F-6EF9-4167-8037-480DE9EF4984}"/>
                  </a:ext>
                </a:extLst>
              </p:cNvPr>
              <p:cNvSpPr>
                <a:spLocks noGrp="1" noRot="1" noChangeAspect="1" noMove="1" noResize="1" noEditPoints="1" noAdjustHandles="1" noChangeArrowheads="1" noChangeShapeType="1" noTextEdit="1"/>
              </p:cNvSpPr>
              <p:nvPr/>
            </p:nvSpPr>
            <p:spPr>
              <a:xfrm>
                <a:off x="333375" y="3232201"/>
                <a:ext cx="11525250" cy="102870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ompleted_recurrence" descr="J_{1}'(a_1(x))=\underbrace{J_{2}'(a_2(x))}_{\text{already calculated}}\,\underbrace{w_2}_{\text{affine}}\,\underbrace{\mathrm{step}(a_1(x))}_{\text{ReLU}}">
                <a:extLst>
                  <a:ext uri="{FF2B5EF4-FFF2-40B4-BE49-F238E27FC236}">
                    <a16:creationId xmlns:a16="http://schemas.microsoft.com/office/drawing/2014/main" id="{218BA2FC-79E0-42BE-A0E4-0CAD3C88D076}"/>
                  </a:ext>
                </a:extLst>
              </p:cNvPr>
              <p:cNvSpPr>
                <a:spLocks noGrp="1"/>
              </p:cNvSpPr>
              <p:nvPr/>
            </p:nvSpPr>
            <p:spPr>
              <a:xfrm>
                <a:off x="323850" y="4114800"/>
                <a:ext cx="11525250" cy="1238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it-IT" sz="2800" b="0" i="0" smtClean="0">
                          <a:solidFill>
                            <a:srgbClr val="087F82"/>
                          </a:solidFill>
                          <a:latin typeface="Cambria Math" panose="02040503050406030204" pitchFamily="18" charset="0"/>
                          <a:ea typeface="Cambria Math"/>
                          <a:cs typeface="Cambria Math"/>
                        </a:rPr>
                        <m:t>               </m:t>
                      </m:r>
                      <m:r>
                        <a:rPr lang="en-GB" sz="2800" smtClean="0">
                          <a:solidFill>
                            <a:srgbClr val="087F82"/>
                          </a:solidFill>
                          <a:latin typeface="Cambria Math"/>
                          <a:ea typeface="Cambria Math"/>
                          <a:cs typeface="Cambria Math"/>
                        </a:rPr>
                        <m:t>=</m:t>
                      </m:r>
                      <m:limLow>
                        <m:limLowPr>
                          <m:ctrlPr>
                            <a:rPr lang="en-GB" sz="2800" i="1">
                              <a:solidFill>
                                <a:srgbClr val="00B050"/>
                              </a:solidFill>
                              <a:latin typeface="Cambria Math" panose="02040503050406030204" pitchFamily="18" charset="0"/>
                              <a:ea typeface="Cambria Math"/>
                              <a:cs typeface="Cambria Math"/>
                            </a:rPr>
                          </m:ctrlPr>
                        </m:limLowPr>
                        <m:e>
                          <m:groupChr>
                            <m:groupChrPr>
                              <m:chr m:val="⏟"/>
                              <m:pos m:val="bot"/>
                              <m:vertJc m:val="top"/>
                              <m:ctrlPr>
                                <a:rPr lang="en-GB" sz="2800" i="1">
                                  <a:solidFill>
                                    <a:srgbClr val="00B050"/>
                                  </a:solidFill>
                                  <a:latin typeface="Cambria Math" panose="02040503050406030204" pitchFamily="18" charset="0"/>
                                  <a:ea typeface="Cambria Math"/>
                                  <a:cs typeface="Cambria Math"/>
                                </a:rPr>
                              </m:ctrlPr>
                            </m:groupChrPr>
                            <m:e>
                              <m:sSubSup>
                                <m:sSubSupPr>
                                  <m:ctrlPr>
                                    <a:rPr lang="en-GB" sz="2800">
                                      <a:solidFill>
                                        <a:srgbClr val="00B050"/>
                                      </a:solidFill>
                                      <a:latin typeface="Cambria Math"/>
                                      <a:ea typeface="Cambria Math"/>
                                      <a:cs typeface="Cambria Math"/>
                                    </a:rPr>
                                  </m:ctrlPr>
                                </m:sSubSupPr>
                                <m:e>
                                  <m:r>
                                    <a:rPr lang="en-GB" sz="2800">
                                      <a:solidFill>
                                        <a:srgbClr val="00B050"/>
                                      </a:solidFill>
                                      <a:latin typeface="Cambria Math"/>
                                      <a:ea typeface="Cambria Math"/>
                                      <a:cs typeface="Cambria Math"/>
                                    </a:rPr>
                                    <m:t>𝐽</m:t>
                                  </m:r>
                                </m:e>
                                <m:sub>
                                  <m:r>
                                    <a:rPr lang="it-IT" sz="2800" b="0" i="0" smtClean="0">
                                      <a:solidFill>
                                        <a:srgbClr val="00B050"/>
                                      </a:solidFill>
                                      <a:latin typeface="Cambria Math" panose="02040503050406030204" pitchFamily="18" charset="0"/>
                                      <a:ea typeface="Cambria Math"/>
                                      <a:cs typeface="Cambria Math"/>
                                    </a:rPr>
                                    <m:t>2</m:t>
                                  </m:r>
                                </m:sub>
                                <m:sup>
                                  <m:r>
                                    <a:rPr lang="en-GB" sz="2800">
                                      <a:solidFill>
                                        <a:srgbClr val="00B050"/>
                                      </a:solidFill>
                                      <a:latin typeface="Cambria Math"/>
                                      <a:ea typeface="Cambria Math"/>
                                      <a:cs typeface="Cambria Math"/>
                                    </a:rPr>
                                    <m:t>′</m:t>
                                  </m:r>
                                </m:sup>
                              </m:sSubSup>
                              <m:d>
                                <m:dPr>
                                  <m:ctrlPr>
                                    <a:rPr lang="en-GB" sz="2800" i="1">
                                      <a:solidFill>
                                        <a:srgbClr val="00B050"/>
                                      </a:solidFill>
                                      <a:latin typeface="Cambria Math" panose="02040503050406030204" pitchFamily="18" charset="0"/>
                                      <a:ea typeface="Cambria Math"/>
                                      <a:cs typeface="Cambria Math"/>
                                    </a:rPr>
                                  </m:ctrlPr>
                                </m:dPr>
                                <m:e>
                                  <m:sSub>
                                    <m:sSubPr>
                                      <m:ctrlPr>
                                        <a:rPr lang="en-GB" sz="2800">
                                          <a:solidFill>
                                            <a:srgbClr val="00B050"/>
                                          </a:solidFill>
                                          <a:latin typeface="Cambria Math"/>
                                          <a:ea typeface="Cambria Math"/>
                                          <a:cs typeface="Cambria Math"/>
                                        </a:rPr>
                                      </m:ctrlPr>
                                    </m:sSubPr>
                                    <m:e>
                                      <m:r>
                                        <a:rPr lang="en-GB" sz="2800">
                                          <a:solidFill>
                                            <a:srgbClr val="00B050"/>
                                          </a:solidFill>
                                          <a:latin typeface="Cambria Math"/>
                                          <a:ea typeface="Cambria Math"/>
                                          <a:cs typeface="Cambria Math"/>
                                        </a:rPr>
                                        <m:t>𝑎</m:t>
                                      </m:r>
                                    </m:e>
                                    <m:sub>
                                      <m:r>
                                        <a:rPr lang="it-IT" sz="2800" b="0" i="1" smtClean="0">
                                          <a:solidFill>
                                            <a:srgbClr val="00B050"/>
                                          </a:solidFill>
                                          <a:latin typeface="Cambria Math" panose="02040503050406030204" pitchFamily="18" charset="0"/>
                                          <a:ea typeface="Cambria Math"/>
                                          <a:cs typeface="Cambria Math"/>
                                        </a:rPr>
                                        <m:t>2</m:t>
                                      </m:r>
                                    </m:sub>
                                  </m:sSub>
                                  <m:d>
                                    <m:dPr>
                                      <m:ctrlPr>
                                        <a:rPr lang="en-GB" sz="2800">
                                          <a:solidFill>
                                            <a:srgbClr val="00B050"/>
                                          </a:solidFill>
                                          <a:latin typeface="Cambria Math"/>
                                          <a:ea typeface="Cambria Math"/>
                                          <a:cs typeface="Cambria Math"/>
                                        </a:rPr>
                                      </m:ctrlPr>
                                    </m:dPr>
                                    <m:e>
                                      <m:r>
                                        <a:rPr lang="en-GB" sz="2800">
                                          <a:solidFill>
                                            <a:srgbClr val="00B050"/>
                                          </a:solidFill>
                                          <a:latin typeface="Cambria Math"/>
                                          <a:ea typeface="Cambria Math"/>
                                          <a:cs typeface="Cambria Math"/>
                                        </a:rPr>
                                        <m:t>𝑥</m:t>
                                      </m:r>
                                    </m:e>
                                  </m:d>
                                </m:e>
                              </m:d>
                            </m:e>
                          </m:groupChr>
                        </m:e>
                        <m:lim>
                          <m:eqArr>
                            <m:eqArrPr>
                              <m:ctrlPr>
                                <a:rPr lang="it-IT" sz="2800" i="1">
                                  <a:solidFill>
                                    <a:srgbClr val="00B050"/>
                                  </a:solidFill>
                                  <a:latin typeface="Cambria Math" panose="02040503050406030204" pitchFamily="18" charset="0"/>
                                  <a:ea typeface="Cambria Math"/>
                                  <a:cs typeface="Cambria Math"/>
                                </a:rPr>
                              </m:ctrlPr>
                            </m:eqArrPr>
                            <m:e>
                              <m:r>
                                <m:rPr>
                                  <m:sty m:val="p"/>
                                </m:rPr>
                                <a:rPr lang="it-IT" sz="2800">
                                  <a:solidFill>
                                    <a:srgbClr val="00B050"/>
                                  </a:solidFill>
                                  <a:latin typeface="Cambria Math" panose="02040503050406030204" pitchFamily="18" charset="0"/>
                                  <a:ea typeface="Cambria Math"/>
                                  <a:cs typeface="Cambria Math"/>
                                </a:rPr>
                                <m:t>already</m:t>
                              </m:r>
                              <m:r>
                                <a:rPr lang="it-IT" sz="2800">
                                  <a:solidFill>
                                    <a:srgbClr val="00B050"/>
                                  </a:solidFill>
                                  <a:latin typeface="Cambria Math" panose="02040503050406030204" pitchFamily="18" charset="0"/>
                                  <a:ea typeface="Cambria Math"/>
                                  <a:cs typeface="Cambria Math"/>
                                </a:rPr>
                                <m:t> </m:t>
                              </m:r>
                              <m:r>
                                <m:rPr>
                                  <m:sty m:val="p"/>
                                </m:rPr>
                                <a:rPr lang="it-IT" sz="2800">
                                  <a:solidFill>
                                    <a:srgbClr val="00B050"/>
                                  </a:solidFill>
                                  <a:latin typeface="Cambria Math" panose="02040503050406030204" pitchFamily="18" charset="0"/>
                                  <a:ea typeface="Cambria Math"/>
                                  <a:cs typeface="Cambria Math"/>
                                </a:rPr>
                                <m:t>calculated</m:t>
                              </m:r>
                            </m:e>
                            <m:e>
                              <m:r>
                                <m:rPr>
                                  <m:sty m:val="p"/>
                                </m:rPr>
                                <a:rPr lang="it-IT" sz="2800">
                                  <a:solidFill>
                                    <a:srgbClr val="00B050"/>
                                  </a:solidFill>
                                  <a:latin typeface="Cambria Math" panose="02040503050406030204" pitchFamily="18" charset="0"/>
                                  <a:ea typeface="Cambria Math"/>
                                  <a:cs typeface="Cambria Math"/>
                                </a:rPr>
                                <m:t>from</m:t>
                              </m:r>
                              <m:r>
                                <a:rPr lang="it-IT" sz="2800">
                                  <a:solidFill>
                                    <a:srgbClr val="00B050"/>
                                  </a:solidFill>
                                  <a:latin typeface="Cambria Math" panose="02040503050406030204" pitchFamily="18" charset="0"/>
                                  <a:ea typeface="Cambria Math"/>
                                  <a:cs typeface="Cambria Math"/>
                                </a:rPr>
                                <m:t> </m:t>
                              </m:r>
                              <m:r>
                                <m:rPr>
                                  <m:sty m:val="p"/>
                                </m:rPr>
                                <a:rPr lang="it-IT" sz="2800">
                                  <a:solidFill>
                                    <a:srgbClr val="00B050"/>
                                  </a:solidFill>
                                  <a:latin typeface="Cambria Math" panose="02040503050406030204" pitchFamily="18" charset="0"/>
                                  <a:ea typeface="Cambria Math"/>
                                  <a:cs typeface="Cambria Math"/>
                                </a:rPr>
                                <m:t>the</m:t>
                              </m:r>
                              <m:r>
                                <a:rPr lang="it-IT" sz="2800">
                                  <a:solidFill>
                                    <a:srgbClr val="00B050"/>
                                  </a:solidFill>
                                  <a:latin typeface="Cambria Math" panose="02040503050406030204" pitchFamily="18" charset="0"/>
                                  <a:ea typeface="Cambria Math"/>
                                  <a:cs typeface="Cambria Math"/>
                                </a:rPr>
                                <m:t> 2</m:t>
                              </m:r>
                              <m:r>
                                <m:rPr>
                                  <m:sty m:val="p"/>
                                </m:rPr>
                                <a:rPr lang="it-IT" sz="2800" b="0" i="0" smtClean="0">
                                  <a:solidFill>
                                    <a:srgbClr val="00B050"/>
                                  </a:solidFill>
                                  <a:latin typeface="Cambria Math" panose="02040503050406030204" pitchFamily="18" charset="0"/>
                                  <a:ea typeface="Cambria Math"/>
                                  <a:cs typeface="Cambria Math"/>
                                </a:rPr>
                                <m:t>nd</m:t>
                              </m:r>
                              <m:r>
                                <a:rPr lang="it-IT" sz="2800">
                                  <a:solidFill>
                                    <a:srgbClr val="00B050"/>
                                  </a:solidFill>
                                  <a:latin typeface="Cambria Math" panose="02040503050406030204" pitchFamily="18" charset="0"/>
                                  <a:ea typeface="Cambria Math"/>
                                  <a:cs typeface="Cambria Math"/>
                                </a:rPr>
                                <m:t> </m:t>
                              </m:r>
                              <m:r>
                                <m:rPr>
                                  <m:sty m:val="p"/>
                                </m:rPr>
                                <a:rPr lang="it-IT" sz="2800">
                                  <a:solidFill>
                                    <a:srgbClr val="00B050"/>
                                  </a:solidFill>
                                  <a:latin typeface="Cambria Math" panose="02040503050406030204" pitchFamily="18" charset="0"/>
                                  <a:ea typeface="Cambria Math"/>
                                  <a:cs typeface="Cambria Math"/>
                                </a:rPr>
                                <m:t>layer</m:t>
                              </m:r>
                            </m:e>
                          </m:eqArr>
                        </m:lim>
                      </m:limLow>
                      <m:r>
                        <a:rPr lang="en-GB" sz="2800">
                          <a:solidFill>
                            <a:srgbClr val="AA4910"/>
                          </a:solidFill>
                          <a:latin typeface="Cambria Math"/>
                          <a:ea typeface="Cambria Math"/>
                          <a:cs typeface="Cambria Math"/>
                        </a:rPr>
                        <m:t> </m:t>
                      </m:r>
                      <m:r>
                        <a:rPr lang="it-IT" sz="2800" i="1" smtClean="0">
                          <a:solidFill>
                            <a:srgbClr val="087F82"/>
                          </a:solidFill>
                          <a:latin typeface="Cambria Math" panose="02040503050406030204" pitchFamily="18" charset="0"/>
                          <a:ea typeface="Cambria Math"/>
                          <a:cs typeface="Cambria Math"/>
                        </a:rPr>
                        <m:t>⋅</m:t>
                      </m:r>
                      <m:limLow>
                        <m:limLowPr>
                          <m:ctrlPr>
                            <a:rPr lang="en-GB" sz="2800" i="1">
                              <a:solidFill>
                                <a:srgbClr val="087F82"/>
                              </a:solidFill>
                              <a:latin typeface="Cambria Math" panose="02040503050406030204" pitchFamily="18" charset="0"/>
                              <a:ea typeface="Cambria Math"/>
                              <a:cs typeface="Cambria Math"/>
                            </a:rPr>
                          </m:ctrlPr>
                        </m:limLowPr>
                        <m:e>
                          <m:groupChr>
                            <m:groupChrPr>
                              <m:chr m:val="⏟"/>
                              <m:pos m:val="bot"/>
                              <m:vertJc m:val="top"/>
                              <m:ctrlPr>
                                <a:rPr lang="en-GB" sz="2800" i="1">
                                  <a:solidFill>
                                    <a:srgbClr val="087F82"/>
                                  </a:solidFill>
                                  <a:latin typeface="Cambria Math" panose="02040503050406030204" pitchFamily="18" charset="0"/>
                                  <a:ea typeface="Cambria Math"/>
                                  <a:cs typeface="Cambria Math"/>
                                </a:rPr>
                              </m:ctrlPr>
                            </m:groupChr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𝑤</m:t>
                                  </m:r>
                                </m:e>
                                <m:sub>
                                  <m:r>
                                    <a:rPr lang="it-IT" sz="2800" b="0" i="0" smtClean="0">
                                      <a:solidFill>
                                        <a:srgbClr val="087F82"/>
                                      </a:solidFill>
                                      <a:latin typeface="Cambria Math" panose="02040503050406030204" pitchFamily="18" charset="0"/>
                                      <a:ea typeface="Cambria Math"/>
                                      <a:cs typeface="Cambria Math"/>
                                    </a:rPr>
                                    <m:t>2</m:t>
                                  </m:r>
                                </m:sub>
                              </m:sSub>
                            </m:e>
                          </m:groupChr>
                        </m:e>
                        <m:lim>
                          <m:eqArr>
                            <m:eqArrPr>
                              <m:ctrlPr>
                                <a:rPr lang="it-IT" sz="2800" i="1">
                                  <a:solidFill>
                                    <a:srgbClr val="087F82"/>
                                  </a:solidFill>
                                  <a:latin typeface="Cambria Math" panose="02040503050406030204" pitchFamily="18" charset="0"/>
                                  <a:ea typeface="Cambria Math"/>
                                  <a:cs typeface="Cambria Math"/>
                                </a:rPr>
                              </m:ctrlPr>
                            </m:eqArrPr>
                            <m:e>
                              <m:r>
                                <m:rPr>
                                  <m:sty m:val="p"/>
                                </m:rPr>
                                <a:rPr lang="it-IT" sz="2800">
                                  <a:solidFill>
                                    <a:srgbClr val="087F82"/>
                                  </a:solidFill>
                                  <a:latin typeface="Cambria Math" panose="02040503050406030204" pitchFamily="18" charset="0"/>
                                  <a:ea typeface="Cambria Math"/>
                                  <a:cs typeface="Cambria Math"/>
                                </a:rPr>
                                <m:t>known</m:t>
                              </m:r>
                            </m:e>
                            <m:e>
                              <m:r>
                                <m:rPr>
                                  <m:sty m:val="p"/>
                                </m:rPr>
                                <a:rPr lang="it-IT" sz="2800">
                                  <a:solidFill>
                                    <a:srgbClr val="087F82"/>
                                  </a:solidFill>
                                  <a:latin typeface="Cambria Math" panose="02040503050406030204" pitchFamily="18" charset="0"/>
                                  <a:ea typeface="Cambria Math"/>
                                  <a:cs typeface="Cambria Math"/>
                                </a:rPr>
                                <m:t>weight</m:t>
                              </m:r>
                            </m:e>
                          </m:eqArr>
                        </m:lim>
                      </m:limLow>
                      <m:r>
                        <a:rPr lang="en-GB" sz="2800">
                          <a:solidFill>
                            <a:srgbClr val="087F82"/>
                          </a:solidFill>
                          <a:latin typeface="Cambria Math"/>
                          <a:ea typeface="Cambria Math"/>
                          <a:cs typeface="Cambria Math"/>
                        </a:rPr>
                        <m:t> </m:t>
                      </m:r>
                      <m:r>
                        <a:rPr lang="it-IT" sz="2800" i="1">
                          <a:solidFill>
                            <a:srgbClr val="087F82"/>
                          </a:solidFill>
                          <a:latin typeface="Cambria Math" panose="02040503050406030204" pitchFamily="18" charset="0"/>
                          <a:ea typeface="Cambria Math"/>
                          <a:cs typeface="Cambria Math"/>
                        </a:rPr>
                        <m:t>⋅</m:t>
                      </m:r>
                      <m:limLow>
                        <m:limLowPr>
                          <m:ctrlPr>
                            <a:rPr lang="it-IT" sz="2800" b="0" i="1" smtClean="0">
                              <a:solidFill>
                                <a:srgbClr val="087F82"/>
                              </a:solidFill>
                              <a:latin typeface="Cambria Math" panose="02040503050406030204" pitchFamily="18" charset="0"/>
                              <a:ea typeface="Cambria Math"/>
                              <a:cs typeface="Cambria Math"/>
                            </a:rPr>
                          </m:ctrlPr>
                        </m:limLowPr>
                        <m:e>
                          <m:groupChr>
                            <m:groupChrPr>
                              <m:chr m:val="⏟"/>
                              <m:pos m:val="bot"/>
                              <m:vertJc m:val="top"/>
                              <m:ctrlPr>
                                <a:rPr lang="it-IT" sz="2800" b="0" i="0" smtClean="0">
                                  <a:solidFill>
                                    <a:srgbClr val="087F82"/>
                                  </a:solidFill>
                                  <a:latin typeface="Cambria Math" panose="02040503050406030204" pitchFamily="18" charset="0"/>
                                  <a:ea typeface="Cambria Math"/>
                                  <a:cs typeface="Cambria Math"/>
                                </a:rPr>
                              </m:ctrlPr>
                            </m:groupChrPr>
                            <m:e>
                              <m:r>
                                <m:rPr>
                                  <m:sty m:val="p"/>
                                </m:rPr>
                                <a:rPr lang="it-IT" sz="2800" b="0" i="0" smtClean="0">
                                  <a:solidFill>
                                    <a:srgbClr val="087F82"/>
                                  </a:solidFill>
                                  <a:latin typeface="Cambria Math" panose="02040503050406030204" pitchFamily="18" charset="0"/>
                                  <a:ea typeface="Cambria Math"/>
                                  <a:cs typeface="Cambria Math"/>
                                </a:rPr>
                                <m:t>step</m:t>
                              </m:r>
                              <m:d>
                                <m:dPr>
                                  <m:ctrlPr>
                                    <a:rPr lang="en-GB" sz="2800" i="1">
                                      <a:solidFill>
                                        <a:srgbClr val="087F82"/>
                                      </a:solidFill>
                                      <a:latin typeface="Cambria Math" panose="02040503050406030204" pitchFamily="18" charset="0"/>
                                      <a:ea typeface="Cambria Math"/>
                                      <a:cs typeface="Cambria Math"/>
                                    </a:rPr>
                                  </m:ctrlPr>
                                </m:d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𝑎</m:t>
                                      </m:r>
                                    </m:e>
                                    <m:sub>
                                      <m:r>
                                        <a:rPr lang="it-IT" sz="2800" b="0" i="0" smtClean="0">
                                          <a:solidFill>
                                            <a:srgbClr val="087F82"/>
                                          </a:solidFill>
                                          <a:latin typeface="Cambria Math" panose="02040503050406030204" pitchFamily="18" charset="0"/>
                                          <a:ea typeface="Cambria Math"/>
                                          <a:cs typeface="Cambria Math"/>
                                        </a:rPr>
                                        <m:t>1</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𝑥</m:t>
                                      </m:r>
                                    </m:e>
                                  </m:d>
                                </m:e>
                              </m:d>
                            </m:e>
                          </m:groupChr>
                        </m:e>
                        <m:lim>
                          <m:r>
                            <m:rPr>
                              <m:sty m:val="p"/>
                            </m:rPr>
                            <a:rPr lang="it-IT" sz="2800" b="0" i="0" smtClean="0">
                              <a:solidFill>
                                <a:srgbClr val="087F82"/>
                              </a:solidFill>
                              <a:latin typeface="Cambria Math" panose="02040503050406030204" pitchFamily="18" charset="0"/>
                              <a:ea typeface="Cambria Math"/>
                              <a:cs typeface="Cambria Math"/>
                            </a:rPr>
                            <m:t>ReLU</m:t>
                          </m:r>
                          <m:r>
                            <a:rPr lang="it-IT" sz="2800" b="0" i="0" smtClean="0">
                              <a:solidFill>
                                <a:srgbClr val="087F82"/>
                              </a:solidFill>
                              <a:latin typeface="Cambria Math" panose="02040503050406030204" pitchFamily="18" charset="0"/>
                              <a:ea typeface="Cambria Math"/>
                              <a:cs typeface="Cambria Math"/>
                            </a:rPr>
                            <m:t> </m:t>
                          </m:r>
                          <m:r>
                            <m:rPr>
                              <m:sty m:val="p"/>
                            </m:rPr>
                            <a:rPr lang="it-IT" sz="2800" b="0" i="0" smtClean="0">
                              <a:solidFill>
                                <a:srgbClr val="087F82"/>
                              </a:solidFill>
                              <a:latin typeface="Cambria Math" panose="02040503050406030204" pitchFamily="18" charset="0"/>
                              <a:ea typeface="Cambria Math"/>
                              <a:cs typeface="Cambria Math"/>
                            </a:rPr>
                            <m:t>derivative</m:t>
                          </m:r>
                        </m:lim>
                      </m:limLow>
                    </m:oMath>
                  </m:oMathPara>
                </a14:m>
                <a:endParaRPr lang="en-GB" sz="2800" dirty="0">
                  <a:solidFill>
                    <a:srgbClr val="087F82"/>
                  </a:solidFill>
                </a:endParaRPr>
              </a:p>
            </p:txBody>
          </p:sp>
        </mc:Choice>
        <mc:Fallback xmlns="">
          <p:sp>
            <p:nvSpPr>
              <p:cNvPr id="9" name="completed_recurrence" descr="J_{1}'(a_1(x))=\underbrace{J_{2}'(a_2(x))}_{\text{already calculated}}\,\underbrace{w_2}_{\text{affine}}\,\underbrace{\mathrm{step}(a_1(x))}_{\text{ReLU}}">
                <a:extLst>
                  <a:ext uri="{FF2B5EF4-FFF2-40B4-BE49-F238E27FC236}">
                    <a16:creationId xmlns:a16="http://schemas.microsoft.com/office/drawing/2014/main" id="{218BA2FC-79E0-42BE-A0E4-0CAD3C88D076}"/>
                  </a:ext>
                </a:extLst>
              </p:cNvPr>
              <p:cNvSpPr>
                <a:spLocks noGrp="1" noRot="1" noChangeAspect="1" noMove="1" noResize="1" noEditPoints="1" noAdjustHandles="1" noChangeArrowheads="1" noChangeShapeType="1" noTextEdit="1"/>
              </p:cNvSpPr>
              <p:nvPr/>
            </p:nvSpPr>
            <p:spPr>
              <a:xfrm>
                <a:off x="323850" y="4114800"/>
                <a:ext cx="11525250" cy="123825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ompleted_bias" descr="\frac{\partial\mathcal L_{\mathrm{sq}}}{\partial b_1}(\boldsymbol{\theta})=J'_{1}(a_1(x))">
                <a:extLst>
                  <a:ext uri="{FF2B5EF4-FFF2-40B4-BE49-F238E27FC236}">
                    <a16:creationId xmlns:a16="http://schemas.microsoft.com/office/drawing/2014/main" id="{4F37D100-462C-4F02-BF9E-5D8DF43A030A}"/>
                  </a:ext>
                </a:extLst>
              </p:cNvPr>
              <p:cNvSpPr>
                <a:spLocks noGrp="1"/>
              </p:cNvSpPr>
              <p:nvPr/>
            </p:nvSpPr>
            <p:spPr>
              <a:xfrm>
                <a:off x="333375" y="5734050"/>
                <a:ext cx="52387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400">
                              <a:solidFill>
                                <a:srgbClr val="7030A0"/>
                              </a:solidFill>
                              <a:latin typeface="Cambria Math"/>
                              <a:ea typeface="Cambria Math"/>
                              <a:cs typeface="Cambria Math"/>
                            </a:rPr>
                          </m:ctrlPr>
                        </m:fPr>
                        <m:num>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ℒ</m:t>
                              </m:r>
                            </m:e>
                            <m:sub>
                              <m:r>
                                <m:rPr>
                                  <m:sty m:val="p"/>
                                </m:rPr>
                                <a:rPr lang="en-GB" sz="2400">
                                  <a:solidFill>
                                    <a:srgbClr val="7030A0"/>
                                  </a:solidFill>
                                  <a:latin typeface="Cambria Math"/>
                                  <a:ea typeface="Cambria Math"/>
                                  <a:cs typeface="Cambria Math"/>
                                </a:rPr>
                                <m:t>sq</m:t>
                              </m:r>
                            </m:sub>
                          </m:sSub>
                        </m:num>
                        <m:den>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𝑏</m:t>
                              </m:r>
                            </m:e>
                            <m:sub>
                              <m:r>
                                <a:rPr lang="en-GB" sz="2400">
                                  <a:solidFill>
                                    <a:srgbClr val="7030A0"/>
                                  </a:solidFill>
                                  <a:latin typeface="Cambria Math"/>
                                  <a:ea typeface="Cambria Math"/>
                                  <a:cs typeface="Cambria Math"/>
                                </a:rPr>
                                <m:t>1</m:t>
                              </m:r>
                            </m:sub>
                          </m:sSub>
                        </m:den>
                      </m:f>
                      <m:d>
                        <m:dPr>
                          <m:ctrlPr>
                            <a:rPr lang="en-GB" sz="2400">
                              <a:solidFill>
                                <a:srgbClr val="7030A0"/>
                              </a:solidFill>
                              <a:latin typeface="Cambria Math"/>
                              <a:ea typeface="Cambria Math"/>
                              <a:cs typeface="Cambria Math"/>
                            </a:rPr>
                          </m:ctrlPr>
                        </m:dPr>
                        <m:e>
                          <m:r>
                            <a:rPr lang="en-GB" sz="2400">
                              <a:solidFill>
                                <a:srgbClr val="7030A0"/>
                              </a:solidFill>
                              <a:latin typeface="Cambria Math"/>
                              <a:ea typeface="Cambria Math"/>
                              <a:cs typeface="Cambria Math"/>
                            </a:rPr>
                            <m:t>𝛉</m:t>
                          </m:r>
                        </m:e>
                      </m:d>
                      <m:r>
                        <a:rPr lang="en-GB" sz="2400" smtClean="0">
                          <a:solidFill>
                            <a:srgbClr val="7030A0"/>
                          </a:solidFill>
                          <a:latin typeface="Cambria Math"/>
                          <a:ea typeface="Cambria Math"/>
                          <a:cs typeface="Cambria Math"/>
                        </a:rPr>
                        <m:t>=</m:t>
                      </m:r>
                      <m:sSubSup>
                        <m:sSubSupPr>
                          <m:ctrlPr>
                            <a:rPr lang="en-GB" sz="2400">
                              <a:solidFill>
                                <a:srgbClr val="295892"/>
                              </a:solidFill>
                              <a:latin typeface="Cambria Math"/>
                              <a:ea typeface="Cambria Math"/>
                              <a:cs typeface="Cambria Math"/>
                            </a:rPr>
                          </m:ctrlPr>
                        </m:sSubSupPr>
                        <m:e>
                          <m:r>
                            <a:rPr lang="en-GB" sz="2400">
                              <a:solidFill>
                                <a:srgbClr val="295892"/>
                              </a:solidFill>
                              <a:latin typeface="Cambria Math"/>
                              <a:ea typeface="Cambria Math"/>
                              <a:cs typeface="Cambria Math"/>
                            </a:rPr>
                            <m:t>𝐽</m:t>
                          </m:r>
                        </m:e>
                        <m:sub>
                          <m:r>
                            <a:rPr lang="en-GB" sz="2400">
                              <a:solidFill>
                                <a:srgbClr val="295892"/>
                              </a:solidFill>
                              <a:latin typeface="Cambria Math"/>
                              <a:ea typeface="Cambria Math"/>
                              <a:cs typeface="Cambria Math"/>
                            </a:rPr>
                            <m:t>1</m:t>
                          </m:r>
                        </m:sub>
                        <m:sup>
                          <m:r>
                            <a:rPr lang="en-GB" sz="2400">
                              <a:solidFill>
                                <a:srgbClr val="295892"/>
                              </a:solidFill>
                              <a:latin typeface="Cambria Math"/>
                              <a:ea typeface="Cambria Math"/>
                              <a:cs typeface="Cambria Math"/>
                            </a:rPr>
                            <m:t>′</m:t>
                          </m:r>
                        </m:sup>
                      </m:sSubSup>
                      <m:d>
                        <m:dPr>
                          <m:ctrlPr>
                            <a:rPr lang="en-GB" sz="2400" i="1">
                              <a:solidFill>
                                <a:srgbClr val="295892"/>
                              </a:solidFill>
                              <a:latin typeface="Cambria Math" panose="02040503050406030204" pitchFamily="18" charset="0"/>
                              <a:ea typeface="Cambria Math"/>
                              <a:cs typeface="Cambria Math"/>
                            </a:rPr>
                          </m:ctrlPr>
                        </m:dPr>
                        <m:e>
                          <m:sSub>
                            <m:sSubPr>
                              <m:ctrlPr>
                                <a:rPr lang="en-GB" sz="2400">
                                  <a:solidFill>
                                    <a:srgbClr val="295892"/>
                                  </a:solidFill>
                                  <a:latin typeface="Cambria Math"/>
                                  <a:ea typeface="Cambria Math"/>
                                  <a:cs typeface="Cambria Math"/>
                                </a:rPr>
                              </m:ctrlPr>
                            </m:sSubPr>
                            <m:e>
                              <m:r>
                                <a:rPr lang="en-GB" sz="2400">
                                  <a:solidFill>
                                    <a:srgbClr val="295892"/>
                                  </a:solidFill>
                                  <a:latin typeface="Cambria Math"/>
                                  <a:ea typeface="Cambria Math"/>
                                  <a:cs typeface="Cambria Math"/>
                                </a:rPr>
                                <m:t>𝑎</m:t>
                              </m:r>
                            </m:e>
                            <m:sub>
                              <m:r>
                                <a:rPr lang="en-GB" sz="2400">
                                  <a:solidFill>
                                    <a:srgbClr val="295892"/>
                                  </a:solidFill>
                                  <a:latin typeface="Cambria Math"/>
                                  <a:ea typeface="Cambria Math"/>
                                  <a:cs typeface="Cambria Math"/>
                                </a:rPr>
                                <m:t>1</m:t>
                              </m:r>
                            </m:sub>
                          </m:sSub>
                          <m:d>
                            <m:dPr>
                              <m:ctrlPr>
                                <a:rPr lang="en-GB" sz="2400">
                                  <a:solidFill>
                                    <a:srgbClr val="295892"/>
                                  </a:solidFill>
                                  <a:latin typeface="Cambria Math"/>
                                  <a:ea typeface="Cambria Math"/>
                                  <a:cs typeface="Cambria Math"/>
                                </a:rPr>
                              </m:ctrlPr>
                            </m:dPr>
                            <m:e>
                              <m:r>
                                <a:rPr lang="en-GB" sz="2400">
                                  <a:solidFill>
                                    <a:srgbClr val="295892"/>
                                  </a:solidFill>
                                  <a:latin typeface="Cambria Math"/>
                                  <a:ea typeface="Cambria Math"/>
                                  <a:cs typeface="Cambria Math"/>
                                </a:rPr>
                                <m:t>𝑥</m:t>
                              </m:r>
                            </m:e>
                          </m:d>
                        </m:e>
                      </m:d>
                    </m:oMath>
                  </m:oMathPara>
                </a14:m>
                <a:endParaRPr lang="en-GB" sz="2400" dirty="0">
                  <a:solidFill>
                    <a:srgbClr val="FF0000"/>
                  </a:solidFill>
                </a:endParaRPr>
              </a:p>
            </p:txBody>
          </p:sp>
        </mc:Choice>
        <mc:Fallback xmlns="">
          <p:sp>
            <p:nvSpPr>
              <p:cNvPr id="12" name="completed_bias" descr="\frac{\partial\mathcal L_{\mathrm{sq}}}{\partial b_1}(\boldsymbol{\theta})=J'_{1}(a_1(x))">
                <a:extLst>
                  <a:ext uri="{FF2B5EF4-FFF2-40B4-BE49-F238E27FC236}">
                    <a16:creationId xmlns:a16="http://schemas.microsoft.com/office/drawing/2014/main" id="{4F37D100-462C-4F02-BF9E-5D8DF43A030A}"/>
                  </a:ext>
                </a:extLst>
              </p:cNvPr>
              <p:cNvSpPr>
                <a:spLocks noGrp="1" noRot="1" noChangeAspect="1" noMove="1" noResize="1" noEditPoints="1" noAdjustHandles="1" noChangeArrowheads="1" noChangeShapeType="1" noTextEdit="1"/>
              </p:cNvSpPr>
              <p:nvPr/>
            </p:nvSpPr>
            <p:spPr>
              <a:xfrm>
                <a:off x="333375" y="5734050"/>
                <a:ext cx="5238750" cy="80962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completed_weight" descr="\frac{\partial\mathcal L_{\mathrm{sq}}}{\partial w_1}(\boldsymbol{\theta})=J'_{1}(a_1(x))\,\phi_0(x)">
                <a:extLst>
                  <a:ext uri="{FF2B5EF4-FFF2-40B4-BE49-F238E27FC236}">
                    <a16:creationId xmlns:a16="http://schemas.microsoft.com/office/drawing/2014/main" id="{18457253-B3B3-4A72-A792-5DCD79F78E17}"/>
                  </a:ext>
                </a:extLst>
              </p:cNvPr>
              <p:cNvSpPr>
                <a:spLocks noGrp="1"/>
              </p:cNvSpPr>
              <p:nvPr/>
            </p:nvSpPr>
            <p:spPr>
              <a:xfrm>
                <a:off x="5857875" y="5734050"/>
                <a:ext cx="6000750" cy="809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400">
                              <a:solidFill>
                                <a:srgbClr val="7030A0"/>
                              </a:solidFill>
                              <a:latin typeface="Cambria Math"/>
                              <a:ea typeface="Cambria Math"/>
                              <a:cs typeface="Cambria Math"/>
                            </a:rPr>
                          </m:ctrlPr>
                        </m:fPr>
                        <m:num>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ℒ</m:t>
                              </m:r>
                            </m:e>
                            <m:sub>
                              <m:r>
                                <m:rPr>
                                  <m:sty m:val="p"/>
                                </m:rPr>
                                <a:rPr lang="en-GB" sz="2400">
                                  <a:solidFill>
                                    <a:srgbClr val="7030A0"/>
                                  </a:solidFill>
                                  <a:latin typeface="Cambria Math"/>
                                  <a:ea typeface="Cambria Math"/>
                                  <a:cs typeface="Cambria Math"/>
                                </a:rPr>
                                <m:t>sq</m:t>
                              </m:r>
                            </m:sub>
                          </m:sSub>
                        </m:num>
                        <m:den>
                          <m:r>
                            <a:rPr lang="en-GB" sz="2400">
                              <a:solidFill>
                                <a:srgbClr val="7030A0"/>
                              </a:solidFill>
                              <a:latin typeface="Cambria Math"/>
                              <a:ea typeface="Cambria Math"/>
                              <a:cs typeface="Cambria Math"/>
                            </a:rPr>
                            <m:t>𝜕</m:t>
                          </m:r>
                          <m:sSub>
                            <m:sSubPr>
                              <m:ctrlPr>
                                <a:rPr lang="en-GB" sz="2400">
                                  <a:solidFill>
                                    <a:srgbClr val="7030A0"/>
                                  </a:solidFill>
                                  <a:latin typeface="Cambria Math"/>
                                  <a:ea typeface="Cambria Math"/>
                                  <a:cs typeface="Cambria Math"/>
                                </a:rPr>
                              </m:ctrlPr>
                            </m:sSubPr>
                            <m:e>
                              <m:r>
                                <a:rPr lang="en-GB" sz="2400">
                                  <a:solidFill>
                                    <a:srgbClr val="7030A0"/>
                                  </a:solidFill>
                                  <a:latin typeface="Cambria Math"/>
                                  <a:ea typeface="Cambria Math"/>
                                  <a:cs typeface="Cambria Math"/>
                                </a:rPr>
                                <m:t>𝑤</m:t>
                              </m:r>
                            </m:e>
                            <m:sub>
                              <m:r>
                                <a:rPr lang="en-GB" sz="2400">
                                  <a:solidFill>
                                    <a:srgbClr val="7030A0"/>
                                  </a:solidFill>
                                  <a:latin typeface="Cambria Math"/>
                                  <a:ea typeface="Cambria Math"/>
                                  <a:cs typeface="Cambria Math"/>
                                </a:rPr>
                                <m:t>1</m:t>
                              </m:r>
                            </m:sub>
                          </m:sSub>
                        </m:den>
                      </m:f>
                      <m:d>
                        <m:dPr>
                          <m:ctrlPr>
                            <a:rPr lang="en-GB" sz="2400">
                              <a:solidFill>
                                <a:srgbClr val="7030A0"/>
                              </a:solidFill>
                              <a:latin typeface="Cambria Math"/>
                              <a:ea typeface="Cambria Math"/>
                              <a:cs typeface="Cambria Math"/>
                            </a:rPr>
                          </m:ctrlPr>
                        </m:dPr>
                        <m:e>
                          <m:r>
                            <a:rPr lang="en-GB" sz="2400">
                              <a:solidFill>
                                <a:srgbClr val="7030A0"/>
                              </a:solidFill>
                              <a:latin typeface="Cambria Math"/>
                              <a:ea typeface="Cambria Math"/>
                              <a:cs typeface="Cambria Math"/>
                            </a:rPr>
                            <m:t>𝛉</m:t>
                          </m:r>
                        </m:e>
                      </m:d>
                      <m:r>
                        <a:rPr lang="en-GB" sz="2400" smtClean="0">
                          <a:solidFill>
                            <a:srgbClr val="7030A0"/>
                          </a:solidFill>
                          <a:latin typeface="Cambria Math"/>
                          <a:ea typeface="Cambria Math"/>
                          <a:cs typeface="Cambria Math"/>
                        </a:rPr>
                        <m:t>=</m:t>
                      </m:r>
                      <m:sSubSup>
                        <m:sSubSupPr>
                          <m:ctrlPr>
                            <a:rPr lang="en-GB" sz="2400">
                              <a:solidFill>
                                <a:srgbClr val="295892"/>
                              </a:solidFill>
                              <a:latin typeface="Cambria Math"/>
                              <a:ea typeface="Cambria Math"/>
                              <a:cs typeface="Cambria Math"/>
                            </a:rPr>
                          </m:ctrlPr>
                        </m:sSubSupPr>
                        <m:e>
                          <m:r>
                            <a:rPr lang="en-GB" sz="2400">
                              <a:solidFill>
                                <a:srgbClr val="295892"/>
                              </a:solidFill>
                              <a:latin typeface="Cambria Math"/>
                              <a:ea typeface="Cambria Math"/>
                              <a:cs typeface="Cambria Math"/>
                            </a:rPr>
                            <m:t>𝐽</m:t>
                          </m:r>
                        </m:e>
                        <m:sub>
                          <m:r>
                            <a:rPr lang="en-GB" sz="2400">
                              <a:solidFill>
                                <a:srgbClr val="295892"/>
                              </a:solidFill>
                              <a:latin typeface="Cambria Math"/>
                              <a:ea typeface="Cambria Math"/>
                              <a:cs typeface="Cambria Math"/>
                            </a:rPr>
                            <m:t>1</m:t>
                          </m:r>
                        </m:sub>
                        <m:sup>
                          <m:r>
                            <a:rPr lang="en-GB" sz="2400">
                              <a:solidFill>
                                <a:srgbClr val="295892"/>
                              </a:solidFill>
                              <a:latin typeface="Cambria Math"/>
                              <a:ea typeface="Cambria Math"/>
                              <a:cs typeface="Cambria Math"/>
                            </a:rPr>
                            <m:t>′</m:t>
                          </m:r>
                        </m:sup>
                      </m:sSubSup>
                      <m:d>
                        <m:dPr>
                          <m:ctrlPr>
                            <a:rPr lang="en-GB" sz="2400" i="1">
                              <a:solidFill>
                                <a:srgbClr val="295892"/>
                              </a:solidFill>
                              <a:latin typeface="Cambria Math" panose="02040503050406030204" pitchFamily="18" charset="0"/>
                              <a:ea typeface="Cambria Math"/>
                              <a:cs typeface="Cambria Math"/>
                            </a:rPr>
                          </m:ctrlPr>
                        </m:dPr>
                        <m:e>
                          <m:sSub>
                            <m:sSubPr>
                              <m:ctrlPr>
                                <a:rPr lang="en-GB" sz="2400">
                                  <a:solidFill>
                                    <a:srgbClr val="295892"/>
                                  </a:solidFill>
                                  <a:latin typeface="Cambria Math"/>
                                  <a:ea typeface="Cambria Math"/>
                                  <a:cs typeface="Cambria Math"/>
                                </a:rPr>
                              </m:ctrlPr>
                            </m:sSubPr>
                            <m:e>
                              <m:r>
                                <a:rPr lang="en-GB" sz="2400">
                                  <a:solidFill>
                                    <a:srgbClr val="295892"/>
                                  </a:solidFill>
                                  <a:latin typeface="Cambria Math"/>
                                  <a:ea typeface="Cambria Math"/>
                                  <a:cs typeface="Cambria Math"/>
                                </a:rPr>
                                <m:t>𝑎</m:t>
                              </m:r>
                            </m:e>
                            <m:sub>
                              <m:r>
                                <a:rPr lang="en-GB" sz="2400">
                                  <a:solidFill>
                                    <a:srgbClr val="295892"/>
                                  </a:solidFill>
                                  <a:latin typeface="Cambria Math"/>
                                  <a:ea typeface="Cambria Math"/>
                                  <a:cs typeface="Cambria Math"/>
                                </a:rPr>
                                <m:t>1</m:t>
                              </m:r>
                            </m:sub>
                          </m:sSub>
                          <m:d>
                            <m:dPr>
                              <m:ctrlPr>
                                <a:rPr lang="en-GB" sz="2400">
                                  <a:solidFill>
                                    <a:srgbClr val="295892"/>
                                  </a:solidFill>
                                  <a:latin typeface="Cambria Math"/>
                                  <a:ea typeface="Cambria Math"/>
                                  <a:cs typeface="Cambria Math"/>
                                </a:rPr>
                              </m:ctrlPr>
                            </m:dPr>
                            <m:e>
                              <m:r>
                                <a:rPr lang="en-GB" sz="2400">
                                  <a:solidFill>
                                    <a:srgbClr val="295892"/>
                                  </a:solidFill>
                                  <a:latin typeface="Cambria Math"/>
                                  <a:ea typeface="Cambria Math"/>
                                  <a:cs typeface="Cambria Math"/>
                                </a:rPr>
                                <m:t>𝑥</m:t>
                              </m:r>
                            </m:e>
                          </m:d>
                        </m:e>
                      </m:d>
                      <m:r>
                        <a:rPr lang="en-GB" sz="2400">
                          <a:solidFill>
                            <a:srgbClr val="FF0000"/>
                          </a:solidFill>
                          <a:latin typeface="Cambria Math"/>
                          <a:ea typeface="Cambria Math"/>
                          <a:cs typeface="Cambria Math"/>
                        </a:rPr>
                        <m:t> </m:t>
                      </m:r>
                      <m:sSub>
                        <m:sSubPr>
                          <m:ctrlPr>
                            <a:rPr lang="en-GB" sz="2400">
                              <a:solidFill>
                                <a:srgbClr val="087F82"/>
                              </a:solidFill>
                              <a:latin typeface="Cambria Math"/>
                              <a:ea typeface="Cambria Math"/>
                              <a:cs typeface="Cambria Math"/>
                            </a:rPr>
                          </m:ctrlPr>
                        </m:sSubPr>
                        <m:e>
                          <m:r>
                            <a:rPr lang="en-GB" sz="2400">
                              <a:solidFill>
                                <a:srgbClr val="087F82"/>
                              </a:solidFill>
                              <a:latin typeface="Cambria Math"/>
                              <a:ea typeface="Cambria Math"/>
                              <a:cs typeface="Cambria Math"/>
                            </a:rPr>
                            <m:t>𝜙</m:t>
                          </m:r>
                        </m:e>
                        <m:sub>
                          <m:r>
                            <a:rPr lang="en-GB" sz="2400">
                              <a:solidFill>
                                <a:srgbClr val="087F82"/>
                              </a:solidFill>
                              <a:latin typeface="Cambria Math"/>
                              <a:ea typeface="Cambria Math"/>
                              <a:cs typeface="Cambria Math"/>
                            </a:rPr>
                            <m:t>0</m:t>
                          </m:r>
                        </m:sub>
                      </m:sSub>
                      <m:d>
                        <m:dPr>
                          <m:ctrlPr>
                            <a:rPr lang="en-GB" sz="2400">
                              <a:solidFill>
                                <a:srgbClr val="087F82"/>
                              </a:solidFill>
                              <a:latin typeface="Cambria Math"/>
                              <a:ea typeface="Cambria Math"/>
                              <a:cs typeface="Cambria Math"/>
                            </a:rPr>
                          </m:ctrlPr>
                        </m:dPr>
                        <m:e>
                          <m:r>
                            <a:rPr lang="en-GB" sz="2400">
                              <a:solidFill>
                                <a:srgbClr val="087F82"/>
                              </a:solidFill>
                              <a:latin typeface="Cambria Math"/>
                              <a:ea typeface="Cambria Math"/>
                              <a:cs typeface="Cambria Math"/>
                            </a:rPr>
                            <m:t>𝑥</m:t>
                          </m:r>
                        </m:e>
                      </m:d>
                    </m:oMath>
                  </m:oMathPara>
                </a14:m>
                <a:endParaRPr lang="en-GB" sz="2400" dirty="0">
                  <a:solidFill>
                    <a:srgbClr val="FF0000"/>
                  </a:solidFill>
                </a:endParaRPr>
              </a:p>
            </p:txBody>
          </p:sp>
        </mc:Choice>
        <mc:Fallback xmlns="">
          <p:sp>
            <p:nvSpPr>
              <p:cNvPr id="13" name="completed_weight" descr="\frac{\partial\mathcal L_{\mathrm{sq}}}{\partial w_1}(\boldsymbol{\theta})=J'_{1}(a_1(x))\,\phi_0(x)">
                <a:extLst>
                  <a:ext uri="{FF2B5EF4-FFF2-40B4-BE49-F238E27FC236}">
                    <a16:creationId xmlns:a16="http://schemas.microsoft.com/office/drawing/2014/main" id="{18457253-B3B3-4A72-A792-5DCD79F78E17}"/>
                  </a:ext>
                </a:extLst>
              </p:cNvPr>
              <p:cNvSpPr>
                <a:spLocks noGrp="1" noRot="1" noChangeAspect="1" noMove="1" noResize="1" noEditPoints="1" noAdjustHandles="1" noChangeArrowheads="1" noChangeShapeType="1" noTextEdit="1"/>
              </p:cNvSpPr>
              <p:nvPr/>
            </p:nvSpPr>
            <p:spPr>
              <a:xfrm>
                <a:off x="5857875" y="5734050"/>
                <a:ext cx="6000750" cy="809625"/>
              </a:xfrm>
              <a:prstGeom prst="rect">
                <a:avLst/>
              </a:prstGeom>
              <a:blipFill>
                <a:blip r:embed="rId8"/>
                <a:stretch>
                  <a:fillRect/>
                </a:stretch>
              </a:blipFill>
              <a:ln w="0">
                <a:noFill/>
              </a:ln>
            </p:spPr>
            <p:txBody>
              <a:bodyPr/>
              <a:lstStyle/>
              <a:p>
                <a:r>
                  <a:rPr lang="it-IT">
                    <a:noFill/>
                  </a:rPr>
                  <a:t> </a:t>
                </a:r>
              </a:p>
            </p:txBody>
          </p:sp>
        </mc:Fallback>
      </mc:AlternateContent>
      <p:sp>
        <p:nvSpPr>
          <p:cNvPr id="14" name="definition_connector">
            <a:extLst>
              <a:ext uri="{FF2B5EF4-FFF2-40B4-BE49-F238E27FC236}">
                <a16:creationId xmlns:a16="http://schemas.microsoft.com/office/drawing/2014/main" id="{002A9876-2B19-4500-9C13-9E770C81A4B2}"/>
              </a:ext>
            </a:extLst>
          </p:cNvPr>
          <p:cNvSpPr>
            <a:spLocks noGrp="1"/>
          </p:cNvSpPr>
          <p:nvPr/>
        </p:nvSpPr>
        <p:spPr>
          <a:xfrm>
            <a:off x="2511265" y="1843088"/>
            <a:ext cx="7169468" cy="426720"/>
          </a:xfrm>
          <a:prstGeom prst="rect">
            <a:avLst/>
          </a:prstGeom>
          <a:noFill/>
          <a:ln w="0">
            <a:noFill/>
          </a:ln>
        </p:spPr>
        <p:txBody>
          <a:bodyPr lIns="0" tIns="0" rIns="0" bIns="0"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where</a:t>
            </a:r>
          </a:p>
        </p:txBody>
      </p:sp>
      <mc:AlternateContent xmlns:mc="http://schemas.openxmlformats.org/markup-compatibility/2006" xmlns:a14="http://schemas.microsoft.com/office/drawing/2010/main">
        <mc:Choice Requires="a14">
          <p:sp>
            <p:nvSpPr>
              <p:cNvPr id="16" name="chain_rule_heading">
                <a:extLst>
                  <a:ext uri="{FF2B5EF4-FFF2-40B4-BE49-F238E27FC236}">
                    <a16:creationId xmlns:a16="http://schemas.microsoft.com/office/drawing/2014/main" id="{C18139E3-4B7F-4AEA-B77D-1A5A008B6471}"/>
                  </a:ext>
                </a:extLst>
              </p:cNvPr>
              <p:cNvSpPr>
                <a:spLocks noGrp="1"/>
              </p:cNvSpPr>
              <p:nvPr/>
            </p:nvSpPr>
            <p:spPr>
              <a:xfrm>
                <a:off x="428625" y="2806624"/>
                <a:ext cx="11334750" cy="400110"/>
              </a:xfrm>
              <a:prstGeom prst="rect">
                <a:avLst/>
              </a:prstGeom>
              <a:noFill/>
              <a:ln w="0">
                <a:noFill/>
              </a:ln>
            </p:spPr>
            <p:txBody>
              <a:bodyPr lIns="0" tIns="0" rIns="0" bIns="0" anchor="ctr">
                <a:noAutofit/>
              </a:bodyPr>
              <a:lstStyle>
                <a:defPPr algn="ctr">
                  <a:defRPr sz="1800" b="1">
                    <a:solidFill>
                      <a:srgbClr val="182D45"/>
                    </a:solidFill>
                    <a:latin typeface="DejaVu Sans"/>
                    <a:ea typeface="DejaVu Sans"/>
                    <a:cs typeface="DejaVu Sans"/>
                  </a:defRPr>
                </a:defPPr>
              </a:lstStyle>
              <a:p>
                <a:pPr algn="ctr">
                  <a:defRPr sz="1800" b="1">
                    <a:solidFill>
                      <a:srgbClr val="182D45"/>
                    </a:solidFill>
                    <a:latin typeface="DejaVu Sans"/>
                    <a:ea typeface="DejaVu Sans"/>
                    <a:cs typeface="DejaVu Sans"/>
                  </a:defRPr>
                </a:pPr>
                <a:r>
                  <a:rPr lang="it-IT" sz="2000" dirty="0">
                    <a:solidFill>
                      <a:schemeClr val="tx2"/>
                    </a:solidFill>
                    <a:latin typeface="DejaVu Sans"/>
                    <a:ea typeface="DejaVu Sans"/>
                    <a:cs typeface="DejaVu Sans"/>
                  </a:rPr>
                  <a:t>Using the </a:t>
                </a:r>
                <a:r>
                  <a:rPr lang="it-IT" sz="2000" dirty="0">
                    <a:solidFill>
                      <a:srgbClr val="FF0000"/>
                    </a:solidFill>
                    <a:latin typeface="DejaVu Sans"/>
                    <a:ea typeface="DejaVu Sans"/>
                    <a:cs typeface="DejaVu Sans"/>
                  </a:rPr>
                  <a:t>chain rule </a:t>
                </a:r>
                <a:r>
                  <a:rPr lang="it-IT" sz="2000" dirty="0">
                    <a:solidFill>
                      <a:schemeClr val="tx2"/>
                    </a:solidFill>
                    <a:latin typeface="DejaVu Sans"/>
                    <a:ea typeface="DejaVu Sans"/>
                    <a:cs typeface="DejaVu Sans"/>
                  </a:rPr>
                  <a:t>(</a:t>
                </a:r>
                <a:r>
                  <a:rPr lang="it-IT" sz="2000" dirty="0" err="1">
                    <a:solidFill>
                      <a:schemeClr val="tx2"/>
                    </a:solidFill>
                    <a:latin typeface="DejaVu Sans"/>
                    <a:ea typeface="DejaVu Sans"/>
                    <a:cs typeface="DejaVu Sans"/>
                  </a:rPr>
                  <a:t>when</a:t>
                </a:r>
                <a:r>
                  <a:rPr lang="it-IT" sz="2000" dirty="0">
                    <a:solidFill>
                      <a:schemeClr val="tx2"/>
                    </a:solidFill>
                    <a:latin typeface="DejaVu Sans"/>
                    <a:ea typeface="DejaVu Sans"/>
                    <a:cs typeface="DejaVu Sans"/>
                  </a:rPr>
                  <a:t> </a:t>
                </a:r>
                <a14:m>
                  <m:oMath xmlns:m="http://schemas.openxmlformats.org/officeDocument/2006/math">
                    <m:sSub>
                      <m:sSubPr>
                        <m:ctrlPr>
                          <a:rPr lang="ar-AE" sz="2000" b="0" i="1">
                            <a:solidFill>
                              <a:schemeClr val="tx2"/>
                            </a:solidFill>
                            <a:latin typeface="Cambria Math"/>
                            <a:ea typeface="Cambria Math"/>
                            <a:cs typeface="Cambria Math"/>
                          </a:rPr>
                        </m:ctrlPr>
                      </m:sSubPr>
                      <m:e>
                        <m:r>
                          <a:rPr lang="ar-AE" sz="2000" b="0" i="1">
                            <a:solidFill>
                              <a:schemeClr val="tx2"/>
                            </a:solidFill>
                            <a:latin typeface="Cambria Math"/>
                            <a:ea typeface="Cambria Math"/>
                            <a:cs typeface="Cambria Math"/>
                          </a:rPr>
                          <m:t>𝑎</m:t>
                        </m:r>
                      </m:e>
                      <m:sub>
                        <m:r>
                          <a:rPr lang="it-IT" sz="2000" b="0" i="1">
                            <a:solidFill>
                              <a:schemeClr val="tx2"/>
                            </a:solidFill>
                            <a:latin typeface="Cambria Math" panose="02040503050406030204" pitchFamily="18" charset="0"/>
                            <a:ea typeface="Cambria Math"/>
                            <a:cs typeface="Cambria Math"/>
                          </a:rPr>
                          <m:t>1</m:t>
                        </m:r>
                      </m:sub>
                    </m:sSub>
                    <m:d>
                      <m:dPr>
                        <m:ctrlPr>
                          <a:rPr lang="ar-AE" sz="2000" b="0" i="1">
                            <a:solidFill>
                              <a:schemeClr val="tx2"/>
                            </a:solidFill>
                            <a:latin typeface="Cambria Math"/>
                            <a:ea typeface="Cambria Math"/>
                            <a:cs typeface="Cambria Math"/>
                          </a:rPr>
                        </m:ctrlPr>
                      </m:dPr>
                      <m:e>
                        <m:r>
                          <a:rPr lang="ar-AE" sz="2000" b="0" i="1">
                            <a:solidFill>
                              <a:schemeClr val="tx2"/>
                            </a:solidFill>
                            <a:latin typeface="Cambria Math"/>
                            <a:ea typeface="Cambria Math"/>
                            <a:cs typeface="Cambria Math"/>
                          </a:rPr>
                          <m:t>𝑥</m:t>
                        </m:r>
                      </m:e>
                    </m:d>
                    <m:r>
                      <a:rPr lang="it-IT" sz="2000" b="0" i="1" smtClean="0">
                        <a:solidFill>
                          <a:schemeClr val="tx2"/>
                        </a:solidFill>
                        <a:latin typeface="Cambria Math" panose="02040503050406030204" pitchFamily="18" charset="0"/>
                        <a:ea typeface="Cambria Math"/>
                        <a:cs typeface="Cambria Math"/>
                      </a:rPr>
                      <m:t>≠</m:t>
                    </m:r>
                    <m:r>
                      <a:rPr lang="ar-AE" sz="2000" b="0">
                        <a:solidFill>
                          <a:schemeClr val="tx2"/>
                        </a:solidFill>
                        <a:latin typeface="Cambria Math"/>
                        <a:ea typeface="Cambria Math"/>
                        <a:cs typeface="Cambria Math"/>
                      </a:rPr>
                      <m:t>0</m:t>
                    </m:r>
                  </m:oMath>
                </a14:m>
                <a:r>
                  <a:rPr lang="it-IT" sz="2000" dirty="0" err="1">
                    <a:solidFill>
                      <a:schemeClr val="tx2"/>
                    </a:solidFill>
                    <a:latin typeface="DejaVu Sans"/>
                    <a:ea typeface="DejaVu Sans"/>
                    <a:cs typeface="DejaVu Sans"/>
                  </a:rPr>
                  <a:t> and </a:t>
                </a:r>
                <a14:m>
                  <m:oMath xmlns:m="http://schemas.openxmlformats.org/officeDocument/2006/math">
                    <m:sSub>
                      <m:sSubPr>
                        <m:ctrlPr>
                          <a:rPr lang="ar-AE" sz="2000" b="0" i="1">
                            <a:solidFill>
                              <a:schemeClr val="tx2"/>
                            </a:solidFill>
                            <a:latin typeface="Cambria Math"/>
                            <a:ea typeface="Cambria Math"/>
                            <a:cs typeface="Cambria Math"/>
                          </a:rPr>
                        </m:ctrlPr>
                      </m:sSubPr>
                      <m:e>
                        <m:r>
                          <a:rPr lang="ar-AE" sz="2000" b="0" i="1">
                            <a:solidFill>
                              <a:schemeClr val="tx2"/>
                            </a:solidFill>
                            <a:latin typeface="Cambria Math"/>
                            <a:ea typeface="Cambria Math"/>
                            <a:cs typeface="Cambria Math"/>
                          </a:rPr>
                          <m:t>𝑎</m:t>
                        </m:r>
                      </m:e>
                      <m:sub>
                        <m:r>
                          <a:rPr lang="it-IT" sz="2000" b="0" i="1">
                            <a:solidFill>
                              <a:schemeClr val="tx2"/>
                            </a:solidFill>
                            <a:latin typeface="Cambria Math" panose="02040503050406030204" pitchFamily="18" charset="0"/>
                            <a:ea typeface="Cambria Math"/>
                            <a:cs typeface="Cambria Math"/>
                          </a:rPr>
                          <m:t>2</m:t>
                        </m:r>
                      </m:sub>
                    </m:sSub>
                    <m:d>
                      <m:dPr>
                        <m:ctrlPr>
                          <a:rPr lang="ar-AE" sz="2000" b="0" i="1">
                            <a:solidFill>
                              <a:schemeClr val="tx2"/>
                            </a:solidFill>
                            <a:latin typeface="Cambria Math"/>
                            <a:ea typeface="Cambria Math"/>
                            <a:cs typeface="Cambria Math"/>
                          </a:rPr>
                        </m:ctrlPr>
                      </m:dPr>
                      <m:e>
                        <m:r>
                          <a:rPr lang="ar-AE" sz="2000" b="0" i="1">
                            <a:solidFill>
                              <a:schemeClr val="tx2"/>
                            </a:solidFill>
                            <a:latin typeface="Cambria Math"/>
                            <a:ea typeface="Cambria Math"/>
                            <a:cs typeface="Cambria Math"/>
                          </a:rPr>
                          <m:t>𝑥</m:t>
                        </m:r>
                      </m:e>
                    </m:d>
                    <m:r>
                      <a:rPr lang="it-IT" sz="2000" b="0" i="1" smtClean="0">
                        <a:solidFill>
                          <a:schemeClr val="tx2"/>
                        </a:solidFill>
                        <a:latin typeface="Cambria Math" panose="02040503050406030204" pitchFamily="18" charset="0"/>
                        <a:ea typeface="Cambria Math"/>
                        <a:cs typeface="Cambria Math"/>
                      </a:rPr>
                      <m:t>≠</m:t>
                    </m:r>
                    <m:r>
                      <a:rPr lang="ar-AE" sz="2000" b="0">
                        <a:solidFill>
                          <a:schemeClr val="tx2"/>
                        </a:solidFill>
                        <a:latin typeface="Cambria Math"/>
                        <a:ea typeface="Cambria Math"/>
                        <a:cs typeface="Cambria Math"/>
                      </a:rPr>
                      <m:t>0</m:t>
                    </m:r>
                  </m:oMath>
                </a14:m>
                <a:r>
                  <a:rPr lang="it-IT" sz="2000" dirty="0">
                    <a:solidFill>
                      <a:schemeClr val="tx2"/>
                    </a:solidFill>
                    <a:latin typeface="DejaVu Sans"/>
                    <a:ea typeface="DejaVu Sans"/>
                    <a:cs typeface="DejaVu Sans"/>
                  </a:rPr>
                  <a:t>) </a:t>
                </a:r>
                <a:endParaRPr lang="en-GB" sz="2000" dirty="0">
                  <a:solidFill>
                    <a:schemeClr val="tx2"/>
                  </a:solidFill>
                </a:endParaRPr>
              </a:p>
            </p:txBody>
          </p:sp>
        </mc:Choice>
        <mc:Fallback xmlns="">
          <p:sp>
            <p:nvSpPr>
              <p:cNvPr id="16" name="chain_rule_heading">
                <a:extLst>
                  <a:ext uri="{FF2B5EF4-FFF2-40B4-BE49-F238E27FC236}">
                    <a16:creationId xmlns:a16="http://schemas.microsoft.com/office/drawing/2014/main" id="{C18139E3-4B7F-4AEA-B77D-1A5A008B6471}"/>
                  </a:ext>
                </a:extLst>
              </p:cNvPr>
              <p:cNvSpPr>
                <a:spLocks noGrp="1" noRot="1" noChangeAspect="1" noMove="1" noResize="1" noEditPoints="1" noAdjustHandles="1" noChangeArrowheads="1" noChangeShapeType="1" noTextEdit="1"/>
              </p:cNvSpPr>
              <p:nvPr/>
            </p:nvSpPr>
            <p:spPr>
              <a:xfrm>
                <a:off x="428625" y="2806624"/>
                <a:ext cx="11334750" cy="400110"/>
              </a:xfrm>
              <a:prstGeom prst="rect">
                <a:avLst/>
              </a:prstGeom>
              <a:blipFill>
                <a:blip r:embed="rId10"/>
                <a:stretch>
                  <a:fillRect t="-7576" b="-2727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zero_convention_separate">
                <a:extLst>
                  <a:ext uri="{FF2B5EF4-FFF2-40B4-BE49-F238E27FC236}">
                    <a16:creationId xmlns:a16="http://schemas.microsoft.com/office/drawing/2014/main" id="{E864B065-0D20-4F92-8B8D-79CEC44F4710}"/>
                  </a:ext>
                </a:extLst>
              </p:cNvPr>
              <p:cNvSpPr>
                <a:spLocks noGrp="1"/>
              </p:cNvSpPr>
              <p:nvPr/>
            </p:nvSpPr>
            <p:spPr>
              <a:xfrm>
                <a:off x="428625" y="5410200"/>
                <a:ext cx="11334750" cy="285750"/>
              </a:xfrm>
              <a:prstGeom prst="rect">
                <a:avLst/>
              </a:prstGeom>
              <a:noFill/>
              <a:ln w="0">
                <a:noFill/>
              </a:ln>
            </p:spPr>
            <p:txBody>
              <a:bodyPr wrap="none" lIns="0" tIns="0" rIns="0" bIns="0" anchor="ctr">
                <a:noAutofit/>
              </a:bodyPr>
              <a:lstStyle>
                <a:defPPr algn="ctr">
                  <a:defRPr sz="1650" b="0">
                    <a:solidFill>
                      <a:srgbClr val="526276"/>
                    </a:solidFill>
                    <a:latin typeface="DejaVu Sans"/>
                    <a:ea typeface="DejaVu Sans"/>
                    <a:cs typeface="DejaVu Sans"/>
                  </a:defRPr>
                </a:defPPr>
              </a:lstStyle>
              <a:p>
                <a:pPr algn="ctr">
                  <a:defRPr sz="1650" b="0">
                    <a:solidFill>
                      <a:srgbClr val="526276"/>
                    </a:solidFill>
                    <a:latin typeface="DejaVu Sans"/>
                    <a:ea typeface="DejaVu Sans"/>
                    <a:cs typeface="DejaVu Sans"/>
                  </a:defRPr>
                </a:pPr>
                <a:r>
                  <a:rPr sz="1650" b="0">
                    <a:solidFill>
                      <a:srgbClr val="526276"/>
                    </a:solidFill>
                    <a:latin typeface="DejaVu Sans"/>
                    <a:ea typeface="DejaVu Sans"/>
                    <a:cs typeface="DejaVu Sans"/>
                  </a:rPr>
                  <a:t>At zero, use </a:t>
                </a:r>
                <a14:m>
                  <m:oMath xmlns:m="http://schemas.openxmlformats.org/officeDocument/2006/math">
                    <m:r>
                      <m:rPr>
                        <m:sty m:val="p"/>
                      </m:rPr>
                      <a:rPr lang="en-GB" sz="1650">
                        <a:solidFill>
                          <a:srgbClr val="526276"/>
                        </a:solidFill>
                        <a:latin typeface="Cambria Math"/>
                        <a:ea typeface="Cambria Math"/>
                        <a:cs typeface="Cambria Math"/>
                      </a:rPr>
                      <m:t>step</m:t>
                    </m:r>
                    <m:d>
                      <m:dPr>
                        <m:ctrlPr>
                          <a:rPr lang="en-GB" sz="1650">
                            <a:solidFill>
                              <a:srgbClr val="526276"/>
                            </a:solidFill>
                            <a:latin typeface="Cambria Math"/>
                            <a:ea typeface="Cambria Math"/>
                            <a:cs typeface="Cambria Math"/>
                          </a:rPr>
                        </m:ctrlPr>
                      </m:dPr>
                      <m:e>
                        <m:r>
                          <a:rPr lang="en-GB" sz="1650">
                            <a:solidFill>
                              <a:srgbClr val="526276"/>
                            </a:solidFill>
                            <a:latin typeface="Cambria Math"/>
                            <a:ea typeface="Cambria Math"/>
                            <a:cs typeface="Cambria Math"/>
                          </a:rPr>
                          <m:t>0</m:t>
                        </m:r>
                      </m:e>
                    </m:d>
                    <m:r>
                      <a:rPr lang="en-GB" sz="1650">
                        <a:solidFill>
                          <a:srgbClr val="526276"/>
                        </a:solidFill>
                        <a:latin typeface="Cambria Math"/>
                        <a:ea typeface="Cambria Math"/>
                        <a:cs typeface="Cambria Math"/>
                      </a:rPr>
                      <m:t>=0</m:t>
                    </m:r>
                  </m:oMath>
                </a14:m>
                <a:r>
                  <a:rPr sz="1650" b="0">
                    <a:solidFill>
                      <a:srgbClr val="526276"/>
                    </a:solidFill>
                    <a:latin typeface="DejaVu Sans"/>
                    <a:ea typeface="DejaVu Sans"/>
                    <a:cs typeface="DejaVu Sans"/>
                  </a:rPr>
                  <a:t> as a computational convention.</a:t>
                </a:r>
                <a:endParaRPr lang="en-GB" sz="1650"/>
              </a:p>
            </p:txBody>
          </p:sp>
        </mc:Choice>
        <mc:Fallback xmlns="">
          <p:sp>
            <p:nvSpPr>
              <p:cNvPr id="17" name="zero_convention_separate">
                <a:extLst>
                  <a:ext uri="{FF2B5EF4-FFF2-40B4-BE49-F238E27FC236}">
                    <a16:creationId xmlns:a16="http://schemas.microsoft.com/office/drawing/2014/main" id="{E864B065-0D20-4F92-8B8D-79CEC44F4710}"/>
                  </a:ext>
                </a:extLst>
              </p:cNvPr>
              <p:cNvSpPr>
                <a:spLocks noGrp="1" noRot="1" noChangeAspect="1" noMove="1" noResize="1" noEditPoints="1" noAdjustHandles="1" noChangeArrowheads="1" noChangeShapeType="1" noTextEdit="1"/>
              </p:cNvSpPr>
              <p:nvPr/>
            </p:nvSpPr>
            <p:spPr>
              <a:xfrm>
                <a:off x="428625" y="5410200"/>
                <a:ext cx="11334750" cy="285750"/>
              </a:xfrm>
              <a:prstGeom prst="rect">
                <a:avLst/>
              </a:prstGeom>
              <a:blipFill>
                <a:blip r:embed="rId11"/>
                <a:stretch>
                  <a:fillRect t="-17391" b="-39130"/>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25801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 name="title">
            <a:extLst>
              <a:ext uri="{FF2B5EF4-FFF2-40B4-BE49-F238E27FC236}">
                <a16:creationId xmlns:a16="http://schemas.microsoft.com/office/drawing/2014/main" id="{033458FC-ED7D-41B9-9338-797F17CFF866}"/>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Backward pass: the output layer</a:t>
            </a:r>
          </a:p>
        </p:txBody>
      </p:sp>
      <p:sp>
        <p:nvSpPr>
          <p:cNvPr id="2" name="lead">
            <a:extLst>
              <a:ext uri="{FF2B5EF4-FFF2-40B4-BE49-F238E27FC236}">
                <a16:creationId xmlns:a16="http://schemas.microsoft.com/office/drawing/2014/main" id="{FCAFAA11-719E-4545-9835-A06EBEEDB3E6}"/>
              </a:ext>
            </a:extLst>
          </p:cNvPr>
          <p:cNvSpPr>
            <a:spLocks noGrp="1"/>
          </p:cNvSpPr>
          <p:nvPr/>
        </p:nvSpPr>
        <p:spPr>
          <a:xfrm>
            <a:off x="523875" y="942975"/>
            <a:ext cx="11144250" cy="371475"/>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Use the saved forward values to calculate the derivatives for layer 3.</a:t>
            </a:r>
          </a:p>
        </p:txBody>
      </p:sp>
      <p:sp>
        <p:nvSpPr>
          <p:cNvPr id="3" name="footer_course">
            <a:extLst>
              <a:ext uri="{FF2B5EF4-FFF2-40B4-BE49-F238E27FC236}">
                <a16:creationId xmlns:a16="http://schemas.microsoft.com/office/drawing/2014/main" id="{C9BE5072-E0F9-41CC-9C1A-FB478014A950}"/>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AB59F483-4234-420B-AE58-B219915C0629}"/>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18</a:t>
            </a:r>
          </a:p>
        </p:txBody>
      </p:sp>
      <p:sp>
        <p:nvSpPr>
          <p:cNvPr id="5" name="note_box_1">
            <a:extLst>
              <a:ext uri="{FF2B5EF4-FFF2-40B4-BE49-F238E27FC236}">
                <a16:creationId xmlns:a16="http://schemas.microsoft.com/office/drawing/2014/main" id="{DA452D2A-6515-42E6-A9D9-260AEBBE26DC}"/>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6" name="text_2">
            <a:extLst>
              <a:ext uri="{FF2B5EF4-FFF2-40B4-BE49-F238E27FC236}">
                <a16:creationId xmlns:a16="http://schemas.microsoft.com/office/drawing/2014/main" id="{6740E3A4-DCFB-4F0F-8868-ED6C9446EA0E}"/>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 name="note_box_3">
            <a:extLst>
              <a:ext uri="{FF2B5EF4-FFF2-40B4-BE49-F238E27FC236}">
                <a16:creationId xmlns:a16="http://schemas.microsoft.com/office/drawing/2014/main" id="{789C645B-2F30-4C60-9418-AD6E39DEEAD6}"/>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8" name="text_4">
            <a:extLst>
              <a:ext uri="{FF2B5EF4-FFF2-40B4-BE49-F238E27FC236}">
                <a16:creationId xmlns:a16="http://schemas.microsoft.com/office/drawing/2014/main" id="{022EEDBE-70D4-4168-97D6-EA18DF4C08F0}"/>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9" name="note_box_5">
            <a:extLst>
              <a:ext uri="{FF2B5EF4-FFF2-40B4-BE49-F238E27FC236}">
                <a16:creationId xmlns:a16="http://schemas.microsoft.com/office/drawing/2014/main" id="{42F5BFE3-CE40-4E34-A290-8A60EA81461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0" name="text_6">
            <a:extLst>
              <a:ext uri="{FF2B5EF4-FFF2-40B4-BE49-F238E27FC236}">
                <a16:creationId xmlns:a16="http://schemas.microsoft.com/office/drawing/2014/main" id="{4209F482-A47A-406D-95D5-7FC61F799C64}"/>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 name="note_box_7">
            <a:extLst>
              <a:ext uri="{FF2B5EF4-FFF2-40B4-BE49-F238E27FC236}">
                <a16:creationId xmlns:a16="http://schemas.microsoft.com/office/drawing/2014/main" id="{1A8DB7CB-9A98-4AEC-A010-6157E56266A7}"/>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 name="equation_8" descr="\phi_0(x)">
                <a:extLst>
                  <a:ext uri="{FF2B5EF4-FFF2-40B4-BE49-F238E27FC236}">
                    <a16:creationId xmlns:a16="http://schemas.microsoft.com/office/drawing/2014/main" id="{CA0C9ED5-B4AB-4B05-A65F-BDB3F878DD8D}"/>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2" name="equation_8" descr="\phi_0(x)">
                <a:extLst>
                  <a:ext uri="{FF2B5EF4-FFF2-40B4-BE49-F238E27FC236}">
                    <a16:creationId xmlns:a16="http://schemas.microsoft.com/office/drawing/2014/main" id="{CA0C9ED5-B4AB-4B05-A65F-BDB3F878DD8D}"/>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equation_9" descr="2">
                <a:extLst>
                  <a:ext uri="{FF2B5EF4-FFF2-40B4-BE49-F238E27FC236}">
                    <a16:creationId xmlns:a16="http://schemas.microsoft.com/office/drawing/2014/main" id="{F06A85D6-4BB8-4813-A840-0DF7B7911834}"/>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13" name="equation_9" descr="2">
                <a:extLst>
                  <a:ext uri="{FF2B5EF4-FFF2-40B4-BE49-F238E27FC236}">
                    <a16:creationId xmlns:a16="http://schemas.microsoft.com/office/drawing/2014/main" id="{F06A85D6-4BB8-4813-A840-0DF7B7911834}"/>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4" name="note_box_10">
            <a:extLst>
              <a:ext uri="{FF2B5EF4-FFF2-40B4-BE49-F238E27FC236}">
                <a16:creationId xmlns:a16="http://schemas.microsoft.com/office/drawing/2014/main" id="{D6FA6752-AD6C-4697-B2B0-1261AD1F099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 name="equation_11" descr="a_1(x)">
                <a:extLst>
                  <a:ext uri="{FF2B5EF4-FFF2-40B4-BE49-F238E27FC236}">
                    <a16:creationId xmlns:a16="http://schemas.microsoft.com/office/drawing/2014/main" id="{F45B971C-9BE6-4901-8989-EA1DCD1D6B1F}"/>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 name="equation_11" descr="a_1(x)">
                <a:extLst>
                  <a:ext uri="{FF2B5EF4-FFF2-40B4-BE49-F238E27FC236}">
                    <a16:creationId xmlns:a16="http://schemas.microsoft.com/office/drawing/2014/main" id="{F45B971C-9BE6-4901-8989-EA1DCD1D6B1F}"/>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equation_12" descr="3">
                <a:extLst>
                  <a:ext uri="{FF2B5EF4-FFF2-40B4-BE49-F238E27FC236}">
                    <a16:creationId xmlns:a16="http://schemas.microsoft.com/office/drawing/2014/main" id="{756F2840-7510-4466-98FC-AFAE5AC4AE3E}"/>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6" name="equation_12" descr="3">
                <a:extLst>
                  <a:ext uri="{FF2B5EF4-FFF2-40B4-BE49-F238E27FC236}">
                    <a16:creationId xmlns:a16="http://schemas.microsoft.com/office/drawing/2014/main" id="{756F2840-7510-4466-98FC-AFAE5AC4AE3E}"/>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7" name="line_13">
            <a:extLst>
              <a:ext uri="{FF2B5EF4-FFF2-40B4-BE49-F238E27FC236}">
                <a16:creationId xmlns:a16="http://schemas.microsoft.com/office/drawing/2014/main" id="{1781BDED-3982-4F59-97CA-9CBC43A39872}"/>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8" name="text_14">
            <a:extLst>
              <a:ext uri="{FF2B5EF4-FFF2-40B4-BE49-F238E27FC236}">
                <a16:creationId xmlns:a16="http://schemas.microsoft.com/office/drawing/2014/main" id="{3A70ACA2-9E99-48F9-B7E4-35FACE42236E}"/>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9" name="note_box_15">
            <a:extLst>
              <a:ext uri="{FF2B5EF4-FFF2-40B4-BE49-F238E27FC236}">
                <a16:creationId xmlns:a16="http://schemas.microsoft.com/office/drawing/2014/main" id="{D9465D9A-AB1C-4317-A00C-FAF0A6AC954F}"/>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 name="equation_16" descr="\phi_1(x)">
                <a:extLst>
                  <a:ext uri="{FF2B5EF4-FFF2-40B4-BE49-F238E27FC236}">
                    <a16:creationId xmlns:a16="http://schemas.microsoft.com/office/drawing/2014/main" id="{9AFF3F42-8B5C-4A3E-AD83-7BB99BF80043}"/>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0" name="equation_16" descr="\phi_1(x)">
                <a:extLst>
                  <a:ext uri="{FF2B5EF4-FFF2-40B4-BE49-F238E27FC236}">
                    <a16:creationId xmlns:a16="http://schemas.microsoft.com/office/drawing/2014/main" id="{9AFF3F42-8B5C-4A3E-AD83-7BB99BF80043}"/>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equation_17" descr="3">
                <a:extLst>
                  <a:ext uri="{FF2B5EF4-FFF2-40B4-BE49-F238E27FC236}">
                    <a16:creationId xmlns:a16="http://schemas.microsoft.com/office/drawing/2014/main" id="{8D96DA46-9E99-454A-86DE-F9A123E02156}"/>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1" name="equation_17" descr="3">
                <a:extLst>
                  <a:ext uri="{FF2B5EF4-FFF2-40B4-BE49-F238E27FC236}">
                    <a16:creationId xmlns:a16="http://schemas.microsoft.com/office/drawing/2014/main" id="{8D96DA46-9E99-454A-86DE-F9A123E02156}"/>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22" name="line_18">
            <a:extLst>
              <a:ext uri="{FF2B5EF4-FFF2-40B4-BE49-F238E27FC236}">
                <a16:creationId xmlns:a16="http://schemas.microsoft.com/office/drawing/2014/main" id="{27E775F9-ED94-466C-8104-7EFC46A956D0}"/>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3" name="text_19">
            <a:extLst>
              <a:ext uri="{FF2B5EF4-FFF2-40B4-BE49-F238E27FC236}">
                <a16:creationId xmlns:a16="http://schemas.microsoft.com/office/drawing/2014/main" id="{BFC263AA-D3D3-4469-BA51-0124C99FFCAB}"/>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 name="note_box_20">
            <a:extLst>
              <a:ext uri="{FF2B5EF4-FFF2-40B4-BE49-F238E27FC236}">
                <a16:creationId xmlns:a16="http://schemas.microsoft.com/office/drawing/2014/main" id="{02736E16-3E46-474A-A995-D38658B8F14A}"/>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a_2(x)">
                <a:extLst>
                  <a:ext uri="{FF2B5EF4-FFF2-40B4-BE49-F238E27FC236}">
                    <a16:creationId xmlns:a16="http://schemas.microsoft.com/office/drawing/2014/main" id="{CADE307E-19F7-47BB-B3B9-3B9AC784602A}"/>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5" name="equation_21" descr="a_2(x)">
                <a:extLst>
                  <a:ext uri="{FF2B5EF4-FFF2-40B4-BE49-F238E27FC236}">
                    <a16:creationId xmlns:a16="http://schemas.microsoft.com/office/drawing/2014/main" id="{CADE307E-19F7-47BB-B3B9-3B9AC784602A}"/>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8"/>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equation_22" descr="5">
                <a:extLst>
                  <a:ext uri="{FF2B5EF4-FFF2-40B4-BE49-F238E27FC236}">
                    <a16:creationId xmlns:a16="http://schemas.microsoft.com/office/drawing/2014/main" id="{029173CB-49D6-4511-B2D5-3342BDE22518}"/>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6" name="equation_22" descr="5">
                <a:extLst>
                  <a:ext uri="{FF2B5EF4-FFF2-40B4-BE49-F238E27FC236}">
                    <a16:creationId xmlns:a16="http://schemas.microsoft.com/office/drawing/2014/main" id="{029173CB-49D6-4511-B2D5-3342BDE22518}"/>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9"/>
                <a:stretch>
                  <a:fillRect t="-9524" b="-26190"/>
                </a:stretch>
              </a:blipFill>
              <a:ln w="0">
                <a:noFill/>
              </a:ln>
            </p:spPr>
            <p:txBody>
              <a:bodyPr/>
              <a:lstStyle/>
              <a:p>
                <a:r>
                  <a:rPr lang="it-IT">
                    <a:noFill/>
                  </a:rPr>
                  <a:t> </a:t>
                </a:r>
              </a:p>
            </p:txBody>
          </p:sp>
        </mc:Fallback>
      </mc:AlternateContent>
      <p:sp>
        <p:nvSpPr>
          <p:cNvPr id="27" name="line_23">
            <a:extLst>
              <a:ext uri="{FF2B5EF4-FFF2-40B4-BE49-F238E27FC236}">
                <a16:creationId xmlns:a16="http://schemas.microsoft.com/office/drawing/2014/main" id="{C60B2D9D-B21B-4D3C-8C92-7E2B46019B18}"/>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8" name="text_24">
            <a:extLst>
              <a:ext uri="{FF2B5EF4-FFF2-40B4-BE49-F238E27FC236}">
                <a16:creationId xmlns:a16="http://schemas.microsoft.com/office/drawing/2014/main" id="{A3896F72-1332-4697-B9EC-C65791368BB1}"/>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9" name="note_box_25">
            <a:extLst>
              <a:ext uri="{FF2B5EF4-FFF2-40B4-BE49-F238E27FC236}">
                <a16:creationId xmlns:a16="http://schemas.microsoft.com/office/drawing/2014/main" id="{D51964B4-8BA4-4073-9791-1EBBDF45285C}"/>
              </a:ext>
            </a:extLst>
          </p:cNvPr>
          <p:cNvSpPr>
            <a:spLocks noGrp="1"/>
          </p:cNvSpPr>
          <p:nvPr/>
        </p:nvSpPr>
        <p:spPr>
          <a:xfrm>
            <a:off x="72009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0" name="equation_26" descr="\phi_2(x)">
                <a:extLst>
                  <a:ext uri="{FF2B5EF4-FFF2-40B4-BE49-F238E27FC236}">
                    <a16:creationId xmlns:a16="http://schemas.microsoft.com/office/drawing/2014/main" id="{F4D4E575-4C9E-40E4-8DFC-C285655D21E7}"/>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0" name="equation_26" descr="\phi_2(x)">
                <a:extLst>
                  <a:ext uri="{FF2B5EF4-FFF2-40B4-BE49-F238E27FC236}">
                    <a16:creationId xmlns:a16="http://schemas.microsoft.com/office/drawing/2014/main" id="{F4D4E575-4C9E-40E4-8DFC-C285655D21E7}"/>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0"/>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equation_27" descr="5">
                <a:extLst>
                  <a:ext uri="{FF2B5EF4-FFF2-40B4-BE49-F238E27FC236}">
                    <a16:creationId xmlns:a16="http://schemas.microsoft.com/office/drawing/2014/main" id="{97DB703D-839C-467E-BCF8-D0FE01B4E9E1}"/>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31" name="equation_27" descr="5">
                <a:extLst>
                  <a:ext uri="{FF2B5EF4-FFF2-40B4-BE49-F238E27FC236}">
                    <a16:creationId xmlns:a16="http://schemas.microsoft.com/office/drawing/2014/main" id="{97DB703D-839C-467E-BCF8-D0FE01B4E9E1}"/>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1"/>
                <a:stretch>
                  <a:fillRect t="-9524" b="-26190"/>
                </a:stretch>
              </a:blipFill>
              <a:ln w="0">
                <a:noFill/>
              </a:ln>
            </p:spPr>
            <p:txBody>
              <a:bodyPr/>
              <a:lstStyle/>
              <a:p>
                <a:r>
                  <a:rPr lang="it-IT">
                    <a:noFill/>
                  </a:rPr>
                  <a:t> </a:t>
                </a:r>
              </a:p>
            </p:txBody>
          </p:sp>
        </mc:Fallback>
      </mc:AlternateContent>
      <p:sp>
        <p:nvSpPr>
          <p:cNvPr id="32" name="line_28">
            <a:extLst>
              <a:ext uri="{FF2B5EF4-FFF2-40B4-BE49-F238E27FC236}">
                <a16:creationId xmlns:a16="http://schemas.microsoft.com/office/drawing/2014/main" id="{1D0598CC-F973-4F41-BE4C-421B0B79D5B1}"/>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3" name="text_29">
            <a:extLst>
              <a:ext uri="{FF2B5EF4-FFF2-40B4-BE49-F238E27FC236}">
                <a16:creationId xmlns:a16="http://schemas.microsoft.com/office/drawing/2014/main" id="{BCAACB5F-B1C9-46F4-BF15-7C5F0AA455D1}"/>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4" name="note_box_30">
            <a:extLst>
              <a:ext uri="{FF2B5EF4-FFF2-40B4-BE49-F238E27FC236}">
                <a16:creationId xmlns:a16="http://schemas.microsoft.com/office/drawing/2014/main" id="{4F486D3E-0797-4316-9518-665C68F07D2A}"/>
              </a:ext>
            </a:extLst>
          </p:cNvPr>
          <p:cNvSpPr>
            <a:spLocks noGrp="1"/>
          </p:cNvSpPr>
          <p:nvPr/>
        </p:nvSpPr>
        <p:spPr>
          <a:xfrm>
            <a:off x="8877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5" name="equation_31" descr="a_3(x)">
                <a:extLst>
                  <a:ext uri="{FF2B5EF4-FFF2-40B4-BE49-F238E27FC236}">
                    <a16:creationId xmlns:a16="http://schemas.microsoft.com/office/drawing/2014/main" id="{15C93A06-1806-45D8-B6E9-AEFDA0074856}"/>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5" name="equation_31" descr="a_3(x)">
                <a:extLst>
                  <a:ext uri="{FF2B5EF4-FFF2-40B4-BE49-F238E27FC236}">
                    <a16:creationId xmlns:a16="http://schemas.microsoft.com/office/drawing/2014/main" id="{15C93A06-1806-45D8-B6E9-AEFDA0074856}"/>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equation_32" descr="-3">
                <a:extLst>
                  <a:ext uri="{FF2B5EF4-FFF2-40B4-BE49-F238E27FC236}">
                    <a16:creationId xmlns:a16="http://schemas.microsoft.com/office/drawing/2014/main" id="{C3E313B7-83B7-4DF2-A510-38AA5142D40F}"/>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36" name="equation_32" descr="-3">
                <a:extLst>
                  <a:ext uri="{FF2B5EF4-FFF2-40B4-BE49-F238E27FC236}">
                    <a16:creationId xmlns:a16="http://schemas.microsoft.com/office/drawing/2014/main" id="{C3E313B7-83B7-4DF2-A510-38AA5142D40F}"/>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37" name="line_33">
            <a:extLst>
              <a:ext uri="{FF2B5EF4-FFF2-40B4-BE49-F238E27FC236}">
                <a16:creationId xmlns:a16="http://schemas.microsoft.com/office/drawing/2014/main" id="{E76A8F8C-AC45-406D-8AE6-48D4A27E903B}"/>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8" name="text_34">
            <a:extLst>
              <a:ext uri="{FF2B5EF4-FFF2-40B4-BE49-F238E27FC236}">
                <a16:creationId xmlns:a16="http://schemas.microsoft.com/office/drawing/2014/main" id="{DC3E4AE7-9D33-45F7-9334-C97F08A8CD35}"/>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9" name="note_box_35">
            <a:extLst>
              <a:ext uri="{FF2B5EF4-FFF2-40B4-BE49-F238E27FC236}">
                <a16:creationId xmlns:a16="http://schemas.microsoft.com/office/drawing/2014/main" id="{D8A30DE4-3D7C-4A5B-BD5C-AF19E283EF5C}"/>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mathcal{L}_{\mathrm{sq}}">
                <a:extLst>
                  <a:ext uri="{FF2B5EF4-FFF2-40B4-BE49-F238E27FC236}">
                    <a16:creationId xmlns:a16="http://schemas.microsoft.com/office/drawing/2014/main" id="{89B459B2-9B92-432B-A340-31AE38D18620}"/>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0" name="equation_36" descr="\mathcal{L}_{\mathrm{sq}}">
                <a:extLst>
                  <a:ext uri="{FF2B5EF4-FFF2-40B4-BE49-F238E27FC236}">
                    <a16:creationId xmlns:a16="http://schemas.microsoft.com/office/drawing/2014/main" id="{89B459B2-9B92-432B-A340-31AE38D18620}"/>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 name="equation_37" descr="1">
                <a:extLst>
                  <a:ext uri="{FF2B5EF4-FFF2-40B4-BE49-F238E27FC236}">
                    <a16:creationId xmlns:a16="http://schemas.microsoft.com/office/drawing/2014/main" id="{4CD9A13F-6C97-4A2E-80CB-50D81C6DF367}"/>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41" name="equation_37" descr="1">
                <a:extLst>
                  <a:ext uri="{FF2B5EF4-FFF2-40B4-BE49-F238E27FC236}">
                    <a16:creationId xmlns:a16="http://schemas.microsoft.com/office/drawing/2014/main" id="{4CD9A13F-6C97-4A2E-80CB-50D81C6DF367}"/>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42" name="line_38">
            <a:extLst>
              <a:ext uri="{FF2B5EF4-FFF2-40B4-BE49-F238E27FC236}">
                <a16:creationId xmlns:a16="http://schemas.microsoft.com/office/drawing/2014/main" id="{78E9E64A-9D8E-482A-96AB-5389F277D96C}"/>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43" name="text_39">
            <a:extLst>
              <a:ext uri="{FF2B5EF4-FFF2-40B4-BE49-F238E27FC236}">
                <a16:creationId xmlns:a16="http://schemas.microsoft.com/office/drawing/2014/main" id="{FA56D616-0212-4E79-83B1-E9EEB5867EE7}"/>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44" name="note_box_40">
            <a:extLst>
              <a:ext uri="{FF2B5EF4-FFF2-40B4-BE49-F238E27FC236}">
                <a16:creationId xmlns:a16="http://schemas.microsoft.com/office/drawing/2014/main" id="{3A68C0B0-CF16-4D22-B992-3E783628240D}"/>
              </a:ext>
            </a:extLst>
          </p:cNvPr>
          <p:cNvSpPr>
            <a:spLocks noGrp="1"/>
          </p:cNvSpPr>
          <p:nvPr/>
        </p:nvSpPr>
        <p:spPr>
          <a:xfrm>
            <a:off x="96393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5" name="equation_41" descr="y=-2">
                <a:extLst>
                  <a:ext uri="{FF2B5EF4-FFF2-40B4-BE49-F238E27FC236}">
                    <a16:creationId xmlns:a16="http://schemas.microsoft.com/office/drawing/2014/main" id="{3D232605-1476-49D0-BB26-082C4901C323}"/>
                  </a:ext>
                </a:extLst>
              </p:cNvPr>
              <p:cNvSpPr>
                <a:spLocks noGrp="1"/>
              </p:cNvSpPr>
              <p:nvPr/>
            </p:nvSpPr>
            <p:spPr>
              <a:xfrm>
                <a:off x="96678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=−2</m:t>
                      </m:r>
                    </m:oMath>
                  </m:oMathPara>
                </a14:m>
                <a:endParaRPr lang="en-GB" sz="2000"/>
              </a:p>
            </p:txBody>
          </p:sp>
        </mc:Choice>
        <mc:Fallback xmlns="">
          <p:sp>
            <p:nvSpPr>
              <p:cNvPr id="45" name="equation_41" descr="y=-2">
                <a:extLst>
                  <a:ext uri="{FF2B5EF4-FFF2-40B4-BE49-F238E27FC236}">
                    <a16:creationId xmlns:a16="http://schemas.microsoft.com/office/drawing/2014/main" id="{3D232605-1476-49D0-BB26-082C4901C323}"/>
                  </a:ext>
                </a:extLst>
              </p:cNvPr>
              <p:cNvSpPr>
                <a:spLocks noGrp="1" noRot="1" noChangeAspect="1" noMove="1" noResize="1" noEditPoints="1" noAdjustHandles="1" noChangeArrowheads="1" noChangeShapeType="1" noTextEdit="1"/>
              </p:cNvSpPr>
              <p:nvPr/>
            </p:nvSpPr>
            <p:spPr>
              <a:xfrm>
                <a:off x="9667875" y="2867025"/>
                <a:ext cx="1085850" cy="247650"/>
              </a:xfrm>
              <a:prstGeom prst="rect">
                <a:avLst/>
              </a:prstGeom>
              <a:blipFill>
                <a:blip r:embed="rId16"/>
                <a:stretch>
                  <a:fillRect t="-2439" b="-41463"/>
                </a:stretch>
              </a:blipFill>
              <a:ln w="0">
                <a:noFill/>
              </a:ln>
            </p:spPr>
            <p:txBody>
              <a:bodyPr/>
              <a:lstStyle/>
              <a:p>
                <a:r>
                  <a:rPr lang="it-IT">
                    <a:noFill/>
                  </a:rPr>
                  <a:t> </a:t>
                </a:r>
              </a:p>
            </p:txBody>
          </p:sp>
        </mc:Fallback>
      </mc:AlternateContent>
      <p:sp>
        <p:nvSpPr>
          <p:cNvPr id="46" name="note_box_42">
            <a:extLst>
              <a:ext uri="{FF2B5EF4-FFF2-40B4-BE49-F238E27FC236}">
                <a16:creationId xmlns:a16="http://schemas.microsoft.com/office/drawing/2014/main" id="{43922D6D-1349-4840-B0A5-9A98A7FBC65F}"/>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7" name="equation_43" descr="J'_{1}(a_1(x))">
                <a:extLst>
                  <a:ext uri="{FF2B5EF4-FFF2-40B4-BE49-F238E27FC236}">
                    <a16:creationId xmlns:a16="http://schemas.microsoft.com/office/drawing/2014/main" id="{54BF6496-23C1-485C-81B0-FBC8E395F073}"/>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47" name="equation_43" descr="J'_{1}(3)">
                <a:extLst>
                  <a:ext uri="{FF2B5EF4-FFF2-40B4-BE49-F238E27FC236}">
                    <a16:creationId xmlns:a16="http://schemas.microsoft.com/office/drawing/2014/main" id="{54BF6496-23C1-485C-81B0-FBC8E395F073}"/>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48" name="text_44">
            <a:extLst>
              <a:ext uri="{FF2B5EF4-FFF2-40B4-BE49-F238E27FC236}">
                <a16:creationId xmlns:a16="http://schemas.microsoft.com/office/drawing/2014/main" id="{1DE5C711-C7EB-4874-8C72-D70C3489147C}"/>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49" name="note_box_45">
            <a:extLst>
              <a:ext uri="{FF2B5EF4-FFF2-40B4-BE49-F238E27FC236}">
                <a16:creationId xmlns:a16="http://schemas.microsoft.com/office/drawing/2014/main" id="{03E33580-1852-444A-84DD-1ECA939D09C6}"/>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0" name="equation_46" descr="\frac{\partial\mathcal{L}_{\mathrm{sq}}}{\partial w_1}=?">
                <a:extLst>
                  <a:ext uri="{FF2B5EF4-FFF2-40B4-BE49-F238E27FC236}">
                    <a16:creationId xmlns:a16="http://schemas.microsoft.com/office/drawing/2014/main" id="{E9D01CDA-7DC7-4D39-AE1A-8E6D7EF815F9}"/>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0" name="equation_46" descr="\frac{\partial\mathcal{L}_{\mathrm{sq}}}{\partial w_1}=?">
                <a:extLst>
                  <a:ext uri="{FF2B5EF4-FFF2-40B4-BE49-F238E27FC236}">
                    <a16:creationId xmlns:a16="http://schemas.microsoft.com/office/drawing/2014/main" id="{E9D01CDA-7DC7-4D39-AE1A-8E6D7EF815F9}"/>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51" name="note_box_47">
            <a:extLst>
              <a:ext uri="{FF2B5EF4-FFF2-40B4-BE49-F238E27FC236}">
                <a16:creationId xmlns:a16="http://schemas.microsoft.com/office/drawing/2014/main" id="{56B1633C-CC6E-4843-BD28-A0830D5A1E3F}"/>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2" name="equation_48" descr="\frac{\partial\mathcal{L}_{\mathrm{sq}}}{\partial b_1}=?">
                <a:extLst>
                  <a:ext uri="{FF2B5EF4-FFF2-40B4-BE49-F238E27FC236}">
                    <a16:creationId xmlns:a16="http://schemas.microsoft.com/office/drawing/2014/main" id="{31E3A76D-5BDF-471E-A882-BA7FA39B4AE2}"/>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2" name="equation_48" descr="\frac{\partial\mathcal{L}_{\mathrm{sq}}}{\partial b_1}=?">
                <a:extLst>
                  <a:ext uri="{FF2B5EF4-FFF2-40B4-BE49-F238E27FC236}">
                    <a16:creationId xmlns:a16="http://schemas.microsoft.com/office/drawing/2014/main" id="{31E3A76D-5BDF-471E-A882-BA7FA39B4AE2}"/>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6_equation_48"/>
                <a:stretch>
                  <a:fillRect b="-3158"/>
                </a:stretch>
              </a:blipFill>
              <a:ln w="0">
                <a:noFill/>
              </a:ln>
            </p:spPr>
            <p:txBody>
              <a:bodyPr/>
              <a:lstStyle/>
              <a:p>
                <a:r>
                  <a:rPr lang="it-IT">
                    <a:noFill/>
                  </a:rPr>
                  <a:t> </a:t>
                </a:r>
              </a:p>
            </p:txBody>
          </p:sp>
        </mc:Fallback>
      </mc:AlternateContent>
      <p:sp>
        <p:nvSpPr>
          <p:cNvPr id="53" name="note_brace_49">
            <a:extLst>
              <a:ext uri="{FF2B5EF4-FFF2-40B4-BE49-F238E27FC236}">
                <a16:creationId xmlns:a16="http://schemas.microsoft.com/office/drawing/2014/main" id="{87994BD7-429D-439F-8A72-BAA90D05A6A9}"/>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3E4FA5F5-87E5-4A08-BC43-6A02268D032B}"/>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5" name="note_box_51">
            <a:extLst>
              <a:ext uri="{FF2B5EF4-FFF2-40B4-BE49-F238E27FC236}">
                <a16:creationId xmlns:a16="http://schemas.microsoft.com/office/drawing/2014/main" id="{BB0F4BBA-7ED7-4755-BE22-1A45FECBCF03}"/>
              </a:ext>
            </a:extLst>
          </p:cNvPr>
          <p:cNvSpPr>
            <a:spLocks noGrp="1"/>
          </p:cNvSpPr>
          <p:nvPr/>
        </p:nvSpPr>
        <p:spPr>
          <a:xfrm>
            <a:off x="47053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6" name="equation_52" descr="J'_{2}(a_2(x))">
                <a:extLst>
                  <a:ext uri="{FF2B5EF4-FFF2-40B4-BE49-F238E27FC236}">
                    <a16:creationId xmlns:a16="http://schemas.microsoft.com/office/drawing/2014/main" id="{37C931A8-B958-4128-9731-C77933785A2E}"/>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56" name="equation_52" descr="J'_{2}(5)">
                <a:extLst>
                  <a:ext uri="{FF2B5EF4-FFF2-40B4-BE49-F238E27FC236}">
                    <a16:creationId xmlns:a16="http://schemas.microsoft.com/office/drawing/2014/main" id="{37C931A8-B958-4128-9731-C77933785A2E}"/>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57" name="text_53">
            <a:extLst>
              <a:ext uri="{FF2B5EF4-FFF2-40B4-BE49-F238E27FC236}">
                <a16:creationId xmlns:a16="http://schemas.microsoft.com/office/drawing/2014/main" id="{77208436-DE28-4693-A2E2-1FDFB4439397}"/>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58" name="note_box_54">
            <a:extLst>
              <a:ext uri="{FF2B5EF4-FFF2-40B4-BE49-F238E27FC236}">
                <a16:creationId xmlns:a16="http://schemas.microsoft.com/office/drawing/2014/main" id="{CAD2EB3C-BA06-4090-8928-1D41822FE7F3}"/>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9" name="equation_55" descr="\frac{\partial\mathcal{L}_{\mathrm{sq}}}{\partial w_2}=?">
                <a:extLst>
                  <a:ext uri="{FF2B5EF4-FFF2-40B4-BE49-F238E27FC236}">
                    <a16:creationId xmlns:a16="http://schemas.microsoft.com/office/drawing/2014/main" id="{1115147F-255C-451A-B4BF-B7B8785DB58B}"/>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9" name="equation_55" descr="\frac{\partial\mathcal{L}_{\mathrm{sq}}}{\partial w_2}=?">
                <a:extLst>
                  <a:ext uri="{FF2B5EF4-FFF2-40B4-BE49-F238E27FC236}">
                    <a16:creationId xmlns:a16="http://schemas.microsoft.com/office/drawing/2014/main" id="{1115147F-255C-451A-B4BF-B7B8785DB58B}"/>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60" name="note_box_56">
            <a:extLst>
              <a:ext uri="{FF2B5EF4-FFF2-40B4-BE49-F238E27FC236}">
                <a16:creationId xmlns:a16="http://schemas.microsoft.com/office/drawing/2014/main" id="{4E8A4401-0A97-431E-9D41-B56B853016DE}"/>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1" name="equation_57" descr="\frac{\partial\mathcal{L}_{\mathrm{sq}}}{\partial b_2}=?">
                <a:extLst>
                  <a:ext uri="{FF2B5EF4-FFF2-40B4-BE49-F238E27FC236}">
                    <a16:creationId xmlns:a16="http://schemas.microsoft.com/office/drawing/2014/main" id="{0C37A06A-8643-4137-A312-B85EB098BFC4}"/>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61" name="equation_57" descr="\frac{\partial\mathcal{L}_{\mathrm{sq}}}{\partial b_2}=?">
                <a:extLst>
                  <a:ext uri="{FF2B5EF4-FFF2-40B4-BE49-F238E27FC236}">
                    <a16:creationId xmlns:a16="http://schemas.microsoft.com/office/drawing/2014/main" id="{0C37A06A-8643-4137-A312-B85EB098BFC4}"/>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6_equation_57"/>
                <a:stretch>
                  <a:fillRect b="-3158"/>
                </a:stretch>
              </a:blipFill>
              <a:ln w="0">
                <a:noFill/>
              </a:ln>
            </p:spPr>
            <p:txBody>
              <a:bodyPr/>
              <a:lstStyle/>
              <a:p>
                <a:r>
                  <a:rPr lang="it-IT">
                    <a:noFill/>
                  </a:rPr>
                  <a:t> </a:t>
                </a:r>
              </a:p>
            </p:txBody>
          </p:sp>
        </mc:Fallback>
      </mc:AlternateContent>
      <p:sp>
        <p:nvSpPr>
          <p:cNvPr id="62" name="note_brace_58">
            <a:extLst>
              <a:ext uri="{FF2B5EF4-FFF2-40B4-BE49-F238E27FC236}">
                <a16:creationId xmlns:a16="http://schemas.microsoft.com/office/drawing/2014/main" id="{4DAF023D-BAD7-4904-9FAC-45461A2B1B00}"/>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63" name="text_59">
            <a:extLst>
              <a:ext uri="{FF2B5EF4-FFF2-40B4-BE49-F238E27FC236}">
                <a16:creationId xmlns:a16="http://schemas.microsoft.com/office/drawing/2014/main" id="{73039D43-799C-4BB8-9E2A-D7CAB9C71622}"/>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4" name="note_box_60">
            <a:extLst>
              <a:ext uri="{FF2B5EF4-FFF2-40B4-BE49-F238E27FC236}">
                <a16:creationId xmlns:a16="http://schemas.microsoft.com/office/drawing/2014/main" id="{810086E6-5B7D-4BEA-B580-C9B0E34345A7}"/>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5" name="equation_61" descr="J'_{3}(a_3(x))">
                <a:extLst>
                  <a:ext uri="{FF2B5EF4-FFF2-40B4-BE49-F238E27FC236}">
                    <a16:creationId xmlns:a16="http://schemas.microsoft.com/office/drawing/2014/main" id="{A0178E6E-2760-4458-AF7B-69C78E7E0291}"/>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65" name="equation_61" descr="J'_{3}(-3)">
                <a:extLst>
                  <a:ext uri="{FF2B5EF4-FFF2-40B4-BE49-F238E27FC236}">
                    <a16:creationId xmlns:a16="http://schemas.microsoft.com/office/drawing/2014/main" id="{A0178E6E-2760-4458-AF7B-69C78E7E0291}"/>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2"/>
                <a:stretch>
                  <a:fillRect b="-5479"/>
                </a:stretch>
              </a:blipFill>
              <a:ln w="0">
                <a:noFill/>
              </a:ln>
            </p:spPr>
            <p:txBody>
              <a:bodyPr/>
              <a:lstStyle/>
              <a:p>
                <a:r>
                  <a:rPr lang="it-IT">
                    <a:noFill/>
                  </a:rPr>
                  <a:t> </a:t>
                </a:r>
              </a:p>
            </p:txBody>
          </p:sp>
        </mc:Fallback>
      </mc:AlternateContent>
      <p:sp>
        <p:nvSpPr>
          <p:cNvPr id="66" name="text_62">
            <a:extLst>
              <a:ext uri="{FF2B5EF4-FFF2-40B4-BE49-F238E27FC236}">
                <a16:creationId xmlns:a16="http://schemas.microsoft.com/office/drawing/2014/main" id="{E3FBB617-312B-4B8C-87EE-748FFED046EB}"/>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67" name="note_box_63">
            <a:extLst>
              <a:ext uri="{FF2B5EF4-FFF2-40B4-BE49-F238E27FC236}">
                <a16:creationId xmlns:a16="http://schemas.microsoft.com/office/drawing/2014/main" id="{388437AC-5B1F-452A-AD52-49A7A9B58CD8}"/>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8" name="equation_64" descr="\frac{\partial\mathcal{L}_{\mathrm{sq}}}{\partial w_3}=?">
                <a:extLst>
                  <a:ext uri="{FF2B5EF4-FFF2-40B4-BE49-F238E27FC236}">
                    <a16:creationId xmlns:a16="http://schemas.microsoft.com/office/drawing/2014/main" id="{7BC3AEED-6C50-491D-AACD-781092FCEB31}"/>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68" name="equation_64" descr="\frac{\partial\mathcal{L}_{\mathrm{sq}}}{\partial w_3}=?">
                <a:extLst>
                  <a:ext uri="{FF2B5EF4-FFF2-40B4-BE49-F238E27FC236}">
                    <a16:creationId xmlns:a16="http://schemas.microsoft.com/office/drawing/2014/main" id="{7BC3AEED-6C50-491D-AACD-781092FCEB31}"/>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69" name="note_box_65">
            <a:extLst>
              <a:ext uri="{FF2B5EF4-FFF2-40B4-BE49-F238E27FC236}">
                <a16:creationId xmlns:a16="http://schemas.microsoft.com/office/drawing/2014/main" id="{DF690A3C-1245-4B25-AD48-03D6129054DC}"/>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frac{\partial\mathcal{L}_{\mathrm{sq}}}{\partial b_3}=?">
                <a:extLst>
                  <a:ext uri="{FF2B5EF4-FFF2-40B4-BE49-F238E27FC236}">
                    <a16:creationId xmlns:a16="http://schemas.microsoft.com/office/drawing/2014/main" id="{DEA14FDB-10C7-4B50-93F4-3DF9D4906120}"/>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70" name="equation_66" descr="\frac{\partial\mathcal{L}_{\mathrm{sq}}}{\partial b_3}=?">
                <a:extLst>
                  <a:ext uri="{FF2B5EF4-FFF2-40B4-BE49-F238E27FC236}">
                    <a16:creationId xmlns:a16="http://schemas.microsoft.com/office/drawing/2014/main" id="{DEA14FDB-10C7-4B50-93F4-3DF9D4906120}"/>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6_equation_66"/>
                <a:stretch>
                  <a:fillRect b="-3158"/>
                </a:stretch>
              </a:blipFill>
              <a:ln w="0">
                <a:noFill/>
              </a:ln>
            </p:spPr>
            <p:txBody>
              <a:bodyPr/>
              <a:lstStyle/>
              <a:p>
                <a:r>
                  <a:rPr lang="it-IT">
                    <a:noFill/>
                  </a:rPr>
                  <a:t> </a:t>
                </a:r>
              </a:p>
            </p:txBody>
          </p:sp>
        </mc:Fallback>
      </mc:AlternateContent>
      <p:sp>
        <p:nvSpPr>
          <p:cNvPr id="71" name="note_brace_67">
            <a:extLst>
              <a:ext uri="{FF2B5EF4-FFF2-40B4-BE49-F238E27FC236}">
                <a16:creationId xmlns:a16="http://schemas.microsoft.com/office/drawing/2014/main" id="{F3672CA7-2CCC-48C5-88D8-97327EDAA2F0}"/>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72" name="text_68">
            <a:extLst>
              <a:ext uri="{FF2B5EF4-FFF2-40B4-BE49-F238E27FC236}">
                <a16:creationId xmlns:a16="http://schemas.microsoft.com/office/drawing/2014/main" id="{F45F4B56-AAC1-41E0-B708-4FC3C15482B3}"/>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73" name="shape_69">
            <a:extLst>
              <a:ext uri="{FF2B5EF4-FFF2-40B4-BE49-F238E27FC236}">
                <a16:creationId xmlns:a16="http://schemas.microsoft.com/office/drawing/2014/main" id="{F8699722-FA0F-427A-956E-3EFFD588E97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74" name="note_box_70">
            <a:extLst>
              <a:ext uri="{FF2B5EF4-FFF2-40B4-BE49-F238E27FC236}">
                <a16:creationId xmlns:a16="http://schemas.microsoft.com/office/drawing/2014/main" id="{1FD1A27B-B6A0-440D-A4FB-03593D0C6B26}"/>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75" name="text_71">
            <a:extLst>
              <a:ext uri="{FF2B5EF4-FFF2-40B4-BE49-F238E27FC236}">
                <a16:creationId xmlns:a16="http://schemas.microsoft.com/office/drawing/2014/main" id="{F1B79B14-3D77-4580-9C23-3529AA3B7E1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6" name="note_box_72">
            <a:extLst>
              <a:ext uri="{FF2B5EF4-FFF2-40B4-BE49-F238E27FC236}">
                <a16:creationId xmlns:a16="http://schemas.microsoft.com/office/drawing/2014/main" id="{3C4AB940-2049-450F-BBA3-785AA76524F8}"/>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77" name="text_73">
            <a:extLst>
              <a:ext uri="{FF2B5EF4-FFF2-40B4-BE49-F238E27FC236}">
                <a16:creationId xmlns:a16="http://schemas.microsoft.com/office/drawing/2014/main" id="{5249A977-D9D4-4782-8442-66BCF95D07FF}"/>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78" name="note_box_74">
            <a:extLst>
              <a:ext uri="{FF2B5EF4-FFF2-40B4-BE49-F238E27FC236}">
                <a16:creationId xmlns:a16="http://schemas.microsoft.com/office/drawing/2014/main" id="{64603B10-19F4-4771-8F69-E54DA29E5D98}"/>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79" name="text_75">
            <a:extLst>
              <a:ext uri="{FF2B5EF4-FFF2-40B4-BE49-F238E27FC236}">
                <a16:creationId xmlns:a16="http://schemas.microsoft.com/office/drawing/2014/main" id="{B416ADD3-4896-48DA-B3B9-C001716BDB7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0" name="note_box_76">
            <a:extLst>
              <a:ext uri="{FF2B5EF4-FFF2-40B4-BE49-F238E27FC236}">
                <a16:creationId xmlns:a16="http://schemas.microsoft.com/office/drawing/2014/main" id="{A6AFF2C4-82DD-4A29-97F3-B804D32F77CB}"/>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1" name="equation_77" descr="\phi_0(x)">
                <a:extLst>
                  <a:ext uri="{FF2B5EF4-FFF2-40B4-BE49-F238E27FC236}">
                    <a16:creationId xmlns:a16="http://schemas.microsoft.com/office/drawing/2014/main" id="{23C9E136-8DBC-4EEA-AAC9-DDDA8087D77A}"/>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1" name="equation_77" descr="\phi_0(x)">
                <a:extLst>
                  <a:ext uri="{FF2B5EF4-FFF2-40B4-BE49-F238E27FC236}">
                    <a16:creationId xmlns:a16="http://schemas.microsoft.com/office/drawing/2014/main" id="{23C9E136-8DBC-4EEA-AAC9-DDDA8087D77A}"/>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2" name="equation_78" descr="2">
                <a:extLst>
                  <a:ext uri="{FF2B5EF4-FFF2-40B4-BE49-F238E27FC236}">
                    <a16:creationId xmlns:a16="http://schemas.microsoft.com/office/drawing/2014/main" id="{67EADEDA-D88C-4A90-BE3E-FF91CD42DCBA}"/>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82" name="equation_78" descr="2">
                <a:extLst>
                  <a:ext uri="{FF2B5EF4-FFF2-40B4-BE49-F238E27FC236}">
                    <a16:creationId xmlns:a16="http://schemas.microsoft.com/office/drawing/2014/main" id="{67EADEDA-D88C-4A90-BE3E-FF91CD42DCBA}"/>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83" name="note_box_79">
            <a:extLst>
              <a:ext uri="{FF2B5EF4-FFF2-40B4-BE49-F238E27FC236}">
                <a16:creationId xmlns:a16="http://schemas.microsoft.com/office/drawing/2014/main" id="{B0697D2D-8A9D-4AFE-96BE-F13DB335F61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4" name="equation_80" descr="a_1(x)">
                <a:extLst>
                  <a:ext uri="{FF2B5EF4-FFF2-40B4-BE49-F238E27FC236}">
                    <a16:creationId xmlns:a16="http://schemas.microsoft.com/office/drawing/2014/main" id="{D6CDE897-B83A-46EC-858E-0B165AC3BEAB}"/>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4" name="equation_80" descr="a_1(x)">
                <a:extLst>
                  <a:ext uri="{FF2B5EF4-FFF2-40B4-BE49-F238E27FC236}">
                    <a16:creationId xmlns:a16="http://schemas.microsoft.com/office/drawing/2014/main" id="{D6CDE897-B83A-46EC-858E-0B165AC3BEAB}"/>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5" name="equation_81" descr="3">
                <a:extLst>
                  <a:ext uri="{FF2B5EF4-FFF2-40B4-BE49-F238E27FC236}">
                    <a16:creationId xmlns:a16="http://schemas.microsoft.com/office/drawing/2014/main" id="{382EC6D9-7DD0-4045-B79E-0C6B5E578832}"/>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85" name="equation_81" descr="3">
                <a:extLst>
                  <a:ext uri="{FF2B5EF4-FFF2-40B4-BE49-F238E27FC236}">
                    <a16:creationId xmlns:a16="http://schemas.microsoft.com/office/drawing/2014/main" id="{382EC6D9-7DD0-4045-B79E-0C6B5E578832}"/>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86" name="line_82">
            <a:extLst>
              <a:ext uri="{FF2B5EF4-FFF2-40B4-BE49-F238E27FC236}">
                <a16:creationId xmlns:a16="http://schemas.microsoft.com/office/drawing/2014/main" id="{8C0C1960-CED2-45EC-B644-27900C01E6FF}"/>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87" name="text_83">
            <a:extLst>
              <a:ext uri="{FF2B5EF4-FFF2-40B4-BE49-F238E27FC236}">
                <a16:creationId xmlns:a16="http://schemas.microsoft.com/office/drawing/2014/main" id="{A0BDA921-3128-45C8-8F8A-694A9DEF14B7}"/>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88" name="note_box_84">
            <a:extLst>
              <a:ext uri="{FF2B5EF4-FFF2-40B4-BE49-F238E27FC236}">
                <a16:creationId xmlns:a16="http://schemas.microsoft.com/office/drawing/2014/main" id="{9EDA6B2B-FEEB-4481-8647-948696BB917F}"/>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9" name="equation_85" descr="\phi_1(x)">
                <a:extLst>
                  <a:ext uri="{FF2B5EF4-FFF2-40B4-BE49-F238E27FC236}">
                    <a16:creationId xmlns:a16="http://schemas.microsoft.com/office/drawing/2014/main" id="{60928557-01F9-4CBD-A18F-418962CD14B0}"/>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9" name="equation_85" descr="\phi_1(x)">
                <a:extLst>
                  <a:ext uri="{FF2B5EF4-FFF2-40B4-BE49-F238E27FC236}">
                    <a16:creationId xmlns:a16="http://schemas.microsoft.com/office/drawing/2014/main" id="{60928557-01F9-4CBD-A18F-418962CD14B0}"/>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equation_86" descr="3">
                <a:extLst>
                  <a:ext uri="{FF2B5EF4-FFF2-40B4-BE49-F238E27FC236}">
                    <a16:creationId xmlns:a16="http://schemas.microsoft.com/office/drawing/2014/main" id="{DDF5F1D0-7631-4179-BA64-9A1DE6A762EE}"/>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90" name="equation_86" descr="3">
                <a:extLst>
                  <a:ext uri="{FF2B5EF4-FFF2-40B4-BE49-F238E27FC236}">
                    <a16:creationId xmlns:a16="http://schemas.microsoft.com/office/drawing/2014/main" id="{DDF5F1D0-7631-4179-BA64-9A1DE6A762EE}"/>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91" name="line_87">
            <a:extLst>
              <a:ext uri="{FF2B5EF4-FFF2-40B4-BE49-F238E27FC236}">
                <a16:creationId xmlns:a16="http://schemas.microsoft.com/office/drawing/2014/main" id="{E8956B58-5163-49D6-8616-F055ADD0A97B}"/>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92" name="text_88">
            <a:extLst>
              <a:ext uri="{FF2B5EF4-FFF2-40B4-BE49-F238E27FC236}">
                <a16:creationId xmlns:a16="http://schemas.microsoft.com/office/drawing/2014/main" id="{46D2BC61-9F8C-44A5-8EAC-414DDB7CB5F7}"/>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93" name="note_box_89">
            <a:extLst>
              <a:ext uri="{FF2B5EF4-FFF2-40B4-BE49-F238E27FC236}">
                <a16:creationId xmlns:a16="http://schemas.microsoft.com/office/drawing/2014/main" id="{ADA4102E-08D8-440D-B57C-27C628C6B573}"/>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4" name="equation_90" descr="a_2(x)">
                <a:extLst>
                  <a:ext uri="{FF2B5EF4-FFF2-40B4-BE49-F238E27FC236}">
                    <a16:creationId xmlns:a16="http://schemas.microsoft.com/office/drawing/2014/main" id="{A77B858F-220C-4F9E-80BD-1FEE967429FB}"/>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94" name="equation_90" descr="a_2(x)">
                <a:extLst>
                  <a:ext uri="{FF2B5EF4-FFF2-40B4-BE49-F238E27FC236}">
                    <a16:creationId xmlns:a16="http://schemas.microsoft.com/office/drawing/2014/main" id="{A77B858F-220C-4F9E-80BD-1FEE967429FB}"/>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8"/>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equation_91" descr="5">
                <a:extLst>
                  <a:ext uri="{FF2B5EF4-FFF2-40B4-BE49-F238E27FC236}">
                    <a16:creationId xmlns:a16="http://schemas.microsoft.com/office/drawing/2014/main" id="{5E01BCAA-C6FB-45D4-ADFD-57697E657A03}"/>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95" name="equation_91" descr="5">
                <a:extLst>
                  <a:ext uri="{FF2B5EF4-FFF2-40B4-BE49-F238E27FC236}">
                    <a16:creationId xmlns:a16="http://schemas.microsoft.com/office/drawing/2014/main" id="{5E01BCAA-C6FB-45D4-ADFD-57697E657A03}"/>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9"/>
                <a:stretch>
                  <a:fillRect t="-9524" b="-26190"/>
                </a:stretch>
              </a:blipFill>
              <a:ln w="0">
                <a:noFill/>
              </a:ln>
            </p:spPr>
            <p:txBody>
              <a:bodyPr/>
              <a:lstStyle/>
              <a:p>
                <a:r>
                  <a:rPr lang="it-IT">
                    <a:noFill/>
                  </a:rPr>
                  <a:t> </a:t>
                </a:r>
              </a:p>
            </p:txBody>
          </p:sp>
        </mc:Fallback>
      </mc:AlternateContent>
      <p:sp>
        <p:nvSpPr>
          <p:cNvPr id="96" name="line_92">
            <a:extLst>
              <a:ext uri="{FF2B5EF4-FFF2-40B4-BE49-F238E27FC236}">
                <a16:creationId xmlns:a16="http://schemas.microsoft.com/office/drawing/2014/main" id="{64F96192-CBD8-43E3-9CB9-A8E5DD5A7F7F}"/>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97" name="text_93">
            <a:extLst>
              <a:ext uri="{FF2B5EF4-FFF2-40B4-BE49-F238E27FC236}">
                <a16:creationId xmlns:a16="http://schemas.microsoft.com/office/drawing/2014/main" id="{4CAE0886-D672-41F5-9BE5-0E7849E2024D}"/>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98" name="note_box_94">
            <a:extLst>
              <a:ext uri="{FF2B5EF4-FFF2-40B4-BE49-F238E27FC236}">
                <a16:creationId xmlns:a16="http://schemas.microsoft.com/office/drawing/2014/main" id="{04464D7E-2F5B-4F1E-A5C2-15BFB3D64782}"/>
              </a:ext>
            </a:extLst>
          </p:cNvPr>
          <p:cNvSpPr>
            <a:spLocks noGrp="1"/>
          </p:cNvSpPr>
          <p:nvPr/>
        </p:nvSpPr>
        <p:spPr>
          <a:xfrm>
            <a:off x="72009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99" name="equation_95" descr="\phi_2(x)">
                <a:extLst>
                  <a:ext uri="{FF2B5EF4-FFF2-40B4-BE49-F238E27FC236}">
                    <a16:creationId xmlns:a16="http://schemas.microsoft.com/office/drawing/2014/main" id="{1E14BDC4-D6A0-4B2F-A80B-B2D0370A28D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99" name="equation_95" descr="\phi_2(x)">
                <a:extLst>
                  <a:ext uri="{FF2B5EF4-FFF2-40B4-BE49-F238E27FC236}">
                    <a16:creationId xmlns:a16="http://schemas.microsoft.com/office/drawing/2014/main" id="{1E14BDC4-D6A0-4B2F-A80B-B2D0370A28D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0"/>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0" name="equation_96" descr="5">
                <a:extLst>
                  <a:ext uri="{FF2B5EF4-FFF2-40B4-BE49-F238E27FC236}">
                    <a16:creationId xmlns:a16="http://schemas.microsoft.com/office/drawing/2014/main" id="{81658B2D-52D1-44C7-899E-32478AAC5D68}"/>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100" name="equation_96" descr="5">
                <a:extLst>
                  <a:ext uri="{FF2B5EF4-FFF2-40B4-BE49-F238E27FC236}">
                    <a16:creationId xmlns:a16="http://schemas.microsoft.com/office/drawing/2014/main" id="{81658B2D-52D1-44C7-899E-32478AAC5D68}"/>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1"/>
                <a:stretch>
                  <a:fillRect t="-9524" b="-26190"/>
                </a:stretch>
              </a:blipFill>
              <a:ln w="0">
                <a:noFill/>
              </a:ln>
            </p:spPr>
            <p:txBody>
              <a:bodyPr/>
              <a:lstStyle/>
              <a:p>
                <a:r>
                  <a:rPr lang="it-IT">
                    <a:noFill/>
                  </a:rPr>
                  <a:t> </a:t>
                </a:r>
              </a:p>
            </p:txBody>
          </p:sp>
        </mc:Fallback>
      </mc:AlternateContent>
      <p:sp>
        <p:nvSpPr>
          <p:cNvPr id="101" name="line_97">
            <a:extLst>
              <a:ext uri="{FF2B5EF4-FFF2-40B4-BE49-F238E27FC236}">
                <a16:creationId xmlns:a16="http://schemas.microsoft.com/office/drawing/2014/main" id="{3E0AE652-4737-415A-9D62-E75462F7C7A3}"/>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02" name="text_98">
            <a:extLst>
              <a:ext uri="{FF2B5EF4-FFF2-40B4-BE49-F238E27FC236}">
                <a16:creationId xmlns:a16="http://schemas.microsoft.com/office/drawing/2014/main" id="{2FB07232-A851-40CB-B213-368E710C4988}"/>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03" name="note_box_99">
            <a:extLst>
              <a:ext uri="{FF2B5EF4-FFF2-40B4-BE49-F238E27FC236}">
                <a16:creationId xmlns:a16="http://schemas.microsoft.com/office/drawing/2014/main" id="{F542F0D1-A940-4903-B605-5DD54CE9BC6C}"/>
              </a:ext>
            </a:extLst>
          </p:cNvPr>
          <p:cNvSpPr>
            <a:spLocks noGrp="1"/>
          </p:cNvSpPr>
          <p:nvPr/>
        </p:nvSpPr>
        <p:spPr>
          <a:xfrm>
            <a:off x="8877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04" name="equation_100" descr="a_3(x)">
                <a:extLst>
                  <a:ext uri="{FF2B5EF4-FFF2-40B4-BE49-F238E27FC236}">
                    <a16:creationId xmlns:a16="http://schemas.microsoft.com/office/drawing/2014/main" id="{73D3DB55-C849-4090-9DE8-8CBBD50EAA9C}"/>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04" name="equation_100" descr="a_3(x)">
                <a:extLst>
                  <a:ext uri="{FF2B5EF4-FFF2-40B4-BE49-F238E27FC236}">
                    <a16:creationId xmlns:a16="http://schemas.microsoft.com/office/drawing/2014/main" id="{73D3DB55-C849-4090-9DE8-8CBBD50EAA9C}"/>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5" name="equation_101" descr="-3">
                <a:extLst>
                  <a:ext uri="{FF2B5EF4-FFF2-40B4-BE49-F238E27FC236}">
                    <a16:creationId xmlns:a16="http://schemas.microsoft.com/office/drawing/2014/main" id="{9D5F3A9B-4B6B-44C8-BD20-52AFB7CDD71A}"/>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105" name="equation_101" descr="-3">
                <a:extLst>
                  <a:ext uri="{FF2B5EF4-FFF2-40B4-BE49-F238E27FC236}">
                    <a16:creationId xmlns:a16="http://schemas.microsoft.com/office/drawing/2014/main" id="{9D5F3A9B-4B6B-44C8-BD20-52AFB7CDD71A}"/>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106" name="line_102">
            <a:extLst>
              <a:ext uri="{FF2B5EF4-FFF2-40B4-BE49-F238E27FC236}">
                <a16:creationId xmlns:a16="http://schemas.microsoft.com/office/drawing/2014/main" id="{A7ADED90-4FF1-476B-AD98-3F5837072218}"/>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07" name="text_103">
            <a:extLst>
              <a:ext uri="{FF2B5EF4-FFF2-40B4-BE49-F238E27FC236}">
                <a16:creationId xmlns:a16="http://schemas.microsoft.com/office/drawing/2014/main" id="{D1689F3B-1CAC-403E-9294-E251C303D3A6}"/>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08" name="note_box_104">
            <a:extLst>
              <a:ext uri="{FF2B5EF4-FFF2-40B4-BE49-F238E27FC236}">
                <a16:creationId xmlns:a16="http://schemas.microsoft.com/office/drawing/2014/main" id="{B26D6BB4-7C00-4AE1-A72D-1408152F867F}"/>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9" name="equation_105" descr="\mathcal{L}_{\mathrm{sq}}">
                <a:extLst>
                  <a:ext uri="{FF2B5EF4-FFF2-40B4-BE49-F238E27FC236}">
                    <a16:creationId xmlns:a16="http://schemas.microsoft.com/office/drawing/2014/main" id="{39901516-0F09-48FF-ABF4-6EE51F7F800C}"/>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9" name="equation_105" descr="\mathcal{L}_{\mathrm{sq}}">
                <a:extLst>
                  <a:ext uri="{FF2B5EF4-FFF2-40B4-BE49-F238E27FC236}">
                    <a16:creationId xmlns:a16="http://schemas.microsoft.com/office/drawing/2014/main" id="{39901516-0F09-48FF-ABF4-6EE51F7F800C}"/>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0" name="equation_106" descr="1">
                <a:extLst>
                  <a:ext uri="{FF2B5EF4-FFF2-40B4-BE49-F238E27FC236}">
                    <a16:creationId xmlns:a16="http://schemas.microsoft.com/office/drawing/2014/main" id="{EAABBFCD-383B-49CA-8BB8-0A8581A5AE51}"/>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10" name="equation_106" descr="1">
                <a:extLst>
                  <a:ext uri="{FF2B5EF4-FFF2-40B4-BE49-F238E27FC236}">
                    <a16:creationId xmlns:a16="http://schemas.microsoft.com/office/drawing/2014/main" id="{EAABBFCD-383B-49CA-8BB8-0A8581A5AE51}"/>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111" name="line_107">
            <a:extLst>
              <a:ext uri="{FF2B5EF4-FFF2-40B4-BE49-F238E27FC236}">
                <a16:creationId xmlns:a16="http://schemas.microsoft.com/office/drawing/2014/main" id="{AEDE9BED-DE2C-4E0F-BC14-84F893E17AFD}"/>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12" name="text_108">
            <a:extLst>
              <a:ext uri="{FF2B5EF4-FFF2-40B4-BE49-F238E27FC236}">
                <a16:creationId xmlns:a16="http://schemas.microsoft.com/office/drawing/2014/main" id="{DC63F2EB-0330-47C5-B179-F9CA4424AFE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13" name="note_box_109">
            <a:extLst>
              <a:ext uri="{FF2B5EF4-FFF2-40B4-BE49-F238E27FC236}">
                <a16:creationId xmlns:a16="http://schemas.microsoft.com/office/drawing/2014/main" id="{6FA54159-E737-4D95-9379-AB8481EEC5A4}"/>
              </a:ext>
            </a:extLst>
          </p:cNvPr>
          <p:cNvSpPr>
            <a:spLocks noGrp="1"/>
          </p:cNvSpPr>
          <p:nvPr/>
        </p:nvSpPr>
        <p:spPr>
          <a:xfrm>
            <a:off x="96393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4" name="equation_110" descr="y=-2">
                <a:extLst>
                  <a:ext uri="{FF2B5EF4-FFF2-40B4-BE49-F238E27FC236}">
                    <a16:creationId xmlns:a16="http://schemas.microsoft.com/office/drawing/2014/main" id="{C1240CB0-AF0E-4887-BC40-88642F3C57F2}"/>
                  </a:ext>
                </a:extLst>
              </p:cNvPr>
              <p:cNvSpPr>
                <a:spLocks noGrp="1"/>
              </p:cNvSpPr>
              <p:nvPr/>
            </p:nvSpPr>
            <p:spPr>
              <a:xfrm>
                <a:off x="96678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=−2</m:t>
                      </m:r>
                    </m:oMath>
                  </m:oMathPara>
                </a14:m>
                <a:endParaRPr lang="en-GB" sz="2000"/>
              </a:p>
            </p:txBody>
          </p:sp>
        </mc:Choice>
        <mc:Fallback xmlns="">
          <p:sp>
            <p:nvSpPr>
              <p:cNvPr id="114" name="equation_110" descr="y=-2">
                <a:extLst>
                  <a:ext uri="{FF2B5EF4-FFF2-40B4-BE49-F238E27FC236}">
                    <a16:creationId xmlns:a16="http://schemas.microsoft.com/office/drawing/2014/main" id="{C1240CB0-AF0E-4887-BC40-88642F3C57F2}"/>
                  </a:ext>
                </a:extLst>
              </p:cNvPr>
              <p:cNvSpPr>
                <a:spLocks noGrp="1" noRot="1" noChangeAspect="1" noMove="1" noResize="1" noEditPoints="1" noAdjustHandles="1" noChangeArrowheads="1" noChangeShapeType="1" noTextEdit="1"/>
              </p:cNvSpPr>
              <p:nvPr/>
            </p:nvSpPr>
            <p:spPr>
              <a:xfrm>
                <a:off x="9667875" y="2867025"/>
                <a:ext cx="1085850" cy="247650"/>
              </a:xfrm>
              <a:prstGeom prst="rect">
                <a:avLst/>
              </a:prstGeom>
              <a:blipFill>
                <a:blip r:embed="rId16"/>
                <a:stretch>
                  <a:fillRect t="-2439" b="-41463"/>
                </a:stretch>
              </a:blipFill>
              <a:ln w="0">
                <a:noFill/>
              </a:ln>
            </p:spPr>
            <p:txBody>
              <a:bodyPr/>
              <a:lstStyle/>
              <a:p>
                <a:r>
                  <a:rPr lang="it-IT">
                    <a:noFill/>
                  </a:rPr>
                  <a:t> </a:t>
                </a:r>
              </a:p>
            </p:txBody>
          </p:sp>
        </mc:Fallback>
      </mc:AlternateContent>
      <p:sp>
        <p:nvSpPr>
          <p:cNvPr id="115" name="line_111">
            <a:extLst>
              <a:ext uri="{FF2B5EF4-FFF2-40B4-BE49-F238E27FC236}">
                <a16:creationId xmlns:a16="http://schemas.microsoft.com/office/drawing/2014/main" id="{B4E8135F-02D0-4E0D-AE1A-A62B8161DBED}"/>
              </a:ext>
            </a:extLst>
          </p:cNvPr>
          <p:cNvSpPr>
            <a:spLocks noGrp="1"/>
          </p:cNvSpPr>
          <p:nvPr/>
        </p:nvSpPr>
        <p:spPr>
          <a:xfrm>
            <a:off x="94869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16" name="line_112">
            <a:extLst>
              <a:ext uri="{FF2B5EF4-FFF2-40B4-BE49-F238E27FC236}">
                <a16:creationId xmlns:a16="http://schemas.microsoft.com/office/drawing/2014/main" id="{8CE66143-5784-4DDA-803C-E94C6616A7D7}"/>
              </a:ext>
            </a:extLst>
          </p:cNvPr>
          <p:cNvSpPr>
            <a:spLocks noGrp="1"/>
          </p:cNvSpPr>
          <p:nvPr/>
        </p:nvSpPr>
        <p:spPr>
          <a:xfrm>
            <a:off x="102108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17" name="note_box_113">
            <a:extLst>
              <a:ext uri="{FF2B5EF4-FFF2-40B4-BE49-F238E27FC236}">
                <a16:creationId xmlns:a16="http://schemas.microsoft.com/office/drawing/2014/main" id="{9D5C4B98-22F5-4099-929D-79C321B140FB}"/>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18" name="equation_114" descr="J'_{1}(a_1(x))">
                <a:extLst>
                  <a:ext uri="{FF2B5EF4-FFF2-40B4-BE49-F238E27FC236}">
                    <a16:creationId xmlns:a16="http://schemas.microsoft.com/office/drawing/2014/main" id="{D7D8D025-DEBF-4A40-9839-3B556813235D}"/>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118" name="equation_114" descr="J'_{1}(3)">
                <a:extLst>
                  <a:ext uri="{FF2B5EF4-FFF2-40B4-BE49-F238E27FC236}">
                    <a16:creationId xmlns:a16="http://schemas.microsoft.com/office/drawing/2014/main" id="{D7D8D025-DEBF-4A40-9839-3B556813235D}"/>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119" name="text_115">
            <a:extLst>
              <a:ext uri="{FF2B5EF4-FFF2-40B4-BE49-F238E27FC236}">
                <a16:creationId xmlns:a16="http://schemas.microsoft.com/office/drawing/2014/main" id="{8A9A68D3-2174-4DA9-8B89-AF1451BB1526}"/>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120" name="note_box_116">
            <a:extLst>
              <a:ext uri="{FF2B5EF4-FFF2-40B4-BE49-F238E27FC236}">
                <a16:creationId xmlns:a16="http://schemas.microsoft.com/office/drawing/2014/main" id="{84E30B55-753E-4647-BD09-8DEBB2634F2F}"/>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1" name="equation_117" descr="\frac{\partial\mathcal{L}_{\mathrm{sq}}}{\partial w_1}=?">
                <a:extLst>
                  <a:ext uri="{FF2B5EF4-FFF2-40B4-BE49-F238E27FC236}">
                    <a16:creationId xmlns:a16="http://schemas.microsoft.com/office/drawing/2014/main" id="{F9E4E842-BC2D-46B9-B2E6-D72B22D6970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1" name="equation_117" descr="\frac{\partial\mathcal{L}_{\mathrm{sq}}}{\partial w_1}=?">
                <a:extLst>
                  <a:ext uri="{FF2B5EF4-FFF2-40B4-BE49-F238E27FC236}">
                    <a16:creationId xmlns:a16="http://schemas.microsoft.com/office/drawing/2014/main" id="{F9E4E842-BC2D-46B9-B2E6-D72B22D6970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122" name="note_box_118">
            <a:extLst>
              <a:ext uri="{FF2B5EF4-FFF2-40B4-BE49-F238E27FC236}">
                <a16:creationId xmlns:a16="http://schemas.microsoft.com/office/drawing/2014/main" id="{E609E047-AE8E-417B-989B-79F86CB2FBEE}"/>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3" name="equation_119" descr="\frac{\partial\mathcal{L}_{\mathrm{sq}}}{\partial b_1}=?">
                <a:extLst>
                  <a:ext uri="{FF2B5EF4-FFF2-40B4-BE49-F238E27FC236}">
                    <a16:creationId xmlns:a16="http://schemas.microsoft.com/office/drawing/2014/main" id="{5BBDA661-A31B-4AF4-BD5E-A9B2028120B8}"/>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3" name="equation_119" descr="\frac{\partial\mathcal{L}_{\mathrm{sq}}}{\partial b_1}=?">
                <a:extLst>
                  <a:ext uri="{FF2B5EF4-FFF2-40B4-BE49-F238E27FC236}">
                    <a16:creationId xmlns:a16="http://schemas.microsoft.com/office/drawing/2014/main" id="{5BBDA661-A31B-4AF4-BD5E-A9B2028120B8}"/>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6_equation_119"/>
                <a:stretch>
                  <a:fillRect b="-3158"/>
                </a:stretch>
              </a:blipFill>
              <a:ln w="0">
                <a:noFill/>
              </a:ln>
            </p:spPr>
            <p:txBody>
              <a:bodyPr/>
              <a:lstStyle/>
              <a:p>
                <a:r>
                  <a:rPr lang="it-IT">
                    <a:noFill/>
                  </a:rPr>
                  <a:t> </a:t>
                </a:r>
              </a:p>
            </p:txBody>
          </p:sp>
        </mc:Fallback>
      </mc:AlternateContent>
      <p:sp>
        <p:nvSpPr>
          <p:cNvPr id="124" name="note_brace_120">
            <a:extLst>
              <a:ext uri="{FF2B5EF4-FFF2-40B4-BE49-F238E27FC236}">
                <a16:creationId xmlns:a16="http://schemas.microsoft.com/office/drawing/2014/main" id="{5942C51F-E9FF-4E8A-8103-561C6119DBC7}"/>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25" name="text_121">
            <a:extLst>
              <a:ext uri="{FF2B5EF4-FFF2-40B4-BE49-F238E27FC236}">
                <a16:creationId xmlns:a16="http://schemas.microsoft.com/office/drawing/2014/main" id="{DC80DDD7-0A09-4F6F-BC6B-92004CE3E53E}"/>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26" name="note_box_122">
            <a:extLst>
              <a:ext uri="{FF2B5EF4-FFF2-40B4-BE49-F238E27FC236}">
                <a16:creationId xmlns:a16="http://schemas.microsoft.com/office/drawing/2014/main" id="{EC898281-2129-4128-854A-EE238C0DB05B}"/>
              </a:ext>
            </a:extLst>
          </p:cNvPr>
          <p:cNvSpPr>
            <a:spLocks noGrp="1"/>
          </p:cNvSpPr>
          <p:nvPr/>
        </p:nvSpPr>
        <p:spPr>
          <a:xfrm>
            <a:off x="47053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7" name="equation_123" descr="J'_{2}(a_2(x))">
                <a:extLst>
                  <a:ext uri="{FF2B5EF4-FFF2-40B4-BE49-F238E27FC236}">
                    <a16:creationId xmlns:a16="http://schemas.microsoft.com/office/drawing/2014/main" id="{04F00807-9A70-4253-BC50-D1D299BF1323}"/>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127" name="equation_123" descr="J'_{2}(5)">
                <a:extLst>
                  <a:ext uri="{FF2B5EF4-FFF2-40B4-BE49-F238E27FC236}">
                    <a16:creationId xmlns:a16="http://schemas.microsoft.com/office/drawing/2014/main" id="{04F00807-9A70-4253-BC50-D1D299BF1323}"/>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128" name="text_124">
            <a:extLst>
              <a:ext uri="{FF2B5EF4-FFF2-40B4-BE49-F238E27FC236}">
                <a16:creationId xmlns:a16="http://schemas.microsoft.com/office/drawing/2014/main" id="{1D01FCDF-AECE-434B-9E55-5BD0FBD58E0E}"/>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129" name="note_box_125">
            <a:extLst>
              <a:ext uri="{FF2B5EF4-FFF2-40B4-BE49-F238E27FC236}">
                <a16:creationId xmlns:a16="http://schemas.microsoft.com/office/drawing/2014/main" id="{AAC0A8A6-DA64-41F5-8F0F-9F6E784D9496}"/>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0" name="equation_126" descr="\frac{\partial\mathcal{L}_{\mathrm{sq}}}{\partial w_2}=?">
                <a:extLst>
                  <a:ext uri="{FF2B5EF4-FFF2-40B4-BE49-F238E27FC236}">
                    <a16:creationId xmlns:a16="http://schemas.microsoft.com/office/drawing/2014/main" id="{B484B66A-21C1-418A-9C93-09160E597EA3}"/>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30" name="equation_126" descr="\frac{\partial\mathcal{L}_{\mathrm{sq}}}{\partial w_2}=?">
                <a:extLst>
                  <a:ext uri="{FF2B5EF4-FFF2-40B4-BE49-F238E27FC236}">
                    <a16:creationId xmlns:a16="http://schemas.microsoft.com/office/drawing/2014/main" id="{B484B66A-21C1-418A-9C93-09160E597EA3}"/>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131" name="note_box_127">
            <a:extLst>
              <a:ext uri="{FF2B5EF4-FFF2-40B4-BE49-F238E27FC236}">
                <a16:creationId xmlns:a16="http://schemas.microsoft.com/office/drawing/2014/main" id="{C5D7EF3D-6C20-4465-9E0D-54EAD60DBAD8}"/>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2" name="equation_128" descr="\frac{\partial\mathcal{L}_{\mathrm{sq}}}{\partial b_2}=?">
                <a:extLst>
                  <a:ext uri="{FF2B5EF4-FFF2-40B4-BE49-F238E27FC236}">
                    <a16:creationId xmlns:a16="http://schemas.microsoft.com/office/drawing/2014/main" id="{BC1D9D73-8EDC-4200-9A41-46731A00BE46}"/>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32" name="equation_128" descr="\frac{\partial\mathcal{L}_{\mathrm{sq}}}{\partial b_2}=?">
                <a:extLst>
                  <a:ext uri="{FF2B5EF4-FFF2-40B4-BE49-F238E27FC236}">
                    <a16:creationId xmlns:a16="http://schemas.microsoft.com/office/drawing/2014/main" id="{BC1D9D73-8EDC-4200-9A41-46731A00BE46}"/>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6_equation_128"/>
                <a:stretch>
                  <a:fillRect b="-3158"/>
                </a:stretch>
              </a:blipFill>
              <a:ln w="0">
                <a:noFill/>
              </a:ln>
            </p:spPr>
            <p:txBody>
              <a:bodyPr/>
              <a:lstStyle/>
              <a:p>
                <a:r>
                  <a:rPr lang="it-IT">
                    <a:noFill/>
                  </a:rPr>
                  <a:t> </a:t>
                </a:r>
              </a:p>
            </p:txBody>
          </p:sp>
        </mc:Fallback>
      </mc:AlternateContent>
      <p:sp>
        <p:nvSpPr>
          <p:cNvPr id="133" name="note_brace_129">
            <a:extLst>
              <a:ext uri="{FF2B5EF4-FFF2-40B4-BE49-F238E27FC236}">
                <a16:creationId xmlns:a16="http://schemas.microsoft.com/office/drawing/2014/main" id="{CFF6B894-EA83-4B7B-A701-E0D09C95534E}"/>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34" name="text_130">
            <a:extLst>
              <a:ext uri="{FF2B5EF4-FFF2-40B4-BE49-F238E27FC236}">
                <a16:creationId xmlns:a16="http://schemas.microsoft.com/office/drawing/2014/main" id="{AF4593F1-0B3A-4CC8-BE44-0AE4D477B041}"/>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35" name="note_box_131">
            <a:extLst>
              <a:ext uri="{FF2B5EF4-FFF2-40B4-BE49-F238E27FC236}">
                <a16:creationId xmlns:a16="http://schemas.microsoft.com/office/drawing/2014/main" id="{E29A3BBF-1257-43DD-B9A4-5B33B11C8647}"/>
              </a:ext>
            </a:extLst>
          </p:cNvPr>
          <p:cNvSpPr>
            <a:spLocks noGrp="1"/>
          </p:cNvSpPr>
          <p:nvPr/>
        </p:nvSpPr>
        <p:spPr>
          <a:xfrm>
            <a:off x="8058150" y="3238500"/>
            <a:ext cx="28575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36" name="equation_132" descr="J'_{3}(a_3(x))">
                <a:extLst>
                  <a:ext uri="{FF2B5EF4-FFF2-40B4-BE49-F238E27FC236}">
                    <a16:creationId xmlns:a16="http://schemas.microsoft.com/office/drawing/2014/main" id="{73710BE7-F989-4216-9B82-0E96D4145460}"/>
                  </a:ext>
                </a:extLst>
              </p:cNvPr>
              <p:cNvSpPr>
                <a:spLocks noGrp="1"/>
              </p:cNvSpPr>
              <p:nvPr/>
            </p:nvSpPr>
            <p:spPr>
              <a:xfrm>
                <a:off x="81343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3</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136" name="equation_132" descr="J'_{3}(-3)">
                <a:extLst>
                  <a:ext uri="{FF2B5EF4-FFF2-40B4-BE49-F238E27FC236}">
                    <a16:creationId xmlns:a16="http://schemas.microsoft.com/office/drawing/2014/main" id="{73710BE7-F989-4216-9B82-0E96D4145460}"/>
                  </a:ext>
                </a:extLst>
              </p:cNvPr>
              <p:cNvSpPr>
                <a:spLocks noGrp="1" noRot="1" noChangeAspect="1" noMove="1" noResize="1" noEditPoints="1" noAdjustHandles="1" noChangeArrowheads="1" noChangeShapeType="1" noTextEdit="1"/>
              </p:cNvSpPr>
              <p:nvPr/>
            </p:nvSpPr>
            <p:spPr>
              <a:xfrm>
                <a:off x="81343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7" name="equation_133" descr="=2(a_3(x)-y)">
                <a:extLst>
                  <a:ext uri="{FF2B5EF4-FFF2-40B4-BE49-F238E27FC236}">
                    <a16:creationId xmlns:a16="http://schemas.microsoft.com/office/drawing/2014/main" id="{05E03CDC-E16F-417D-8E5E-0451975E4D7F}"/>
                  </a:ext>
                </a:extLst>
              </p:cNvPr>
              <p:cNvSpPr>
                <a:spLocks noGrp="1"/>
              </p:cNvSpPr>
              <p:nvPr/>
            </p:nvSpPr>
            <p:spPr>
              <a:xfrm>
                <a:off x="8134350" y="3590925"/>
                <a:ext cx="27051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r>
                            <a:rPr lang="en-GB" sz="2000">
                              <a:solidFill>
                                <a:srgbClr val="AB4910"/>
                              </a:solidFill>
                              <a:latin typeface="Cambria Math"/>
                              <a:ea typeface="Cambria Math"/>
                              <a:cs typeface="Cambria Math"/>
                            </a:rPr>
                            <m:t>−</m:t>
                          </m:r>
                          <m:r>
                            <a:rPr lang="en-GB" sz="2000">
                              <a:solidFill>
                                <a:srgbClr val="AB4910"/>
                              </a:solidFill>
                              <a:latin typeface="Cambria Math"/>
                              <a:ea typeface="Cambria Math"/>
                              <a:cs typeface="Cambria Math"/>
                            </a:rPr>
                            <m:t>𝑦</m:t>
                          </m:r>
                        </m:e>
                      </m:d>
                    </m:oMath>
                  </m:oMathPara>
                </a14:m>
                <a:endParaRPr lang="en-GB" sz="2000"/>
              </a:p>
            </p:txBody>
          </p:sp>
        </mc:Choice>
        <mc:Fallback xmlns="">
          <p:sp>
            <p:nvSpPr>
              <p:cNvPr id="137" name="equation_133" descr="=2(a_3(x)-y)">
                <a:extLst>
                  <a:ext uri="{FF2B5EF4-FFF2-40B4-BE49-F238E27FC236}">
                    <a16:creationId xmlns:a16="http://schemas.microsoft.com/office/drawing/2014/main" id="{05E03CDC-E16F-417D-8E5E-0451975E4D7F}"/>
                  </a:ext>
                </a:extLst>
              </p:cNvPr>
              <p:cNvSpPr>
                <a:spLocks noGrp="1" noRot="1" noChangeAspect="1" noMove="1" noResize="1" noEditPoints="1" noAdjustHandles="1" noChangeArrowheads="1" noChangeShapeType="1" noTextEdit="1"/>
              </p:cNvSpPr>
              <p:nvPr/>
            </p:nvSpPr>
            <p:spPr>
              <a:xfrm>
                <a:off x="8134350" y="3590925"/>
                <a:ext cx="2705100" cy="304800"/>
              </a:xfrm>
              <a:prstGeom prst="rect">
                <a:avLst/>
              </a:prstGeom>
              <a:blipFill>
                <a:blip r:embed="rId27"/>
                <a:stretch>
                  <a:fillRect t="-4000" b="-4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8" name="equation_134">
                <a:extLst>
                  <a:ext uri="{FF2B5EF4-FFF2-40B4-BE49-F238E27FC236}">
                    <a16:creationId xmlns:a16="http://schemas.microsoft.com/office/drawing/2014/main" id="{25C01A5B-211D-4402-82D9-70565EE5A31C}"/>
                  </a:ext>
                </a:extLst>
              </p:cNvPr>
              <p:cNvSpPr>
                <a:spLocks noGrp="1"/>
              </p:cNvSpPr>
              <p:nvPr/>
            </p:nvSpPr>
            <p:spPr>
              <a:xfrm>
                <a:off x="81343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138" name="equation_134" descr="=2(-3+2)=-2">
                <a:extLst>
                  <a:ext uri="{FF2B5EF4-FFF2-40B4-BE49-F238E27FC236}">
                    <a16:creationId xmlns:a16="http://schemas.microsoft.com/office/drawing/2014/main" id="{25C01A5B-211D-4402-82D9-70565EE5A31C}"/>
                  </a:ext>
                </a:extLst>
              </p:cNvPr>
              <p:cNvSpPr>
                <a:spLocks noGrp="1" noRot="1" noChangeAspect="1" noMove="1" noResize="1" noEditPoints="1" noAdjustHandles="1" noChangeArrowheads="1" noChangeShapeType="1" noTextEdit="1"/>
              </p:cNvSpPr>
              <p:nvPr/>
            </p:nvSpPr>
            <p:spPr>
              <a:xfrm>
                <a:off x="81343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139" name="note_box_135">
            <a:extLst>
              <a:ext uri="{FF2B5EF4-FFF2-40B4-BE49-F238E27FC236}">
                <a16:creationId xmlns:a16="http://schemas.microsoft.com/office/drawing/2014/main" id="{82FB4ACF-BA5F-451F-B34A-2EB1B54E7465}"/>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0" name="equation_136" descr="\frac{\partial\mathcal{L}_{\mathrm{sq}}}{\partial w_3}=?">
                <a:extLst>
                  <a:ext uri="{FF2B5EF4-FFF2-40B4-BE49-F238E27FC236}">
                    <a16:creationId xmlns:a16="http://schemas.microsoft.com/office/drawing/2014/main" id="{384D9FC7-81D8-4F15-8ABE-9FF529EFD497}"/>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40" name="equation_136" descr="\frac{\partial\mathcal{L}_{\mathrm{sq}}}{\partial w_3}=?">
                <a:extLst>
                  <a:ext uri="{FF2B5EF4-FFF2-40B4-BE49-F238E27FC236}">
                    <a16:creationId xmlns:a16="http://schemas.microsoft.com/office/drawing/2014/main" id="{384D9FC7-81D8-4F15-8ABE-9FF529EFD497}"/>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141" name="note_box_137">
            <a:extLst>
              <a:ext uri="{FF2B5EF4-FFF2-40B4-BE49-F238E27FC236}">
                <a16:creationId xmlns:a16="http://schemas.microsoft.com/office/drawing/2014/main" id="{1978D473-7AB8-4DC2-ABA9-2E512F709481}"/>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2" name="equation_138" descr="\frac{\partial\mathcal{L}_{\mathrm{sq}}}{\partial b_3}=?">
                <a:extLst>
                  <a:ext uri="{FF2B5EF4-FFF2-40B4-BE49-F238E27FC236}">
                    <a16:creationId xmlns:a16="http://schemas.microsoft.com/office/drawing/2014/main" id="{7D60C209-1F67-46A6-A1B4-66340C57C971}"/>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42" name="equation_138" descr="\frac{\partial\mathcal{L}_{\mathrm{sq}}}{\partial b_3}=?">
                <a:extLst>
                  <a:ext uri="{FF2B5EF4-FFF2-40B4-BE49-F238E27FC236}">
                    <a16:creationId xmlns:a16="http://schemas.microsoft.com/office/drawing/2014/main" id="{7D60C209-1F67-46A6-A1B4-66340C57C971}"/>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6_equation_138"/>
                <a:stretch>
                  <a:fillRect b="-3158"/>
                </a:stretch>
              </a:blipFill>
              <a:ln w="0">
                <a:noFill/>
              </a:ln>
            </p:spPr>
            <p:txBody>
              <a:bodyPr/>
              <a:lstStyle/>
              <a:p>
                <a:r>
                  <a:rPr lang="it-IT">
                    <a:noFill/>
                  </a:rPr>
                  <a:t> </a:t>
                </a:r>
              </a:p>
            </p:txBody>
          </p:sp>
        </mc:Fallback>
      </mc:AlternateContent>
      <p:sp>
        <p:nvSpPr>
          <p:cNvPr id="143" name="note_brace_139">
            <a:extLst>
              <a:ext uri="{FF2B5EF4-FFF2-40B4-BE49-F238E27FC236}">
                <a16:creationId xmlns:a16="http://schemas.microsoft.com/office/drawing/2014/main" id="{70C06D3B-6853-413F-BA5F-EDE3D03A640D}"/>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44" name="text_140">
            <a:extLst>
              <a:ext uri="{FF2B5EF4-FFF2-40B4-BE49-F238E27FC236}">
                <a16:creationId xmlns:a16="http://schemas.microsoft.com/office/drawing/2014/main" id="{DF75C18B-4581-40F9-A37C-84FB25E1B516}"/>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227" name="shape_69_numerical">
            <a:extLst>
              <a:ext uri="{FF2B5EF4-FFF2-40B4-BE49-F238E27FC236}">
                <a16:creationId xmlns:a16="http://schemas.microsoft.com/office/drawing/2014/main" id="{F8699722-FA0F-427A-956E-3EFFD588E97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28" name="note_box_70_numerical">
            <a:extLst>
              <a:ext uri="{FF2B5EF4-FFF2-40B4-BE49-F238E27FC236}">
                <a16:creationId xmlns:a16="http://schemas.microsoft.com/office/drawing/2014/main" id="{1FD1A27B-B6A0-440D-A4FB-03593D0C6B26}"/>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229" name="text_71_numerical">
            <a:extLst>
              <a:ext uri="{FF2B5EF4-FFF2-40B4-BE49-F238E27FC236}">
                <a16:creationId xmlns:a16="http://schemas.microsoft.com/office/drawing/2014/main" id="{F1B79B14-3D77-4580-9C23-3529AA3B7E1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230" name="note_box_72_numerical">
            <a:extLst>
              <a:ext uri="{FF2B5EF4-FFF2-40B4-BE49-F238E27FC236}">
                <a16:creationId xmlns:a16="http://schemas.microsoft.com/office/drawing/2014/main" id="{3C4AB940-2049-450F-BBA3-785AA76524F8}"/>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231" name="text_73_numerical">
            <a:extLst>
              <a:ext uri="{FF2B5EF4-FFF2-40B4-BE49-F238E27FC236}">
                <a16:creationId xmlns:a16="http://schemas.microsoft.com/office/drawing/2014/main" id="{5249A977-D9D4-4782-8442-66BCF95D07FF}"/>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232" name="note_box_74_numerical">
            <a:extLst>
              <a:ext uri="{FF2B5EF4-FFF2-40B4-BE49-F238E27FC236}">
                <a16:creationId xmlns:a16="http://schemas.microsoft.com/office/drawing/2014/main" id="{64603B10-19F4-4771-8F69-E54DA29E5D98}"/>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233" name="text_75_numerical">
            <a:extLst>
              <a:ext uri="{FF2B5EF4-FFF2-40B4-BE49-F238E27FC236}">
                <a16:creationId xmlns:a16="http://schemas.microsoft.com/office/drawing/2014/main" id="{B416ADD3-4896-48DA-B3B9-C001716BDB7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234" name="note_box_76_numerical">
            <a:extLst>
              <a:ext uri="{FF2B5EF4-FFF2-40B4-BE49-F238E27FC236}">
                <a16:creationId xmlns:a16="http://schemas.microsoft.com/office/drawing/2014/main" id="{A6AFF2C4-82DD-4A29-97F3-B804D32F77CB}"/>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35" name="equation_77_numerical" descr="\phi_0(x)">
                <a:extLst>
                  <a:ext uri="{FF2B5EF4-FFF2-40B4-BE49-F238E27FC236}">
                    <a16:creationId xmlns:a16="http://schemas.microsoft.com/office/drawing/2014/main" id="{23C9E136-8DBC-4EEA-AAC9-DDDA8087D77A}"/>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35" name="equation_77_numerical" descr="\phi_0(x)">
                <a:extLst>
                  <a:ext uri="{FF2B5EF4-FFF2-40B4-BE49-F238E27FC236}">
                    <a16:creationId xmlns:a16="http://schemas.microsoft.com/office/drawing/2014/main" id="{23C9E136-8DBC-4EEA-AAC9-DDDA8087D77A}"/>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6" name="equation_78_numerical" descr="2">
                <a:extLst>
                  <a:ext uri="{FF2B5EF4-FFF2-40B4-BE49-F238E27FC236}">
                    <a16:creationId xmlns:a16="http://schemas.microsoft.com/office/drawing/2014/main" id="{67EADEDA-D88C-4A90-BE3E-FF91CD42DCBA}"/>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236" name="equation_78_numerical" descr="2">
                <a:extLst>
                  <a:ext uri="{FF2B5EF4-FFF2-40B4-BE49-F238E27FC236}">
                    <a16:creationId xmlns:a16="http://schemas.microsoft.com/office/drawing/2014/main" id="{67EADEDA-D88C-4A90-BE3E-FF91CD42DCBA}"/>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237" name="note_box_79_numerical">
            <a:extLst>
              <a:ext uri="{FF2B5EF4-FFF2-40B4-BE49-F238E27FC236}">
                <a16:creationId xmlns:a16="http://schemas.microsoft.com/office/drawing/2014/main" id="{B0697D2D-8A9D-4AFE-96BE-F13DB335F61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38" name="equation_80_numerical" descr="a_1(x)">
                <a:extLst>
                  <a:ext uri="{FF2B5EF4-FFF2-40B4-BE49-F238E27FC236}">
                    <a16:creationId xmlns:a16="http://schemas.microsoft.com/office/drawing/2014/main" id="{D6CDE897-B83A-46EC-858E-0B165AC3BEAB}"/>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38" name="equation_80_numerical" descr="a_1(x)">
                <a:extLst>
                  <a:ext uri="{FF2B5EF4-FFF2-40B4-BE49-F238E27FC236}">
                    <a16:creationId xmlns:a16="http://schemas.microsoft.com/office/drawing/2014/main" id="{D6CDE897-B83A-46EC-858E-0B165AC3BEAB}"/>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9" name="equation_81_numerical" descr="3">
                <a:extLst>
                  <a:ext uri="{FF2B5EF4-FFF2-40B4-BE49-F238E27FC236}">
                    <a16:creationId xmlns:a16="http://schemas.microsoft.com/office/drawing/2014/main" id="{382EC6D9-7DD0-4045-B79E-0C6B5E578832}"/>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39" name="equation_81_numerical" descr="3">
                <a:extLst>
                  <a:ext uri="{FF2B5EF4-FFF2-40B4-BE49-F238E27FC236}">
                    <a16:creationId xmlns:a16="http://schemas.microsoft.com/office/drawing/2014/main" id="{382EC6D9-7DD0-4045-B79E-0C6B5E578832}"/>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240" name="line_82_numerical">
            <a:extLst>
              <a:ext uri="{FF2B5EF4-FFF2-40B4-BE49-F238E27FC236}">
                <a16:creationId xmlns:a16="http://schemas.microsoft.com/office/drawing/2014/main" id="{8C0C1960-CED2-45EC-B644-27900C01E6FF}"/>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241" name="text_83_numerical">
            <a:extLst>
              <a:ext uri="{FF2B5EF4-FFF2-40B4-BE49-F238E27FC236}">
                <a16:creationId xmlns:a16="http://schemas.microsoft.com/office/drawing/2014/main" id="{A0BDA921-3128-45C8-8F8A-694A9DEF14B7}"/>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42" name="note_box_84_numerical">
            <a:extLst>
              <a:ext uri="{FF2B5EF4-FFF2-40B4-BE49-F238E27FC236}">
                <a16:creationId xmlns:a16="http://schemas.microsoft.com/office/drawing/2014/main" id="{9EDA6B2B-FEEB-4481-8647-948696BB917F}"/>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3" name="equation_85_numerical" descr="\phi_1(x)">
                <a:extLst>
                  <a:ext uri="{FF2B5EF4-FFF2-40B4-BE49-F238E27FC236}">
                    <a16:creationId xmlns:a16="http://schemas.microsoft.com/office/drawing/2014/main" id="{60928557-01F9-4CBD-A18F-418962CD14B0}"/>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43" name="equation_85_numerical" descr="\phi_1(x)">
                <a:extLst>
                  <a:ext uri="{FF2B5EF4-FFF2-40B4-BE49-F238E27FC236}">
                    <a16:creationId xmlns:a16="http://schemas.microsoft.com/office/drawing/2014/main" id="{60928557-01F9-4CBD-A18F-418962CD14B0}"/>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4" name="equation_86_numerical" descr="3">
                <a:extLst>
                  <a:ext uri="{FF2B5EF4-FFF2-40B4-BE49-F238E27FC236}">
                    <a16:creationId xmlns:a16="http://schemas.microsoft.com/office/drawing/2014/main" id="{DDF5F1D0-7631-4179-BA64-9A1DE6A762EE}"/>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44" name="equation_86_numerical" descr="3">
                <a:extLst>
                  <a:ext uri="{FF2B5EF4-FFF2-40B4-BE49-F238E27FC236}">
                    <a16:creationId xmlns:a16="http://schemas.microsoft.com/office/drawing/2014/main" id="{DDF5F1D0-7631-4179-BA64-9A1DE6A762EE}"/>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245" name="line_87_numerical">
            <a:extLst>
              <a:ext uri="{FF2B5EF4-FFF2-40B4-BE49-F238E27FC236}">
                <a16:creationId xmlns:a16="http://schemas.microsoft.com/office/drawing/2014/main" id="{E8956B58-5163-49D6-8616-F055ADD0A97B}"/>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46" name="text_88_numerical">
            <a:extLst>
              <a:ext uri="{FF2B5EF4-FFF2-40B4-BE49-F238E27FC236}">
                <a16:creationId xmlns:a16="http://schemas.microsoft.com/office/drawing/2014/main" id="{46D2BC61-9F8C-44A5-8EAC-414DDB7CB5F7}"/>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7" name="note_box_89_numerical">
            <a:extLst>
              <a:ext uri="{FF2B5EF4-FFF2-40B4-BE49-F238E27FC236}">
                <a16:creationId xmlns:a16="http://schemas.microsoft.com/office/drawing/2014/main" id="{ADA4102E-08D8-440D-B57C-27C628C6B573}"/>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8" name="equation_90_numerical" descr="a_2(x)">
                <a:extLst>
                  <a:ext uri="{FF2B5EF4-FFF2-40B4-BE49-F238E27FC236}">
                    <a16:creationId xmlns:a16="http://schemas.microsoft.com/office/drawing/2014/main" id="{A77B858F-220C-4F9E-80BD-1FEE967429FB}"/>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48" name="equation_90_numerical" descr="a_2(x)">
                <a:extLst>
                  <a:ext uri="{FF2B5EF4-FFF2-40B4-BE49-F238E27FC236}">
                    <a16:creationId xmlns:a16="http://schemas.microsoft.com/office/drawing/2014/main" id="{A77B858F-220C-4F9E-80BD-1FEE967429FB}"/>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8"/>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9" name="equation_91_numerical" descr="5">
                <a:extLst>
                  <a:ext uri="{FF2B5EF4-FFF2-40B4-BE49-F238E27FC236}">
                    <a16:creationId xmlns:a16="http://schemas.microsoft.com/office/drawing/2014/main" id="{5E01BCAA-C6FB-45D4-ADFD-57697E657A03}"/>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49" name="equation_91_numerical" descr="5">
                <a:extLst>
                  <a:ext uri="{FF2B5EF4-FFF2-40B4-BE49-F238E27FC236}">
                    <a16:creationId xmlns:a16="http://schemas.microsoft.com/office/drawing/2014/main" id="{5E01BCAA-C6FB-45D4-ADFD-57697E657A03}"/>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9"/>
                <a:stretch>
                  <a:fillRect t="-9524" b="-26190"/>
                </a:stretch>
              </a:blipFill>
              <a:ln w="0">
                <a:noFill/>
              </a:ln>
            </p:spPr>
            <p:txBody>
              <a:bodyPr/>
              <a:lstStyle/>
              <a:p>
                <a:r>
                  <a:rPr lang="it-IT">
                    <a:noFill/>
                  </a:rPr>
                  <a:t> </a:t>
                </a:r>
              </a:p>
            </p:txBody>
          </p:sp>
        </mc:Fallback>
      </mc:AlternateContent>
      <p:sp>
        <p:nvSpPr>
          <p:cNvPr id="250" name="line_92_numerical">
            <a:extLst>
              <a:ext uri="{FF2B5EF4-FFF2-40B4-BE49-F238E27FC236}">
                <a16:creationId xmlns:a16="http://schemas.microsoft.com/office/drawing/2014/main" id="{64F96192-CBD8-43E3-9CB9-A8E5DD5A7F7F}"/>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51" name="text_93_numerical">
            <a:extLst>
              <a:ext uri="{FF2B5EF4-FFF2-40B4-BE49-F238E27FC236}">
                <a16:creationId xmlns:a16="http://schemas.microsoft.com/office/drawing/2014/main" id="{4CAE0886-D672-41F5-9BE5-0E7849E2024D}"/>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52" name="note_box_94_numerical">
            <a:extLst>
              <a:ext uri="{FF2B5EF4-FFF2-40B4-BE49-F238E27FC236}">
                <a16:creationId xmlns:a16="http://schemas.microsoft.com/office/drawing/2014/main" id="{04464D7E-2F5B-4F1E-A5C2-15BFB3D64782}"/>
              </a:ext>
            </a:extLst>
          </p:cNvPr>
          <p:cNvSpPr>
            <a:spLocks noGrp="1"/>
          </p:cNvSpPr>
          <p:nvPr/>
        </p:nvSpPr>
        <p:spPr>
          <a:xfrm>
            <a:off x="72009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3" name="equation_95_numerical" descr="\phi_2(x)">
                <a:extLst>
                  <a:ext uri="{FF2B5EF4-FFF2-40B4-BE49-F238E27FC236}">
                    <a16:creationId xmlns:a16="http://schemas.microsoft.com/office/drawing/2014/main" id="{1E14BDC4-D6A0-4B2F-A80B-B2D0370A28D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53" name="equation_95_numerical" descr="\phi_2(x)">
                <a:extLst>
                  <a:ext uri="{FF2B5EF4-FFF2-40B4-BE49-F238E27FC236}">
                    <a16:creationId xmlns:a16="http://schemas.microsoft.com/office/drawing/2014/main" id="{1E14BDC4-D6A0-4B2F-A80B-B2D0370A28D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0"/>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4" name="equation_96_numerical" descr="5">
                <a:extLst>
                  <a:ext uri="{FF2B5EF4-FFF2-40B4-BE49-F238E27FC236}">
                    <a16:creationId xmlns:a16="http://schemas.microsoft.com/office/drawing/2014/main" id="{81658B2D-52D1-44C7-899E-32478AAC5D68}"/>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254" name="equation_96_numerical" descr="5">
                <a:extLst>
                  <a:ext uri="{FF2B5EF4-FFF2-40B4-BE49-F238E27FC236}">
                    <a16:creationId xmlns:a16="http://schemas.microsoft.com/office/drawing/2014/main" id="{81658B2D-52D1-44C7-899E-32478AAC5D68}"/>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1"/>
                <a:stretch>
                  <a:fillRect t="-9524" b="-26190"/>
                </a:stretch>
              </a:blipFill>
              <a:ln w="0">
                <a:noFill/>
              </a:ln>
            </p:spPr>
            <p:txBody>
              <a:bodyPr/>
              <a:lstStyle/>
              <a:p>
                <a:r>
                  <a:rPr lang="it-IT">
                    <a:noFill/>
                  </a:rPr>
                  <a:t> </a:t>
                </a:r>
              </a:p>
            </p:txBody>
          </p:sp>
        </mc:Fallback>
      </mc:AlternateContent>
      <p:sp>
        <p:nvSpPr>
          <p:cNvPr id="255" name="line_97_numerical">
            <a:extLst>
              <a:ext uri="{FF2B5EF4-FFF2-40B4-BE49-F238E27FC236}">
                <a16:creationId xmlns:a16="http://schemas.microsoft.com/office/drawing/2014/main" id="{3E0AE652-4737-415A-9D62-E75462F7C7A3}"/>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256" name="text_98_numerical">
            <a:extLst>
              <a:ext uri="{FF2B5EF4-FFF2-40B4-BE49-F238E27FC236}">
                <a16:creationId xmlns:a16="http://schemas.microsoft.com/office/drawing/2014/main" id="{2FB07232-A851-40CB-B213-368E710C4988}"/>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57" name="note_box_99_numerical">
            <a:extLst>
              <a:ext uri="{FF2B5EF4-FFF2-40B4-BE49-F238E27FC236}">
                <a16:creationId xmlns:a16="http://schemas.microsoft.com/office/drawing/2014/main" id="{F542F0D1-A940-4903-B605-5DD54CE9BC6C}"/>
              </a:ext>
            </a:extLst>
          </p:cNvPr>
          <p:cNvSpPr>
            <a:spLocks noGrp="1"/>
          </p:cNvSpPr>
          <p:nvPr/>
        </p:nvSpPr>
        <p:spPr>
          <a:xfrm>
            <a:off x="8877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8" name="equation_100_numerical" descr="a_3(x)">
                <a:extLst>
                  <a:ext uri="{FF2B5EF4-FFF2-40B4-BE49-F238E27FC236}">
                    <a16:creationId xmlns:a16="http://schemas.microsoft.com/office/drawing/2014/main" id="{73D3DB55-C849-4090-9DE8-8CBBD50EAA9C}"/>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58" name="equation_100_numerical" descr="a_3(x)">
                <a:extLst>
                  <a:ext uri="{FF2B5EF4-FFF2-40B4-BE49-F238E27FC236}">
                    <a16:creationId xmlns:a16="http://schemas.microsoft.com/office/drawing/2014/main" id="{73D3DB55-C849-4090-9DE8-8CBBD50EAA9C}"/>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9" name="equation_101_numerical" descr="-3">
                <a:extLst>
                  <a:ext uri="{FF2B5EF4-FFF2-40B4-BE49-F238E27FC236}">
                    <a16:creationId xmlns:a16="http://schemas.microsoft.com/office/drawing/2014/main" id="{9D5F3A9B-4B6B-44C8-BD20-52AFB7CDD71A}"/>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259" name="equation_101_numerical" descr="-3">
                <a:extLst>
                  <a:ext uri="{FF2B5EF4-FFF2-40B4-BE49-F238E27FC236}">
                    <a16:creationId xmlns:a16="http://schemas.microsoft.com/office/drawing/2014/main" id="{9D5F3A9B-4B6B-44C8-BD20-52AFB7CDD71A}"/>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260" name="line_102_numerical">
            <a:extLst>
              <a:ext uri="{FF2B5EF4-FFF2-40B4-BE49-F238E27FC236}">
                <a16:creationId xmlns:a16="http://schemas.microsoft.com/office/drawing/2014/main" id="{A7ADED90-4FF1-476B-AD98-3F5837072218}"/>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261" name="text_103_numerical">
            <a:extLst>
              <a:ext uri="{FF2B5EF4-FFF2-40B4-BE49-F238E27FC236}">
                <a16:creationId xmlns:a16="http://schemas.microsoft.com/office/drawing/2014/main" id="{D1689F3B-1CAC-403E-9294-E251C303D3A6}"/>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62" name="note_box_104_numerical">
            <a:extLst>
              <a:ext uri="{FF2B5EF4-FFF2-40B4-BE49-F238E27FC236}">
                <a16:creationId xmlns:a16="http://schemas.microsoft.com/office/drawing/2014/main" id="{B26D6BB4-7C00-4AE1-A72D-1408152F867F}"/>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3" name="equation_105_numerical" descr="\mathcal{L}_{\mathrm{sq}}">
                <a:extLst>
                  <a:ext uri="{FF2B5EF4-FFF2-40B4-BE49-F238E27FC236}">
                    <a16:creationId xmlns:a16="http://schemas.microsoft.com/office/drawing/2014/main" id="{39901516-0F09-48FF-ABF4-6EE51F7F800C}"/>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63" name="equation_105_numerical" descr="\mathcal{L}_{\mathrm{sq}}">
                <a:extLst>
                  <a:ext uri="{FF2B5EF4-FFF2-40B4-BE49-F238E27FC236}">
                    <a16:creationId xmlns:a16="http://schemas.microsoft.com/office/drawing/2014/main" id="{39901516-0F09-48FF-ABF4-6EE51F7F800C}"/>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4" name="equation_106_numerical" descr="1">
                <a:extLst>
                  <a:ext uri="{FF2B5EF4-FFF2-40B4-BE49-F238E27FC236}">
                    <a16:creationId xmlns:a16="http://schemas.microsoft.com/office/drawing/2014/main" id="{EAABBFCD-383B-49CA-8BB8-0A8581A5AE51}"/>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264" name="equation_106_numerical" descr="1">
                <a:extLst>
                  <a:ext uri="{FF2B5EF4-FFF2-40B4-BE49-F238E27FC236}">
                    <a16:creationId xmlns:a16="http://schemas.microsoft.com/office/drawing/2014/main" id="{EAABBFCD-383B-49CA-8BB8-0A8581A5AE51}"/>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265" name="line_107_numerical">
            <a:extLst>
              <a:ext uri="{FF2B5EF4-FFF2-40B4-BE49-F238E27FC236}">
                <a16:creationId xmlns:a16="http://schemas.microsoft.com/office/drawing/2014/main" id="{AEDE9BED-DE2C-4E0F-BC14-84F893E17AFD}"/>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266" name="text_108_numerical">
            <a:extLst>
              <a:ext uri="{FF2B5EF4-FFF2-40B4-BE49-F238E27FC236}">
                <a16:creationId xmlns:a16="http://schemas.microsoft.com/office/drawing/2014/main" id="{DC63F2EB-0330-47C5-B179-F9CA4424AFE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267" name="note_box_109_numerical">
            <a:extLst>
              <a:ext uri="{FF2B5EF4-FFF2-40B4-BE49-F238E27FC236}">
                <a16:creationId xmlns:a16="http://schemas.microsoft.com/office/drawing/2014/main" id="{6FA54159-E737-4D95-9379-AB8481EEC5A4}"/>
              </a:ext>
            </a:extLst>
          </p:cNvPr>
          <p:cNvSpPr>
            <a:spLocks noGrp="1"/>
          </p:cNvSpPr>
          <p:nvPr/>
        </p:nvSpPr>
        <p:spPr>
          <a:xfrm>
            <a:off x="96393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68" name="equation_110_numerical" descr="y=-2">
                <a:extLst>
                  <a:ext uri="{FF2B5EF4-FFF2-40B4-BE49-F238E27FC236}">
                    <a16:creationId xmlns:a16="http://schemas.microsoft.com/office/drawing/2014/main" id="{C1240CB0-AF0E-4887-BC40-88642F3C57F2}"/>
                  </a:ext>
                </a:extLst>
              </p:cNvPr>
              <p:cNvSpPr>
                <a:spLocks noGrp="1"/>
              </p:cNvSpPr>
              <p:nvPr/>
            </p:nvSpPr>
            <p:spPr>
              <a:xfrm>
                <a:off x="96678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=−2</m:t>
                      </m:r>
                    </m:oMath>
                  </m:oMathPara>
                </a14:m>
                <a:endParaRPr lang="en-GB" sz="2000"/>
              </a:p>
            </p:txBody>
          </p:sp>
        </mc:Choice>
        <mc:Fallback xmlns="">
          <p:sp>
            <p:nvSpPr>
              <p:cNvPr id="268" name="equation_110_numerical" descr="y=-2">
                <a:extLst>
                  <a:ext uri="{FF2B5EF4-FFF2-40B4-BE49-F238E27FC236}">
                    <a16:creationId xmlns:a16="http://schemas.microsoft.com/office/drawing/2014/main" id="{C1240CB0-AF0E-4887-BC40-88642F3C57F2}"/>
                  </a:ext>
                </a:extLst>
              </p:cNvPr>
              <p:cNvSpPr>
                <a:spLocks noGrp="1" noRot="1" noChangeAspect="1" noMove="1" noResize="1" noEditPoints="1" noAdjustHandles="1" noChangeArrowheads="1" noChangeShapeType="1" noTextEdit="1"/>
              </p:cNvSpPr>
              <p:nvPr/>
            </p:nvSpPr>
            <p:spPr>
              <a:xfrm>
                <a:off x="9667875" y="2867025"/>
                <a:ext cx="1085850" cy="247650"/>
              </a:xfrm>
              <a:prstGeom prst="rect">
                <a:avLst/>
              </a:prstGeom>
              <a:blipFill>
                <a:blip r:embed="rId16"/>
                <a:stretch>
                  <a:fillRect t="-2439" b="-41463"/>
                </a:stretch>
              </a:blipFill>
              <a:ln w="0">
                <a:noFill/>
              </a:ln>
            </p:spPr>
            <p:txBody>
              <a:bodyPr/>
              <a:lstStyle/>
              <a:p>
                <a:r>
                  <a:rPr lang="it-IT">
                    <a:noFill/>
                  </a:rPr>
                  <a:t> </a:t>
                </a:r>
              </a:p>
            </p:txBody>
          </p:sp>
        </mc:Fallback>
      </mc:AlternateContent>
      <p:sp>
        <p:nvSpPr>
          <p:cNvPr id="269" name="line_111_numerical">
            <a:extLst>
              <a:ext uri="{FF2B5EF4-FFF2-40B4-BE49-F238E27FC236}">
                <a16:creationId xmlns:a16="http://schemas.microsoft.com/office/drawing/2014/main" id="{B4E8135F-02D0-4E0D-AE1A-A62B8161DBED}"/>
              </a:ext>
            </a:extLst>
          </p:cNvPr>
          <p:cNvSpPr>
            <a:spLocks noGrp="1"/>
          </p:cNvSpPr>
          <p:nvPr/>
        </p:nvSpPr>
        <p:spPr>
          <a:xfrm>
            <a:off x="94869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270" name="line_112_numerical">
            <a:extLst>
              <a:ext uri="{FF2B5EF4-FFF2-40B4-BE49-F238E27FC236}">
                <a16:creationId xmlns:a16="http://schemas.microsoft.com/office/drawing/2014/main" id="{8CE66143-5784-4DDA-803C-E94C6616A7D7}"/>
              </a:ext>
            </a:extLst>
          </p:cNvPr>
          <p:cNvSpPr>
            <a:spLocks noGrp="1"/>
          </p:cNvSpPr>
          <p:nvPr/>
        </p:nvSpPr>
        <p:spPr>
          <a:xfrm>
            <a:off x="10210800" y="3124200"/>
            <a:ext cx="476" cy="95250"/>
          </a:xfrm>
          <a:prstGeom prst="line">
            <a:avLst/>
          </a:prstGeom>
          <a:noFill/>
          <a:ln w="14288">
            <a:solidFill>
              <a:srgbClr val="235C99"/>
            </a:solidFill>
            <a:prstDash val="dash"/>
            <a:tailEnd type="triangle" w="sm" len="sm"/>
          </a:ln>
        </p:spPr>
        <p:txBody>
          <a:bodyPr/>
          <a:lstStyle/>
          <a:p>
            <a:endParaRPr lang="it-IT"/>
          </a:p>
        </p:txBody>
      </p:sp>
      <p:sp>
        <p:nvSpPr>
          <p:cNvPr id="271" name="note_box_113_numerical">
            <a:extLst>
              <a:ext uri="{FF2B5EF4-FFF2-40B4-BE49-F238E27FC236}">
                <a16:creationId xmlns:a16="http://schemas.microsoft.com/office/drawing/2014/main" id="{9D5C4B98-22F5-4099-929D-79C321B140FB}"/>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2" name="equation_114_numerical" descr="J'_{1}(a_1(x))">
                <a:extLst>
                  <a:ext uri="{FF2B5EF4-FFF2-40B4-BE49-F238E27FC236}">
                    <a16:creationId xmlns:a16="http://schemas.microsoft.com/office/drawing/2014/main" id="{D7D8D025-DEBF-4A40-9839-3B556813235D}"/>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272" name="equation_114_numerical" descr="J'_{1}(3)">
                <a:extLst>
                  <a:ext uri="{FF2B5EF4-FFF2-40B4-BE49-F238E27FC236}">
                    <a16:creationId xmlns:a16="http://schemas.microsoft.com/office/drawing/2014/main" id="{D7D8D025-DEBF-4A40-9839-3B556813235D}"/>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273" name="text_115_numerical">
            <a:extLst>
              <a:ext uri="{FF2B5EF4-FFF2-40B4-BE49-F238E27FC236}">
                <a16:creationId xmlns:a16="http://schemas.microsoft.com/office/drawing/2014/main" id="{8A9A68D3-2174-4DA9-8B89-AF1451BB1526}"/>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274" name="note_box_116_numerical">
            <a:extLst>
              <a:ext uri="{FF2B5EF4-FFF2-40B4-BE49-F238E27FC236}">
                <a16:creationId xmlns:a16="http://schemas.microsoft.com/office/drawing/2014/main" id="{84E30B55-753E-4647-BD09-8DEBB2634F2F}"/>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5" name="equation_117_numerical" descr="\frac{\partial\mathcal{L}_{\mathrm{sq}}}{\partial w_1}=?">
                <a:extLst>
                  <a:ext uri="{FF2B5EF4-FFF2-40B4-BE49-F238E27FC236}">
                    <a16:creationId xmlns:a16="http://schemas.microsoft.com/office/drawing/2014/main" id="{F9E4E842-BC2D-46B9-B2E6-D72B22D6970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75" name="equation_117_numerical" descr="\frac{\partial\mathcal{L}_{\mathrm{sq}}}{\partial w_1}=?">
                <a:extLst>
                  <a:ext uri="{FF2B5EF4-FFF2-40B4-BE49-F238E27FC236}">
                    <a16:creationId xmlns:a16="http://schemas.microsoft.com/office/drawing/2014/main" id="{F9E4E842-BC2D-46B9-B2E6-D72B22D6970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276" name="note_box_118_numerical">
            <a:extLst>
              <a:ext uri="{FF2B5EF4-FFF2-40B4-BE49-F238E27FC236}">
                <a16:creationId xmlns:a16="http://schemas.microsoft.com/office/drawing/2014/main" id="{E609E047-AE8E-417B-989B-79F86CB2FBEE}"/>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7" name="equation_119_numerical" descr="\frac{\partial\mathcal{L}_{\mathrm{sq}}}{\partial b_1}=?">
                <a:extLst>
                  <a:ext uri="{FF2B5EF4-FFF2-40B4-BE49-F238E27FC236}">
                    <a16:creationId xmlns:a16="http://schemas.microsoft.com/office/drawing/2014/main" id="{5BBDA661-A31B-4AF4-BD5E-A9B2028120B8}"/>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77" name="equation_119_numerical" descr="\frac{\partial\mathcal{L}_{\mathrm{sq}}}{\partial b_1}=?">
                <a:extLst>
                  <a:ext uri="{FF2B5EF4-FFF2-40B4-BE49-F238E27FC236}">
                    <a16:creationId xmlns:a16="http://schemas.microsoft.com/office/drawing/2014/main" id="{5BBDA661-A31B-4AF4-BD5E-A9B2028120B8}"/>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6_equation_119"/>
                <a:stretch>
                  <a:fillRect b="-3158"/>
                </a:stretch>
              </a:blipFill>
              <a:ln w="0">
                <a:noFill/>
              </a:ln>
            </p:spPr>
            <p:txBody>
              <a:bodyPr/>
              <a:lstStyle/>
              <a:p>
                <a:r>
                  <a:rPr lang="it-IT">
                    <a:noFill/>
                  </a:rPr>
                  <a:t> </a:t>
                </a:r>
              </a:p>
            </p:txBody>
          </p:sp>
        </mc:Fallback>
      </mc:AlternateContent>
      <p:sp>
        <p:nvSpPr>
          <p:cNvPr id="278" name="note_brace_120_numerical">
            <a:extLst>
              <a:ext uri="{FF2B5EF4-FFF2-40B4-BE49-F238E27FC236}">
                <a16:creationId xmlns:a16="http://schemas.microsoft.com/office/drawing/2014/main" id="{5942C51F-E9FF-4E8A-8103-561C6119DBC7}"/>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79" name="text_121_numerical">
            <a:extLst>
              <a:ext uri="{FF2B5EF4-FFF2-40B4-BE49-F238E27FC236}">
                <a16:creationId xmlns:a16="http://schemas.microsoft.com/office/drawing/2014/main" id="{DC80DDD7-0A09-4F6F-BC6B-92004CE3E53E}"/>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80" name="note_box_122_numerical">
            <a:extLst>
              <a:ext uri="{FF2B5EF4-FFF2-40B4-BE49-F238E27FC236}">
                <a16:creationId xmlns:a16="http://schemas.microsoft.com/office/drawing/2014/main" id="{EC898281-2129-4128-854A-EE238C0DB05B}"/>
              </a:ext>
            </a:extLst>
          </p:cNvPr>
          <p:cNvSpPr>
            <a:spLocks noGrp="1"/>
          </p:cNvSpPr>
          <p:nvPr/>
        </p:nvSpPr>
        <p:spPr>
          <a:xfrm>
            <a:off x="47053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1" name="equation_123_numerical" descr="J'_{2}(a_2(x))">
                <a:extLst>
                  <a:ext uri="{FF2B5EF4-FFF2-40B4-BE49-F238E27FC236}">
                    <a16:creationId xmlns:a16="http://schemas.microsoft.com/office/drawing/2014/main" id="{04F00807-9A70-4253-BC50-D1D299BF1323}"/>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281" name="equation_123_numerical" descr="J'_{2}(5)">
                <a:extLst>
                  <a:ext uri="{FF2B5EF4-FFF2-40B4-BE49-F238E27FC236}">
                    <a16:creationId xmlns:a16="http://schemas.microsoft.com/office/drawing/2014/main" id="{04F00807-9A70-4253-BC50-D1D299BF1323}"/>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282" name="text_124_numerical">
            <a:extLst>
              <a:ext uri="{FF2B5EF4-FFF2-40B4-BE49-F238E27FC236}">
                <a16:creationId xmlns:a16="http://schemas.microsoft.com/office/drawing/2014/main" id="{1D01FCDF-AECE-434B-9E55-5BD0FBD58E0E}"/>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283" name="note_box_125_numerical">
            <a:extLst>
              <a:ext uri="{FF2B5EF4-FFF2-40B4-BE49-F238E27FC236}">
                <a16:creationId xmlns:a16="http://schemas.microsoft.com/office/drawing/2014/main" id="{AAC0A8A6-DA64-41F5-8F0F-9F6E784D9496}"/>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4" name="equation_126_numerical" descr="\frac{\partial\mathcal{L}_{\mathrm{sq}}}{\partial w_2}=?">
                <a:extLst>
                  <a:ext uri="{FF2B5EF4-FFF2-40B4-BE49-F238E27FC236}">
                    <a16:creationId xmlns:a16="http://schemas.microsoft.com/office/drawing/2014/main" id="{B484B66A-21C1-418A-9C93-09160E597EA3}"/>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84" name="equation_126_numerical" descr="\frac{\partial\mathcal{L}_{\mathrm{sq}}}{\partial w_2}=?">
                <a:extLst>
                  <a:ext uri="{FF2B5EF4-FFF2-40B4-BE49-F238E27FC236}">
                    <a16:creationId xmlns:a16="http://schemas.microsoft.com/office/drawing/2014/main" id="{B484B66A-21C1-418A-9C93-09160E597EA3}"/>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285" name="note_box_127_numerical">
            <a:extLst>
              <a:ext uri="{FF2B5EF4-FFF2-40B4-BE49-F238E27FC236}">
                <a16:creationId xmlns:a16="http://schemas.microsoft.com/office/drawing/2014/main" id="{C5D7EF3D-6C20-4465-9E0D-54EAD60DBAD8}"/>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6" name="equation_128_numerical" descr="\frac{\partial\mathcal{L}_{\mathrm{sq}}}{\partial b_2}=?">
                <a:extLst>
                  <a:ext uri="{FF2B5EF4-FFF2-40B4-BE49-F238E27FC236}">
                    <a16:creationId xmlns:a16="http://schemas.microsoft.com/office/drawing/2014/main" id="{BC1D9D73-8EDC-4200-9A41-46731A00BE46}"/>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86" name="equation_128_numerical" descr="\frac{\partial\mathcal{L}_{\mathrm{sq}}}{\partial b_2}=?">
                <a:extLst>
                  <a:ext uri="{FF2B5EF4-FFF2-40B4-BE49-F238E27FC236}">
                    <a16:creationId xmlns:a16="http://schemas.microsoft.com/office/drawing/2014/main" id="{BC1D9D73-8EDC-4200-9A41-46731A00BE46}"/>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6_equation_128"/>
                <a:stretch>
                  <a:fillRect b="-3158"/>
                </a:stretch>
              </a:blipFill>
              <a:ln w="0">
                <a:noFill/>
              </a:ln>
            </p:spPr>
            <p:txBody>
              <a:bodyPr/>
              <a:lstStyle/>
              <a:p>
                <a:r>
                  <a:rPr lang="it-IT">
                    <a:noFill/>
                  </a:rPr>
                  <a:t> </a:t>
                </a:r>
              </a:p>
            </p:txBody>
          </p:sp>
        </mc:Fallback>
      </mc:AlternateContent>
      <p:sp>
        <p:nvSpPr>
          <p:cNvPr id="287" name="note_brace_129_numerical">
            <a:extLst>
              <a:ext uri="{FF2B5EF4-FFF2-40B4-BE49-F238E27FC236}">
                <a16:creationId xmlns:a16="http://schemas.microsoft.com/office/drawing/2014/main" id="{CFF6B894-EA83-4B7B-A701-E0D09C95534E}"/>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88" name="text_130_numerical">
            <a:extLst>
              <a:ext uri="{FF2B5EF4-FFF2-40B4-BE49-F238E27FC236}">
                <a16:creationId xmlns:a16="http://schemas.microsoft.com/office/drawing/2014/main" id="{AF4593F1-0B3A-4CC8-BE44-0AE4D477B041}"/>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89" name="note_box_131_numerical">
            <a:extLst>
              <a:ext uri="{FF2B5EF4-FFF2-40B4-BE49-F238E27FC236}">
                <a16:creationId xmlns:a16="http://schemas.microsoft.com/office/drawing/2014/main" id="{E29A3BBF-1257-43DD-B9A4-5B33B11C8647}"/>
              </a:ext>
            </a:extLst>
          </p:cNvPr>
          <p:cNvSpPr>
            <a:spLocks noGrp="1"/>
          </p:cNvSpPr>
          <p:nvPr/>
        </p:nvSpPr>
        <p:spPr>
          <a:xfrm>
            <a:off x="8058150" y="3238500"/>
            <a:ext cx="28575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90" name="equation_132_numerical" descr="J'_{3}(a_3(x))">
                <a:extLst>
                  <a:ext uri="{FF2B5EF4-FFF2-40B4-BE49-F238E27FC236}">
                    <a16:creationId xmlns:a16="http://schemas.microsoft.com/office/drawing/2014/main" id="{73710BE7-F989-4216-9B82-0E96D4145460}"/>
                  </a:ext>
                </a:extLst>
              </p:cNvPr>
              <p:cNvSpPr>
                <a:spLocks noGrp="1"/>
              </p:cNvSpPr>
              <p:nvPr/>
            </p:nvSpPr>
            <p:spPr>
              <a:xfrm>
                <a:off x="81343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3</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290" name="equation_132_numerical" descr="J'_{3}(-3)">
                <a:extLst>
                  <a:ext uri="{FF2B5EF4-FFF2-40B4-BE49-F238E27FC236}">
                    <a16:creationId xmlns:a16="http://schemas.microsoft.com/office/drawing/2014/main" id="{73710BE7-F989-4216-9B82-0E96D4145460}"/>
                  </a:ext>
                </a:extLst>
              </p:cNvPr>
              <p:cNvSpPr>
                <a:spLocks noGrp="1" noRot="1" noChangeAspect="1" noMove="1" noResize="1" noEditPoints="1" noAdjustHandles="1" noChangeArrowheads="1" noChangeShapeType="1" noTextEdit="1"/>
              </p:cNvSpPr>
              <p:nvPr/>
            </p:nvSpPr>
            <p:spPr>
              <a:xfrm>
                <a:off x="81343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1" name="equation_133_numerical" descr="=2(-3-(-2))">
                <a:extLst>
                  <a:ext uri="{FF2B5EF4-FFF2-40B4-BE49-F238E27FC236}">
                    <a16:creationId xmlns:a16="http://schemas.microsoft.com/office/drawing/2014/main" id="{05E03CDC-E16F-417D-8E5E-0451975E4D7F}"/>
                  </a:ext>
                </a:extLst>
              </p:cNvPr>
              <p:cNvSpPr>
                <a:spLocks noGrp="1"/>
              </p:cNvSpPr>
              <p:nvPr/>
            </p:nvSpPr>
            <p:spPr>
              <a:xfrm>
                <a:off x="8134350" y="3590925"/>
                <a:ext cx="27051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−3−</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e>
                          </m:d>
                        </m:e>
                      </m:d>
                    </m:oMath>
                  </m:oMathPara>
                </a14:m>
                <a:endParaRPr lang="en-GB" sz="2000"/>
              </a:p>
            </p:txBody>
          </p:sp>
        </mc:Choice>
        <mc:Fallback xmlns="">
          <p:sp>
            <p:nvSpPr>
              <p:cNvPr id="291" name="equation_133_numerical" descr="=2(a_3(x)-y)">
                <a:extLst>
                  <a:ext uri="{FF2B5EF4-FFF2-40B4-BE49-F238E27FC236}">
                    <a16:creationId xmlns:a16="http://schemas.microsoft.com/office/drawing/2014/main" id="{05E03CDC-E16F-417D-8E5E-0451975E4D7F}"/>
                  </a:ext>
                </a:extLst>
              </p:cNvPr>
              <p:cNvSpPr>
                <a:spLocks noGrp="1" noRot="1" noChangeAspect="1" noMove="1" noResize="1" noEditPoints="1" noAdjustHandles="1" noChangeArrowheads="1" noChangeShapeType="1" noTextEdit="1"/>
              </p:cNvSpPr>
              <p:nvPr/>
            </p:nvSpPr>
            <p:spPr>
              <a:xfrm>
                <a:off x="8134350" y="3590925"/>
                <a:ext cx="2705100" cy="304800"/>
              </a:xfrm>
              <a:prstGeom prst="rect">
                <a:avLst/>
              </a:prstGeom>
              <a:blipFill>
                <a:blip r:embed="rId27"/>
                <a:stretch>
                  <a:fillRect t="-4000" b="-4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2" name="equation_134_numerical">
                <a:extLst>
                  <a:ext uri="{FF2B5EF4-FFF2-40B4-BE49-F238E27FC236}">
                    <a16:creationId xmlns:a16="http://schemas.microsoft.com/office/drawing/2014/main" id="{25C01A5B-211D-4402-82D9-70565EE5A31C}"/>
                  </a:ext>
                </a:extLst>
              </p:cNvPr>
              <p:cNvSpPr>
                <a:spLocks noGrp="1"/>
              </p:cNvSpPr>
              <p:nvPr/>
            </p:nvSpPr>
            <p:spPr>
              <a:xfrm>
                <a:off x="81343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292" name="equation_134_numerical" descr="=2(-3+2)=-2">
                <a:extLst>
                  <a:ext uri="{FF2B5EF4-FFF2-40B4-BE49-F238E27FC236}">
                    <a16:creationId xmlns:a16="http://schemas.microsoft.com/office/drawing/2014/main" id="{25C01A5B-211D-4402-82D9-70565EE5A31C}"/>
                  </a:ext>
                </a:extLst>
              </p:cNvPr>
              <p:cNvSpPr>
                <a:spLocks noGrp="1" noRot="1" noChangeAspect="1" noMove="1" noResize="1" noEditPoints="1" noAdjustHandles="1" noChangeArrowheads="1" noChangeShapeType="1" noTextEdit="1"/>
              </p:cNvSpPr>
              <p:nvPr/>
            </p:nvSpPr>
            <p:spPr>
              <a:xfrm>
                <a:off x="81343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293" name="note_box_135_numerical">
            <a:extLst>
              <a:ext uri="{FF2B5EF4-FFF2-40B4-BE49-F238E27FC236}">
                <a16:creationId xmlns:a16="http://schemas.microsoft.com/office/drawing/2014/main" id="{82FB4ACF-BA5F-451F-B34A-2EB1B54E7465}"/>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4" name="equation_136_numerical" descr="\frac{\partial\mathcal{L}_{\mathrm{sq}}}{\partial w_3}=?">
                <a:extLst>
                  <a:ext uri="{FF2B5EF4-FFF2-40B4-BE49-F238E27FC236}">
                    <a16:creationId xmlns:a16="http://schemas.microsoft.com/office/drawing/2014/main" id="{384D9FC7-81D8-4F15-8ABE-9FF529EFD497}"/>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94" name="equation_136_numerical" descr="\frac{\partial\mathcal{L}_{\mathrm{sq}}}{\partial w_3}=?">
                <a:extLst>
                  <a:ext uri="{FF2B5EF4-FFF2-40B4-BE49-F238E27FC236}">
                    <a16:creationId xmlns:a16="http://schemas.microsoft.com/office/drawing/2014/main" id="{384D9FC7-81D8-4F15-8ABE-9FF529EFD497}"/>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295" name="note_box_137_numerical">
            <a:extLst>
              <a:ext uri="{FF2B5EF4-FFF2-40B4-BE49-F238E27FC236}">
                <a16:creationId xmlns:a16="http://schemas.microsoft.com/office/drawing/2014/main" id="{1978D473-7AB8-4DC2-ABA9-2E512F709481}"/>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6" name="equation_138_numerical" descr="\frac{\partial\mathcal{L}_{\mathrm{sq}}}{\partial b_3}=?">
                <a:extLst>
                  <a:ext uri="{FF2B5EF4-FFF2-40B4-BE49-F238E27FC236}">
                    <a16:creationId xmlns:a16="http://schemas.microsoft.com/office/drawing/2014/main" id="{7D60C209-1F67-46A6-A1B4-66340C57C971}"/>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96" name="equation_138_numerical" descr="\frac{\partial\mathcal{L}_{\mathrm{sq}}}{\partial b_3}=?">
                <a:extLst>
                  <a:ext uri="{FF2B5EF4-FFF2-40B4-BE49-F238E27FC236}">
                    <a16:creationId xmlns:a16="http://schemas.microsoft.com/office/drawing/2014/main" id="{7D60C209-1F67-46A6-A1B4-66340C57C971}"/>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6_equation_138"/>
                <a:stretch>
                  <a:fillRect b="-3158"/>
                </a:stretch>
              </a:blipFill>
              <a:ln w="0">
                <a:noFill/>
              </a:ln>
            </p:spPr>
            <p:txBody>
              <a:bodyPr/>
              <a:lstStyle/>
              <a:p>
                <a:r>
                  <a:rPr lang="it-IT">
                    <a:noFill/>
                  </a:rPr>
                  <a:t> </a:t>
                </a:r>
              </a:p>
            </p:txBody>
          </p:sp>
        </mc:Fallback>
      </mc:AlternateContent>
      <p:sp>
        <p:nvSpPr>
          <p:cNvPr id="297" name="note_brace_139_numerical">
            <a:extLst>
              <a:ext uri="{FF2B5EF4-FFF2-40B4-BE49-F238E27FC236}">
                <a16:creationId xmlns:a16="http://schemas.microsoft.com/office/drawing/2014/main" id="{70C06D3B-6853-413F-BA5F-EDE3D03A640D}"/>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98" name="text_140_numerical">
            <a:extLst>
              <a:ext uri="{FF2B5EF4-FFF2-40B4-BE49-F238E27FC236}">
                <a16:creationId xmlns:a16="http://schemas.microsoft.com/office/drawing/2014/main" id="{DF75C18B-4581-40F9-A37C-84FB25E1B516}"/>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299" name="shape_69_result">
            <a:extLst>
              <a:ext uri="{FF2B5EF4-FFF2-40B4-BE49-F238E27FC236}">
                <a16:creationId xmlns:a16="http://schemas.microsoft.com/office/drawing/2014/main" id="{F8699722-FA0F-427A-956E-3EFFD588E97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00" name="note_box_70_result">
            <a:extLst>
              <a:ext uri="{FF2B5EF4-FFF2-40B4-BE49-F238E27FC236}">
                <a16:creationId xmlns:a16="http://schemas.microsoft.com/office/drawing/2014/main" id="{1FD1A27B-B6A0-440D-A4FB-03593D0C6B26}"/>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301" name="text_71_result">
            <a:extLst>
              <a:ext uri="{FF2B5EF4-FFF2-40B4-BE49-F238E27FC236}">
                <a16:creationId xmlns:a16="http://schemas.microsoft.com/office/drawing/2014/main" id="{F1B79B14-3D77-4580-9C23-3529AA3B7E1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302" name="note_box_72_result">
            <a:extLst>
              <a:ext uri="{FF2B5EF4-FFF2-40B4-BE49-F238E27FC236}">
                <a16:creationId xmlns:a16="http://schemas.microsoft.com/office/drawing/2014/main" id="{3C4AB940-2049-450F-BBA3-785AA76524F8}"/>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303" name="text_73_result">
            <a:extLst>
              <a:ext uri="{FF2B5EF4-FFF2-40B4-BE49-F238E27FC236}">
                <a16:creationId xmlns:a16="http://schemas.microsoft.com/office/drawing/2014/main" id="{5249A977-D9D4-4782-8442-66BCF95D07FF}"/>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304" name="note_box_74_result">
            <a:extLst>
              <a:ext uri="{FF2B5EF4-FFF2-40B4-BE49-F238E27FC236}">
                <a16:creationId xmlns:a16="http://schemas.microsoft.com/office/drawing/2014/main" id="{64603B10-19F4-4771-8F69-E54DA29E5D98}"/>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305" name="text_75_result">
            <a:extLst>
              <a:ext uri="{FF2B5EF4-FFF2-40B4-BE49-F238E27FC236}">
                <a16:creationId xmlns:a16="http://schemas.microsoft.com/office/drawing/2014/main" id="{B416ADD3-4896-48DA-B3B9-C001716BDB7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306" name="note_box_76_result">
            <a:extLst>
              <a:ext uri="{FF2B5EF4-FFF2-40B4-BE49-F238E27FC236}">
                <a16:creationId xmlns:a16="http://schemas.microsoft.com/office/drawing/2014/main" id="{A6AFF2C4-82DD-4A29-97F3-B804D32F77CB}"/>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07" name="equation_77_result" descr="\phi_0(x)">
                <a:extLst>
                  <a:ext uri="{FF2B5EF4-FFF2-40B4-BE49-F238E27FC236}">
                    <a16:creationId xmlns:a16="http://schemas.microsoft.com/office/drawing/2014/main" id="{23C9E136-8DBC-4EEA-AAC9-DDDA8087D77A}"/>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07" name="equation_77_result" descr="\phi_0(x)">
                <a:extLst>
                  <a:ext uri="{FF2B5EF4-FFF2-40B4-BE49-F238E27FC236}">
                    <a16:creationId xmlns:a16="http://schemas.microsoft.com/office/drawing/2014/main" id="{23C9E136-8DBC-4EEA-AAC9-DDDA8087D77A}"/>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8" name="equation_78_result" descr="2">
                <a:extLst>
                  <a:ext uri="{FF2B5EF4-FFF2-40B4-BE49-F238E27FC236}">
                    <a16:creationId xmlns:a16="http://schemas.microsoft.com/office/drawing/2014/main" id="{67EADEDA-D88C-4A90-BE3E-FF91CD42DCBA}"/>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308" name="equation_78_result" descr="2">
                <a:extLst>
                  <a:ext uri="{FF2B5EF4-FFF2-40B4-BE49-F238E27FC236}">
                    <a16:creationId xmlns:a16="http://schemas.microsoft.com/office/drawing/2014/main" id="{67EADEDA-D88C-4A90-BE3E-FF91CD42DCBA}"/>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309" name="note_box_79_result">
            <a:extLst>
              <a:ext uri="{FF2B5EF4-FFF2-40B4-BE49-F238E27FC236}">
                <a16:creationId xmlns:a16="http://schemas.microsoft.com/office/drawing/2014/main" id="{B0697D2D-8A9D-4AFE-96BE-F13DB335F61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0" name="equation_80_result" descr="a_1(x)">
                <a:extLst>
                  <a:ext uri="{FF2B5EF4-FFF2-40B4-BE49-F238E27FC236}">
                    <a16:creationId xmlns:a16="http://schemas.microsoft.com/office/drawing/2014/main" id="{D6CDE897-B83A-46EC-858E-0B165AC3BEAB}"/>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10" name="equation_80_result" descr="a_1(x)">
                <a:extLst>
                  <a:ext uri="{FF2B5EF4-FFF2-40B4-BE49-F238E27FC236}">
                    <a16:creationId xmlns:a16="http://schemas.microsoft.com/office/drawing/2014/main" id="{D6CDE897-B83A-46EC-858E-0B165AC3BEAB}"/>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1" name="equation_81_result" descr="3">
                <a:extLst>
                  <a:ext uri="{FF2B5EF4-FFF2-40B4-BE49-F238E27FC236}">
                    <a16:creationId xmlns:a16="http://schemas.microsoft.com/office/drawing/2014/main" id="{382EC6D9-7DD0-4045-B79E-0C6B5E578832}"/>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11" name="equation_81_result" descr="3">
                <a:extLst>
                  <a:ext uri="{FF2B5EF4-FFF2-40B4-BE49-F238E27FC236}">
                    <a16:creationId xmlns:a16="http://schemas.microsoft.com/office/drawing/2014/main" id="{382EC6D9-7DD0-4045-B79E-0C6B5E578832}"/>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312" name="line_82_result">
            <a:extLst>
              <a:ext uri="{FF2B5EF4-FFF2-40B4-BE49-F238E27FC236}">
                <a16:creationId xmlns:a16="http://schemas.microsoft.com/office/drawing/2014/main" id="{8C0C1960-CED2-45EC-B644-27900C01E6FF}"/>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313" name="text_83_result">
            <a:extLst>
              <a:ext uri="{FF2B5EF4-FFF2-40B4-BE49-F238E27FC236}">
                <a16:creationId xmlns:a16="http://schemas.microsoft.com/office/drawing/2014/main" id="{A0BDA921-3128-45C8-8F8A-694A9DEF14B7}"/>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14" name="note_box_84_result">
            <a:extLst>
              <a:ext uri="{FF2B5EF4-FFF2-40B4-BE49-F238E27FC236}">
                <a16:creationId xmlns:a16="http://schemas.microsoft.com/office/drawing/2014/main" id="{9EDA6B2B-FEEB-4481-8647-948696BB917F}"/>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5" name="equation_85_result" descr="\phi_1(x)">
                <a:extLst>
                  <a:ext uri="{FF2B5EF4-FFF2-40B4-BE49-F238E27FC236}">
                    <a16:creationId xmlns:a16="http://schemas.microsoft.com/office/drawing/2014/main" id="{60928557-01F9-4CBD-A18F-418962CD14B0}"/>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15" name="equation_85_result" descr="\phi_1(x)">
                <a:extLst>
                  <a:ext uri="{FF2B5EF4-FFF2-40B4-BE49-F238E27FC236}">
                    <a16:creationId xmlns:a16="http://schemas.microsoft.com/office/drawing/2014/main" id="{60928557-01F9-4CBD-A18F-418962CD14B0}"/>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6" name="equation_86_result" descr="3">
                <a:extLst>
                  <a:ext uri="{FF2B5EF4-FFF2-40B4-BE49-F238E27FC236}">
                    <a16:creationId xmlns:a16="http://schemas.microsoft.com/office/drawing/2014/main" id="{DDF5F1D0-7631-4179-BA64-9A1DE6A762EE}"/>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16" name="equation_86_result" descr="3">
                <a:extLst>
                  <a:ext uri="{FF2B5EF4-FFF2-40B4-BE49-F238E27FC236}">
                    <a16:creationId xmlns:a16="http://schemas.microsoft.com/office/drawing/2014/main" id="{DDF5F1D0-7631-4179-BA64-9A1DE6A762EE}"/>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317" name="line_87_result">
            <a:extLst>
              <a:ext uri="{FF2B5EF4-FFF2-40B4-BE49-F238E27FC236}">
                <a16:creationId xmlns:a16="http://schemas.microsoft.com/office/drawing/2014/main" id="{E8956B58-5163-49D6-8616-F055ADD0A97B}"/>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318" name="text_88_result">
            <a:extLst>
              <a:ext uri="{FF2B5EF4-FFF2-40B4-BE49-F238E27FC236}">
                <a16:creationId xmlns:a16="http://schemas.microsoft.com/office/drawing/2014/main" id="{46D2BC61-9F8C-44A5-8EAC-414DDB7CB5F7}"/>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19" name="note_box_89_result">
            <a:extLst>
              <a:ext uri="{FF2B5EF4-FFF2-40B4-BE49-F238E27FC236}">
                <a16:creationId xmlns:a16="http://schemas.microsoft.com/office/drawing/2014/main" id="{ADA4102E-08D8-440D-B57C-27C628C6B573}"/>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20" name="equation_90_result" descr="a_2(x)">
                <a:extLst>
                  <a:ext uri="{FF2B5EF4-FFF2-40B4-BE49-F238E27FC236}">
                    <a16:creationId xmlns:a16="http://schemas.microsoft.com/office/drawing/2014/main" id="{A77B858F-220C-4F9E-80BD-1FEE967429FB}"/>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20" name="equation_90_result" descr="a_2(x)">
                <a:extLst>
                  <a:ext uri="{FF2B5EF4-FFF2-40B4-BE49-F238E27FC236}">
                    <a16:creationId xmlns:a16="http://schemas.microsoft.com/office/drawing/2014/main" id="{A77B858F-220C-4F9E-80BD-1FEE967429FB}"/>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8"/>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1" name="equation_91_result" descr="5">
                <a:extLst>
                  <a:ext uri="{FF2B5EF4-FFF2-40B4-BE49-F238E27FC236}">
                    <a16:creationId xmlns:a16="http://schemas.microsoft.com/office/drawing/2014/main" id="{5E01BCAA-C6FB-45D4-ADFD-57697E657A03}"/>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21" name="equation_91_result" descr="5">
                <a:extLst>
                  <a:ext uri="{FF2B5EF4-FFF2-40B4-BE49-F238E27FC236}">
                    <a16:creationId xmlns:a16="http://schemas.microsoft.com/office/drawing/2014/main" id="{5E01BCAA-C6FB-45D4-ADFD-57697E657A03}"/>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9"/>
                <a:stretch>
                  <a:fillRect t="-9524" b="-26190"/>
                </a:stretch>
              </a:blipFill>
              <a:ln w="0">
                <a:noFill/>
              </a:ln>
            </p:spPr>
            <p:txBody>
              <a:bodyPr/>
              <a:lstStyle/>
              <a:p>
                <a:r>
                  <a:rPr lang="it-IT">
                    <a:noFill/>
                  </a:rPr>
                  <a:t> </a:t>
                </a:r>
              </a:p>
            </p:txBody>
          </p:sp>
        </mc:Fallback>
      </mc:AlternateContent>
      <p:sp>
        <p:nvSpPr>
          <p:cNvPr id="322" name="line_92_result">
            <a:extLst>
              <a:ext uri="{FF2B5EF4-FFF2-40B4-BE49-F238E27FC236}">
                <a16:creationId xmlns:a16="http://schemas.microsoft.com/office/drawing/2014/main" id="{64F96192-CBD8-43E3-9CB9-A8E5DD5A7F7F}"/>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323" name="text_93_result">
            <a:extLst>
              <a:ext uri="{FF2B5EF4-FFF2-40B4-BE49-F238E27FC236}">
                <a16:creationId xmlns:a16="http://schemas.microsoft.com/office/drawing/2014/main" id="{4CAE0886-D672-41F5-9BE5-0E7849E2024D}"/>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24" name="note_box_94_result">
            <a:extLst>
              <a:ext uri="{FF2B5EF4-FFF2-40B4-BE49-F238E27FC236}">
                <a16:creationId xmlns:a16="http://schemas.microsoft.com/office/drawing/2014/main" id="{04464D7E-2F5B-4F1E-A5C2-15BFB3D64782}"/>
              </a:ext>
            </a:extLst>
          </p:cNvPr>
          <p:cNvSpPr>
            <a:spLocks noGrp="1"/>
          </p:cNvSpPr>
          <p:nvPr/>
        </p:nvSpPr>
        <p:spPr>
          <a:xfrm>
            <a:off x="72009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5" name="equation_95_result" descr="\phi_2(x)">
                <a:extLst>
                  <a:ext uri="{FF2B5EF4-FFF2-40B4-BE49-F238E27FC236}">
                    <a16:creationId xmlns:a16="http://schemas.microsoft.com/office/drawing/2014/main" id="{1E14BDC4-D6A0-4B2F-A80B-B2D0370A28D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25" name="equation_95_result" descr="\phi_2(x)">
                <a:extLst>
                  <a:ext uri="{FF2B5EF4-FFF2-40B4-BE49-F238E27FC236}">
                    <a16:creationId xmlns:a16="http://schemas.microsoft.com/office/drawing/2014/main" id="{1E14BDC4-D6A0-4B2F-A80B-B2D0370A28D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0"/>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6" name="equation_96_result" descr="5">
                <a:extLst>
                  <a:ext uri="{FF2B5EF4-FFF2-40B4-BE49-F238E27FC236}">
                    <a16:creationId xmlns:a16="http://schemas.microsoft.com/office/drawing/2014/main" id="{81658B2D-52D1-44C7-899E-32478AAC5D68}"/>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326" name="equation_96_result" descr="5">
                <a:extLst>
                  <a:ext uri="{FF2B5EF4-FFF2-40B4-BE49-F238E27FC236}">
                    <a16:creationId xmlns:a16="http://schemas.microsoft.com/office/drawing/2014/main" id="{81658B2D-52D1-44C7-899E-32478AAC5D68}"/>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1"/>
                <a:stretch>
                  <a:fillRect t="-9524" b="-26190"/>
                </a:stretch>
              </a:blipFill>
              <a:ln w="0">
                <a:noFill/>
              </a:ln>
            </p:spPr>
            <p:txBody>
              <a:bodyPr/>
              <a:lstStyle/>
              <a:p>
                <a:r>
                  <a:rPr lang="it-IT">
                    <a:noFill/>
                  </a:rPr>
                  <a:t> </a:t>
                </a:r>
              </a:p>
            </p:txBody>
          </p:sp>
        </mc:Fallback>
      </mc:AlternateContent>
      <p:sp>
        <p:nvSpPr>
          <p:cNvPr id="327" name="line_97_result">
            <a:extLst>
              <a:ext uri="{FF2B5EF4-FFF2-40B4-BE49-F238E27FC236}">
                <a16:creationId xmlns:a16="http://schemas.microsoft.com/office/drawing/2014/main" id="{3E0AE652-4737-415A-9D62-E75462F7C7A3}"/>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28" name="text_98_result">
            <a:extLst>
              <a:ext uri="{FF2B5EF4-FFF2-40B4-BE49-F238E27FC236}">
                <a16:creationId xmlns:a16="http://schemas.microsoft.com/office/drawing/2014/main" id="{2FB07232-A851-40CB-B213-368E710C4988}"/>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29" name="note_box_99_result">
            <a:extLst>
              <a:ext uri="{FF2B5EF4-FFF2-40B4-BE49-F238E27FC236}">
                <a16:creationId xmlns:a16="http://schemas.microsoft.com/office/drawing/2014/main" id="{F542F0D1-A940-4903-B605-5DD54CE9BC6C}"/>
              </a:ext>
            </a:extLst>
          </p:cNvPr>
          <p:cNvSpPr>
            <a:spLocks noGrp="1"/>
          </p:cNvSpPr>
          <p:nvPr/>
        </p:nvSpPr>
        <p:spPr>
          <a:xfrm>
            <a:off x="8877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30" name="equation_100_result" descr="a_3(x)">
                <a:extLst>
                  <a:ext uri="{FF2B5EF4-FFF2-40B4-BE49-F238E27FC236}">
                    <a16:creationId xmlns:a16="http://schemas.microsoft.com/office/drawing/2014/main" id="{73D3DB55-C849-4090-9DE8-8CBBD50EAA9C}"/>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30" name="equation_100_result" descr="a_3(x)">
                <a:extLst>
                  <a:ext uri="{FF2B5EF4-FFF2-40B4-BE49-F238E27FC236}">
                    <a16:creationId xmlns:a16="http://schemas.microsoft.com/office/drawing/2014/main" id="{73D3DB55-C849-4090-9DE8-8CBBD50EAA9C}"/>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1" name="equation_101_result" descr="-3">
                <a:extLst>
                  <a:ext uri="{FF2B5EF4-FFF2-40B4-BE49-F238E27FC236}">
                    <a16:creationId xmlns:a16="http://schemas.microsoft.com/office/drawing/2014/main" id="{9D5F3A9B-4B6B-44C8-BD20-52AFB7CDD71A}"/>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331" name="equation_101_result" descr="-3">
                <a:extLst>
                  <a:ext uri="{FF2B5EF4-FFF2-40B4-BE49-F238E27FC236}">
                    <a16:creationId xmlns:a16="http://schemas.microsoft.com/office/drawing/2014/main" id="{9D5F3A9B-4B6B-44C8-BD20-52AFB7CDD71A}"/>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332" name="line_102_result">
            <a:extLst>
              <a:ext uri="{FF2B5EF4-FFF2-40B4-BE49-F238E27FC236}">
                <a16:creationId xmlns:a16="http://schemas.microsoft.com/office/drawing/2014/main" id="{A7ADED90-4FF1-476B-AD98-3F5837072218}"/>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33" name="text_103_result">
            <a:extLst>
              <a:ext uri="{FF2B5EF4-FFF2-40B4-BE49-F238E27FC236}">
                <a16:creationId xmlns:a16="http://schemas.microsoft.com/office/drawing/2014/main" id="{D1689F3B-1CAC-403E-9294-E251C303D3A6}"/>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34" name="note_box_104_result">
            <a:extLst>
              <a:ext uri="{FF2B5EF4-FFF2-40B4-BE49-F238E27FC236}">
                <a16:creationId xmlns:a16="http://schemas.microsoft.com/office/drawing/2014/main" id="{B26D6BB4-7C00-4AE1-A72D-1408152F867F}"/>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5" name="equation_105_result" descr="\mathcal{L}_{\mathrm{sq}}">
                <a:extLst>
                  <a:ext uri="{FF2B5EF4-FFF2-40B4-BE49-F238E27FC236}">
                    <a16:creationId xmlns:a16="http://schemas.microsoft.com/office/drawing/2014/main" id="{39901516-0F09-48FF-ABF4-6EE51F7F800C}"/>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335" name="equation_105_result" descr="\mathcal{L}_{\mathrm{sq}}">
                <a:extLst>
                  <a:ext uri="{FF2B5EF4-FFF2-40B4-BE49-F238E27FC236}">
                    <a16:creationId xmlns:a16="http://schemas.microsoft.com/office/drawing/2014/main" id="{39901516-0F09-48FF-ABF4-6EE51F7F800C}"/>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6" name="equation_106_result" descr="1">
                <a:extLst>
                  <a:ext uri="{FF2B5EF4-FFF2-40B4-BE49-F238E27FC236}">
                    <a16:creationId xmlns:a16="http://schemas.microsoft.com/office/drawing/2014/main" id="{EAABBFCD-383B-49CA-8BB8-0A8581A5AE51}"/>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336" name="equation_106_result" descr="1">
                <a:extLst>
                  <a:ext uri="{FF2B5EF4-FFF2-40B4-BE49-F238E27FC236}">
                    <a16:creationId xmlns:a16="http://schemas.microsoft.com/office/drawing/2014/main" id="{EAABBFCD-383B-49CA-8BB8-0A8581A5AE51}"/>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337" name="line_107_result">
            <a:extLst>
              <a:ext uri="{FF2B5EF4-FFF2-40B4-BE49-F238E27FC236}">
                <a16:creationId xmlns:a16="http://schemas.microsoft.com/office/drawing/2014/main" id="{AEDE9BED-DE2C-4E0F-BC14-84F893E17AFD}"/>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338" name="text_108_result">
            <a:extLst>
              <a:ext uri="{FF2B5EF4-FFF2-40B4-BE49-F238E27FC236}">
                <a16:creationId xmlns:a16="http://schemas.microsoft.com/office/drawing/2014/main" id="{DC63F2EB-0330-47C5-B179-F9CA4424AFE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339" name="note_box_109_result">
            <a:extLst>
              <a:ext uri="{FF2B5EF4-FFF2-40B4-BE49-F238E27FC236}">
                <a16:creationId xmlns:a16="http://schemas.microsoft.com/office/drawing/2014/main" id="{6FA54159-E737-4D95-9379-AB8481EEC5A4}"/>
              </a:ext>
            </a:extLst>
          </p:cNvPr>
          <p:cNvSpPr>
            <a:spLocks noGrp="1"/>
          </p:cNvSpPr>
          <p:nvPr/>
        </p:nvSpPr>
        <p:spPr>
          <a:xfrm>
            <a:off x="96393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40" name="equation_110_result" descr="y=-2">
                <a:extLst>
                  <a:ext uri="{FF2B5EF4-FFF2-40B4-BE49-F238E27FC236}">
                    <a16:creationId xmlns:a16="http://schemas.microsoft.com/office/drawing/2014/main" id="{C1240CB0-AF0E-4887-BC40-88642F3C57F2}"/>
                  </a:ext>
                </a:extLst>
              </p:cNvPr>
              <p:cNvSpPr>
                <a:spLocks noGrp="1"/>
              </p:cNvSpPr>
              <p:nvPr/>
            </p:nvSpPr>
            <p:spPr>
              <a:xfrm>
                <a:off x="96678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=−2</m:t>
                      </m:r>
                    </m:oMath>
                  </m:oMathPara>
                </a14:m>
                <a:endParaRPr lang="en-GB" sz="2000"/>
              </a:p>
            </p:txBody>
          </p:sp>
        </mc:Choice>
        <mc:Fallback xmlns="">
          <p:sp>
            <p:nvSpPr>
              <p:cNvPr id="340" name="equation_110_result" descr="y=-2">
                <a:extLst>
                  <a:ext uri="{FF2B5EF4-FFF2-40B4-BE49-F238E27FC236}">
                    <a16:creationId xmlns:a16="http://schemas.microsoft.com/office/drawing/2014/main" id="{C1240CB0-AF0E-4887-BC40-88642F3C57F2}"/>
                  </a:ext>
                </a:extLst>
              </p:cNvPr>
              <p:cNvSpPr>
                <a:spLocks noGrp="1" noRot="1" noChangeAspect="1" noMove="1" noResize="1" noEditPoints="1" noAdjustHandles="1" noChangeArrowheads="1" noChangeShapeType="1" noTextEdit="1"/>
              </p:cNvSpPr>
              <p:nvPr/>
            </p:nvSpPr>
            <p:spPr>
              <a:xfrm>
                <a:off x="9667875" y="2867025"/>
                <a:ext cx="1085850" cy="247650"/>
              </a:xfrm>
              <a:prstGeom prst="rect">
                <a:avLst/>
              </a:prstGeom>
              <a:blipFill>
                <a:blip r:embed="rId16"/>
                <a:stretch>
                  <a:fillRect t="-2439" b="-41463"/>
                </a:stretch>
              </a:blipFill>
              <a:ln w="0">
                <a:noFill/>
              </a:ln>
            </p:spPr>
            <p:txBody>
              <a:bodyPr/>
              <a:lstStyle/>
              <a:p>
                <a:r>
                  <a:rPr lang="it-IT">
                    <a:noFill/>
                  </a:rPr>
                  <a:t> </a:t>
                </a:r>
              </a:p>
            </p:txBody>
          </p:sp>
        </mc:Fallback>
      </mc:AlternateContent>
      <p:sp>
        <p:nvSpPr>
          <p:cNvPr id="341" name="line_111_result">
            <a:extLst>
              <a:ext uri="{FF2B5EF4-FFF2-40B4-BE49-F238E27FC236}">
                <a16:creationId xmlns:a16="http://schemas.microsoft.com/office/drawing/2014/main" id="{B4E8135F-02D0-4E0D-AE1A-A62B8161DBED}"/>
              </a:ext>
            </a:extLst>
          </p:cNvPr>
          <p:cNvSpPr>
            <a:spLocks noGrp="1"/>
          </p:cNvSpPr>
          <p:nvPr/>
        </p:nvSpPr>
        <p:spPr>
          <a:xfrm>
            <a:off x="94869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342" name="line_112_result">
            <a:extLst>
              <a:ext uri="{FF2B5EF4-FFF2-40B4-BE49-F238E27FC236}">
                <a16:creationId xmlns:a16="http://schemas.microsoft.com/office/drawing/2014/main" id="{8CE66143-5784-4DDA-803C-E94C6616A7D7}"/>
              </a:ext>
            </a:extLst>
          </p:cNvPr>
          <p:cNvSpPr>
            <a:spLocks noGrp="1"/>
          </p:cNvSpPr>
          <p:nvPr/>
        </p:nvSpPr>
        <p:spPr>
          <a:xfrm>
            <a:off x="10210800" y="3124200"/>
            <a:ext cx="476" cy="95250"/>
          </a:xfrm>
          <a:prstGeom prst="line">
            <a:avLst/>
          </a:prstGeom>
          <a:noFill/>
          <a:ln w="14288">
            <a:solidFill>
              <a:srgbClr val="235C99"/>
            </a:solidFill>
            <a:prstDash val="dash"/>
            <a:tailEnd type="triangle" w="sm" len="sm"/>
          </a:ln>
        </p:spPr>
        <p:txBody>
          <a:bodyPr/>
          <a:lstStyle/>
          <a:p>
            <a:endParaRPr lang="it-IT"/>
          </a:p>
        </p:txBody>
      </p:sp>
      <p:sp>
        <p:nvSpPr>
          <p:cNvPr id="343" name="note_box_113_result">
            <a:extLst>
              <a:ext uri="{FF2B5EF4-FFF2-40B4-BE49-F238E27FC236}">
                <a16:creationId xmlns:a16="http://schemas.microsoft.com/office/drawing/2014/main" id="{9D5C4B98-22F5-4099-929D-79C321B140FB}"/>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4" name="equation_114_result" descr="J'_{1}(a_1(x))">
                <a:extLst>
                  <a:ext uri="{FF2B5EF4-FFF2-40B4-BE49-F238E27FC236}">
                    <a16:creationId xmlns:a16="http://schemas.microsoft.com/office/drawing/2014/main" id="{D7D8D025-DEBF-4A40-9839-3B556813235D}"/>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344" name="equation_114_result" descr="J'_{1}(3)">
                <a:extLst>
                  <a:ext uri="{FF2B5EF4-FFF2-40B4-BE49-F238E27FC236}">
                    <a16:creationId xmlns:a16="http://schemas.microsoft.com/office/drawing/2014/main" id="{D7D8D025-DEBF-4A40-9839-3B556813235D}"/>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345" name="text_115_result">
            <a:extLst>
              <a:ext uri="{FF2B5EF4-FFF2-40B4-BE49-F238E27FC236}">
                <a16:creationId xmlns:a16="http://schemas.microsoft.com/office/drawing/2014/main" id="{8A9A68D3-2174-4DA9-8B89-AF1451BB1526}"/>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346" name="note_box_116_result">
            <a:extLst>
              <a:ext uri="{FF2B5EF4-FFF2-40B4-BE49-F238E27FC236}">
                <a16:creationId xmlns:a16="http://schemas.microsoft.com/office/drawing/2014/main" id="{84E30B55-753E-4647-BD09-8DEBB2634F2F}"/>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7" name="equation_117_result" descr="\frac{\partial\mathcal{L}_{\mathrm{sq}}}{\partial w_1}=?">
                <a:extLst>
                  <a:ext uri="{FF2B5EF4-FFF2-40B4-BE49-F238E27FC236}">
                    <a16:creationId xmlns:a16="http://schemas.microsoft.com/office/drawing/2014/main" id="{F9E4E842-BC2D-46B9-B2E6-D72B22D6970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47" name="equation_117_result" descr="\frac{\partial\mathcal{L}_{\mathrm{sq}}}{\partial w_1}=?">
                <a:extLst>
                  <a:ext uri="{FF2B5EF4-FFF2-40B4-BE49-F238E27FC236}">
                    <a16:creationId xmlns:a16="http://schemas.microsoft.com/office/drawing/2014/main" id="{F9E4E842-BC2D-46B9-B2E6-D72B22D6970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348" name="note_box_118_result">
            <a:extLst>
              <a:ext uri="{FF2B5EF4-FFF2-40B4-BE49-F238E27FC236}">
                <a16:creationId xmlns:a16="http://schemas.microsoft.com/office/drawing/2014/main" id="{E609E047-AE8E-417B-989B-79F86CB2FBEE}"/>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9" name="equation_119_result" descr="\frac{\partial\mathcal{L}_{\mathrm{sq}}}{\partial b_1}=?">
                <a:extLst>
                  <a:ext uri="{FF2B5EF4-FFF2-40B4-BE49-F238E27FC236}">
                    <a16:creationId xmlns:a16="http://schemas.microsoft.com/office/drawing/2014/main" id="{5BBDA661-A31B-4AF4-BD5E-A9B2028120B8}"/>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49" name="equation_119_result" descr="\frac{\partial\mathcal{L}_{\mathrm{sq}}}{\partial b_1}=?">
                <a:extLst>
                  <a:ext uri="{FF2B5EF4-FFF2-40B4-BE49-F238E27FC236}">
                    <a16:creationId xmlns:a16="http://schemas.microsoft.com/office/drawing/2014/main" id="{5BBDA661-A31B-4AF4-BD5E-A9B2028120B8}"/>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6_equation_119"/>
                <a:stretch>
                  <a:fillRect b="-3158"/>
                </a:stretch>
              </a:blipFill>
              <a:ln w="0">
                <a:noFill/>
              </a:ln>
            </p:spPr>
            <p:txBody>
              <a:bodyPr/>
              <a:lstStyle/>
              <a:p>
                <a:r>
                  <a:rPr lang="it-IT">
                    <a:noFill/>
                  </a:rPr>
                  <a:t> </a:t>
                </a:r>
              </a:p>
            </p:txBody>
          </p:sp>
        </mc:Fallback>
      </mc:AlternateContent>
      <p:sp>
        <p:nvSpPr>
          <p:cNvPr id="350" name="note_brace_120_result">
            <a:extLst>
              <a:ext uri="{FF2B5EF4-FFF2-40B4-BE49-F238E27FC236}">
                <a16:creationId xmlns:a16="http://schemas.microsoft.com/office/drawing/2014/main" id="{5942C51F-E9FF-4E8A-8103-561C6119DBC7}"/>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51" name="text_121_result">
            <a:extLst>
              <a:ext uri="{FF2B5EF4-FFF2-40B4-BE49-F238E27FC236}">
                <a16:creationId xmlns:a16="http://schemas.microsoft.com/office/drawing/2014/main" id="{DC80DDD7-0A09-4F6F-BC6B-92004CE3E53E}"/>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52" name="note_box_122_result">
            <a:extLst>
              <a:ext uri="{FF2B5EF4-FFF2-40B4-BE49-F238E27FC236}">
                <a16:creationId xmlns:a16="http://schemas.microsoft.com/office/drawing/2014/main" id="{EC898281-2129-4128-854A-EE238C0DB05B}"/>
              </a:ext>
            </a:extLst>
          </p:cNvPr>
          <p:cNvSpPr>
            <a:spLocks noGrp="1"/>
          </p:cNvSpPr>
          <p:nvPr/>
        </p:nvSpPr>
        <p:spPr>
          <a:xfrm>
            <a:off x="47053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3" name="equation_123_result" descr="J'_{2}(a_2(x))">
                <a:extLst>
                  <a:ext uri="{FF2B5EF4-FFF2-40B4-BE49-F238E27FC236}">
                    <a16:creationId xmlns:a16="http://schemas.microsoft.com/office/drawing/2014/main" id="{04F00807-9A70-4253-BC50-D1D299BF1323}"/>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353" name="equation_123_result" descr="J'_{2}(5)">
                <a:extLst>
                  <a:ext uri="{FF2B5EF4-FFF2-40B4-BE49-F238E27FC236}">
                    <a16:creationId xmlns:a16="http://schemas.microsoft.com/office/drawing/2014/main" id="{04F00807-9A70-4253-BC50-D1D299BF1323}"/>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354" name="text_124_result">
            <a:extLst>
              <a:ext uri="{FF2B5EF4-FFF2-40B4-BE49-F238E27FC236}">
                <a16:creationId xmlns:a16="http://schemas.microsoft.com/office/drawing/2014/main" id="{1D01FCDF-AECE-434B-9E55-5BD0FBD58E0E}"/>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355" name="note_box_125_result">
            <a:extLst>
              <a:ext uri="{FF2B5EF4-FFF2-40B4-BE49-F238E27FC236}">
                <a16:creationId xmlns:a16="http://schemas.microsoft.com/office/drawing/2014/main" id="{AAC0A8A6-DA64-41F5-8F0F-9F6E784D9496}"/>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6" name="equation_126_result" descr="\frac{\partial\mathcal{L}_{\mathrm{sq}}}{\partial w_2}=?">
                <a:extLst>
                  <a:ext uri="{FF2B5EF4-FFF2-40B4-BE49-F238E27FC236}">
                    <a16:creationId xmlns:a16="http://schemas.microsoft.com/office/drawing/2014/main" id="{B484B66A-21C1-418A-9C93-09160E597EA3}"/>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6" name="equation_126_result" descr="\frac{\partial\mathcal{L}_{\mathrm{sq}}}{\partial w_2}=?">
                <a:extLst>
                  <a:ext uri="{FF2B5EF4-FFF2-40B4-BE49-F238E27FC236}">
                    <a16:creationId xmlns:a16="http://schemas.microsoft.com/office/drawing/2014/main" id="{B484B66A-21C1-418A-9C93-09160E597EA3}"/>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357" name="note_box_127_result">
            <a:extLst>
              <a:ext uri="{FF2B5EF4-FFF2-40B4-BE49-F238E27FC236}">
                <a16:creationId xmlns:a16="http://schemas.microsoft.com/office/drawing/2014/main" id="{C5D7EF3D-6C20-4465-9E0D-54EAD60DBAD8}"/>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8" name="equation_128_result" descr="\frac{\partial\mathcal{L}_{\mathrm{sq}}}{\partial b_2}=?">
                <a:extLst>
                  <a:ext uri="{FF2B5EF4-FFF2-40B4-BE49-F238E27FC236}">
                    <a16:creationId xmlns:a16="http://schemas.microsoft.com/office/drawing/2014/main" id="{BC1D9D73-8EDC-4200-9A41-46731A00BE46}"/>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8" name="equation_128_result" descr="\frac{\partial\mathcal{L}_{\mathrm{sq}}}{\partial b_2}=?">
                <a:extLst>
                  <a:ext uri="{FF2B5EF4-FFF2-40B4-BE49-F238E27FC236}">
                    <a16:creationId xmlns:a16="http://schemas.microsoft.com/office/drawing/2014/main" id="{BC1D9D73-8EDC-4200-9A41-46731A00BE46}"/>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6_equation_128"/>
                <a:stretch>
                  <a:fillRect b="-3158"/>
                </a:stretch>
              </a:blipFill>
              <a:ln w="0">
                <a:noFill/>
              </a:ln>
            </p:spPr>
            <p:txBody>
              <a:bodyPr/>
              <a:lstStyle/>
              <a:p>
                <a:r>
                  <a:rPr lang="it-IT">
                    <a:noFill/>
                  </a:rPr>
                  <a:t> </a:t>
                </a:r>
              </a:p>
            </p:txBody>
          </p:sp>
        </mc:Fallback>
      </mc:AlternateContent>
      <p:sp>
        <p:nvSpPr>
          <p:cNvPr id="359" name="note_brace_129_result">
            <a:extLst>
              <a:ext uri="{FF2B5EF4-FFF2-40B4-BE49-F238E27FC236}">
                <a16:creationId xmlns:a16="http://schemas.microsoft.com/office/drawing/2014/main" id="{CFF6B894-EA83-4B7B-A701-E0D09C95534E}"/>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60" name="text_130_result">
            <a:extLst>
              <a:ext uri="{FF2B5EF4-FFF2-40B4-BE49-F238E27FC236}">
                <a16:creationId xmlns:a16="http://schemas.microsoft.com/office/drawing/2014/main" id="{AF4593F1-0B3A-4CC8-BE44-0AE4D477B041}"/>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61" name="note_box_131_result">
            <a:extLst>
              <a:ext uri="{FF2B5EF4-FFF2-40B4-BE49-F238E27FC236}">
                <a16:creationId xmlns:a16="http://schemas.microsoft.com/office/drawing/2014/main" id="{E29A3BBF-1257-43DD-B9A4-5B33B11C8647}"/>
              </a:ext>
            </a:extLst>
          </p:cNvPr>
          <p:cNvSpPr>
            <a:spLocks noGrp="1"/>
          </p:cNvSpPr>
          <p:nvPr/>
        </p:nvSpPr>
        <p:spPr>
          <a:xfrm>
            <a:off x="8058150" y="3238500"/>
            <a:ext cx="28575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62" name="equation_132_result" descr="J'_{3}(a_3(x))">
                <a:extLst>
                  <a:ext uri="{FF2B5EF4-FFF2-40B4-BE49-F238E27FC236}">
                    <a16:creationId xmlns:a16="http://schemas.microsoft.com/office/drawing/2014/main" id="{73710BE7-F989-4216-9B82-0E96D4145460}"/>
                  </a:ext>
                </a:extLst>
              </p:cNvPr>
              <p:cNvSpPr>
                <a:spLocks noGrp="1"/>
              </p:cNvSpPr>
              <p:nvPr/>
            </p:nvSpPr>
            <p:spPr>
              <a:xfrm>
                <a:off x="81343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3</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362" name="equation_132_result" descr="J'_{3}(-3)">
                <a:extLst>
                  <a:ext uri="{FF2B5EF4-FFF2-40B4-BE49-F238E27FC236}">
                    <a16:creationId xmlns:a16="http://schemas.microsoft.com/office/drawing/2014/main" id="{73710BE7-F989-4216-9B82-0E96D4145460}"/>
                  </a:ext>
                </a:extLst>
              </p:cNvPr>
              <p:cNvSpPr>
                <a:spLocks noGrp="1" noRot="1" noChangeAspect="1" noMove="1" noResize="1" noEditPoints="1" noAdjustHandles="1" noChangeArrowheads="1" noChangeShapeType="1" noTextEdit="1"/>
              </p:cNvSpPr>
              <p:nvPr/>
            </p:nvSpPr>
            <p:spPr>
              <a:xfrm>
                <a:off x="81343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3" name="equation_133_result" descr="=-2">
                <a:extLst>
                  <a:ext uri="{FF2B5EF4-FFF2-40B4-BE49-F238E27FC236}">
                    <a16:creationId xmlns:a16="http://schemas.microsoft.com/office/drawing/2014/main" id="{05E03CDC-E16F-417D-8E5E-0451975E4D7F}"/>
                  </a:ext>
                </a:extLst>
              </p:cNvPr>
              <p:cNvSpPr>
                <a:spLocks noGrp="1"/>
              </p:cNvSpPr>
              <p:nvPr/>
            </p:nvSpPr>
            <p:spPr>
              <a:xfrm>
                <a:off x="8134350" y="3590925"/>
                <a:ext cx="27051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oMath>
                  </m:oMathPara>
                </a14:m>
                <a:endParaRPr lang="en-GB" sz="2000"/>
              </a:p>
            </p:txBody>
          </p:sp>
        </mc:Choice>
        <mc:Fallback xmlns="">
          <p:sp>
            <p:nvSpPr>
              <p:cNvPr id="363" name="equation_133_result" descr="=2(a_3(x)-y)">
                <a:extLst>
                  <a:ext uri="{FF2B5EF4-FFF2-40B4-BE49-F238E27FC236}">
                    <a16:creationId xmlns:a16="http://schemas.microsoft.com/office/drawing/2014/main" id="{05E03CDC-E16F-417D-8E5E-0451975E4D7F}"/>
                  </a:ext>
                </a:extLst>
              </p:cNvPr>
              <p:cNvSpPr>
                <a:spLocks noGrp="1" noRot="1" noChangeAspect="1" noMove="1" noResize="1" noEditPoints="1" noAdjustHandles="1" noChangeArrowheads="1" noChangeShapeType="1" noTextEdit="1"/>
              </p:cNvSpPr>
              <p:nvPr/>
            </p:nvSpPr>
            <p:spPr>
              <a:xfrm>
                <a:off x="8134350" y="3590925"/>
                <a:ext cx="2705100" cy="304800"/>
              </a:xfrm>
              <a:prstGeom prst="rect">
                <a:avLst/>
              </a:prstGeom>
              <a:blipFill>
                <a:blip r:embed="rId27"/>
                <a:stretch>
                  <a:fillRect t="-4000" b="-4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4" name="equation_134_result">
                <a:extLst>
                  <a:ext uri="{FF2B5EF4-FFF2-40B4-BE49-F238E27FC236}">
                    <a16:creationId xmlns:a16="http://schemas.microsoft.com/office/drawing/2014/main" id="{25C01A5B-211D-4402-82D9-70565EE5A31C}"/>
                  </a:ext>
                </a:extLst>
              </p:cNvPr>
              <p:cNvSpPr>
                <a:spLocks noGrp="1"/>
              </p:cNvSpPr>
              <p:nvPr/>
            </p:nvSpPr>
            <p:spPr>
              <a:xfrm>
                <a:off x="81343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364" name="equation_134_result" descr="=2(-3+2)=-2">
                <a:extLst>
                  <a:ext uri="{FF2B5EF4-FFF2-40B4-BE49-F238E27FC236}">
                    <a16:creationId xmlns:a16="http://schemas.microsoft.com/office/drawing/2014/main" id="{25C01A5B-211D-4402-82D9-70565EE5A31C}"/>
                  </a:ext>
                </a:extLst>
              </p:cNvPr>
              <p:cNvSpPr>
                <a:spLocks noGrp="1" noRot="1" noChangeAspect="1" noMove="1" noResize="1" noEditPoints="1" noAdjustHandles="1" noChangeArrowheads="1" noChangeShapeType="1" noTextEdit="1"/>
              </p:cNvSpPr>
              <p:nvPr/>
            </p:nvSpPr>
            <p:spPr>
              <a:xfrm>
                <a:off x="81343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365" name="note_box_135_result">
            <a:extLst>
              <a:ext uri="{FF2B5EF4-FFF2-40B4-BE49-F238E27FC236}">
                <a16:creationId xmlns:a16="http://schemas.microsoft.com/office/drawing/2014/main" id="{82FB4ACF-BA5F-451F-B34A-2EB1B54E7465}"/>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6" name="equation_136_result" descr="\frac{\partial\mathcal{L}_{\mathrm{sq}}}{\partial w_3}=?">
                <a:extLst>
                  <a:ext uri="{FF2B5EF4-FFF2-40B4-BE49-F238E27FC236}">
                    <a16:creationId xmlns:a16="http://schemas.microsoft.com/office/drawing/2014/main" id="{384D9FC7-81D8-4F15-8ABE-9FF529EFD497}"/>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66" name="equation_136_result" descr="\frac{\partial\mathcal{L}_{\mathrm{sq}}}{\partial w_3}=?">
                <a:extLst>
                  <a:ext uri="{FF2B5EF4-FFF2-40B4-BE49-F238E27FC236}">
                    <a16:creationId xmlns:a16="http://schemas.microsoft.com/office/drawing/2014/main" id="{384D9FC7-81D8-4F15-8ABE-9FF529EFD497}"/>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367" name="note_box_137_result">
            <a:extLst>
              <a:ext uri="{FF2B5EF4-FFF2-40B4-BE49-F238E27FC236}">
                <a16:creationId xmlns:a16="http://schemas.microsoft.com/office/drawing/2014/main" id="{1978D473-7AB8-4DC2-ABA9-2E512F709481}"/>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8" name="equation_138_result" descr="\frac{\partial\mathcal{L}_{\mathrm{sq}}}{\partial b_3}=?">
                <a:extLst>
                  <a:ext uri="{FF2B5EF4-FFF2-40B4-BE49-F238E27FC236}">
                    <a16:creationId xmlns:a16="http://schemas.microsoft.com/office/drawing/2014/main" id="{7D60C209-1F67-46A6-A1B4-66340C57C971}"/>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68" name="equation_138_result" descr="\frac{\partial\mathcal{L}_{\mathrm{sq}}}{\partial b_3}=?">
                <a:extLst>
                  <a:ext uri="{FF2B5EF4-FFF2-40B4-BE49-F238E27FC236}">
                    <a16:creationId xmlns:a16="http://schemas.microsoft.com/office/drawing/2014/main" id="{7D60C209-1F67-46A6-A1B4-66340C57C971}"/>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6_equation_138"/>
                <a:stretch>
                  <a:fillRect b="-3158"/>
                </a:stretch>
              </a:blipFill>
              <a:ln w="0">
                <a:noFill/>
              </a:ln>
            </p:spPr>
            <p:txBody>
              <a:bodyPr/>
              <a:lstStyle/>
              <a:p>
                <a:r>
                  <a:rPr lang="it-IT">
                    <a:noFill/>
                  </a:rPr>
                  <a:t> </a:t>
                </a:r>
              </a:p>
            </p:txBody>
          </p:sp>
        </mc:Fallback>
      </mc:AlternateContent>
      <p:sp>
        <p:nvSpPr>
          <p:cNvPr id="369" name="note_brace_139_result">
            <a:extLst>
              <a:ext uri="{FF2B5EF4-FFF2-40B4-BE49-F238E27FC236}">
                <a16:creationId xmlns:a16="http://schemas.microsoft.com/office/drawing/2014/main" id="{70C06D3B-6853-413F-BA5F-EDE3D03A640D}"/>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70" name="text_140_result">
            <a:extLst>
              <a:ext uri="{FF2B5EF4-FFF2-40B4-BE49-F238E27FC236}">
                <a16:creationId xmlns:a16="http://schemas.microsoft.com/office/drawing/2014/main" id="{DF75C18B-4581-40F9-A37C-84FB25E1B516}"/>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45" name="shape_141">
            <a:extLst>
              <a:ext uri="{FF2B5EF4-FFF2-40B4-BE49-F238E27FC236}">
                <a16:creationId xmlns:a16="http://schemas.microsoft.com/office/drawing/2014/main" id="{EE54E17E-8681-4BD1-9A63-040836E3CE6E}"/>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46" name="note_box_142">
            <a:extLst>
              <a:ext uri="{FF2B5EF4-FFF2-40B4-BE49-F238E27FC236}">
                <a16:creationId xmlns:a16="http://schemas.microsoft.com/office/drawing/2014/main" id="{1EE9A685-5A80-407A-925D-80B557BDCC51}"/>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147" name="text_143">
            <a:extLst>
              <a:ext uri="{FF2B5EF4-FFF2-40B4-BE49-F238E27FC236}">
                <a16:creationId xmlns:a16="http://schemas.microsoft.com/office/drawing/2014/main" id="{098CACFE-1E87-4AB8-AE14-2186169E514E}"/>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48" name="note_box_144">
            <a:extLst>
              <a:ext uri="{FF2B5EF4-FFF2-40B4-BE49-F238E27FC236}">
                <a16:creationId xmlns:a16="http://schemas.microsoft.com/office/drawing/2014/main" id="{D3180F01-6FB0-4769-8799-077105931CF3}"/>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149" name="text_145">
            <a:extLst>
              <a:ext uri="{FF2B5EF4-FFF2-40B4-BE49-F238E27FC236}">
                <a16:creationId xmlns:a16="http://schemas.microsoft.com/office/drawing/2014/main" id="{E74583B6-AC01-4592-927A-028A40E4D126}"/>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150" name="note_box_146">
            <a:extLst>
              <a:ext uri="{FF2B5EF4-FFF2-40B4-BE49-F238E27FC236}">
                <a16:creationId xmlns:a16="http://schemas.microsoft.com/office/drawing/2014/main" id="{B1FE7DE3-DA6C-43E8-8B80-E8033C211BD7}"/>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51" name="text_147">
            <a:extLst>
              <a:ext uri="{FF2B5EF4-FFF2-40B4-BE49-F238E27FC236}">
                <a16:creationId xmlns:a16="http://schemas.microsoft.com/office/drawing/2014/main" id="{E276BEB1-4B2A-4B7B-BBD8-0BDFFE625600}"/>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52" name="note_box_148">
            <a:extLst>
              <a:ext uri="{FF2B5EF4-FFF2-40B4-BE49-F238E27FC236}">
                <a16:creationId xmlns:a16="http://schemas.microsoft.com/office/drawing/2014/main" id="{809C0F0B-3405-4E34-82DB-08F775FCCB0B}"/>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3" name="equation_149" descr="\phi_0(x)">
                <a:extLst>
                  <a:ext uri="{FF2B5EF4-FFF2-40B4-BE49-F238E27FC236}">
                    <a16:creationId xmlns:a16="http://schemas.microsoft.com/office/drawing/2014/main" id="{41224EED-AB92-4B6E-8AC5-7030E83EE6B2}"/>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3" name="equation_149" descr="\phi_0(x)">
                <a:extLst>
                  <a:ext uri="{FF2B5EF4-FFF2-40B4-BE49-F238E27FC236}">
                    <a16:creationId xmlns:a16="http://schemas.microsoft.com/office/drawing/2014/main" id="{41224EED-AB92-4B6E-8AC5-7030E83EE6B2}"/>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4" name="equation_150" descr="2">
                <a:extLst>
                  <a:ext uri="{FF2B5EF4-FFF2-40B4-BE49-F238E27FC236}">
                    <a16:creationId xmlns:a16="http://schemas.microsoft.com/office/drawing/2014/main" id="{578EF814-4673-4AC9-947A-953C1B2A0947}"/>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154" name="equation_150" descr="2">
                <a:extLst>
                  <a:ext uri="{FF2B5EF4-FFF2-40B4-BE49-F238E27FC236}">
                    <a16:creationId xmlns:a16="http://schemas.microsoft.com/office/drawing/2014/main" id="{578EF814-4673-4AC9-947A-953C1B2A0947}"/>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55" name="note_box_151">
            <a:extLst>
              <a:ext uri="{FF2B5EF4-FFF2-40B4-BE49-F238E27FC236}">
                <a16:creationId xmlns:a16="http://schemas.microsoft.com/office/drawing/2014/main" id="{774D071A-C880-431A-BF14-3857FBAA23BE}"/>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6" name="equation_152" descr="a_1(x)">
                <a:extLst>
                  <a:ext uri="{FF2B5EF4-FFF2-40B4-BE49-F238E27FC236}">
                    <a16:creationId xmlns:a16="http://schemas.microsoft.com/office/drawing/2014/main" id="{079D2DF4-C3C1-4008-BEC7-158F60B2C724}"/>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6" name="equation_152" descr="a_1(x)">
                <a:extLst>
                  <a:ext uri="{FF2B5EF4-FFF2-40B4-BE49-F238E27FC236}">
                    <a16:creationId xmlns:a16="http://schemas.microsoft.com/office/drawing/2014/main" id="{079D2DF4-C3C1-4008-BEC7-158F60B2C724}"/>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7" name="equation_153" descr="3">
                <a:extLst>
                  <a:ext uri="{FF2B5EF4-FFF2-40B4-BE49-F238E27FC236}">
                    <a16:creationId xmlns:a16="http://schemas.microsoft.com/office/drawing/2014/main" id="{20BC671C-5270-4E41-B8A7-4EF2AD82CC24}"/>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57" name="equation_153" descr="3">
                <a:extLst>
                  <a:ext uri="{FF2B5EF4-FFF2-40B4-BE49-F238E27FC236}">
                    <a16:creationId xmlns:a16="http://schemas.microsoft.com/office/drawing/2014/main" id="{20BC671C-5270-4E41-B8A7-4EF2AD82CC24}"/>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58" name="line_154">
            <a:extLst>
              <a:ext uri="{FF2B5EF4-FFF2-40B4-BE49-F238E27FC236}">
                <a16:creationId xmlns:a16="http://schemas.microsoft.com/office/drawing/2014/main" id="{F5468318-5309-43B9-BC6C-5A4EEEAA0CE6}"/>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59" name="text_155">
            <a:extLst>
              <a:ext uri="{FF2B5EF4-FFF2-40B4-BE49-F238E27FC236}">
                <a16:creationId xmlns:a16="http://schemas.microsoft.com/office/drawing/2014/main" id="{D879F30C-CA65-46FF-BB71-7351D8D7B8B7}"/>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60" name="note_box_156">
            <a:extLst>
              <a:ext uri="{FF2B5EF4-FFF2-40B4-BE49-F238E27FC236}">
                <a16:creationId xmlns:a16="http://schemas.microsoft.com/office/drawing/2014/main" id="{A9080FF2-ACBD-495C-909D-879569D1E4B9}"/>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61" name="equation_157" descr="\phi_1(x)">
                <a:extLst>
                  <a:ext uri="{FF2B5EF4-FFF2-40B4-BE49-F238E27FC236}">
                    <a16:creationId xmlns:a16="http://schemas.microsoft.com/office/drawing/2014/main" id="{F1471F70-9FDD-4D6C-B3C8-B744100FCF33}"/>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61" name="equation_157" descr="\phi_1(x)">
                <a:extLst>
                  <a:ext uri="{FF2B5EF4-FFF2-40B4-BE49-F238E27FC236}">
                    <a16:creationId xmlns:a16="http://schemas.microsoft.com/office/drawing/2014/main" id="{F1471F70-9FDD-4D6C-B3C8-B744100FCF33}"/>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2" name="equation_158" descr="3">
                <a:extLst>
                  <a:ext uri="{FF2B5EF4-FFF2-40B4-BE49-F238E27FC236}">
                    <a16:creationId xmlns:a16="http://schemas.microsoft.com/office/drawing/2014/main" id="{743A4A90-8122-468E-AE5A-7AE9B3A305C1}"/>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62" name="equation_158" descr="3">
                <a:extLst>
                  <a:ext uri="{FF2B5EF4-FFF2-40B4-BE49-F238E27FC236}">
                    <a16:creationId xmlns:a16="http://schemas.microsoft.com/office/drawing/2014/main" id="{743A4A90-8122-468E-AE5A-7AE9B3A305C1}"/>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63" name="line_159">
            <a:extLst>
              <a:ext uri="{FF2B5EF4-FFF2-40B4-BE49-F238E27FC236}">
                <a16:creationId xmlns:a16="http://schemas.microsoft.com/office/drawing/2014/main" id="{DF3F9C80-3B6A-4518-A1CC-3B15EE3B8F59}"/>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164" name="text_160">
            <a:extLst>
              <a:ext uri="{FF2B5EF4-FFF2-40B4-BE49-F238E27FC236}">
                <a16:creationId xmlns:a16="http://schemas.microsoft.com/office/drawing/2014/main" id="{68F0E996-B48F-4FDB-9959-B4E9D0F99AF0}"/>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65" name="note_box_161">
            <a:extLst>
              <a:ext uri="{FF2B5EF4-FFF2-40B4-BE49-F238E27FC236}">
                <a16:creationId xmlns:a16="http://schemas.microsoft.com/office/drawing/2014/main" id="{E64C6C18-5ED3-42DD-A0D1-F4433E338BD9}"/>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66" name="equation_162" descr="a_2(x)">
                <a:extLst>
                  <a:ext uri="{FF2B5EF4-FFF2-40B4-BE49-F238E27FC236}">
                    <a16:creationId xmlns:a16="http://schemas.microsoft.com/office/drawing/2014/main" id="{5B923D52-742B-4326-ADC0-E72D054E98B2}"/>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66" name="equation_162" descr="a_2(x)">
                <a:extLst>
                  <a:ext uri="{FF2B5EF4-FFF2-40B4-BE49-F238E27FC236}">
                    <a16:creationId xmlns:a16="http://schemas.microsoft.com/office/drawing/2014/main" id="{5B923D52-742B-4326-ADC0-E72D054E98B2}"/>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8"/>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7" name="equation_163" descr="5">
                <a:extLst>
                  <a:ext uri="{FF2B5EF4-FFF2-40B4-BE49-F238E27FC236}">
                    <a16:creationId xmlns:a16="http://schemas.microsoft.com/office/drawing/2014/main" id="{6E20464E-EB00-468B-8C6D-12DE43DAAD67}"/>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67" name="equation_163" descr="5">
                <a:extLst>
                  <a:ext uri="{FF2B5EF4-FFF2-40B4-BE49-F238E27FC236}">
                    <a16:creationId xmlns:a16="http://schemas.microsoft.com/office/drawing/2014/main" id="{6E20464E-EB00-468B-8C6D-12DE43DAAD67}"/>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9"/>
                <a:stretch>
                  <a:fillRect t="-9524" b="-26190"/>
                </a:stretch>
              </a:blipFill>
              <a:ln w="0">
                <a:noFill/>
              </a:ln>
            </p:spPr>
            <p:txBody>
              <a:bodyPr/>
              <a:lstStyle/>
              <a:p>
                <a:r>
                  <a:rPr lang="it-IT">
                    <a:noFill/>
                  </a:rPr>
                  <a:t> </a:t>
                </a:r>
              </a:p>
            </p:txBody>
          </p:sp>
        </mc:Fallback>
      </mc:AlternateContent>
      <p:sp>
        <p:nvSpPr>
          <p:cNvPr id="168" name="line_164">
            <a:extLst>
              <a:ext uri="{FF2B5EF4-FFF2-40B4-BE49-F238E27FC236}">
                <a16:creationId xmlns:a16="http://schemas.microsoft.com/office/drawing/2014/main" id="{0C962B01-FC26-4D5D-A1F9-918F869A81D5}"/>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169" name="text_165">
            <a:extLst>
              <a:ext uri="{FF2B5EF4-FFF2-40B4-BE49-F238E27FC236}">
                <a16:creationId xmlns:a16="http://schemas.microsoft.com/office/drawing/2014/main" id="{F172B3C6-EC5D-403E-B304-3EDCFF05BDC0}"/>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70" name="note_box_166">
            <a:extLst>
              <a:ext uri="{FF2B5EF4-FFF2-40B4-BE49-F238E27FC236}">
                <a16:creationId xmlns:a16="http://schemas.microsoft.com/office/drawing/2014/main" id="{DD70E0CB-5413-4CDE-8A34-45BD8FC17C41}"/>
              </a:ext>
            </a:extLst>
          </p:cNvPr>
          <p:cNvSpPr>
            <a:spLocks noGrp="1"/>
          </p:cNvSpPr>
          <p:nvPr/>
        </p:nvSpPr>
        <p:spPr>
          <a:xfrm>
            <a:off x="72009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71" name="equation_167" descr="\phi_2(x)">
                <a:extLst>
                  <a:ext uri="{FF2B5EF4-FFF2-40B4-BE49-F238E27FC236}">
                    <a16:creationId xmlns:a16="http://schemas.microsoft.com/office/drawing/2014/main" id="{56FEF012-1C12-4C36-B489-9FA72943CD50}"/>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71" name="equation_167" descr="\phi_2(x)">
                <a:extLst>
                  <a:ext uri="{FF2B5EF4-FFF2-40B4-BE49-F238E27FC236}">
                    <a16:creationId xmlns:a16="http://schemas.microsoft.com/office/drawing/2014/main" id="{56FEF012-1C12-4C36-B489-9FA72943CD50}"/>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0"/>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2" name="equation_168" descr="5">
                <a:extLst>
                  <a:ext uri="{FF2B5EF4-FFF2-40B4-BE49-F238E27FC236}">
                    <a16:creationId xmlns:a16="http://schemas.microsoft.com/office/drawing/2014/main" id="{E604F131-D0CB-4FF6-8935-4C57F539A5F9}"/>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172" name="equation_168" descr="5">
                <a:extLst>
                  <a:ext uri="{FF2B5EF4-FFF2-40B4-BE49-F238E27FC236}">
                    <a16:creationId xmlns:a16="http://schemas.microsoft.com/office/drawing/2014/main" id="{E604F131-D0CB-4FF6-8935-4C57F539A5F9}"/>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1"/>
                <a:stretch>
                  <a:fillRect t="-9524" b="-26190"/>
                </a:stretch>
              </a:blipFill>
              <a:ln w="0">
                <a:noFill/>
              </a:ln>
            </p:spPr>
            <p:txBody>
              <a:bodyPr/>
              <a:lstStyle/>
              <a:p>
                <a:r>
                  <a:rPr lang="it-IT">
                    <a:noFill/>
                  </a:rPr>
                  <a:t> </a:t>
                </a:r>
              </a:p>
            </p:txBody>
          </p:sp>
        </mc:Fallback>
      </mc:AlternateContent>
      <p:sp>
        <p:nvSpPr>
          <p:cNvPr id="173" name="line_169">
            <a:extLst>
              <a:ext uri="{FF2B5EF4-FFF2-40B4-BE49-F238E27FC236}">
                <a16:creationId xmlns:a16="http://schemas.microsoft.com/office/drawing/2014/main" id="{29E27773-9F2C-4814-BAA8-1D703E854986}"/>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74" name="text_170">
            <a:extLst>
              <a:ext uri="{FF2B5EF4-FFF2-40B4-BE49-F238E27FC236}">
                <a16:creationId xmlns:a16="http://schemas.microsoft.com/office/drawing/2014/main" id="{2D7D35F7-5998-4869-A206-FB46C6A31B7F}"/>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75" name="note_box_171">
            <a:extLst>
              <a:ext uri="{FF2B5EF4-FFF2-40B4-BE49-F238E27FC236}">
                <a16:creationId xmlns:a16="http://schemas.microsoft.com/office/drawing/2014/main" id="{35EDBBE8-5135-4DE7-98E0-E5A35D623B58}"/>
              </a:ext>
            </a:extLst>
          </p:cNvPr>
          <p:cNvSpPr>
            <a:spLocks noGrp="1"/>
          </p:cNvSpPr>
          <p:nvPr/>
        </p:nvSpPr>
        <p:spPr>
          <a:xfrm>
            <a:off x="8877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76" name="equation_172" descr="a_3(x)">
                <a:extLst>
                  <a:ext uri="{FF2B5EF4-FFF2-40B4-BE49-F238E27FC236}">
                    <a16:creationId xmlns:a16="http://schemas.microsoft.com/office/drawing/2014/main" id="{8AF34F04-6E0D-4A3A-897E-59E9EA64EBA6}"/>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76" name="equation_172" descr="a_3(x)">
                <a:extLst>
                  <a:ext uri="{FF2B5EF4-FFF2-40B4-BE49-F238E27FC236}">
                    <a16:creationId xmlns:a16="http://schemas.microsoft.com/office/drawing/2014/main" id="{8AF34F04-6E0D-4A3A-897E-59E9EA64EBA6}"/>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7" name="equation_173" descr="-3">
                <a:extLst>
                  <a:ext uri="{FF2B5EF4-FFF2-40B4-BE49-F238E27FC236}">
                    <a16:creationId xmlns:a16="http://schemas.microsoft.com/office/drawing/2014/main" id="{D7FE3B9D-6DBB-4900-81FE-A4FAE202EE1C}"/>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177" name="equation_173" descr="-3">
                <a:extLst>
                  <a:ext uri="{FF2B5EF4-FFF2-40B4-BE49-F238E27FC236}">
                    <a16:creationId xmlns:a16="http://schemas.microsoft.com/office/drawing/2014/main" id="{D7FE3B9D-6DBB-4900-81FE-A4FAE202EE1C}"/>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178" name="line_174">
            <a:extLst>
              <a:ext uri="{FF2B5EF4-FFF2-40B4-BE49-F238E27FC236}">
                <a16:creationId xmlns:a16="http://schemas.microsoft.com/office/drawing/2014/main" id="{418F56B6-6633-4938-A92B-BF0E03385153}"/>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79" name="text_175">
            <a:extLst>
              <a:ext uri="{FF2B5EF4-FFF2-40B4-BE49-F238E27FC236}">
                <a16:creationId xmlns:a16="http://schemas.microsoft.com/office/drawing/2014/main" id="{7039F21D-D9DE-425D-ADC1-527C89F33C33}"/>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80" name="note_box_176">
            <a:extLst>
              <a:ext uri="{FF2B5EF4-FFF2-40B4-BE49-F238E27FC236}">
                <a16:creationId xmlns:a16="http://schemas.microsoft.com/office/drawing/2014/main" id="{48A2F561-DC06-4D6B-AF5E-0D24C0C1D6DF}"/>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81" name="equation_177" descr="\mathcal{L}_{\mathrm{sq}}">
                <a:extLst>
                  <a:ext uri="{FF2B5EF4-FFF2-40B4-BE49-F238E27FC236}">
                    <a16:creationId xmlns:a16="http://schemas.microsoft.com/office/drawing/2014/main" id="{F111DD71-9880-469E-994C-0B4413C801ED}"/>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81" name="equation_177" descr="\mathcal{L}_{\mathrm{sq}}">
                <a:extLst>
                  <a:ext uri="{FF2B5EF4-FFF2-40B4-BE49-F238E27FC236}">
                    <a16:creationId xmlns:a16="http://schemas.microsoft.com/office/drawing/2014/main" id="{F111DD71-9880-469E-994C-0B4413C801ED}"/>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2" name="equation_178" descr="1">
                <a:extLst>
                  <a:ext uri="{FF2B5EF4-FFF2-40B4-BE49-F238E27FC236}">
                    <a16:creationId xmlns:a16="http://schemas.microsoft.com/office/drawing/2014/main" id="{34F1C1DA-D41D-4042-A0C2-97A5B4673FFF}"/>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82" name="equation_178" descr="1">
                <a:extLst>
                  <a:ext uri="{FF2B5EF4-FFF2-40B4-BE49-F238E27FC236}">
                    <a16:creationId xmlns:a16="http://schemas.microsoft.com/office/drawing/2014/main" id="{34F1C1DA-D41D-4042-A0C2-97A5B4673FFF}"/>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183" name="line_179">
            <a:extLst>
              <a:ext uri="{FF2B5EF4-FFF2-40B4-BE49-F238E27FC236}">
                <a16:creationId xmlns:a16="http://schemas.microsoft.com/office/drawing/2014/main" id="{723E3BF6-47D6-407D-95AB-8355CA404159}"/>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84" name="text_180">
            <a:extLst>
              <a:ext uri="{FF2B5EF4-FFF2-40B4-BE49-F238E27FC236}">
                <a16:creationId xmlns:a16="http://schemas.microsoft.com/office/drawing/2014/main" id="{B3197FFF-2319-4AB3-A939-124E5DFA2F17}"/>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85" name="note_box_181">
            <a:extLst>
              <a:ext uri="{FF2B5EF4-FFF2-40B4-BE49-F238E27FC236}">
                <a16:creationId xmlns:a16="http://schemas.microsoft.com/office/drawing/2014/main" id="{826491D7-1F7D-4C61-9E7A-09265ED9545F}"/>
              </a:ext>
            </a:extLst>
          </p:cNvPr>
          <p:cNvSpPr>
            <a:spLocks noGrp="1"/>
          </p:cNvSpPr>
          <p:nvPr/>
        </p:nvSpPr>
        <p:spPr>
          <a:xfrm>
            <a:off x="96393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86" name="equation_182" descr="y=-2">
                <a:extLst>
                  <a:ext uri="{FF2B5EF4-FFF2-40B4-BE49-F238E27FC236}">
                    <a16:creationId xmlns:a16="http://schemas.microsoft.com/office/drawing/2014/main" id="{2D93999A-842B-4CD3-833A-A8194B84C7FF}"/>
                  </a:ext>
                </a:extLst>
              </p:cNvPr>
              <p:cNvSpPr>
                <a:spLocks noGrp="1"/>
              </p:cNvSpPr>
              <p:nvPr/>
            </p:nvSpPr>
            <p:spPr>
              <a:xfrm>
                <a:off x="96678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=−2</m:t>
                      </m:r>
                    </m:oMath>
                  </m:oMathPara>
                </a14:m>
                <a:endParaRPr lang="en-GB" sz="2000"/>
              </a:p>
            </p:txBody>
          </p:sp>
        </mc:Choice>
        <mc:Fallback xmlns="">
          <p:sp>
            <p:nvSpPr>
              <p:cNvPr id="186" name="equation_182" descr="y=-2">
                <a:extLst>
                  <a:ext uri="{FF2B5EF4-FFF2-40B4-BE49-F238E27FC236}">
                    <a16:creationId xmlns:a16="http://schemas.microsoft.com/office/drawing/2014/main" id="{2D93999A-842B-4CD3-833A-A8194B84C7FF}"/>
                  </a:ext>
                </a:extLst>
              </p:cNvPr>
              <p:cNvSpPr>
                <a:spLocks noGrp="1" noRot="1" noChangeAspect="1" noMove="1" noResize="1" noEditPoints="1" noAdjustHandles="1" noChangeArrowheads="1" noChangeShapeType="1" noTextEdit="1"/>
              </p:cNvSpPr>
              <p:nvPr/>
            </p:nvSpPr>
            <p:spPr>
              <a:xfrm>
                <a:off x="9667875" y="2867025"/>
                <a:ext cx="1085850" cy="247650"/>
              </a:xfrm>
              <a:prstGeom prst="rect">
                <a:avLst/>
              </a:prstGeom>
              <a:blipFill>
                <a:blip r:embed="rId16"/>
                <a:stretch>
                  <a:fillRect t="-2439" b="-41463"/>
                </a:stretch>
              </a:blipFill>
              <a:ln w="0">
                <a:noFill/>
              </a:ln>
            </p:spPr>
            <p:txBody>
              <a:bodyPr/>
              <a:lstStyle/>
              <a:p>
                <a:r>
                  <a:rPr lang="it-IT">
                    <a:noFill/>
                  </a:rPr>
                  <a:t> </a:t>
                </a:r>
              </a:p>
            </p:txBody>
          </p:sp>
        </mc:Fallback>
      </mc:AlternateContent>
      <p:sp>
        <p:nvSpPr>
          <p:cNvPr id="187" name="line_183">
            <a:extLst>
              <a:ext uri="{FF2B5EF4-FFF2-40B4-BE49-F238E27FC236}">
                <a16:creationId xmlns:a16="http://schemas.microsoft.com/office/drawing/2014/main" id="{80A7FD2E-FD5A-4D4E-9D2B-A73FCEEA9367}"/>
              </a:ext>
            </a:extLst>
          </p:cNvPr>
          <p:cNvSpPr>
            <a:spLocks noGrp="1"/>
          </p:cNvSpPr>
          <p:nvPr/>
        </p:nvSpPr>
        <p:spPr>
          <a:xfrm>
            <a:off x="94869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88" name="line_184">
            <a:extLst>
              <a:ext uri="{FF2B5EF4-FFF2-40B4-BE49-F238E27FC236}">
                <a16:creationId xmlns:a16="http://schemas.microsoft.com/office/drawing/2014/main" id="{3EB69905-05C3-450D-8D5F-4388BCF2486E}"/>
              </a:ext>
            </a:extLst>
          </p:cNvPr>
          <p:cNvSpPr>
            <a:spLocks noGrp="1"/>
          </p:cNvSpPr>
          <p:nvPr/>
        </p:nvSpPr>
        <p:spPr>
          <a:xfrm>
            <a:off x="102108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89" name="line_185">
            <a:extLst>
              <a:ext uri="{FF2B5EF4-FFF2-40B4-BE49-F238E27FC236}">
                <a16:creationId xmlns:a16="http://schemas.microsoft.com/office/drawing/2014/main" id="{A1C9A651-DCDC-4A2B-AC99-E4AABC3007D1}"/>
              </a:ext>
            </a:extLst>
          </p:cNvPr>
          <p:cNvSpPr>
            <a:spLocks noGrp="1"/>
          </p:cNvSpPr>
          <p:nvPr/>
        </p:nvSpPr>
        <p:spPr>
          <a:xfrm>
            <a:off x="9486900" y="4238625"/>
            <a:ext cx="476" cy="114300"/>
          </a:xfrm>
          <a:prstGeom prst="line">
            <a:avLst/>
          </a:prstGeom>
          <a:noFill/>
          <a:ln w="16193">
            <a:solidFill>
              <a:srgbClr val="AB4910"/>
            </a:solidFill>
            <a:tailEnd type="triangle" w="sm" len="sm"/>
          </a:ln>
        </p:spPr>
        <p:txBody>
          <a:bodyPr/>
          <a:lstStyle/>
          <a:p>
            <a:endParaRPr lang="it-IT"/>
          </a:p>
        </p:txBody>
      </p:sp>
      <p:sp>
        <p:nvSpPr>
          <p:cNvPr id="190" name="line_186">
            <a:extLst>
              <a:ext uri="{FF2B5EF4-FFF2-40B4-BE49-F238E27FC236}">
                <a16:creationId xmlns:a16="http://schemas.microsoft.com/office/drawing/2014/main" id="{679EA176-DBD3-4531-B772-3DC39E5EC218}"/>
              </a:ext>
            </a:extLst>
          </p:cNvPr>
          <p:cNvSpPr>
            <a:spLocks noGrp="1"/>
          </p:cNvSpPr>
          <p:nvPr/>
        </p:nvSpPr>
        <p:spPr>
          <a:xfrm>
            <a:off x="10153650" y="4238625"/>
            <a:ext cx="476" cy="66675"/>
          </a:xfrm>
          <a:prstGeom prst="line">
            <a:avLst/>
          </a:prstGeom>
          <a:noFill/>
          <a:ln w="16193">
            <a:solidFill>
              <a:srgbClr val="AB4910"/>
            </a:solidFill>
          </a:ln>
        </p:spPr>
        <p:txBody>
          <a:bodyPr/>
          <a:lstStyle/>
          <a:p>
            <a:endParaRPr lang="it-IT"/>
          </a:p>
        </p:txBody>
      </p:sp>
      <p:sp>
        <p:nvSpPr>
          <p:cNvPr id="191" name="line_187">
            <a:extLst>
              <a:ext uri="{FF2B5EF4-FFF2-40B4-BE49-F238E27FC236}">
                <a16:creationId xmlns:a16="http://schemas.microsoft.com/office/drawing/2014/main" id="{7A79707E-E1DA-4315-8153-21D0C06ACB4E}"/>
              </a:ext>
            </a:extLst>
          </p:cNvPr>
          <p:cNvSpPr>
            <a:spLocks noGrp="1"/>
          </p:cNvSpPr>
          <p:nvPr/>
        </p:nvSpPr>
        <p:spPr>
          <a:xfrm>
            <a:off x="10153650" y="4305300"/>
            <a:ext cx="1066800" cy="476"/>
          </a:xfrm>
          <a:prstGeom prst="line">
            <a:avLst/>
          </a:prstGeom>
          <a:noFill/>
          <a:ln w="16193">
            <a:solidFill>
              <a:srgbClr val="AB4910"/>
            </a:solidFill>
          </a:ln>
        </p:spPr>
        <p:txBody>
          <a:bodyPr/>
          <a:lstStyle/>
          <a:p>
            <a:endParaRPr lang="it-IT"/>
          </a:p>
        </p:txBody>
      </p:sp>
      <p:sp>
        <p:nvSpPr>
          <p:cNvPr id="192" name="line_188">
            <a:extLst>
              <a:ext uri="{FF2B5EF4-FFF2-40B4-BE49-F238E27FC236}">
                <a16:creationId xmlns:a16="http://schemas.microsoft.com/office/drawing/2014/main" id="{247B7EBC-A7B5-4922-8C52-B3D3F03994CC}"/>
              </a:ext>
            </a:extLst>
          </p:cNvPr>
          <p:cNvSpPr>
            <a:spLocks noGrp="1"/>
          </p:cNvSpPr>
          <p:nvPr/>
        </p:nvSpPr>
        <p:spPr>
          <a:xfrm>
            <a:off x="11220450" y="4305300"/>
            <a:ext cx="476" cy="1476375"/>
          </a:xfrm>
          <a:prstGeom prst="line">
            <a:avLst/>
          </a:prstGeom>
          <a:noFill/>
          <a:ln w="16193">
            <a:solidFill>
              <a:srgbClr val="AB4910"/>
            </a:solidFill>
          </a:ln>
        </p:spPr>
        <p:txBody>
          <a:bodyPr/>
          <a:lstStyle/>
          <a:p>
            <a:endParaRPr lang="it-IT"/>
          </a:p>
        </p:txBody>
      </p:sp>
      <p:sp>
        <p:nvSpPr>
          <p:cNvPr id="193" name="line_189">
            <a:extLst>
              <a:ext uri="{FF2B5EF4-FFF2-40B4-BE49-F238E27FC236}">
                <a16:creationId xmlns:a16="http://schemas.microsoft.com/office/drawing/2014/main" id="{B5878166-C06D-4FAB-8CA8-814BCC198B4A}"/>
              </a:ext>
            </a:extLst>
          </p:cNvPr>
          <p:cNvSpPr>
            <a:spLocks noGrp="1"/>
          </p:cNvSpPr>
          <p:nvPr/>
        </p:nvSpPr>
        <p:spPr>
          <a:xfrm flipH="1">
            <a:off x="11029950" y="5781675"/>
            <a:ext cx="190500" cy="476"/>
          </a:xfrm>
          <a:prstGeom prst="line">
            <a:avLst/>
          </a:prstGeom>
          <a:noFill/>
          <a:ln w="16193">
            <a:solidFill>
              <a:srgbClr val="AB4910"/>
            </a:solidFill>
            <a:tailEnd type="triangle" w="sm" len="sm"/>
          </a:ln>
        </p:spPr>
        <p:txBody>
          <a:bodyPr/>
          <a:lstStyle/>
          <a:p>
            <a:endParaRPr lang="it-IT"/>
          </a:p>
        </p:txBody>
      </p:sp>
      <p:sp>
        <p:nvSpPr>
          <p:cNvPr id="194" name="line_190">
            <a:extLst>
              <a:ext uri="{FF2B5EF4-FFF2-40B4-BE49-F238E27FC236}">
                <a16:creationId xmlns:a16="http://schemas.microsoft.com/office/drawing/2014/main" id="{4BDCCE5B-9F7D-42F8-A9CC-3066BC4E95A1}"/>
              </a:ext>
            </a:extLst>
          </p:cNvPr>
          <p:cNvSpPr>
            <a:spLocks noGrp="1"/>
          </p:cNvSpPr>
          <p:nvPr/>
        </p:nvSpPr>
        <p:spPr>
          <a:xfrm>
            <a:off x="7734300" y="2762250"/>
            <a:ext cx="476" cy="2114550"/>
          </a:xfrm>
          <a:prstGeom prst="line">
            <a:avLst/>
          </a:prstGeom>
          <a:noFill/>
          <a:ln w="14288">
            <a:solidFill>
              <a:srgbClr val="235C99"/>
            </a:solidFill>
            <a:prstDash val="dash"/>
          </a:ln>
        </p:spPr>
        <p:txBody>
          <a:bodyPr/>
          <a:lstStyle/>
          <a:p>
            <a:endParaRPr lang="it-IT"/>
          </a:p>
        </p:txBody>
      </p:sp>
      <p:sp>
        <p:nvSpPr>
          <p:cNvPr id="195" name="line_191">
            <a:extLst>
              <a:ext uri="{FF2B5EF4-FFF2-40B4-BE49-F238E27FC236}">
                <a16:creationId xmlns:a16="http://schemas.microsoft.com/office/drawing/2014/main" id="{C2788FA6-C27E-4AEB-9F4D-73AF885D8E42}"/>
              </a:ext>
            </a:extLst>
          </p:cNvPr>
          <p:cNvSpPr>
            <a:spLocks noGrp="1"/>
          </p:cNvSpPr>
          <p:nvPr/>
        </p:nvSpPr>
        <p:spPr>
          <a:xfrm>
            <a:off x="7734300" y="4876800"/>
            <a:ext cx="209550" cy="476"/>
          </a:xfrm>
          <a:prstGeom prst="line">
            <a:avLst/>
          </a:prstGeom>
          <a:noFill/>
          <a:ln w="14288">
            <a:solidFill>
              <a:srgbClr val="235C99"/>
            </a:solidFill>
            <a:prstDash val="dash"/>
            <a:tailEnd type="triangle" w="sm" len="sm"/>
          </a:ln>
        </p:spPr>
        <p:txBody>
          <a:bodyPr/>
          <a:lstStyle/>
          <a:p>
            <a:endParaRPr lang="it-IT"/>
          </a:p>
        </p:txBody>
      </p:sp>
      <p:sp>
        <p:nvSpPr>
          <p:cNvPr id="196" name="note_box_192">
            <a:extLst>
              <a:ext uri="{FF2B5EF4-FFF2-40B4-BE49-F238E27FC236}">
                <a16:creationId xmlns:a16="http://schemas.microsoft.com/office/drawing/2014/main" id="{E5C564B7-F76B-48C3-A85C-39CBC6D6DC1A}"/>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97" name="equation_193" descr="J'_{1}(a_1(x))">
                <a:extLst>
                  <a:ext uri="{FF2B5EF4-FFF2-40B4-BE49-F238E27FC236}">
                    <a16:creationId xmlns:a16="http://schemas.microsoft.com/office/drawing/2014/main" id="{A00A1B8F-EF54-4420-9DFD-12C92449CA73}"/>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197" name="equation_193" descr="J'_{1}(3)">
                <a:extLst>
                  <a:ext uri="{FF2B5EF4-FFF2-40B4-BE49-F238E27FC236}">
                    <a16:creationId xmlns:a16="http://schemas.microsoft.com/office/drawing/2014/main" id="{A00A1B8F-EF54-4420-9DFD-12C92449CA73}"/>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198" name="text_194">
            <a:extLst>
              <a:ext uri="{FF2B5EF4-FFF2-40B4-BE49-F238E27FC236}">
                <a16:creationId xmlns:a16="http://schemas.microsoft.com/office/drawing/2014/main" id="{0D3BDF4D-8397-4D0D-8D3C-716FE8F86FB2}"/>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199" name="note_box_195">
            <a:extLst>
              <a:ext uri="{FF2B5EF4-FFF2-40B4-BE49-F238E27FC236}">
                <a16:creationId xmlns:a16="http://schemas.microsoft.com/office/drawing/2014/main" id="{03526F75-315B-47CA-AF36-FB1906ACE20D}"/>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0" name="equation_196" descr="\frac{\partial\mathcal{L}_{\mathrm{sq}}}{\partial w_1}=?">
                <a:extLst>
                  <a:ext uri="{FF2B5EF4-FFF2-40B4-BE49-F238E27FC236}">
                    <a16:creationId xmlns:a16="http://schemas.microsoft.com/office/drawing/2014/main" id="{23B35A1C-9DBB-4E2A-A761-21E2685D51B4}"/>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00" name="equation_196" descr="\frac{\partial\mathcal{L}_{\mathrm{sq}}}{\partial w_1}=?">
                <a:extLst>
                  <a:ext uri="{FF2B5EF4-FFF2-40B4-BE49-F238E27FC236}">
                    <a16:creationId xmlns:a16="http://schemas.microsoft.com/office/drawing/2014/main" id="{23B35A1C-9DBB-4E2A-A761-21E2685D51B4}"/>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201" name="note_box_197">
            <a:extLst>
              <a:ext uri="{FF2B5EF4-FFF2-40B4-BE49-F238E27FC236}">
                <a16:creationId xmlns:a16="http://schemas.microsoft.com/office/drawing/2014/main" id="{A94F99D5-B92F-4EA0-873B-8B3916ECE3C7}"/>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2" name="equation_198" descr="\frac{\partial\mathcal{L}_{\mathrm{sq}}}{\partial b_1}=?">
                <a:extLst>
                  <a:ext uri="{FF2B5EF4-FFF2-40B4-BE49-F238E27FC236}">
                    <a16:creationId xmlns:a16="http://schemas.microsoft.com/office/drawing/2014/main" id="{BBEA6E31-05FB-40C8-A1FC-1BDE1F77503B}"/>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02" name="equation_198" descr="\frac{\partial\mathcal{L}_{\mathrm{sq}}}{\partial b_1}=?">
                <a:extLst>
                  <a:ext uri="{FF2B5EF4-FFF2-40B4-BE49-F238E27FC236}">
                    <a16:creationId xmlns:a16="http://schemas.microsoft.com/office/drawing/2014/main" id="{BBEA6E31-05FB-40C8-A1FC-1BDE1F77503B}"/>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6_equation_198"/>
                <a:stretch>
                  <a:fillRect b="-3158"/>
                </a:stretch>
              </a:blipFill>
              <a:ln w="0">
                <a:noFill/>
              </a:ln>
            </p:spPr>
            <p:txBody>
              <a:bodyPr/>
              <a:lstStyle/>
              <a:p>
                <a:r>
                  <a:rPr lang="it-IT">
                    <a:noFill/>
                  </a:rPr>
                  <a:t> </a:t>
                </a:r>
              </a:p>
            </p:txBody>
          </p:sp>
        </mc:Fallback>
      </mc:AlternateContent>
      <p:sp>
        <p:nvSpPr>
          <p:cNvPr id="203" name="note_brace_199">
            <a:extLst>
              <a:ext uri="{FF2B5EF4-FFF2-40B4-BE49-F238E27FC236}">
                <a16:creationId xmlns:a16="http://schemas.microsoft.com/office/drawing/2014/main" id="{92732AE5-3FEF-4ABF-A835-9C11E8190399}"/>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04" name="text_200">
            <a:extLst>
              <a:ext uri="{FF2B5EF4-FFF2-40B4-BE49-F238E27FC236}">
                <a16:creationId xmlns:a16="http://schemas.microsoft.com/office/drawing/2014/main" id="{12A3BFA7-F35B-4A7C-A8EB-C87E4F2EAEBC}"/>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05" name="note_box_201">
            <a:extLst>
              <a:ext uri="{FF2B5EF4-FFF2-40B4-BE49-F238E27FC236}">
                <a16:creationId xmlns:a16="http://schemas.microsoft.com/office/drawing/2014/main" id="{F81552D6-6E53-493B-8064-00B031A9E85F}"/>
              </a:ext>
            </a:extLst>
          </p:cNvPr>
          <p:cNvSpPr>
            <a:spLocks noGrp="1"/>
          </p:cNvSpPr>
          <p:nvPr/>
        </p:nvSpPr>
        <p:spPr>
          <a:xfrm>
            <a:off x="47053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6" name="equation_202" descr="J'_{2}(a_2(x))">
                <a:extLst>
                  <a:ext uri="{FF2B5EF4-FFF2-40B4-BE49-F238E27FC236}">
                    <a16:creationId xmlns:a16="http://schemas.microsoft.com/office/drawing/2014/main" id="{0A744DC9-ECAD-4439-A622-80FF2823019A}"/>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dirty="0"/>
              </a:p>
            </p:txBody>
          </p:sp>
        </mc:Choice>
        <mc:Fallback xmlns="">
          <p:sp>
            <p:nvSpPr>
              <p:cNvPr id="206" name="equation_202" descr="J'_{2}(5)">
                <a:extLst>
                  <a:ext uri="{FF2B5EF4-FFF2-40B4-BE49-F238E27FC236}">
                    <a16:creationId xmlns:a16="http://schemas.microsoft.com/office/drawing/2014/main" id="{0A744DC9-ECAD-4439-A622-80FF2823019A}"/>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207" name="text_203">
            <a:extLst>
              <a:ext uri="{FF2B5EF4-FFF2-40B4-BE49-F238E27FC236}">
                <a16:creationId xmlns:a16="http://schemas.microsoft.com/office/drawing/2014/main" id="{4FC287AF-508F-4252-A11A-504764DD7D29}"/>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208" name="note_box_204">
            <a:extLst>
              <a:ext uri="{FF2B5EF4-FFF2-40B4-BE49-F238E27FC236}">
                <a16:creationId xmlns:a16="http://schemas.microsoft.com/office/drawing/2014/main" id="{CC40E9CA-2BE2-4C9D-98E0-6207F0B109A2}"/>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9" name="equation_205" descr="\frac{\partial\mathcal{L}_{\mathrm{sq}}}{\partial w_2}=?">
                <a:extLst>
                  <a:ext uri="{FF2B5EF4-FFF2-40B4-BE49-F238E27FC236}">
                    <a16:creationId xmlns:a16="http://schemas.microsoft.com/office/drawing/2014/main" id="{D24E9D97-06C9-4C58-99F2-BFEC96D8F310}"/>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09" name="equation_205" descr="\frac{\partial\mathcal{L}_{\mathrm{sq}}}{\partial w_2}=?">
                <a:extLst>
                  <a:ext uri="{FF2B5EF4-FFF2-40B4-BE49-F238E27FC236}">
                    <a16:creationId xmlns:a16="http://schemas.microsoft.com/office/drawing/2014/main" id="{D24E9D97-06C9-4C58-99F2-BFEC96D8F310}"/>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210" name="note_box_206">
            <a:extLst>
              <a:ext uri="{FF2B5EF4-FFF2-40B4-BE49-F238E27FC236}">
                <a16:creationId xmlns:a16="http://schemas.microsoft.com/office/drawing/2014/main" id="{3A349E0C-36E6-4403-9533-2097E0E6AB2D}"/>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1" name="equation_207" descr="\frac{\partial\mathcal{L}_{\mathrm{sq}}}{\partial b_2}=?">
                <a:extLst>
                  <a:ext uri="{FF2B5EF4-FFF2-40B4-BE49-F238E27FC236}">
                    <a16:creationId xmlns:a16="http://schemas.microsoft.com/office/drawing/2014/main" id="{328D4EE8-5EDD-4FF5-81CA-0E81EB05BA89}"/>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11" name="equation_207" descr="\frac{\partial\mathcal{L}_{\mathrm{sq}}}{\partial b_2}=?">
                <a:extLst>
                  <a:ext uri="{FF2B5EF4-FFF2-40B4-BE49-F238E27FC236}">
                    <a16:creationId xmlns:a16="http://schemas.microsoft.com/office/drawing/2014/main" id="{328D4EE8-5EDD-4FF5-81CA-0E81EB05BA89}"/>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6_equation_207"/>
                <a:stretch>
                  <a:fillRect b="-3158"/>
                </a:stretch>
              </a:blipFill>
              <a:ln w="0">
                <a:noFill/>
              </a:ln>
            </p:spPr>
            <p:txBody>
              <a:bodyPr/>
              <a:lstStyle/>
              <a:p>
                <a:r>
                  <a:rPr lang="it-IT">
                    <a:noFill/>
                  </a:rPr>
                  <a:t> </a:t>
                </a:r>
              </a:p>
            </p:txBody>
          </p:sp>
        </mc:Fallback>
      </mc:AlternateContent>
      <p:sp>
        <p:nvSpPr>
          <p:cNvPr id="212" name="note_brace_208">
            <a:extLst>
              <a:ext uri="{FF2B5EF4-FFF2-40B4-BE49-F238E27FC236}">
                <a16:creationId xmlns:a16="http://schemas.microsoft.com/office/drawing/2014/main" id="{57CD4FDB-20A8-4671-B27A-B2B4C1AB3146}"/>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13" name="text_209">
            <a:extLst>
              <a:ext uri="{FF2B5EF4-FFF2-40B4-BE49-F238E27FC236}">
                <a16:creationId xmlns:a16="http://schemas.microsoft.com/office/drawing/2014/main" id="{DDA8CC5A-C373-40E9-A461-500BC3720000}"/>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14" name="note_box_210">
            <a:extLst>
              <a:ext uri="{FF2B5EF4-FFF2-40B4-BE49-F238E27FC236}">
                <a16:creationId xmlns:a16="http://schemas.microsoft.com/office/drawing/2014/main" id="{C3602C53-C919-4815-B216-CC7F9F2A85B4}"/>
              </a:ext>
            </a:extLst>
          </p:cNvPr>
          <p:cNvSpPr>
            <a:spLocks noGrp="1"/>
          </p:cNvSpPr>
          <p:nvPr/>
        </p:nvSpPr>
        <p:spPr>
          <a:xfrm>
            <a:off x="8058150" y="3238500"/>
            <a:ext cx="28575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15" name="equation_211" descr="J'_{3}(a_3(x))">
                <a:extLst>
                  <a:ext uri="{FF2B5EF4-FFF2-40B4-BE49-F238E27FC236}">
                    <a16:creationId xmlns:a16="http://schemas.microsoft.com/office/drawing/2014/main" id="{7ECED21B-0DDE-4D22-ABE4-064367035648}"/>
                  </a:ext>
                </a:extLst>
              </p:cNvPr>
              <p:cNvSpPr>
                <a:spLocks noGrp="1"/>
              </p:cNvSpPr>
              <p:nvPr/>
            </p:nvSpPr>
            <p:spPr>
              <a:xfrm>
                <a:off x="81343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3</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215" name="equation_211" descr="J'_{3}(-3)">
                <a:extLst>
                  <a:ext uri="{FF2B5EF4-FFF2-40B4-BE49-F238E27FC236}">
                    <a16:creationId xmlns:a16="http://schemas.microsoft.com/office/drawing/2014/main" id="{7ECED21B-0DDE-4D22-ABE4-064367035648}"/>
                  </a:ext>
                </a:extLst>
              </p:cNvPr>
              <p:cNvSpPr>
                <a:spLocks noGrp="1" noRot="1" noChangeAspect="1" noMove="1" noResize="1" noEditPoints="1" noAdjustHandles="1" noChangeArrowheads="1" noChangeShapeType="1" noTextEdit="1"/>
              </p:cNvSpPr>
              <p:nvPr/>
            </p:nvSpPr>
            <p:spPr>
              <a:xfrm>
                <a:off x="81343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6" name="equation_212" descr="=-2">
                <a:extLst>
                  <a:ext uri="{FF2B5EF4-FFF2-40B4-BE49-F238E27FC236}">
                    <a16:creationId xmlns:a16="http://schemas.microsoft.com/office/drawing/2014/main" id="{05992674-95DC-483F-9D56-49A6CBEC4429}"/>
                  </a:ext>
                </a:extLst>
              </p:cNvPr>
              <p:cNvSpPr>
                <a:spLocks noGrp="1"/>
              </p:cNvSpPr>
              <p:nvPr/>
            </p:nvSpPr>
            <p:spPr>
              <a:xfrm>
                <a:off x="8134350" y="3590925"/>
                <a:ext cx="27051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oMath>
                  </m:oMathPara>
                </a14:m>
                <a:endParaRPr lang="en-GB" sz="2000"/>
              </a:p>
            </p:txBody>
          </p:sp>
        </mc:Choice>
        <mc:Fallback xmlns="">
          <p:sp>
            <p:nvSpPr>
              <p:cNvPr id="216" name="equation_212" descr="=2(a_3(x)-y)">
                <a:extLst>
                  <a:ext uri="{FF2B5EF4-FFF2-40B4-BE49-F238E27FC236}">
                    <a16:creationId xmlns:a16="http://schemas.microsoft.com/office/drawing/2014/main" id="{05992674-95DC-483F-9D56-49A6CBEC4429}"/>
                  </a:ext>
                </a:extLst>
              </p:cNvPr>
              <p:cNvSpPr>
                <a:spLocks noGrp="1" noRot="1" noChangeAspect="1" noMove="1" noResize="1" noEditPoints="1" noAdjustHandles="1" noChangeArrowheads="1" noChangeShapeType="1" noTextEdit="1"/>
              </p:cNvSpPr>
              <p:nvPr/>
            </p:nvSpPr>
            <p:spPr>
              <a:xfrm>
                <a:off x="8134350" y="3590925"/>
                <a:ext cx="2705100" cy="304800"/>
              </a:xfrm>
              <a:prstGeom prst="rect">
                <a:avLst/>
              </a:prstGeom>
              <a:blipFill>
                <a:blip r:embed="rId27"/>
                <a:stretch>
                  <a:fillRect t="-4000" b="-4200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7" name="equation_213">
                <a:extLst>
                  <a:ext uri="{FF2B5EF4-FFF2-40B4-BE49-F238E27FC236}">
                    <a16:creationId xmlns:a16="http://schemas.microsoft.com/office/drawing/2014/main" id="{7769AB05-4CCC-4B4D-A3C6-A75CE89F8C88}"/>
                  </a:ext>
                </a:extLst>
              </p:cNvPr>
              <p:cNvSpPr>
                <a:spLocks noGrp="1"/>
              </p:cNvSpPr>
              <p:nvPr/>
            </p:nvSpPr>
            <p:spPr>
              <a:xfrm>
                <a:off x="81343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217" name="equation_213" descr="=2(-3+2)=-2">
                <a:extLst>
                  <a:ext uri="{FF2B5EF4-FFF2-40B4-BE49-F238E27FC236}">
                    <a16:creationId xmlns:a16="http://schemas.microsoft.com/office/drawing/2014/main" id="{7769AB05-4CCC-4B4D-A3C6-A75CE89F8C88}"/>
                  </a:ext>
                </a:extLst>
              </p:cNvPr>
              <p:cNvSpPr>
                <a:spLocks noGrp="1" noRot="1" noChangeAspect="1" noMove="1" noResize="1" noEditPoints="1" noAdjustHandles="1" noChangeArrowheads="1" noChangeShapeType="1" noTextEdit="1"/>
              </p:cNvSpPr>
              <p:nvPr/>
            </p:nvSpPr>
            <p:spPr>
              <a:xfrm>
                <a:off x="8134350" y="3905250"/>
                <a:ext cx="2705100" cy="295275"/>
              </a:xfrm>
              <a:prstGeom prst="rect">
                <a:avLst/>
              </a:prstGeom>
              <a:blipFill>
                <a:blip r:embed="rId29"/>
                <a:stretch>
                  <a:fillRect b="-10417"/>
                </a:stretch>
              </a:blipFill>
              <a:ln w="0">
                <a:noFill/>
              </a:ln>
            </p:spPr>
            <p:txBody>
              <a:bodyPr/>
              <a:lstStyle/>
              <a:p>
                <a:r>
                  <a:rPr lang="it-IT">
                    <a:noFill/>
                  </a:rPr>
                  <a:t> </a:t>
                </a:r>
              </a:p>
            </p:txBody>
          </p:sp>
        </mc:Fallback>
      </mc:AlternateContent>
      <p:sp>
        <p:nvSpPr>
          <p:cNvPr id="218" name="note_box_214">
            <a:extLst>
              <a:ext uri="{FF2B5EF4-FFF2-40B4-BE49-F238E27FC236}">
                <a16:creationId xmlns:a16="http://schemas.microsoft.com/office/drawing/2014/main" id="{FC66483E-66EA-4E27-B433-581FA11D55DD}"/>
              </a:ext>
            </a:extLst>
          </p:cNvPr>
          <p:cNvSpPr>
            <a:spLocks noGrp="1"/>
          </p:cNvSpPr>
          <p:nvPr/>
        </p:nvSpPr>
        <p:spPr>
          <a:xfrm>
            <a:off x="7886700" y="4371975"/>
            <a:ext cx="3200400" cy="98107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19" name="equation_215" descr="\frac{\partial\mathcal{L}_{\mathrm{sq}}}{\partial w_3}=J'_{3}(a_3(x))\,\phi_2(x)">
                <a:extLst>
                  <a:ext uri="{FF2B5EF4-FFF2-40B4-BE49-F238E27FC236}">
                    <a16:creationId xmlns:a16="http://schemas.microsoft.com/office/drawing/2014/main" id="{8757FB09-0CA6-44FA-9815-1818791DD157}"/>
                  </a:ext>
                </a:extLst>
              </p:cNvPr>
              <p:cNvSpPr>
                <a:spLocks noGrp="1"/>
              </p:cNvSpPr>
              <p:nvPr/>
            </p:nvSpPr>
            <p:spPr>
              <a:xfrm>
                <a:off x="7943850" y="4392295"/>
                <a:ext cx="3086100" cy="63563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𝑤</m:t>
                              </m:r>
                            </m:e>
                            <m:sub>
                              <m:r>
                                <a:rPr lang="en-GB" sz="2000">
                                  <a:solidFill>
                                    <a:srgbClr val="AF1B29"/>
                                  </a:solidFill>
                                  <a:latin typeface="Cambria Math"/>
                                  <a:ea typeface="Cambria Math"/>
                                  <a:cs typeface="Cambria Math"/>
                                </a:rPr>
                                <m:t>3</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3</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3</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en-GB" sz="2000">
                          <a:solidFill>
                            <a:srgbClr val="AF1B29"/>
                          </a:solidFill>
                          <a:latin typeface="Cambria Math"/>
                          <a:ea typeface="Cambria Math"/>
                          <a:cs typeface="Cambria Math"/>
                        </a:rPr>
                        <m:t> </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𝜙</m:t>
                          </m:r>
                        </m:e>
                        <m:sub>
                          <m:r>
                            <a:rPr lang="en-GB" sz="2000">
                              <a:solidFill>
                                <a:srgbClr val="AF1B29"/>
                              </a:solidFill>
                              <a:latin typeface="Cambria Math"/>
                              <a:ea typeface="Cambria Math"/>
                              <a:cs typeface="Cambria Math"/>
                            </a:rPr>
                            <m:t>2</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oMath>
                  </m:oMathPara>
                </a14:m>
                <a:endParaRPr lang="en-GB" sz="2000" dirty="0"/>
              </a:p>
            </p:txBody>
          </p:sp>
        </mc:Choice>
        <mc:Fallback xmlns="">
          <p:sp>
            <p:nvSpPr>
              <p:cNvPr id="219" name="equation_215" descr="\frac{\partial\mathcal{L}_{\mathrm{sq}}}{\partial w_3}=J'_{3}(a_3(x))\,\phi_2(x)">
                <a:extLst>
                  <a:ext uri="{FF2B5EF4-FFF2-40B4-BE49-F238E27FC236}">
                    <a16:creationId xmlns:a16="http://schemas.microsoft.com/office/drawing/2014/main" id="{8757FB09-0CA6-44FA-9815-1818791DD157}"/>
                  </a:ext>
                </a:extLst>
              </p:cNvPr>
              <p:cNvSpPr>
                <a:spLocks noGrp="1" noRot="1" noChangeAspect="1" noMove="1" noResize="1" noEditPoints="1" noAdjustHandles="1" noChangeArrowheads="1" noChangeShapeType="1" noTextEdit="1"/>
              </p:cNvSpPr>
              <p:nvPr/>
            </p:nvSpPr>
            <p:spPr>
              <a:xfrm>
                <a:off x="7943850" y="4392295"/>
                <a:ext cx="3086100" cy="635635"/>
              </a:xfrm>
              <a:prstGeom prst="rect">
                <a:avLst/>
              </a:prstGeom>
              <a:blipFill>
                <a:blip r:embed="rId30"/>
                <a:stretch>
                  <a:fillRect b="-19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0" name="equation_216" descr="=(-2)(5)=-10">
                <a:extLst>
                  <a:ext uri="{FF2B5EF4-FFF2-40B4-BE49-F238E27FC236}">
                    <a16:creationId xmlns:a16="http://schemas.microsoft.com/office/drawing/2014/main" id="{8B969185-1725-4CED-B49E-14A3561C2F56}"/>
                  </a:ext>
                </a:extLst>
              </p:cNvPr>
              <p:cNvSpPr>
                <a:spLocks noGrp="1"/>
              </p:cNvSpPr>
              <p:nvPr/>
            </p:nvSpPr>
            <p:spPr>
              <a:xfrm>
                <a:off x="8058150" y="5029200"/>
                <a:ext cx="285750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smtClean="0">
                          <a:solidFill>
                            <a:srgbClr val="AF1B29"/>
                          </a:solidFill>
                          <a:latin typeface="Cambria Math"/>
                          <a:ea typeface="Cambria Math"/>
                          <a:cs typeface="Cambria Math"/>
                        </a:rPr>
                        <m:t>=</m:t>
                      </m:r>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−2</m:t>
                          </m:r>
                        </m:e>
                      </m:d>
                      <m:r>
                        <a:rPr lang="it-IT" sz="2000" b="0" i="1" smtClean="0">
                          <a:solidFill>
                            <a:srgbClr val="AF1B29"/>
                          </a:solidFill>
                          <a:latin typeface="Cambria Math" panose="02040503050406030204" pitchFamily="18" charset="0"/>
                          <a:ea typeface="Cambria Math"/>
                          <a:cs typeface="Cambria Math"/>
                        </a:rPr>
                        <m:t>⋅</m:t>
                      </m:r>
                      <m:r>
                        <a:rPr lang="en-GB" sz="2000">
                          <a:solidFill>
                            <a:srgbClr val="AF1B29"/>
                          </a:solidFill>
                          <a:latin typeface="Cambria Math"/>
                          <a:ea typeface="Cambria Math"/>
                          <a:cs typeface="Cambria Math"/>
                        </a:rPr>
                        <m:t>5=−10</m:t>
                      </m:r>
                    </m:oMath>
                  </m:oMathPara>
                </a14:m>
                <a:endParaRPr lang="en-GB" sz="2000" dirty="0"/>
              </a:p>
            </p:txBody>
          </p:sp>
        </mc:Choice>
        <mc:Fallback xmlns="">
          <p:sp>
            <p:nvSpPr>
              <p:cNvPr id="220" name="equation_216" descr="=(-2)(5)=-10">
                <a:extLst>
                  <a:ext uri="{FF2B5EF4-FFF2-40B4-BE49-F238E27FC236}">
                    <a16:creationId xmlns:a16="http://schemas.microsoft.com/office/drawing/2014/main" id="{8B969185-1725-4CED-B49E-14A3561C2F56}"/>
                  </a:ext>
                </a:extLst>
              </p:cNvPr>
              <p:cNvSpPr>
                <a:spLocks noGrp="1" noRot="1" noChangeAspect="1" noMove="1" noResize="1" noEditPoints="1" noAdjustHandles="1" noChangeArrowheads="1" noChangeShapeType="1" noTextEdit="1"/>
              </p:cNvSpPr>
              <p:nvPr/>
            </p:nvSpPr>
            <p:spPr>
              <a:xfrm>
                <a:off x="8058150" y="5029200"/>
                <a:ext cx="2857500" cy="276225"/>
              </a:xfrm>
              <a:prstGeom prst="rect">
                <a:avLst/>
              </a:prstGeom>
              <a:blipFill>
                <a:blip r:embed="rId31"/>
                <a:stretch>
                  <a:fillRect b="-15556"/>
                </a:stretch>
              </a:blipFill>
              <a:ln w="0">
                <a:noFill/>
              </a:ln>
            </p:spPr>
            <p:txBody>
              <a:bodyPr/>
              <a:lstStyle/>
              <a:p>
                <a:r>
                  <a:rPr lang="it-IT">
                    <a:noFill/>
                  </a:rPr>
                  <a:t> </a:t>
                </a:r>
              </a:p>
            </p:txBody>
          </p:sp>
        </mc:Fallback>
      </mc:AlternateContent>
      <p:sp>
        <p:nvSpPr>
          <p:cNvPr id="221" name="note_box_217">
            <a:extLst>
              <a:ext uri="{FF2B5EF4-FFF2-40B4-BE49-F238E27FC236}">
                <a16:creationId xmlns:a16="http://schemas.microsoft.com/office/drawing/2014/main" id="{D838F28D-3855-4D94-A0B0-472E3BAABBB4}"/>
              </a:ext>
            </a:extLst>
          </p:cNvPr>
          <p:cNvSpPr>
            <a:spLocks noGrp="1"/>
          </p:cNvSpPr>
          <p:nvPr/>
        </p:nvSpPr>
        <p:spPr>
          <a:xfrm>
            <a:off x="7886700" y="5438775"/>
            <a:ext cx="3200400" cy="69532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22" name="equation_218" descr="\frac{\partial\mathcal{L}_{\mathrm{sq}}}{\partial b_3}=J'_{3}(a_3(x))">
                <a:extLst>
                  <a:ext uri="{FF2B5EF4-FFF2-40B4-BE49-F238E27FC236}">
                    <a16:creationId xmlns:a16="http://schemas.microsoft.com/office/drawing/2014/main" id="{23F6760F-7E2D-4AEF-B151-136CE748BFF6}"/>
                  </a:ext>
                </a:extLst>
              </p:cNvPr>
              <p:cNvSpPr>
                <a:spLocks noGrp="1"/>
              </p:cNvSpPr>
              <p:nvPr/>
            </p:nvSpPr>
            <p:spPr>
              <a:xfrm>
                <a:off x="7943850" y="5467349"/>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3</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3</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3</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it-IT" sz="2000" b="0" i="1" smtClean="0">
                          <a:solidFill>
                            <a:srgbClr val="AF1B29"/>
                          </a:solidFill>
                          <a:latin typeface="Cambria Math" panose="02040503050406030204" pitchFamily="18" charset="0"/>
                          <a:ea typeface="Cambria Math"/>
                          <a:cs typeface="Cambria Math"/>
                        </a:rPr>
                        <m:t>=</m:t>
                      </m:r>
                      <m:r>
                        <a:rPr lang="en-GB" sz="2000">
                          <a:solidFill>
                            <a:srgbClr val="AF1B29"/>
                          </a:solidFill>
                          <a:latin typeface="Cambria Math"/>
                          <a:ea typeface="Cambria Math"/>
                          <a:cs typeface="Cambria Math"/>
                        </a:rPr>
                        <m:t>−2</m:t>
                      </m:r>
                    </m:oMath>
                  </m:oMathPara>
                </a14:m>
                <a:endParaRPr lang="en-GB" sz="2000" dirty="0"/>
              </a:p>
            </p:txBody>
          </p:sp>
        </mc:Choice>
        <mc:Fallback xmlns="">
          <p:sp>
            <p:nvSpPr>
              <p:cNvPr id="222" name="equation_218" descr="\frac{\partial\mathcal{L}_{\mathrm{sq}}}{\partial b_3}=J'_{3}(a_3(x))">
                <a:extLst>
                  <a:ext uri="{FF2B5EF4-FFF2-40B4-BE49-F238E27FC236}">
                    <a16:creationId xmlns:a16="http://schemas.microsoft.com/office/drawing/2014/main" id="{23F6760F-7E2D-4AEF-B151-136CE748BFF6}"/>
                  </a:ext>
                </a:extLst>
              </p:cNvPr>
              <p:cNvSpPr>
                <a:spLocks noGrp="1" noRot="1" noChangeAspect="1" noMove="1" noResize="1" noEditPoints="1" noAdjustHandles="1" noChangeArrowheads="1" noChangeShapeType="1" noTextEdit="1"/>
              </p:cNvSpPr>
              <p:nvPr/>
            </p:nvSpPr>
            <p:spPr>
              <a:xfrm>
                <a:off x="7943850" y="5467349"/>
                <a:ext cx="3086100" cy="581025"/>
              </a:xfrm>
              <a:prstGeom prst="rect">
                <a:avLst/>
              </a:prstGeom>
              <a:blipFill>
                <a:blip r:embed="rId32"/>
                <a:stretch>
                  <a:fillRect b="-7368"/>
                </a:stretch>
              </a:blipFill>
              <a:ln w="0">
                <a:noFill/>
              </a:ln>
            </p:spPr>
            <p:txBody>
              <a:bodyPr/>
              <a:lstStyle/>
              <a:p>
                <a:r>
                  <a:rPr lang="it-IT">
                    <a:noFill/>
                  </a:rPr>
                  <a:t> </a:t>
                </a:r>
              </a:p>
            </p:txBody>
          </p:sp>
        </mc:Fallback>
      </mc:AlternateContent>
      <p:sp>
        <p:nvSpPr>
          <p:cNvPr id="223" name="note_brace_219">
            <a:extLst>
              <a:ext uri="{FF2B5EF4-FFF2-40B4-BE49-F238E27FC236}">
                <a16:creationId xmlns:a16="http://schemas.microsoft.com/office/drawing/2014/main" id="{42419A91-778E-41F8-8C92-DDE293189BD7}"/>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24" name="text_220">
            <a:extLst>
              <a:ext uri="{FF2B5EF4-FFF2-40B4-BE49-F238E27FC236}">
                <a16:creationId xmlns:a16="http://schemas.microsoft.com/office/drawing/2014/main" id="{6F415EB7-2395-4668-B736-A2BEE98EB752}"/>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226" name="reuse_reminder">
                <a:extLst>
                  <a:ext uri="{FF2B5EF4-FFF2-40B4-BE49-F238E27FC236}">
                    <a16:creationId xmlns:a16="http://schemas.microsoft.com/office/drawing/2014/main" id="{43D0B320-12A5-45B0-B428-CB86144073EF}"/>
                  </a:ext>
                </a:extLst>
              </p:cNvPr>
              <p:cNvSpPr>
                <a:spLocks noGrp="1"/>
              </p:cNvSpPr>
              <p:nvPr/>
            </p:nvSpPr>
            <p:spPr>
              <a:xfrm>
                <a:off x="523875" y="1323975"/>
                <a:ext cx="11144250" cy="409575"/>
              </a:xfrm>
              <a:prstGeom prst="rect">
                <a:avLst/>
              </a:prstGeom>
              <a:noFill/>
              <a:ln w="0">
                <a:noFill/>
              </a:ln>
            </p:spPr>
            <p:txBody>
              <a:bodyPr wrap="none" lIns="0" tIns="0" rIns="0" bIns="0" anchor="ctr">
                <a:noAutofit/>
              </a:bodyPr>
              <a:lstStyle>
                <a:defPPr algn="ctr">
                  <a:defRPr sz="1800">
                    <a:solidFill>
                      <a:srgbClr val="526276"/>
                    </a:solidFill>
                    <a:latin typeface="DejaVu Sans"/>
                    <a:ea typeface="DejaVu Sans"/>
                    <a:cs typeface="DejaVu Sans"/>
                  </a:defRPr>
                </a:defPPr>
              </a:lstStyle>
              <a:p>
                <a:pPr algn="ctr"/>
                <a:r>
                  <a:rPr lang="en-GB" sz="1800">
                    <a:solidFill>
                      <a:srgbClr val="526276"/>
                    </a:solidFill>
                    <a:latin typeface="DejaVu Sans"/>
                  </a:rPr>
                  <a:t>We will reuse </a:t>
                </a:r>
                <a14:m>
                  <m:oMath xmlns:m="http://schemas.openxmlformats.org/officeDocument/2006/math">
                    <m:sSubSup>
                      <m:sSubSupPr>
                        <m:ctrlPr>
                          <a:rPr lang="en-GB" sz="1800">
                            <a:solidFill>
                              <a:srgbClr val="526276"/>
                            </a:solidFill>
                            <a:latin typeface="Cambria Math"/>
                            <a:ea typeface="Cambria Math"/>
                            <a:cs typeface="Cambria Math"/>
                          </a:rPr>
                        </m:ctrlPr>
                      </m:sSubSup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3</m:t>
                        </m:r>
                      </m:sub>
                      <m:sup>
                        <m:r>
                          <a:rPr lang="en-GB" sz="1800">
                            <a:solidFill>
                              <a:srgbClr val="526276"/>
                            </a:solidFill>
                            <a:latin typeface="Cambria Math"/>
                            <a:ea typeface="Cambria Math"/>
                            <a:cs typeface="Cambria Math"/>
                          </a:rPr>
                          <m:t>′</m:t>
                        </m:r>
                      </m:sup>
                    </m:sSubSup>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𝑎</m:t>
                            </m:r>
                          </m:e>
                          <m:sub>
                            <m:r>
                              <a:rPr lang="en-GB" sz="1800">
                                <a:solidFill>
                                  <a:srgbClr val="526276"/>
                                </a:solidFill>
                                <a:latin typeface="Cambria Math"/>
                                <a:ea typeface="Cambria Math"/>
                                <a:cs typeface="Cambria Math"/>
                              </a:rPr>
                              <m:t>3</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𝑥</m:t>
                            </m:r>
                          </m:e>
                        </m:d>
                      </m:e>
                    </m:d>
                    <m:r>
                      <a:rPr lang="en-GB" sz="1800">
                        <a:solidFill>
                          <a:srgbClr val="526276"/>
                        </a:solidFill>
                        <a:latin typeface="Cambria Math"/>
                        <a:ea typeface="Cambria Math"/>
                        <a:cs typeface="Cambria Math"/>
                      </a:rPr>
                      <m:t>=−2</m:t>
                    </m:r>
                  </m:oMath>
                </a14:m>
                <a:r>
                  <a:rPr lang="en-GB" sz="1800">
                    <a:solidFill>
                      <a:srgbClr val="526276"/>
                    </a:solidFill>
                    <a:latin typeface="DejaVu Sans"/>
                  </a:rPr>
                  <a:t> to calculate </a:t>
                </a:r>
                <a14:m>
                  <m:oMath xmlns:m="http://schemas.openxmlformats.org/officeDocument/2006/math">
                    <m:sSubSup>
                      <m:sSubSupPr>
                        <m:ctrlPr>
                          <a:rPr lang="en-GB" sz="1800">
                            <a:solidFill>
                              <a:srgbClr val="526276"/>
                            </a:solidFill>
                            <a:latin typeface="Cambria Math"/>
                            <a:ea typeface="Cambria Math"/>
                            <a:cs typeface="Cambria Math"/>
                          </a:rPr>
                        </m:ctrlPr>
                      </m:sSubSup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2</m:t>
                        </m:r>
                      </m:sub>
                      <m:sup>
                        <m:r>
                          <a:rPr lang="en-GB" sz="1800">
                            <a:solidFill>
                              <a:srgbClr val="526276"/>
                            </a:solidFill>
                            <a:latin typeface="Cambria Math"/>
                            <a:ea typeface="Cambria Math"/>
                            <a:cs typeface="Cambria Math"/>
                          </a:rPr>
                          <m:t>′</m:t>
                        </m:r>
                      </m:sup>
                    </m:sSubSup>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𝑎</m:t>
                            </m:r>
                          </m:e>
                          <m:sub>
                            <m:r>
                              <a:rPr lang="en-GB" sz="1800">
                                <a:solidFill>
                                  <a:srgbClr val="526276"/>
                                </a:solidFill>
                                <a:latin typeface="Cambria Math"/>
                                <a:ea typeface="Cambria Math"/>
                                <a:cs typeface="Cambria Math"/>
                              </a:rPr>
                              <m:t>2</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𝑥</m:t>
                            </m:r>
                          </m:e>
                        </m:d>
                      </m:e>
                    </m:d>
                  </m:oMath>
                </a14:m>
                <a:r>
                  <a:rPr lang="en-GB" sz="1800">
                    <a:solidFill>
                      <a:srgbClr val="526276"/>
                    </a:solidFill>
                    <a:latin typeface="DejaVu Sans"/>
                  </a:rPr>
                  <a:t>.</a:t>
                </a:r>
                <a:endParaRPr lang="en-GB" sz="1800"/>
              </a:p>
            </p:txBody>
          </p:sp>
        </mc:Choice>
        <mc:Fallback xmlns="">
          <p:sp>
            <p:nvSpPr>
              <p:cNvPr id="226" name="reuse_reminder">
                <a:extLst>
                  <a:ext uri="{FF2B5EF4-FFF2-40B4-BE49-F238E27FC236}">
                    <a16:creationId xmlns:a16="http://schemas.microsoft.com/office/drawing/2014/main" id="{43D0B320-12A5-45B0-B428-CB86144073EF}"/>
                  </a:ext>
                </a:extLst>
              </p:cNvPr>
              <p:cNvSpPr>
                <a:spLocks noGrp="1" noRot="1" noChangeAspect="1" noMove="1" noResize="1" noEditPoints="1" noAdjustHandles="1" noChangeArrowheads="1" noChangeShapeType="1" noTextEdit="1"/>
              </p:cNvSpPr>
              <p:nvPr/>
            </p:nvSpPr>
            <p:spPr>
              <a:xfrm>
                <a:off x="523875" y="1323975"/>
                <a:ext cx="11144250" cy="409575"/>
              </a:xfrm>
              <a:prstGeom prst="rect">
                <a:avLst/>
              </a:prstGeom>
              <a:blipFill>
                <a:blip r:embed="rId33"/>
                <a:stretch>
                  <a:fillRect t="-5970" b="-16418"/>
                </a:stretch>
              </a:blipFill>
              <a:ln w="0">
                <a:noFill/>
              </a:ln>
            </p:spPr>
            <p:txBody>
              <a:bodyPr/>
              <a:lstStyle/>
              <a:p>
                <a:r>
                  <a:rPr lang="it-IT">
                    <a:noFill/>
                  </a:rPr>
                  <a:t> </a:t>
                </a:r>
              </a:p>
            </p:txBody>
          </p:sp>
        </mc:Fallback>
      </mc:AlternateContent>
      <p:sp>
        <p:nvSpPr>
          <p:cNvPr id="371" name="bias_numerical_result" descr="=-2">
            <a:extLst>
              <a:ext uri="{FF2B5EF4-FFF2-40B4-BE49-F238E27FC236}">
                <a16:creationId xmlns:a16="http://schemas.microsoft.com/office/drawing/2014/main" id="{9C085802-1052-4D03-9D5E-24A76A4A2A29}"/>
              </a:ext>
            </a:extLst>
          </p:cNvPr>
          <p:cNvSpPr>
            <a:spLocks noGrp="1"/>
          </p:cNvSpPr>
          <p:nvPr/>
        </p:nvSpPr>
        <p:spPr>
          <a:xfrm>
            <a:off x="8058150" y="5848350"/>
            <a:ext cx="2857500" cy="257175"/>
          </a:xfrm>
          <a:prstGeom prst="rect">
            <a:avLst/>
          </a:prstGeom>
          <a:noFill/>
          <a:ln w="0">
            <a:noFill/>
          </a:ln>
        </p:spPr>
        <p:txBody>
          <a:bodyPr vertOverflow="overflow" horzOverflow="overflow" wrap="none" lIns="0" tIns="0" rIns="0" bIns="0" anchor="ctr">
            <a:noAutofit/>
          </a:bodyPr>
          <a:lstStyle/>
          <a:p>
            <a:pPr algn="ctr"/>
            <a:endParaRPr lang="en-GB" sz="2000" dirty="0"/>
          </a:p>
        </p:txBody>
      </p:sp>
    </p:spTree>
    <p:extLst>
      <p:ext uri="{BB962C8B-B14F-4D97-AF65-F5344CB8AC3E}">
        <p14:creationId xmlns:p14="http://schemas.microsoft.com/office/powerpoint/2010/main" val="206002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2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3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3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3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3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4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44"/>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22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2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2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3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3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3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3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34"/>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3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3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3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3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3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4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4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4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4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4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4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46"/>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47"/>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4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49"/>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5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5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25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5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5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5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5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5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5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5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26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261"/>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262"/>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263"/>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26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265"/>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66"/>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267"/>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26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6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7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271"/>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272"/>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27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274"/>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275"/>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276"/>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277"/>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278"/>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279"/>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280"/>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281"/>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282"/>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283"/>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284"/>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285"/>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286"/>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87"/>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88"/>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289"/>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290"/>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291"/>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292"/>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293"/>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94"/>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295"/>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96"/>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297"/>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298"/>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presetID="1" presetClass="entr" presetSubtype="0" fill="hold" grpId="0" nodeType="clickEffect">
                                  <p:stCondLst>
                                    <p:cond delay="0"/>
                                  </p:stCondLst>
                                  <p:childTnLst>
                                    <p:set>
                                      <p:cBhvr>
                                        <p:cTn id="298" dur="1" fill="hold">
                                          <p:stCondLst>
                                            <p:cond delay="0"/>
                                          </p:stCondLst>
                                        </p:cTn>
                                        <p:tgtEl>
                                          <p:spTgt spid="299"/>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300"/>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301"/>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302"/>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303"/>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304"/>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305"/>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306"/>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307"/>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308"/>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309"/>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310"/>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311"/>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312"/>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313"/>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314"/>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315"/>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316"/>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317"/>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318"/>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319"/>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320"/>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321"/>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322"/>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323"/>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324"/>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325"/>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326"/>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327"/>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328"/>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329"/>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330"/>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331"/>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332"/>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333"/>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334"/>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335"/>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336"/>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337"/>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338"/>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339"/>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340"/>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341"/>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342"/>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343"/>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344"/>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345"/>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346"/>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347"/>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348"/>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349"/>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350"/>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351"/>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352"/>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353"/>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354"/>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355"/>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356"/>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357"/>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358"/>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359"/>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360"/>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361"/>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362"/>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363"/>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364"/>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365"/>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366"/>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367"/>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368"/>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369"/>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370"/>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presetID="1" presetClass="entr" presetSubtype="0" fill="hold" grpId="0" nodeType="clickEffect">
                                  <p:stCondLst>
                                    <p:cond delay="0"/>
                                  </p:stCondLst>
                                  <p:childTnLst>
                                    <p:set>
                                      <p:cBhvr>
                                        <p:cTn id="444" dur="1" fill="hold">
                                          <p:stCondLst>
                                            <p:cond delay="0"/>
                                          </p:stCondLst>
                                        </p:cTn>
                                        <p:tgtEl>
                                          <p:spTgt spid="145"/>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146"/>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147"/>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148"/>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149"/>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150"/>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151"/>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152"/>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153"/>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154"/>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155"/>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156"/>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157"/>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158"/>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159"/>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160"/>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161"/>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162"/>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163"/>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164"/>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165"/>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166"/>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167"/>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168"/>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169"/>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170"/>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171"/>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172"/>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173"/>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174"/>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175"/>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176"/>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177"/>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178"/>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179"/>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180"/>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181"/>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182"/>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183"/>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184"/>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185"/>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186"/>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187"/>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188"/>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189"/>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190"/>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191"/>
                                        </p:tgtEl>
                                        <p:attrNameLst>
                                          <p:attrName>style.visibility</p:attrName>
                                        </p:attrNameLst>
                                      </p:cBhvr>
                                      <p:to>
                                        <p:strVal val="visible"/>
                                      </p:to>
                                    </p:set>
                                  </p:childTnLst>
                                </p:cTn>
                              </p:par>
                              <p:par>
                                <p:cTn id="537" presetID="1" presetClass="entr" presetSubtype="0" fill="hold" grpId="0" nodeType="withEffect">
                                  <p:stCondLst>
                                    <p:cond delay="0"/>
                                  </p:stCondLst>
                                  <p:childTnLst>
                                    <p:set>
                                      <p:cBhvr>
                                        <p:cTn id="538" dur="1" fill="hold">
                                          <p:stCondLst>
                                            <p:cond delay="0"/>
                                          </p:stCondLst>
                                        </p:cTn>
                                        <p:tgtEl>
                                          <p:spTgt spid="192"/>
                                        </p:tgtEl>
                                        <p:attrNameLst>
                                          <p:attrName>style.visibility</p:attrName>
                                        </p:attrNameLst>
                                      </p:cBhvr>
                                      <p:to>
                                        <p:strVal val="visible"/>
                                      </p:to>
                                    </p:set>
                                  </p:childTnLst>
                                </p:cTn>
                              </p:par>
                              <p:par>
                                <p:cTn id="539" presetID="1" presetClass="entr" presetSubtype="0" fill="hold" grpId="0" nodeType="withEffect">
                                  <p:stCondLst>
                                    <p:cond delay="0"/>
                                  </p:stCondLst>
                                  <p:childTnLst>
                                    <p:set>
                                      <p:cBhvr>
                                        <p:cTn id="540" dur="1" fill="hold">
                                          <p:stCondLst>
                                            <p:cond delay="0"/>
                                          </p:stCondLst>
                                        </p:cTn>
                                        <p:tgtEl>
                                          <p:spTgt spid="193"/>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194"/>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195"/>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196"/>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197"/>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198"/>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199"/>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200"/>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201"/>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202"/>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203"/>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204"/>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205"/>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206"/>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207"/>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208"/>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209"/>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210"/>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211"/>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212"/>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213"/>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214"/>
                                        </p:tgtEl>
                                        <p:attrNameLst>
                                          <p:attrName>style.visibility</p:attrName>
                                        </p:attrNameLst>
                                      </p:cBhvr>
                                      <p:to>
                                        <p:strVal val="visible"/>
                                      </p:to>
                                    </p:set>
                                  </p:childTnLst>
                                </p:cTn>
                              </p:par>
                              <p:par>
                                <p:cTn id="583" presetID="1" presetClass="entr" presetSubtype="0" fill="hold" grpId="0" nodeType="withEffect">
                                  <p:stCondLst>
                                    <p:cond delay="0"/>
                                  </p:stCondLst>
                                  <p:childTnLst>
                                    <p:set>
                                      <p:cBhvr>
                                        <p:cTn id="584" dur="1" fill="hold">
                                          <p:stCondLst>
                                            <p:cond delay="0"/>
                                          </p:stCondLst>
                                        </p:cTn>
                                        <p:tgtEl>
                                          <p:spTgt spid="215"/>
                                        </p:tgtEl>
                                        <p:attrNameLst>
                                          <p:attrName>style.visibility</p:attrName>
                                        </p:attrNameLst>
                                      </p:cBhvr>
                                      <p:to>
                                        <p:strVal val="visible"/>
                                      </p:to>
                                    </p:set>
                                  </p:childTnLst>
                                </p:cTn>
                              </p:par>
                              <p:par>
                                <p:cTn id="585" presetID="1" presetClass="entr" presetSubtype="0" fill="hold" grpId="0" nodeType="withEffect">
                                  <p:stCondLst>
                                    <p:cond delay="0"/>
                                  </p:stCondLst>
                                  <p:childTnLst>
                                    <p:set>
                                      <p:cBhvr>
                                        <p:cTn id="586" dur="1" fill="hold">
                                          <p:stCondLst>
                                            <p:cond delay="0"/>
                                          </p:stCondLst>
                                        </p:cTn>
                                        <p:tgtEl>
                                          <p:spTgt spid="216"/>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217"/>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218"/>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219"/>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220"/>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221"/>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222"/>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223"/>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224"/>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226"/>
                                        </p:tgtEl>
                                        <p:attrNameLst>
                                          <p:attrName>style.visibility</p:attrName>
                                        </p:attrNameLst>
                                      </p:cBhvr>
                                      <p:to>
                                        <p:strVal val="visible"/>
                                      </p:to>
                                    </p:set>
                                  </p:childTnLst>
                                </p:cTn>
                              </p:par>
                              <p:par>
                                <p:cTn id="605" presetID="1" presetClass="entr" presetSubtype="0" fill="hold" grpId="0" nodeType="withEffect" nodePh="1">
                                  <p:stCondLst>
                                    <p:cond delay="0"/>
                                  </p:stCondLst>
                                  <p:endCondLst>
                                    <p:cond evt="begin" delay="0">
                                      <p:tn val="605"/>
                                    </p:cond>
                                  </p:endCondLst>
                                  <p:childTnLst>
                                    <p:set>
                                      <p:cBhvr>
                                        <p:cTn id="606"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p:bldP spid="76" grpId="0" animBg="1"/>
      <p:bldP spid="77" grpId="0"/>
      <p:bldP spid="78" grpId="0" animBg="1"/>
      <p:bldP spid="79" grpId="0"/>
      <p:bldP spid="80" grpId="0" animBg="1"/>
      <p:bldP spid="81" grpId="0"/>
      <p:bldP spid="82" grpId="0"/>
      <p:bldP spid="83" grpId="0" animBg="1"/>
      <p:bldP spid="84" grpId="0"/>
      <p:bldP spid="85" grpId="0"/>
      <p:bldP spid="86" grpId="0" animBg="1"/>
      <p:bldP spid="87" grpId="0"/>
      <p:bldP spid="88" grpId="0" animBg="1"/>
      <p:bldP spid="89" grpId="0"/>
      <p:bldP spid="90" grpId="0"/>
      <p:bldP spid="91" grpId="0" animBg="1"/>
      <p:bldP spid="92" grpId="0"/>
      <p:bldP spid="93" grpId="0" animBg="1"/>
      <p:bldP spid="94" grpId="0"/>
      <p:bldP spid="95" grpId="0"/>
      <p:bldP spid="96" grpId="0" animBg="1"/>
      <p:bldP spid="97" grpId="0"/>
      <p:bldP spid="98" grpId="0" animBg="1"/>
      <p:bldP spid="99" grpId="0"/>
      <p:bldP spid="100" grpId="0"/>
      <p:bldP spid="101" grpId="0" animBg="1"/>
      <p:bldP spid="102" grpId="0"/>
      <p:bldP spid="103" grpId="0" animBg="1"/>
      <p:bldP spid="104" grpId="0"/>
      <p:bldP spid="105" grpId="0"/>
      <p:bldP spid="106" grpId="0" animBg="1"/>
      <p:bldP spid="107" grpId="0"/>
      <p:bldP spid="108" grpId="0" animBg="1"/>
      <p:bldP spid="109" grpId="0"/>
      <p:bldP spid="110" grpId="0"/>
      <p:bldP spid="111" grpId="0" animBg="1"/>
      <p:bldP spid="112" grpId="0"/>
      <p:bldP spid="113" grpId="0" animBg="1"/>
      <p:bldP spid="114" grpId="0"/>
      <p:bldP spid="115" grpId="0" animBg="1"/>
      <p:bldP spid="116" grpId="0" animBg="1"/>
      <p:bldP spid="117" grpId="0" animBg="1"/>
      <p:bldP spid="118" grpId="0"/>
      <p:bldP spid="119" grpId="0"/>
      <p:bldP spid="120" grpId="0" animBg="1"/>
      <p:bldP spid="121" grpId="0"/>
      <p:bldP spid="122" grpId="0" animBg="1"/>
      <p:bldP spid="123" grpId="0"/>
      <p:bldP spid="124" grpId="0" animBg="1"/>
      <p:bldP spid="125" grpId="0"/>
      <p:bldP spid="126" grpId="0" animBg="1"/>
      <p:bldP spid="127" grpId="0"/>
      <p:bldP spid="128" grpId="0"/>
      <p:bldP spid="129" grpId="0" animBg="1"/>
      <p:bldP spid="130" grpId="0"/>
      <p:bldP spid="131" grpId="0" animBg="1"/>
      <p:bldP spid="132" grpId="0"/>
      <p:bldP spid="133" grpId="0" animBg="1"/>
      <p:bldP spid="134" grpId="0"/>
      <p:bldP spid="135" grpId="0" animBg="1"/>
      <p:bldP spid="136" grpId="0"/>
      <p:bldP spid="137" grpId="0"/>
      <p:bldP spid="138" grpId="0"/>
      <p:bldP spid="139" grpId="0" animBg="1"/>
      <p:bldP spid="140" grpId="0"/>
      <p:bldP spid="141" grpId="0" animBg="1"/>
      <p:bldP spid="142" grpId="0"/>
      <p:bldP spid="143" grpId="0" animBg="1"/>
      <p:bldP spid="144" grpId="0"/>
      <p:bldP spid="227" grpId="0" animBg="1"/>
      <p:bldP spid="228" grpId="0" animBg="1"/>
      <p:bldP spid="229" grpId="0"/>
      <p:bldP spid="230" grpId="0" animBg="1"/>
      <p:bldP spid="231" grpId="0"/>
      <p:bldP spid="232" grpId="0" animBg="1"/>
      <p:bldP spid="233" grpId="0"/>
      <p:bldP spid="234" grpId="0" animBg="1"/>
      <p:bldP spid="235" grpId="0"/>
      <p:bldP spid="236" grpId="0"/>
      <p:bldP spid="237" grpId="0" animBg="1"/>
      <p:bldP spid="238" grpId="0"/>
      <p:bldP spid="239" grpId="0"/>
      <p:bldP spid="240" grpId="0" animBg="1"/>
      <p:bldP spid="241" grpId="0"/>
      <p:bldP spid="242" grpId="0" animBg="1"/>
      <p:bldP spid="243" grpId="0"/>
      <p:bldP spid="244" grpId="0"/>
      <p:bldP spid="245" grpId="0" animBg="1"/>
      <p:bldP spid="246" grpId="0"/>
      <p:bldP spid="247" grpId="0" animBg="1"/>
      <p:bldP spid="248" grpId="0"/>
      <p:bldP spid="249" grpId="0"/>
      <p:bldP spid="250" grpId="0" animBg="1"/>
      <p:bldP spid="251" grpId="0"/>
      <p:bldP spid="252" grpId="0" animBg="1"/>
      <p:bldP spid="253" grpId="0"/>
      <p:bldP spid="254" grpId="0"/>
      <p:bldP spid="255" grpId="0" animBg="1"/>
      <p:bldP spid="256" grpId="0"/>
      <p:bldP spid="257" grpId="0" animBg="1"/>
      <p:bldP spid="258" grpId="0"/>
      <p:bldP spid="259" grpId="0"/>
      <p:bldP spid="260" grpId="0" animBg="1"/>
      <p:bldP spid="261" grpId="0"/>
      <p:bldP spid="262" grpId="0" animBg="1"/>
      <p:bldP spid="263" grpId="0"/>
      <p:bldP spid="264" grpId="0"/>
      <p:bldP spid="265" grpId="0" animBg="1"/>
      <p:bldP spid="266" grpId="0"/>
      <p:bldP spid="267" grpId="0" animBg="1"/>
      <p:bldP spid="268" grpId="0"/>
      <p:bldP spid="269" grpId="0" animBg="1"/>
      <p:bldP spid="270" grpId="0" animBg="1"/>
      <p:bldP spid="271" grpId="0" animBg="1"/>
      <p:bldP spid="272" grpId="0"/>
      <p:bldP spid="273" grpId="0"/>
      <p:bldP spid="274" grpId="0" animBg="1"/>
      <p:bldP spid="275" grpId="0"/>
      <p:bldP spid="276" grpId="0" animBg="1"/>
      <p:bldP spid="277" grpId="0"/>
      <p:bldP spid="278" grpId="0" animBg="1"/>
      <p:bldP spid="279" grpId="0"/>
      <p:bldP spid="280" grpId="0" animBg="1"/>
      <p:bldP spid="281" grpId="0"/>
      <p:bldP spid="282" grpId="0"/>
      <p:bldP spid="283" grpId="0" animBg="1"/>
      <p:bldP spid="284" grpId="0"/>
      <p:bldP spid="285" grpId="0" animBg="1"/>
      <p:bldP spid="286" grpId="0"/>
      <p:bldP spid="287" grpId="0" animBg="1"/>
      <p:bldP spid="288" grpId="0"/>
      <p:bldP spid="289" grpId="0" animBg="1"/>
      <p:bldP spid="290" grpId="0"/>
      <p:bldP spid="291" grpId="0"/>
      <p:bldP spid="292" grpId="0"/>
      <p:bldP spid="293" grpId="0" animBg="1"/>
      <p:bldP spid="294" grpId="0"/>
      <p:bldP spid="295" grpId="0" animBg="1"/>
      <p:bldP spid="296" grpId="0"/>
      <p:bldP spid="297" grpId="0" animBg="1"/>
      <p:bldP spid="298" grpId="0"/>
      <p:bldP spid="299" grpId="0" animBg="1"/>
      <p:bldP spid="300" grpId="0" animBg="1"/>
      <p:bldP spid="301" grpId="0"/>
      <p:bldP spid="302" grpId="0" animBg="1"/>
      <p:bldP spid="303" grpId="0"/>
      <p:bldP spid="304" grpId="0" animBg="1"/>
      <p:bldP spid="305" grpId="0"/>
      <p:bldP spid="306" grpId="0" animBg="1"/>
      <p:bldP spid="307" grpId="0"/>
      <p:bldP spid="308" grpId="0"/>
      <p:bldP spid="309" grpId="0" animBg="1"/>
      <p:bldP spid="310" grpId="0"/>
      <p:bldP spid="311" grpId="0"/>
      <p:bldP spid="312" grpId="0" animBg="1"/>
      <p:bldP spid="313" grpId="0"/>
      <p:bldP spid="314" grpId="0" animBg="1"/>
      <p:bldP spid="315" grpId="0"/>
      <p:bldP spid="316" grpId="0"/>
      <p:bldP spid="317" grpId="0" animBg="1"/>
      <p:bldP spid="318" grpId="0"/>
      <p:bldP spid="319" grpId="0" animBg="1"/>
      <p:bldP spid="320" grpId="0"/>
      <p:bldP spid="321" grpId="0"/>
      <p:bldP spid="322" grpId="0" animBg="1"/>
      <p:bldP spid="323" grpId="0"/>
      <p:bldP spid="324" grpId="0" animBg="1"/>
      <p:bldP spid="325" grpId="0"/>
      <p:bldP spid="326" grpId="0"/>
      <p:bldP spid="327" grpId="0" animBg="1"/>
      <p:bldP spid="328" grpId="0"/>
      <p:bldP spid="329" grpId="0" animBg="1"/>
      <p:bldP spid="330" grpId="0"/>
      <p:bldP spid="331" grpId="0"/>
      <p:bldP spid="332" grpId="0" animBg="1"/>
      <p:bldP spid="333" grpId="0"/>
      <p:bldP spid="334" grpId="0" animBg="1"/>
      <p:bldP spid="335" grpId="0"/>
      <p:bldP spid="336" grpId="0"/>
      <p:bldP spid="337" grpId="0" animBg="1"/>
      <p:bldP spid="338" grpId="0"/>
      <p:bldP spid="339" grpId="0" animBg="1"/>
      <p:bldP spid="340" grpId="0"/>
      <p:bldP spid="341" grpId="0" animBg="1"/>
      <p:bldP spid="342" grpId="0" animBg="1"/>
      <p:bldP spid="343" grpId="0" animBg="1"/>
      <p:bldP spid="344" grpId="0"/>
      <p:bldP spid="345" grpId="0"/>
      <p:bldP spid="346" grpId="0" animBg="1"/>
      <p:bldP spid="347" grpId="0"/>
      <p:bldP spid="348" grpId="0" animBg="1"/>
      <p:bldP spid="349" grpId="0"/>
      <p:bldP spid="350" grpId="0" animBg="1"/>
      <p:bldP spid="351" grpId="0"/>
      <p:bldP spid="352" grpId="0" animBg="1"/>
      <p:bldP spid="353" grpId="0"/>
      <p:bldP spid="354" grpId="0"/>
      <p:bldP spid="355" grpId="0" animBg="1"/>
      <p:bldP spid="356" grpId="0"/>
      <p:bldP spid="357" grpId="0" animBg="1"/>
      <p:bldP spid="358" grpId="0"/>
      <p:bldP spid="359" grpId="0" animBg="1"/>
      <p:bldP spid="360" grpId="0"/>
      <p:bldP spid="361" grpId="0" animBg="1"/>
      <p:bldP spid="362" grpId="0"/>
      <p:bldP spid="363" grpId="0"/>
      <p:bldP spid="364" grpId="0"/>
      <p:bldP spid="365" grpId="0" animBg="1"/>
      <p:bldP spid="366" grpId="0"/>
      <p:bldP spid="367" grpId="0" animBg="1"/>
      <p:bldP spid="368" grpId="0"/>
      <p:bldP spid="369" grpId="0" animBg="1"/>
      <p:bldP spid="370" grpId="0"/>
      <p:bldP spid="145" grpId="0" animBg="1"/>
      <p:bldP spid="146" grpId="0" animBg="1"/>
      <p:bldP spid="147" grpId="0"/>
      <p:bldP spid="148" grpId="0" animBg="1"/>
      <p:bldP spid="149" grpId="0"/>
      <p:bldP spid="150" grpId="0" animBg="1"/>
      <p:bldP spid="151" grpId="0"/>
      <p:bldP spid="152" grpId="0" animBg="1"/>
      <p:bldP spid="153" grpId="0"/>
      <p:bldP spid="154" grpId="0"/>
      <p:bldP spid="155" grpId="0" animBg="1"/>
      <p:bldP spid="156" grpId="0"/>
      <p:bldP spid="157" grpId="0"/>
      <p:bldP spid="158" grpId="0" animBg="1"/>
      <p:bldP spid="159" grpId="0"/>
      <p:bldP spid="160" grpId="0" animBg="1"/>
      <p:bldP spid="161" grpId="0"/>
      <p:bldP spid="162" grpId="0"/>
      <p:bldP spid="163" grpId="0" animBg="1"/>
      <p:bldP spid="164" grpId="0"/>
      <p:bldP spid="165" grpId="0" animBg="1"/>
      <p:bldP spid="166" grpId="0"/>
      <p:bldP spid="167" grpId="0"/>
      <p:bldP spid="168" grpId="0" animBg="1"/>
      <p:bldP spid="169" grpId="0"/>
      <p:bldP spid="170" grpId="0" animBg="1"/>
      <p:bldP spid="171" grpId="0"/>
      <p:bldP spid="172" grpId="0"/>
      <p:bldP spid="173" grpId="0" animBg="1"/>
      <p:bldP spid="174" grpId="0"/>
      <p:bldP spid="175" grpId="0" animBg="1"/>
      <p:bldP spid="176" grpId="0"/>
      <p:bldP spid="177" grpId="0"/>
      <p:bldP spid="178" grpId="0" animBg="1"/>
      <p:bldP spid="179" grpId="0"/>
      <p:bldP spid="180" grpId="0" animBg="1"/>
      <p:bldP spid="181" grpId="0"/>
      <p:bldP spid="182" grpId="0"/>
      <p:bldP spid="183" grpId="0" animBg="1"/>
      <p:bldP spid="184" grpId="0"/>
      <p:bldP spid="185" grpId="0" animBg="1"/>
      <p:bldP spid="186" grpId="0"/>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p:bldP spid="198" grpId="0"/>
      <p:bldP spid="199" grpId="0" animBg="1"/>
      <p:bldP spid="200" grpId="0"/>
      <p:bldP spid="201" grpId="0" animBg="1"/>
      <p:bldP spid="202" grpId="0"/>
      <p:bldP spid="203" grpId="0" animBg="1"/>
      <p:bldP spid="204" grpId="0"/>
      <p:bldP spid="205" grpId="0" animBg="1"/>
      <p:bldP spid="206" grpId="0"/>
      <p:bldP spid="207" grpId="0"/>
      <p:bldP spid="208" grpId="0" animBg="1"/>
      <p:bldP spid="209" grpId="0"/>
      <p:bldP spid="210" grpId="0" animBg="1"/>
      <p:bldP spid="211" grpId="0"/>
      <p:bldP spid="212" grpId="0" animBg="1"/>
      <p:bldP spid="213" grpId="0"/>
      <p:bldP spid="214" grpId="0" animBg="1"/>
      <p:bldP spid="215" grpId="0"/>
      <p:bldP spid="216" grpId="0"/>
      <p:bldP spid="217" grpId="0"/>
      <p:bldP spid="218" grpId="0" animBg="1"/>
      <p:bldP spid="219" grpId="0"/>
      <p:bldP spid="220" grpId="0"/>
      <p:bldP spid="221" grpId="0" animBg="1"/>
      <p:bldP spid="222" grpId="0"/>
      <p:bldP spid="223" grpId="0" animBg="1"/>
      <p:bldP spid="224" grpId="0"/>
      <p:bldP spid="226" grpId="0"/>
      <p:bldP spid="371"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title">
            <a:extLst>
              <a:ext uri="{FF2B5EF4-FFF2-40B4-BE49-F238E27FC236}">
                <a16:creationId xmlns:a16="http://schemas.microsoft.com/office/drawing/2014/main" id="{EC8FB50E-648F-4B5B-9DB2-91347E0463D1}"/>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Backward pass: hidden layer 2</a:t>
            </a:r>
          </a:p>
        </p:txBody>
      </p:sp>
      <p:sp>
        <p:nvSpPr>
          <p:cNvPr id="2" name="lead">
            <a:extLst>
              <a:ext uri="{FF2B5EF4-FFF2-40B4-BE49-F238E27FC236}">
                <a16:creationId xmlns:a16="http://schemas.microsoft.com/office/drawing/2014/main" id="{DDD4E353-3CAB-407A-8264-FA1305251C40}"/>
              </a:ext>
            </a:extLst>
          </p:cNvPr>
          <p:cNvSpPr>
            <a:spLocks noGrp="1"/>
          </p:cNvSpPr>
          <p:nvPr/>
        </p:nvSpPr>
        <p:spPr>
          <a:xfrm>
            <a:off x="523875" y="942975"/>
            <a:ext cx="11144250" cy="371475"/>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Reuse the derivative from layer 3 and the saved forward values for layer 2.</a:t>
            </a:r>
          </a:p>
        </p:txBody>
      </p:sp>
      <p:sp>
        <p:nvSpPr>
          <p:cNvPr id="3" name="footer_course">
            <a:extLst>
              <a:ext uri="{FF2B5EF4-FFF2-40B4-BE49-F238E27FC236}">
                <a16:creationId xmlns:a16="http://schemas.microsoft.com/office/drawing/2014/main" id="{BF8C773A-0A37-4885-9EBA-4C33EA00E377}"/>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F209A8FD-1A1A-40F0-A059-5848F3C75F96}"/>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19</a:t>
            </a:r>
          </a:p>
        </p:txBody>
      </p:sp>
      <p:sp>
        <p:nvSpPr>
          <p:cNvPr id="5" name="note_box_1">
            <a:extLst>
              <a:ext uri="{FF2B5EF4-FFF2-40B4-BE49-F238E27FC236}">
                <a16:creationId xmlns:a16="http://schemas.microsoft.com/office/drawing/2014/main" id="{3AE7D435-4CB2-4C19-8271-4BEFDF81B634}"/>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6" name="text_2">
            <a:extLst>
              <a:ext uri="{FF2B5EF4-FFF2-40B4-BE49-F238E27FC236}">
                <a16:creationId xmlns:a16="http://schemas.microsoft.com/office/drawing/2014/main" id="{8258DBCA-C4E4-4A15-960C-BE2429E0F37A}"/>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 name="note_box_3">
            <a:extLst>
              <a:ext uri="{FF2B5EF4-FFF2-40B4-BE49-F238E27FC236}">
                <a16:creationId xmlns:a16="http://schemas.microsoft.com/office/drawing/2014/main" id="{18CD8F08-A63E-4FB3-BD11-C925D6A461AC}"/>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8" name="text_4">
            <a:extLst>
              <a:ext uri="{FF2B5EF4-FFF2-40B4-BE49-F238E27FC236}">
                <a16:creationId xmlns:a16="http://schemas.microsoft.com/office/drawing/2014/main" id="{6FD47426-BF2C-44DA-8AFB-072F17607BD2}"/>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9" name="note_box_5">
            <a:extLst>
              <a:ext uri="{FF2B5EF4-FFF2-40B4-BE49-F238E27FC236}">
                <a16:creationId xmlns:a16="http://schemas.microsoft.com/office/drawing/2014/main" id="{343A86BB-19F3-43AB-A0B0-2ECE6117EA81}"/>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0" name="text_6">
            <a:extLst>
              <a:ext uri="{FF2B5EF4-FFF2-40B4-BE49-F238E27FC236}">
                <a16:creationId xmlns:a16="http://schemas.microsoft.com/office/drawing/2014/main" id="{274A9ECA-124D-4431-B156-746364E7EAAE}"/>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 name="note_box_7">
            <a:extLst>
              <a:ext uri="{FF2B5EF4-FFF2-40B4-BE49-F238E27FC236}">
                <a16:creationId xmlns:a16="http://schemas.microsoft.com/office/drawing/2014/main" id="{5460E17A-4574-49D1-A6F0-91FD87343FCA}"/>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 name="equation_8" descr="\phi_0(x)">
                <a:extLst>
                  <a:ext uri="{FF2B5EF4-FFF2-40B4-BE49-F238E27FC236}">
                    <a16:creationId xmlns:a16="http://schemas.microsoft.com/office/drawing/2014/main" id="{9711292D-846D-45C0-9743-2928329281F8}"/>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2" name="equation_8" descr="\phi_0(x)">
                <a:extLst>
                  <a:ext uri="{FF2B5EF4-FFF2-40B4-BE49-F238E27FC236}">
                    <a16:creationId xmlns:a16="http://schemas.microsoft.com/office/drawing/2014/main" id="{9711292D-846D-45C0-9743-2928329281F8}"/>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equation_9" descr="2">
                <a:extLst>
                  <a:ext uri="{FF2B5EF4-FFF2-40B4-BE49-F238E27FC236}">
                    <a16:creationId xmlns:a16="http://schemas.microsoft.com/office/drawing/2014/main" id="{EEBD3894-2A1F-488E-9CC2-2F2713282B28}"/>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13" name="equation_9" descr="2">
                <a:extLst>
                  <a:ext uri="{FF2B5EF4-FFF2-40B4-BE49-F238E27FC236}">
                    <a16:creationId xmlns:a16="http://schemas.microsoft.com/office/drawing/2014/main" id="{EEBD3894-2A1F-488E-9CC2-2F2713282B28}"/>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4" name="note_box_10">
            <a:extLst>
              <a:ext uri="{FF2B5EF4-FFF2-40B4-BE49-F238E27FC236}">
                <a16:creationId xmlns:a16="http://schemas.microsoft.com/office/drawing/2014/main" id="{9401F612-2913-4477-AE55-E9ED96B4A66F}"/>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 name="equation_11" descr="a_1(x)">
                <a:extLst>
                  <a:ext uri="{FF2B5EF4-FFF2-40B4-BE49-F238E27FC236}">
                    <a16:creationId xmlns:a16="http://schemas.microsoft.com/office/drawing/2014/main" id="{6F06EE44-8B19-4E92-AE90-26DD15F357DE}"/>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 name="equation_11" descr="a_1(x)">
                <a:extLst>
                  <a:ext uri="{FF2B5EF4-FFF2-40B4-BE49-F238E27FC236}">
                    <a16:creationId xmlns:a16="http://schemas.microsoft.com/office/drawing/2014/main" id="{6F06EE44-8B19-4E92-AE90-26DD15F357DE}"/>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equation_12" descr="3">
                <a:extLst>
                  <a:ext uri="{FF2B5EF4-FFF2-40B4-BE49-F238E27FC236}">
                    <a16:creationId xmlns:a16="http://schemas.microsoft.com/office/drawing/2014/main" id="{627F8855-0F21-45EA-A9BB-32E46D6DFE04}"/>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6" name="equation_12" descr="3">
                <a:extLst>
                  <a:ext uri="{FF2B5EF4-FFF2-40B4-BE49-F238E27FC236}">
                    <a16:creationId xmlns:a16="http://schemas.microsoft.com/office/drawing/2014/main" id="{627F8855-0F21-45EA-A9BB-32E46D6DFE04}"/>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7" name="line_13">
            <a:extLst>
              <a:ext uri="{FF2B5EF4-FFF2-40B4-BE49-F238E27FC236}">
                <a16:creationId xmlns:a16="http://schemas.microsoft.com/office/drawing/2014/main" id="{1F1E013C-2577-4459-A38D-D4952A5E6F87}"/>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8" name="text_14">
            <a:extLst>
              <a:ext uri="{FF2B5EF4-FFF2-40B4-BE49-F238E27FC236}">
                <a16:creationId xmlns:a16="http://schemas.microsoft.com/office/drawing/2014/main" id="{CBA8E393-4F0B-406B-8C68-07ECEBF60C14}"/>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9" name="note_box_15">
            <a:extLst>
              <a:ext uri="{FF2B5EF4-FFF2-40B4-BE49-F238E27FC236}">
                <a16:creationId xmlns:a16="http://schemas.microsoft.com/office/drawing/2014/main" id="{1B0713A2-E6FE-4079-822A-7618EEFD63AF}"/>
              </a:ext>
            </a:extLst>
          </p:cNvPr>
          <p:cNvSpPr>
            <a:spLocks noGrp="1"/>
          </p:cNvSpPr>
          <p:nvPr/>
        </p:nvSpPr>
        <p:spPr>
          <a:xfrm>
            <a:off x="38481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0" name="equation_16" descr="\phi_1(x)">
                <a:extLst>
                  <a:ext uri="{FF2B5EF4-FFF2-40B4-BE49-F238E27FC236}">
                    <a16:creationId xmlns:a16="http://schemas.microsoft.com/office/drawing/2014/main" id="{DB0014F8-2AB7-445F-A727-7FAF2A93B9FC}"/>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0" name="equation_16" descr="\phi_1(x)">
                <a:extLst>
                  <a:ext uri="{FF2B5EF4-FFF2-40B4-BE49-F238E27FC236}">
                    <a16:creationId xmlns:a16="http://schemas.microsoft.com/office/drawing/2014/main" id="{DB0014F8-2AB7-445F-A727-7FAF2A93B9FC}"/>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equation_17" descr="3">
                <a:extLst>
                  <a:ext uri="{FF2B5EF4-FFF2-40B4-BE49-F238E27FC236}">
                    <a16:creationId xmlns:a16="http://schemas.microsoft.com/office/drawing/2014/main" id="{5BD8A637-C289-4545-95A6-C83E00F1F023}"/>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21" name="equation_17" descr="3">
                <a:extLst>
                  <a:ext uri="{FF2B5EF4-FFF2-40B4-BE49-F238E27FC236}">
                    <a16:creationId xmlns:a16="http://schemas.microsoft.com/office/drawing/2014/main" id="{5BD8A637-C289-4545-95A6-C83E00F1F023}"/>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22" name="line_18">
            <a:extLst>
              <a:ext uri="{FF2B5EF4-FFF2-40B4-BE49-F238E27FC236}">
                <a16:creationId xmlns:a16="http://schemas.microsoft.com/office/drawing/2014/main" id="{83F83E36-5F26-43B5-A88E-8DBF3D2A341F}"/>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3" name="text_19">
            <a:extLst>
              <a:ext uri="{FF2B5EF4-FFF2-40B4-BE49-F238E27FC236}">
                <a16:creationId xmlns:a16="http://schemas.microsoft.com/office/drawing/2014/main" id="{2E89F5FB-6E5A-4669-B407-2C27907A7387}"/>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 name="note_box_20">
            <a:extLst>
              <a:ext uri="{FF2B5EF4-FFF2-40B4-BE49-F238E27FC236}">
                <a16:creationId xmlns:a16="http://schemas.microsoft.com/office/drawing/2014/main" id="{49BAE316-037F-4F91-AB98-57737EAF0E96}"/>
              </a:ext>
            </a:extLst>
          </p:cNvPr>
          <p:cNvSpPr>
            <a:spLocks noGrp="1"/>
          </p:cNvSpPr>
          <p:nvPr/>
        </p:nvSpPr>
        <p:spPr>
          <a:xfrm>
            <a:off x="55245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a_2(x)">
                <a:extLst>
                  <a:ext uri="{FF2B5EF4-FFF2-40B4-BE49-F238E27FC236}">
                    <a16:creationId xmlns:a16="http://schemas.microsoft.com/office/drawing/2014/main" id="{392E2A5A-4221-4E1F-A399-4B0DE3F5545A}"/>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5" name="equation_21" descr="a_2(x)">
                <a:extLst>
                  <a:ext uri="{FF2B5EF4-FFF2-40B4-BE49-F238E27FC236}">
                    <a16:creationId xmlns:a16="http://schemas.microsoft.com/office/drawing/2014/main" id="{392E2A5A-4221-4E1F-A399-4B0DE3F5545A}"/>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equation_22" descr="5">
                <a:extLst>
                  <a:ext uri="{FF2B5EF4-FFF2-40B4-BE49-F238E27FC236}">
                    <a16:creationId xmlns:a16="http://schemas.microsoft.com/office/drawing/2014/main" id="{F41E9B68-B4F5-4FB5-92B3-3F7578B57BBE}"/>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26" name="equation_22" descr="5">
                <a:extLst>
                  <a:ext uri="{FF2B5EF4-FFF2-40B4-BE49-F238E27FC236}">
                    <a16:creationId xmlns:a16="http://schemas.microsoft.com/office/drawing/2014/main" id="{F41E9B68-B4F5-4FB5-92B3-3F7578B57BBE}"/>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27" name="line_23">
            <a:extLst>
              <a:ext uri="{FF2B5EF4-FFF2-40B4-BE49-F238E27FC236}">
                <a16:creationId xmlns:a16="http://schemas.microsoft.com/office/drawing/2014/main" id="{71784C58-F161-4740-9985-2364690A0FCA}"/>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8" name="text_24">
            <a:extLst>
              <a:ext uri="{FF2B5EF4-FFF2-40B4-BE49-F238E27FC236}">
                <a16:creationId xmlns:a16="http://schemas.microsoft.com/office/drawing/2014/main" id="{E69498ED-9C54-4184-AB45-ECD41F3A3E00}"/>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9" name="note_box_25">
            <a:extLst>
              <a:ext uri="{FF2B5EF4-FFF2-40B4-BE49-F238E27FC236}">
                <a16:creationId xmlns:a16="http://schemas.microsoft.com/office/drawing/2014/main" id="{F5AB7D13-463D-44E9-A02E-11186A4A77AC}"/>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0" name="equation_26" descr="\phi_2(x)">
                <a:extLst>
                  <a:ext uri="{FF2B5EF4-FFF2-40B4-BE49-F238E27FC236}">
                    <a16:creationId xmlns:a16="http://schemas.microsoft.com/office/drawing/2014/main" id="{379780C3-815C-48F7-9B46-FF07AED54DBB}"/>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0" name="equation_26" descr="\phi_2(x)">
                <a:extLst>
                  <a:ext uri="{FF2B5EF4-FFF2-40B4-BE49-F238E27FC236}">
                    <a16:creationId xmlns:a16="http://schemas.microsoft.com/office/drawing/2014/main" id="{379780C3-815C-48F7-9B46-FF07AED54DBB}"/>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equation_27" descr="5">
                <a:extLst>
                  <a:ext uri="{FF2B5EF4-FFF2-40B4-BE49-F238E27FC236}">
                    <a16:creationId xmlns:a16="http://schemas.microsoft.com/office/drawing/2014/main" id="{4D6A3B8D-CA42-4369-825B-D9DB67E3815A}"/>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1" name="equation_27" descr="5">
                <a:extLst>
                  <a:ext uri="{FF2B5EF4-FFF2-40B4-BE49-F238E27FC236}">
                    <a16:creationId xmlns:a16="http://schemas.microsoft.com/office/drawing/2014/main" id="{4D6A3B8D-CA42-4369-825B-D9DB67E3815A}"/>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2"/>
                <a:stretch>
                  <a:fillRect t="-9524" b="-26190"/>
                </a:stretch>
              </a:blipFill>
              <a:ln w="0">
                <a:noFill/>
              </a:ln>
            </p:spPr>
            <p:txBody>
              <a:bodyPr/>
              <a:lstStyle/>
              <a:p>
                <a:r>
                  <a:rPr lang="it-IT">
                    <a:noFill/>
                  </a:rPr>
                  <a:t> </a:t>
                </a:r>
              </a:p>
            </p:txBody>
          </p:sp>
        </mc:Fallback>
      </mc:AlternateContent>
      <p:sp>
        <p:nvSpPr>
          <p:cNvPr id="32" name="line_28">
            <a:extLst>
              <a:ext uri="{FF2B5EF4-FFF2-40B4-BE49-F238E27FC236}">
                <a16:creationId xmlns:a16="http://schemas.microsoft.com/office/drawing/2014/main" id="{37FF5FA4-79CE-442B-9581-B1C4ABC0D84C}"/>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3" name="text_29">
            <a:extLst>
              <a:ext uri="{FF2B5EF4-FFF2-40B4-BE49-F238E27FC236}">
                <a16:creationId xmlns:a16="http://schemas.microsoft.com/office/drawing/2014/main" id="{30E1933C-3BC3-43CE-A828-A7F4323B9AF6}"/>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4" name="note_box_30">
            <a:extLst>
              <a:ext uri="{FF2B5EF4-FFF2-40B4-BE49-F238E27FC236}">
                <a16:creationId xmlns:a16="http://schemas.microsoft.com/office/drawing/2014/main" id="{8D22FBD3-07ED-46AA-8AA1-78F8707DE852}"/>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 name="equation_31" descr="a_3(x)">
                <a:extLst>
                  <a:ext uri="{FF2B5EF4-FFF2-40B4-BE49-F238E27FC236}">
                    <a16:creationId xmlns:a16="http://schemas.microsoft.com/office/drawing/2014/main" id="{A6B4337B-5087-4809-9E2A-45529B4F00E4}"/>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5" name="equation_31" descr="a_3(x)">
                <a:extLst>
                  <a:ext uri="{FF2B5EF4-FFF2-40B4-BE49-F238E27FC236}">
                    <a16:creationId xmlns:a16="http://schemas.microsoft.com/office/drawing/2014/main" id="{A6B4337B-5087-4809-9E2A-45529B4F00E4}"/>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equation_32" descr="-3">
                <a:extLst>
                  <a:ext uri="{FF2B5EF4-FFF2-40B4-BE49-F238E27FC236}">
                    <a16:creationId xmlns:a16="http://schemas.microsoft.com/office/drawing/2014/main" id="{E61BFFB9-1F9B-4B52-B4B3-35D8457962FB}"/>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6" name="equation_32" descr="-3">
                <a:extLst>
                  <a:ext uri="{FF2B5EF4-FFF2-40B4-BE49-F238E27FC236}">
                    <a16:creationId xmlns:a16="http://schemas.microsoft.com/office/drawing/2014/main" id="{E61BFFB9-1F9B-4B52-B4B3-35D8457962FB}"/>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4"/>
                <a:stretch>
                  <a:fillRect t="-4762" b="-26190"/>
                </a:stretch>
              </a:blipFill>
              <a:ln w="0">
                <a:noFill/>
              </a:ln>
            </p:spPr>
            <p:txBody>
              <a:bodyPr/>
              <a:lstStyle/>
              <a:p>
                <a:r>
                  <a:rPr lang="it-IT">
                    <a:noFill/>
                  </a:rPr>
                  <a:t> </a:t>
                </a:r>
              </a:p>
            </p:txBody>
          </p:sp>
        </mc:Fallback>
      </mc:AlternateContent>
      <p:sp>
        <p:nvSpPr>
          <p:cNvPr id="37" name="line_33">
            <a:extLst>
              <a:ext uri="{FF2B5EF4-FFF2-40B4-BE49-F238E27FC236}">
                <a16:creationId xmlns:a16="http://schemas.microsoft.com/office/drawing/2014/main" id="{086C3639-ADDB-4F06-AED1-66EB35537C73}"/>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8" name="text_34">
            <a:extLst>
              <a:ext uri="{FF2B5EF4-FFF2-40B4-BE49-F238E27FC236}">
                <a16:creationId xmlns:a16="http://schemas.microsoft.com/office/drawing/2014/main" id="{BE89ACBC-A03F-43B9-9B7B-AFB8C2E3F708}"/>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9" name="note_box_35">
            <a:extLst>
              <a:ext uri="{FF2B5EF4-FFF2-40B4-BE49-F238E27FC236}">
                <a16:creationId xmlns:a16="http://schemas.microsoft.com/office/drawing/2014/main" id="{93ADB67B-4FBF-44EB-9FD7-67E61BBCE776}"/>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mathcal{L}_{\mathrm{sq}}">
                <a:extLst>
                  <a:ext uri="{FF2B5EF4-FFF2-40B4-BE49-F238E27FC236}">
                    <a16:creationId xmlns:a16="http://schemas.microsoft.com/office/drawing/2014/main" id="{F4194FD3-DC95-40D9-9D34-FB40D9D0DAA4}"/>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0" name="equation_36" descr="\mathcal{L}_{\mathrm{sq}}">
                <a:extLst>
                  <a:ext uri="{FF2B5EF4-FFF2-40B4-BE49-F238E27FC236}">
                    <a16:creationId xmlns:a16="http://schemas.microsoft.com/office/drawing/2014/main" id="{F4194FD3-DC95-40D9-9D34-FB40D9D0DAA4}"/>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5"/>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 name="equation_37" descr="1">
                <a:extLst>
                  <a:ext uri="{FF2B5EF4-FFF2-40B4-BE49-F238E27FC236}">
                    <a16:creationId xmlns:a16="http://schemas.microsoft.com/office/drawing/2014/main" id="{46DFBFBA-DFB4-427E-A402-620FB04E30F8}"/>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41" name="equation_37" descr="1">
                <a:extLst>
                  <a:ext uri="{FF2B5EF4-FFF2-40B4-BE49-F238E27FC236}">
                    <a16:creationId xmlns:a16="http://schemas.microsoft.com/office/drawing/2014/main" id="{46DFBFBA-DFB4-427E-A402-620FB04E30F8}"/>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6"/>
                <a:stretch>
                  <a:fillRect t="-4762" b="-26190"/>
                </a:stretch>
              </a:blipFill>
              <a:ln w="0">
                <a:noFill/>
              </a:ln>
            </p:spPr>
            <p:txBody>
              <a:bodyPr/>
              <a:lstStyle/>
              <a:p>
                <a:r>
                  <a:rPr lang="it-IT">
                    <a:noFill/>
                  </a:rPr>
                  <a:t> </a:t>
                </a:r>
              </a:p>
            </p:txBody>
          </p:sp>
        </mc:Fallback>
      </mc:AlternateContent>
      <p:sp>
        <p:nvSpPr>
          <p:cNvPr id="42" name="line_38">
            <a:extLst>
              <a:ext uri="{FF2B5EF4-FFF2-40B4-BE49-F238E27FC236}">
                <a16:creationId xmlns:a16="http://schemas.microsoft.com/office/drawing/2014/main" id="{D902C3C5-91CE-4A16-BF96-2DF27567135A}"/>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43" name="text_39">
            <a:extLst>
              <a:ext uri="{FF2B5EF4-FFF2-40B4-BE49-F238E27FC236}">
                <a16:creationId xmlns:a16="http://schemas.microsoft.com/office/drawing/2014/main" id="{53FD1BEC-FE5E-490B-BAF3-00841994842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44" name="note_box_40">
            <a:extLst>
              <a:ext uri="{FF2B5EF4-FFF2-40B4-BE49-F238E27FC236}">
                <a16:creationId xmlns:a16="http://schemas.microsoft.com/office/drawing/2014/main" id="{ACFBAAA6-2D48-4C1C-950F-19C5CF2341DD}"/>
              </a:ext>
            </a:extLst>
          </p:cNvPr>
          <p:cNvSpPr>
            <a:spLocks noGrp="1"/>
          </p:cNvSpPr>
          <p:nvPr/>
        </p:nvSpPr>
        <p:spPr>
          <a:xfrm>
            <a:off x="62865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5" name="equation_41" descr="w_3=-1">
                <a:extLst>
                  <a:ext uri="{FF2B5EF4-FFF2-40B4-BE49-F238E27FC236}">
                    <a16:creationId xmlns:a16="http://schemas.microsoft.com/office/drawing/2014/main" id="{75F45EB4-AE32-4DAB-98E0-4DC5885E9211}"/>
                  </a:ext>
                </a:extLst>
              </p:cNvPr>
              <p:cNvSpPr>
                <a:spLocks noGrp="1"/>
              </p:cNvSpPr>
              <p:nvPr/>
            </p:nvSpPr>
            <p:spPr>
              <a:xfrm>
                <a:off x="63150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3</m:t>
                          </m:r>
                        </m:sub>
                      </m:sSub>
                      <m:r>
                        <a:rPr lang="en-GB" sz="2000">
                          <a:solidFill>
                            <a:srgbClr val="235C99"/>
                          </a:solidFill>
                          <a:latin typeface="Cambria Math"/>
                          <a:ea typeface="Cambria Math"/>
                          <a:cs typeface="Cambria Math"/>
                        </a:rPr>
                        <m:t>=−1</m:t>
                      </m:r>
                    </m:oMath>
                  </m:oMathPara>
                </a14:m>
                <a:endParaRPr lang="en-GB" sz="2000"/>
              </a:p>
            </p:txBody>
          </p:sp>
        </mc:Choice>
        <mc:Fallback xmlns="">
          <p:sp>
            <p:nvSpPr>
              <p:cNvPr id="45" name="equation_41" descr="w_3=-1">
                <a:extLst>
                  <a:ext uri="{FF2B5EF4-FFF2-40B4-BE49-F238E27FC236}">
                    <a16:creationId xmlns:a16="http://schemas.microsoft.com/office/drawing/2014/main" id="{75F45EB4-AE32-4DAB-98E0-4DC5885E9211}"/>
                  </a:ext>
                </a:extLst>
              </p:cNvPr>
              <p:cNvSpPr>
                <a:spLocks noGrp="1" noRot="1" noChangeAspect="1" noMove="1" noResize="1" noEditPoints="1" noAdjustHandles="1" noChangeArrowheads="1" noChangeShapeType="1" noTextEdit="1"/>
              </p:cNvSpPr>
              <p:nvPr/>
            </p:nvSpPr>
            <p:spPr>
              <a:xfrm>
                <a:off x="6315075" y="2867025"/>
                <a:ext cx="1085850" cy="247650"/>
              </a:xfrm>
              <a:prstGeom prst="rect">
                <a:avLst/>
              </a:prstGeom>
              <a:blipFill>
                <a:blip r:embed="rId17"/>
                <a:stretch>
                  <a:fillRect l="-1685" t="-2439" b="-26829"/>
                </a:stretch>
              </a:blipFill>
              <a:ln w="0">
                <a:noFill/>
              </a:ln>
            </p:spPr>
            <p:txBody>
              <a:bodyPr/>
              <a:lstStyle/>
              <a:p>
                <a:r>
                  <a:rPr lang="it-IT">
                    <a:noFill/>
                  </a:rPr>
                  <a:t> </a:t>
                </a:r>
              </a:p>
            </p:txBody>
          </p:sp>
        </mc:Fallback>
      </mc:AlternateContent>
      <p:sp>
        <p:nvSpPr>
          <p:cNvPr id="46" name="note_box_42">
            <a:extLst>
              <a:ext uri="{FF2B5EF4-FFF2-40B4-BE49-F238E27FC236}">
                <a16:creationId xmlns:a16="http://schemas.microsoft.com/office/drawing/2014/main" id="{0D9D3461-C6BD-4B81-BE0A-D4C8C2CDCD72}"/>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7" name="equation_43" descr="J'_{1}(a_1(x))">
                <a:extLst>
                  <a:ext uri="{FF2B5EF4-FFF2-40B4-BE49-F238E27FC236}">
                    <a16:creationId xmlns:a16="http://schemas.microsoft.com/office/drawing/2014/main" id="{E5A6A022-9AF3-4526-A3FC-186B48DD049F}"/>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47" name="equation_43" descr="J'_{1}(3)">
                <a:extLst>
                  <a:ext uri="{FF2B5EF4-FFF2-40B4-BE49-F238E27FC236}">
                    <a16:creationId xmlns:a16="http://schemas.microsoft.com/office/drawing/2014/main" id="{E5A6A022-9AF3-4526-A3FC-186B48DD049F}"/>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8"/>
                <a:stretch>
                  <a:fillRect b="-5479"/>
                </a:stretch>
              </a:blipFill>
              <a:ln w="0">
                <a:noFill/>
              </a:ln>
            </p:spPr>
            <p:txBody>
              <a:bodyPr/>
              <a:lstStyle/>
              <a:p>
                <a:r>
                  <a:rPr lang="it-IT">
                    <a:noFill/>
                  </a:rPr>
                  <a:t> </a:t>
                </a:r>
              </a:p>
            </p:txBody>
          </p:sp>
        </mc:Fallback>
      </mc:AlternateContent>
      <p:sp>
        <p:nvSpPr>
          <p:cNvPr id="48" name="text_44">
            <a:extLst>
              <a:ext uri="{FF2B5EF4-FFF2-40B4-BE49-F238E27FC236}">
                <a16:creationId xmlns:a16="http://schemas.microsoft.com/office/drawing/2014/main" id="{B925063E-D10F-462B-AF3F-D47A55941925}"/>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49" name="note_box_45">
            <a:extLst>
              <a:ext uri="{FF2B5EF4-FFF2-40B4-BE49-F238E27FC236}">
                <a16:creationId xmlns:a16="http://schemas.microsoft.com/office/drawing/2014/main" id="{CFBA8DFE-D007-46C0-824A-2A6AA1ED89C9}"/>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0" name="equation_46" descr="\frac{\partial\mathcal{L}_{\mathrm{sq}}}{\partial w_1}=?">
                <a:extLst>
                  <a:ext uri="{FF2B5EF4-FFF2-40B4-BE49-F238E27FC236}">
                    <a16:creationId xmlns:a16="http://schemas.microsoft.com/office/drawing/2014/main" id="{D72903BF-C014-4E50-876D-AF3E4067D5BE}"/>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0" name="equation_46" descr="\frac{\partial\mathcal{L}_{\mathrm{sq}}}{\partial w_1}=?">
                <a:extLst>
                  <a:ext uri="{FF2B5EF4-FFF2-40B4-BE49-F238E27FC236}">
                    <a16:creationId xmlns:a16="http://schemas.microsoft.com/office/drawing/2014/main" id="{D72903BF-C014-4E50-876D-AF3E4067D5BE}"/>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9"/>
                <a:stretch>
                  <a:fillRect/>
                </a:stretch>
              </a:blipFill>
              <a:ln w="0">
                <a:noFill/>
              </a:ln>
            </p:spPr>
            <p:txBody>
              <a:bodyPr/>
              <a:lstStyle/>
              <a:p>
                <a:r>
                  <a:rPr lang="it-IT">
                    <a:noFill/>
                  </a:rPr>
                  <a:t> </a:t>
                </a:r>
              </a:p>
            </p:txBody>
          </p:sp>
        </mc:Fallback>
      </mc:AlternateContent>
      <p:sp>
        <p:nvSpPr>
          <p:cNvPr id="51" name="note_box_47">
            <a:extLst>
              <a:ext uri="{FF2B5EF4-FFF2-40B4-BE49-F238E27FC236}">
                <a16:creationId xmlns:a16="http://schemas.microsoft.com/office/drawing/2014/main" id="{953B23BF-86AF-4EFA-88E4-C16BB8A42E13}"/>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2" name="equation_48" descr="\frac{\partial\mathcal{L}_{\mathrm{sq}}}{\partial b_1}=?">
                <a:extLst>
                  <a:ext uri="{FF2B5EF4-FFF2-40B4-BE49-F238E27FC236}">
                    <a16:creationId xmlns:a16="http://schemas.microsoft.com/office/drawing/2014/main" id="{4C3BDB35-F09E-49C7-A2B2-30330254DD1F}"/>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2" name="equation_48" descr="\frac{\partial\mathcal{L}_{\mathrm{sq}}}{\partial b_1}=?">
                <a:extLst>
                  <a:ext uri="{FF2B5EF4-FFF2-40B4-BE49-F238E27FC236}">
                    <a16:creationId xmlns:a16="http://schemas.microsoft.com/office/drawing/2014/main" id="{4C3BDB35-F09E-49C7-A2B2-30330254DD1F}"/>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7_equation_48"/>
                <a:stretch>
                  <a:fillRect b="-3158"/>
                </a:stretch>
              </a:blipFill>
              <a:ln w="0">
                <a:noFill/>
              </a:ln>
            </p:spPr>
            <p:txBody>
              <a:bodyPr/>
              <a:lstStyle/>
              <a:p>
                <a:r>
                  <a:rPr lang="it-IT">
                    <a:noFill/>
                  </a:rPr>
                  <a:t> </a:t>
                </a:r>
              </a:p>
            </p:txBody>
          </p:sp>
        </mc:Fallback>
      </mc:AlternateContent>
      <p:sp>
        <p:nvSpPr>
          <p:cNvPr id="53" name="note_brace_49">
            <a:extLst>
              <a:ext uri="{FF2B5EF4-FFF2-40B4-BE49-F238E27FC236}">
                <a16:creationId xmlns:a16="http://schemas.microsoft.com/office/drawing/2014/main" id="{B0CB320E-2104-4119-BB96-7B5153789990}"/>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22A7D7C9-F5E3-4A4B-902A-4BD72E19707C}"/>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5" name="note_box_51">
            <a:extLst>
              <a:ext uri="{FF2B5EF4-FFF2-40B4-BE49-F238E27FC236}">
                <a16:creationId xmlns:a16="http://schemas.microsoft.com/office/drawing/2014/main" id="{74211328-670B-439C-8BEE-61742D614F5F}"/>
              </a:ext>
            </a:extLst>
          </p:cNvPr>
          <p:cNvSpPr>
            <a:spLocks noGrp="1"/>
          </p:cNvSpPr>
          <p:nvPr/>
        </p:nvSpPr>
        <p:spPr>
          <a:xfrm>
            <a:off x="4495800" y="3238500"/>
            <a:ext cx="32766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6" name="equation_52" descr="J'_{2}(a_2(x))">
                <a:extLst>
                  <a:ext uri="{FF2B5EF4-FFF2-40B4-BE49-F238E27FC236}">
                    <a16:creationId xmlns:a16="http://schemas.microsoft.com/office/drawing/2014/main" id="{FCAFB7A7-884D-495F-8650-A210AABA3FB6}"/>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56" name="equation_52" descr="J'_{2}(5)">
                <a:extLst>
                  <a:ext uri="{FF2B5EF4-FFF2-40B4-BE49-F238E27FC236}">
                    <a16:creationId xmlns:a16="http://schemas.microsoft.com/office/drawing/2014/main" id="{FCAFB7A7-884D-495F-8650-A210AABA3FB6}"/>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20"/>
                <a:stretch>
                  <a:fillRect b="-5479"/>
                </a:stretch>
              </a:blipFill>
              <a:ln w="0">
                <a:noFill/>
              </a:ln>
            </p:spPr>
            <p:txBody>
              <a:bodyPr/>
              <a:lstStyle/>
              <a:p>
                <a:r>
                  <a:rPr lang="it-IT">
                    <a:noFill/>
                  </a:rPr>
                  <a:t> </a:t>
                </a:r>
              </a:p>
            </p:txBody>
          </p:sp>
        </mc:Fallback>
      </mc:AlternateContent>
      <p:sp>
        <p:nvSpPr>
          <p:cNvPr id="57" name="text_53">
            <a:extLst>
              <a:ext uri="{FF2B5EF4-FFF2-40B4-BE49-F238E27FC236}">
                <a16:creationId xmlns:a16="http://schemas.microsoft.com/office/drawing/2014/main" id="{FE6F2533-E49F-47B4-B895-459502A05211}"/>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58" name="note_box_54">
            <a:extLst>
              <a:ext uri="{FF2B5EF4-FFF2-40B4-BE49-F238E27FC236}">
                <a16:creationId xmlns:a16="http://schemas.microsoft.com/office/drawing/2014/main" id="{BD67A9E7-145B-4053-BB04-B0C90C242DFD}"/>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9" name="equation_55" descr="\frac{\partial\mathcal{L}_{\mathrm{sq}}}{\partial w_2}=?">
                <a:extLst>
                  <a:ext uri="{FF2B5EF4-FFF2-40B4-BE49-F238E27FC236}">
                    <a16:creationId xmlns:a16="http://schemas.microsoft.com/office/drawing/2014/main" id="{C3D24916-A2DA-4DC0-B34A-7908A2F42285}"/>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9" name="equation_55" descr="\frac{\partial\mathcal{L}_{\mathrm{sq}}}{\partial w_2}=?">
                <a:extLst>
                  <a:ext uri="{FF2B5EF4-FFF2-40B4-BE49-F238E27FC236}">
                    <a16:creationId xmlns:a16="http://schemas.microsoft.com/office/drawing/2014/main" id="{C3D24916-A2DA-4DC0-B34A-7908A2F42285}"/>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2"/>
                <a:stretch>
                  <a:fillRect/>
                </a:stretch>
              </a:blipFill>
              <a:ln w="0">
                <a:noFill/>
              </a:ln>
            </p:spPr>
            <p:txBody>
              <a:bodyPr/>
              <a:lstStyle/>
              <a:p>
                <a:r>
                  <a:rPr lang="it-IT">
                    <a:noFill/>
                  </a:rPr>
                  <a:t> </a:t>
                </a:r>
              </a:p>
            </p:txBody>
          </p:sp>
        </mc:Fallback>
      </mc:AlternateContent>
      <p:sp>
        <p:nvSpPr>
          <p:cNvPr id="60" name="note_box_56">
            <a:extLst>
              <a:ext uri="{FF2B5EF4-FFF2-40B4-BE49-F238E27FC236}">
                <a16:creationId xmlns:a16="http://schemas.microsoft.com/office/drawing/2014/main" id="{9EAA06D4-24A8-4EA8-BD8F-5D3DDD4A893F}"/>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1" name="equation_57" descr="\frac{\partial\mathcal{L}_{\mathrm{sq}}}{\partial b_2}=?">
                <a:extLst>
                  <a:ext uri="{FF2B5EF4-FFF2-40B4-BE49-F238E27FC236}">
                    <a16:creationId xmlns:a16="http://schemas.microsoft.com/office/drawing/2014/main" id="{89C8A8A4-F540-4CF5-BDDF-984BDD408C83}"/>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61" name="equation_57" descr="\frac{\partial\mathcal{L}_{\mathrm{sq}}}{\partial b_2}=?">
                <a:extLst>
                  <a:ext uri="{FF2B5EF4-FFF2-40B4-BE49-F238E27FC236}">
                    <a16:creationId xmlns:a16="http://schemas.microsoft.com/office/drawing/2014/main" id="{89C8A8A4-F540-4CF5-BDDF-984BDD408C83}"/>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7_equation_57"/>
                <a:stretch>
                  <a:fillRect b="-3158"/>
                </a:stretch>
              </a:blipFill>
              <a:ln w="0">
                <a:noFill/>
              </a:ln>
            </p:spPr>
            <p:txBody>
              <a:bodyPr/>
              <a:lstStyle/>
              <a:p>
                <a:r>
                  <a:rPr lang="it-IT">
                    <a:noFill/>
                  </a:rPr>
                  <a:t> </a:t>
                </a:r>
              </a:p>
            </p:txBody>
          </p:sp>
        </mc:Fallback>
      </mc:AlternateContent>
      <p:sp>
        <p:nvSpPr>
          <p:cNvPr id="62" name="note_brace_58">
            <a:extLst>
              <a:ext uri="{FF2B5EF4-FFF2-40B4-BE49-F238E27FC236}">
                <a16:creationId xmlns:a16="http://schemas.microsoft.com/office/drawing/2014/main" id="{C11A4179-9BAE-4725-AFF3-705B78CEF530}"/>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63" name="text_59">
            <a:extLst>
              <a:ext uri="{FF2B5EF4-FFF2-40B4-BE49-F238E27FC236}">
                <a16:creationId xmlns:a16="http://schemas.microsoft.com/office/drawing/2014/main" id="{EFD4F121-7A24-47A6-891F-47C117660397}"/>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4" name="note_box_60">
            <a:extLst>
              <a:ext uri="{FF2B5EF4-FFF2-40B4-BE49-F238E27FC236}">
                <a16:creationId xmlns:a16="http://schemas.microsoft.com/office/drawing/2014/main" id="{C4F9670F-1136-4DF1-A59E-07506EB85FE0}"/>
              </a:ext>
            </a:extLst>
          </p:cNvPr>
          <p:cNvSpPr>
            <a:spLocks noGrp="1"/>
          </p:cNvSpPr>
          <p:nvPr/>
        </p:nvSpPr>
        <p:spPr>
          <a:xfrm>
            <a:off x="80581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5" name="equation_61" descr="J'_{3}(a_3(x))=-2">
                <a:extLst>
                  <a:ext uri="{FF2B5EF4-FFF2-40B4-BE49-F238E27FC236}">
                    <a16:creationId xmlns:a16="http://schemas.microsoft.com/office/drawing/2014/main" id="{A47D0B8F-6B9D-457C-BF66-1FCB5DF4B5F7}"/>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3</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65" name="equation_61" descr="J'_{3}(-3)=-2">
                <a:extLst>
                  <a:ext uri="{FF2B5EF4-FFF2-40B4-BE49-F238E27FC236}">
                    <a16:creationId xmlns:a16="http://schemas.microsoft.com/office/drawing/2014/main" id="{A47D0B8F-6B9D-457C-BF66-1FCB5DF4B5F7}"/>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3"/>
                <a:stretch>
                  <a:fillRect b="-5479"/>
                </a:stretch>
              </a:blipFill>
              <a:ln w="0">
                <a:noFill/>
              </a:ln>
            </p:spPr>
            <p:txBody>
              <a:bodyPr/>
              <a:lstStyle/>
              <a:p>
                <a:r>
                  <a:rPr lang="it-IT">
                    <a:noFill/>
                  </a:rPr>
                  <a:t> </a:t>
                </a:r>
              </a:p>
            </p:txBody>
          </p:sp>
        </mc:Fallback>
      </mc:AlternateContent>
      <p:sp>
        <p:nvSpPr>
          <p:cNvPr id="66" name="text_62">
            <a:extLst>
              <a:ext uri="{FF2B5EF4-FFF2-40B4-BE49-F238E27FC236}">
                <a16:creationId xmlns:a16="http://schemas.microsoft.com/office/drawing/2014/main" id="{662D3C31-4514-46E1-A45F-B0EAB808C323}"/>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67" name="note_box_63">
            <a:extLst>
              <a:ext uri="{FF2B5EF4-FFF2-40B4-BE49-F238E27FC236}">
                <a16:creationId xmlns:a16="http://schemas.microsoft.com/office/drawing/2014/main" id="{3CE7E4FB-F245-439B-BE33-7E36F285E187}"/>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8" name="equation_64" descr="\frac{\partial\mathcal{L}_{\mathrm{sq}}}{\partial w_3}=-10">
                <a:extLst>
                  <a:ext uri="{FF2B5EF4-FFF2-40B4-BE49-F238E27FC236}">
                    <a16:creationId xmlns:a16="http://schemas.microsoft.com/office/drawing/2014/main" id="{328AE9C0-3318-4EA3-B7D2-1A1E6DE9FC68}"/>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68" name="equation_64" descr="\frac{\partial\mathcal{L}_{\mathrm{sq}}}{\partial w_3}=-10">
                <a:extLst>
                  <a:ext uri="{FF2B5EF4-FFF2-40B4-BE49-F238E27FC236}">
                    <a16:creationId xmlns:a16="http://schemas.microsoft.com/office/drawing/2014/main" id="{328AE9C0-3318-4EA3-B7D2-1A1E6DE9FC68}"/>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5"/>
                <a:stretch>
                  <a:fillRect/>
                </a:stretch>
              </a:blipFill>
              <a:ln w="0">
                <a:noFill/>
              </a:ln>
            </p:spPr>
            <p:txBody>
              <a:bodyPr/>
              <a:lstStyle/>
              <a:p>
                <a:r>
                  <a:rPr lang="it-IT">
                    <a:noFill/>
                  </a:rPr>
                  <a:t> </a:t>
                </a:r>
              </a:p>
            </p:txBody>
          </p:sp>
        </mc:Fallback>
      </mc:AlternateContent>
      <p:sp>
        <p:nvSpPr>
          <p:cNvPr id="69" name="note_box_65">
            <a:extLst>
              <a:ext uri="{FF2B5EF4-FFF2-40B4-BE49-F238E27FC236}">
                <a16:creationId xmlns:a16="http://schemas.microsoft.com/office/drawing/2014/main" id="{C8314B90-A1A4-4E92-8845-56A55980E7A9}"/>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frac{\partial\mathcal{L}_{\mathrm{sq}}}{\partial b_3}=-2">
                <a:extLst>
                  <a:ext uri="{FF2B5EF4-FFF2-40B4-BE49-F238E27FC236}">
                    <a16:creationId xmlns:a16="http://schemas.microsoft.com/office/drawing/2014/main" id="{6F06A0C5-A5D1-477C-B7DF-49457617B0FF}"/>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70" name="equation_66" descr="\frac{\partial\mathcal{L}_{\mathrm{sq}}}{\partial b_3}=-2">
                <a:extLst>
                  <a:ext uri="{FF2B5EF4-FFF2-40B4-BE49-F238E27FC236}">
                    <a16:creationId xmlns:a16="http://schemas.microsoft.com/office/drawing/2014/main" id="{6F06A0C5-A5D1-477C-B7DF-49457617B0FF}"/>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7_equation_66"/>
                <a:stretch>
                  <a:fillRect b="-3158"/>
                </a:stretch>
              </a:blipFill>
              <a:ln w="0">
                <a:noFill/>
              </a:ln>
            </p:spPr>
            <p:txBody>
              <a:bodyPr/>
              <a:lstStyle/>
              <a:p>
                <a:r>
                  <a:rPr lang="it-IT">
                    <a:noFill/>
                  </a:rPr>
                  <a:t> </a:t>
                </a:r>
              </a:p>
            </p:txBody>
          </p:sp>
        </mc:Fallback>
      </mc:AlternateContent>
      <p:sp>
        <p:nvSpPr>
          <p:cNvPr id="71" name="note_brace_67">
            <a:extLst>
              <a:ext uri="{FF2B5EF4-FFF2-40B4-BE49-F238E27FC236}">
                <a16:creationId xmlns:a16="http://schemas.microsoft.com/office/drawing/2014/main" id="{185FA8C4-EF70-4519-B855-83C92F6EB7F9}"/>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72" name="text_68">
            <a:extLst>
              <a:ext uri="{FF2B5EF4-FFF2-40B4-BE49-F238E27FC236}">
                <a16:creationId xmlns:a16="http://schemas.microsoft.com/office/drawing/2014/main" id="{37FE4DAD-85A2-4667-8127-A9A935A574CB}"/>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73" name="shape_69">
            <a:extLst>
              <a:ext uri="{FF2B5EF4-FFF2-40B4-BE49-F238E27FC236}">
                <a16:creationId xmlns:a16="http://schemas.microsoft.com/office/drawing/2014/main" id="{2E67C07A-413D-4514-832B-F765ED54785A}"/>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74" name="note_box_70">
            <a:extLst>
              <a:ext uri="{FF2B5EF4-FFF2-40B4-BE49-F238E27FC236}">
                <a16:creationId xmlns:a16="http://schemas.microsoft.com/office/drawing/2014/main" id="{D046B87F-6C13-4A45-9EC6-84EFDCA401EA}"/>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75" name="text_71">
            <a:extLst>
              <a:ext uri="{FF2B5EF4-FFF2-40B4-BE49-F238E27FC236}">
                <a16:creationId xmlns:a16="http://schemas.microsoft.com/office/drawing/2014/main" id="{8534C24A-43CE-41CC-8AD9-D3BFC581DF2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6" name="note_box_72">
            <a:extLst>
              <a:ext uri="{FF2B5EF4-FFF2-40B4-BE49-F238E27FC236}">
                <a16:creationId xmlns:a16="http://schemas.microsoft.com/office/drawing/2014/main" id="{FC689B46-67A7-4D93-9E62-64E071B1E42D}"/>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77" name="text_73">
            <a:extLst>
              <a:ext uri="{FF2B5EF4-FFF2-40B4-BE49-F238E27FC236}">
                <a16:creationId xmlns:a16="http://schemas.microsoft.com/office/drawing/2014/main" id="{A65A4B18-F747-4589-8BE7-5B072963D097}"/>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78" name="note_box_74">
            <a:extLst>
              <a:ext uri="{FF2B5EF4-FFF2-40B4-BE49-F238E27FC236}">
                <a16:creationId xmlns:a16="http://schemas.microsoft.com/office/drawing/2014/main" id="{67BE187E-5729-4E80-A72F-61756350623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79" name="text_75">
            <a:extLst>
              <a:ext uri="{FF2B5EF4-FFF2-40B4-BE49-F238E27FC236}">
                <a16:creationId xmlns:a16="http://schemas.microsoft.com/office/drawing/2014/main" id="{EADCDB41-72A0-4263-929B-4829FB9F101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0" name="note_box_76">
            <a:extLst>
              <a:ext uri="{FF2B5EF4-FFF2-40B4-BE49-F238E27FC236}">
                <a16:creationId xmlns:a16="http://schemas.microsoft.com/office/drawing/2014/main" id="{3EB1A613-2F17-4BA1-B301-2281E974E359}"/>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1" name="equation_77" descr="\phi_0(x)">
                <a:extLst>
                  <a:ext uri="{FF2B5EF4-FFF2-40B4-BE49-F238E27FC236}">
                    <a16:creationId xmlns:a16="http://schemas.microsoft.com/office/drawing/2014/main" id="{D3499DEC-3D12-4AE2-91B6-E90FCA2FFE88}"/>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1" name="equation_77" descr="\phi_0(x)">
                <a:extLst>
                  <a:ext uri="{FF2B5EF4-FFF2-40B4-BE49-F238E27FC236}">
                    <a16:creationId xmlns:a16="http://schemas.microsoft.com/office/drawing/2014/main" id="{D3499DEC-3D12-4AE2-91B6-E90FCA2FFE88}"/>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2" name="equation_78" descr="2">
                <a:extLst>
                  <a:ext uri="{FF2B5EF4-FFF2-40B4-BE49-F238E27FC236}">
                    <a16:creationId xmlns:a16="http://schemas.microsoft.com/office/drawing/2014/main" id="{3FB0C0EC-CDB5-4E36-9D5B-78DA85941493}"/>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82" name="equation_78" descr="2">
                <a:extLst>
                  <a:ext uri="{FF2B5EF4-FFF2-40B4-BE49-F238E27FC236}">
                    <a16:creationId xmlns:a16="http://schemas.microsoft.com/office/drawing/2014/main" id="{3FB0C0EC-CDB5-4E36-9D5B-78DA85941493}"/>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83" name="note_box_79">
            <a:extLst>
              <a:ext uri="{FF2B5EF4-FFF2-40B4-BE49-F238E27FC236}">
                <a16:creationId xmlns:a16="http://schemas.microsoft.com/office/drawing/2014/main" id="{8130F597-8FB8-4974-9ED4-BC7234F7677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4" name="equation_80" descr="a_1(x)">
                <a:extLst>
                  <a:ext uri="{FF2B5EF4-FFF2-40B4-BE49-F238E27FC236}">
                    <a16:creationId xmlns:a16="http://schemas.microsoft.com/office/drawing/2014/main" id="{2833A6FE-1940-4AA9-BE09-7E2DBBF37920}"/>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4" name="equation_80" descr="a_1(x)">
                <a:extLst>
                  <a:ext uri="{FF2B5EF4-FFF2-40B4-BE49-F238E27FC236}">
                    <a16:creationId xmlns:a16="http://schemas.microsoft.com/office/drawing/2014/main" id="{2833A6FE-1940-4AA9-BE09-7E2DBBF37920}"/>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5" name="equation_81" descr="3">
                <a:extLst>
                  <a:ext uri="{FF2B5EF4-FFF2-40B4-BE49-F238E27FC236}">
                    <a16:creationId xmlns:a16="http://schemas.microsoft.com/office/drawing/2014/main" id="{544680EA-375D-4589-A8E9-38A5F8F1A64D}"/>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85" name="equation_81" descr="3">
                <a:extLst>
                  <a:ext uri="{FF2B5EF4-FFF2-40B4-BE49-F238E27FC236}">
                    <a16:creationId xmlns:a16="http://schemas.microsoft.com/office/drawing/2014/main" id="{544680EA-375D-4589-A8E9-38A5F8F1A64D}"/>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86" name="line_82">
            <a:extLst>
              <a:ext uri="{FF2B5EF4-FFF2-40B4-BE49-F238E27FC236}">
                <a16:creationId xmlns:a16="http://schemas.microsoft.com/office/drawing/2014/main" id="{E641E68C-AE2E-4585-83E4-8E0477997AC1}"/>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87" name="text_83">
            <a:extLst>
              <a:ext uri="{FF2B5EF4-FFF2-40B4-BE49-F238E27FC236}">
                <a16:creationId xmlns:a16="http://schemas.microsoft.com/office/drawing/2014/main" id="{6F297B85-6135-4B37-86E3-FD429A02255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88" name="note_box_84">
            <a:extLst>
              <a:ext uri="{FF2B5EF4-FFF2-40B4-BE49-F238E27FC236}">
                <a16:creationId xmlns:a16="http://schemas.microsoft.com/office/drawing/2014/main" id="{5CBBC543-9F37-486A-8465-9E43BF9CA297}"/>
              </a:ext>
            </a:extLst>
          </p:cNvPr>
          <p:cNvSpPr>
            <a:spLocks noGrp="1"/>
          </p:cNvSpPr>
          <p:nvPr/>
        </p:nvSpPr>
        <p:spPr>
          <a:xfrm>
            <a:off x="38481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9" name="equation_85" descr="\phi_1(x)">
                <a:extLst>
                  <a:ext uri="{FF2B5EF4-FFF2-40B4-BE49-F238E27FC236}">
                    <a16:creationId xmlns:a16="http://schemas.microsoft.com/office/drawing/2014/main" id="{744384B7-E52A-43EB-B2A4-955D2CB0A3D1}"/>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89" name="equation_85" descr="\phi_1(x)">
                <a:extLst>
                  <a:ext uri="{FF2B5EF4-FFF2-40B4-BE49-F238E27FC236}">
                    <a16:creationId xmlns:a16="http://schemas.microsoft.com/office/drawing/2014/main" id="{744384B7-E52A-43EB-B2A4-955D2CB0A3D1}"/>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equation_86" descr="3">
                <a:extLst>
                  <a:ext uri="{FF2B5EF4-FFF2-40B4-BE49-F238E27FC236}">
                    <a16:creationId xmlns:a16="http://schemas.microsoft.com/office/drawing/2014/main" id="{8EBE673F-2348-4E0E-ABFA-A11727A1F4DF}"/>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90" name="equation_86" descr="3">
                <a:extLst>
                  <a:ext uri="{FF2B5EF4-FFF2-40B4-BE49-F238E27FC236}">
                    <a16:creationId xmlns:a16="http://schemas.microsoft.com/office/drawing/2014/main" id="{8EBE673F-2348-4E0E-ABFA-A11727A1F4DF}"/>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91" name="line_87">
            <a:extLst>
              <a:ext uri="{FF2B5EF4-FFF2-40B4-BE49-F238E27FC236}">
                <a16:creationId xmlns:a16="http://schemas.microsoft.com/office/drawing/2014/main" id="{ECDC8E9E-1E6D-456E-AEE6-A4A5D2F48C3E}"/>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92" name="text_88">
            <a:extLst>
              <a:ext uri="{FF2B5EF4-FFF2-40B4-BE49-F238E27FC236}">
                <a16:creationId xmlns:a16="http://schemas.microsoft.com/office/drawing/2014/main" id="{258E186A-EA1F-49EA-A29E-231A6CB213A9}"/>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93" name="note_box_89">
            <a:extLst>
              <a:ext uri="{FF2B5EF4-FFF2-40B4-BE49-F238E27FC236}">
                <a16:creationId xmlns:a16="http://schemas.microsoft.com/office/drawing/2014/main" id="{32D6B51A-85DF-44A9-BC12-2652DBB1049D}"/>
              </a:ext>
            </a:extLst>
          </p:cNvPr>
          <p:cNvSpPr>
            <a:spLocks noGrp="1"/>
          </p:cNvSpPr>
          <p:nvPr/>
        </p:nvSpPr>
        <p:spPr>
          <a:xfrm>
            <a:off x="55245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94" name="equation_90" descr="a_2(x)">
                <a:extLst>
                  <a:ext uri="{FF2B5EF4-FFF2-40B4-BE49-F238E27FC236}">
                    <a16:creationId xmlns:a16="http://schemas.microsoft.com/office/drawing/2014/main" id="{232CB0D7-4F52-4E3D-A4E4-434430AF2252}"/>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94" name="equation_90" descr="a_2(x)">
                <a:extLst>
                  <a:ext uri="{FF2B5EF4-FFF2-40B4-BE49-F238E27FC236}">
                    <a16:creationId xmlns:a16="http://schemas.microsoft.com/office/drawing/2014/main" id="{232CB0D7-4F52-4E3D-A4E4-434430AF2252}"/>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equation_91" descr="5">
                <a:extLst>
                  <a:ext uri="{FF2B5EF4-FFF2-40B4-BE49-F238E27FC236}">
                    <a16:creationId xmlns:a16="http://schemas.microsoft.com/office/drawing/2014/main" id="{24B11082-D92D-4F7B-A360-9C53A79F29B0}"/>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95" name="equation_91" descr="5">
                <a:extLst>
                  <a:ext uri="{FF2B5EF4-FFF2-40B4-BE49-F238E27FC236}">
                    <a16:creationId xmlns:a16="http://schemas.microsoft.com/office/drawing/2014/main" id="{24B11082-D92D-4F7B-A360-9C53A79F29B0}"/>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96" name="line_92">
            <a:extLst>
              <a:ext uri="{FF2B5EF4-FFF2-40B4-BE49-F238E27FC236}">
                <a16:creationId xmlns:a16="http://schemas.microsoft.com/office/drawing/2014/main" id="{97B15A67-D4D9-4D10-9272-825CB5E4EDA5}"/>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97" name="text_93">
            <a:extLst>
              <a:ext uri="{FF2B5EF4-FFF2-40B4-BE49-F238E27FC236}">
                <a16:creationId xmlns:a16="http://schemas.microsoft.com/office/drawing/2014/main" id="{B0DC43A5-C6AC-424A-BF4D-F8FE4C347704}"/>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98" name="note_box_94">
            <a:extLst>
              <a:ext uri="{FF2B5EF4-FFF2-40B4-BE49-F238E27FC236}">
                <a16:creationId xmlns:a16="http://schemas.microsoft.com/office/drawing/2014/main" id="{7F3533FF-4BC3-49B4-85FC-525638FFBB83}"/>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9" name="equation_95" descr="\phi_2(x)">
                <a:extLst>
                  <a:ext uri="{FF2B5EF4-FFF2-40B4-BE49-F238E27FC236}">
                    <a16:creationId xmlns:a16="http://schemas.microsoft.com/office/drawing/2014/main" id="{44E416FE-F403-43F6-BE2C-A0C59C794F96}"/>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99" name="equation_95" descr="\phi_2(x)">
                <a:extLst>
                  <a:ext uri="{FF2B5EF4-FFF2-40B4-BE49-F238E27FC236}">
                    <a16:creationId xmlns:a16="http://schemas.microsoft.com/office/drawing/2014/main" id="{44E416FE-F403-43F6-BE2C-A0C59C794F96}"/>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0" name="equation_96" descr="5">
                <a:extLst>
                  <a:ext uri="{FF2B5EF4-FFF2-40B4-BE49-F238E27FC236}">
                    <a16:creationId xmlns:a16="http://schemas.microsoft.com/office/drawing/2014/main" id="{FECF6D5B-F8B6-46AC-864A-3F732D4BB2EB}"/>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00" name="equation_96" descr="5">
                <a:extLst>
                  <a:ext uri="{FF2B5EF4-FFF2-40B4-BE49-F238E27FC236}">
                    <a16:creationId xmlns:a16="http://schemas.microsoft.com/office/drawing/2014/main" id="{FECF6D5B-F8B6-46AC-864A-3F732D4BB2EB}"/>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2"/>
                <a:stretch>
                  <a:fillRect t="-9524" b="-26190"/>
                </a:stretch>
              </a:blipFill>
              <a:ln w="0">
                <a:noFill/>
              </a:ln>
            </p:spPr>
            <p:txBody>
              <a:bodyPr/>
              <a:lstStyle/>
              <a:p>
                <a:r>
                  <a:rPr lang="it-IT">
                    <a:noFill/>
                  </a:rPr>
                  <a:t> </a:t>
                </a:r>
              </a:p>
            </p:txBody>
          </p:sp>
        </mc:Fallback>
      </mc:AlternateContent>
      <p:sp>
        <p:nvSpPr>
          <p:cNvPr id="101" name="line_97">
            <a:extLst>
              <a:ext uri="{FF2B5EF4-FFF2-40B4-BE49-F238E27FC236}">
                <a16:creationId xmlns:a16="http://schemas.microsoft.com/office/drawing/2014/main" id="{06DB5621-E1BD-445A-8D71-F61C293AC20F}"/>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02" name="text_98">
            <a:extLst>
              <a:ext uri="{FF2B5EF4-FFF2-40B4-BE49-F238E27FC236}">
                <a16:creationId xmlns:a16="http://schemas.microsoft.com/office/drawing/2014/main" id="{61D19B17-0B6D-4F51-929D-A959E9C176D7}"/>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03" name="note_box_99">
            <a:extLst>
              <a:ext uri="{FF2B5EF4-FFF2-40B4-BE49-F238E27FC236}">
                <a16:creationId xmlns:a16="http://schemas.microsoft.com/office/drawing/2014/main" id="{E5F30005-A96E-40E9-8019-0BC46474CD07}"/>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4" name="equation_100" descr="a_3(x)">
                <a:extLst>
                  <a:ext uri="{FF2B5EF4-FFF2-40B4-BE49-F238E27FC236}">
                    <a16:creationId xmlns:a16="http://schemas.microsoft.com/office/drawing/2014/main" id="{F53C6A57-A927-4248-AC82-5FB6C9811E08}"/>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04" name="equation_100" descr="a_3(x)">
                <a:extLst>
                  <a:ext uri="{FF2B5EF4-FFF2-40B4-BE49-F238E27FC236}">
                    <a16:creationId xmlns:a16="http://schemas.microsoft.com/office/drawing/2014/main" id="{F53C6A57-A927-4248-AC82-5FB6C9811E08}"/>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5" name="equation_101" descr="-3">
                <a:extLst>
                  <a:ext uri="{FF2B5EF4-FFF2-40B4-BE49-F238E27FC236}">
                    <a16:creationId xmlns:a16="http://schemas.microsoft.com/office/drawing/2014/main" id="{1B4E9123-BB8F-446A-95FF-D3E6BCF5640D}"/>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05" name="equation_101" descr="-3">
                <a:extLst>
                  <a:ext uri="{FF2B5EF4-FFF2-40B4-BE49-F238E27FC236}">
                    <a16:creationId xmlns:a16="http://schemas.microsoft.com/office/drawing/2014/main" id="{1B4E9123-BB8F-446A-95FF-D3E6BCF5640D}"/>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4"/>
                <a:stretch>
                  <a:fillRect t="-4762" b="-26190"/>
                </a:stretch>
              </a:blipFill>
              <a:ln w="0">
                <a:noFill/>
              </a:ln>
            </p:spPr>
            <p:txBody>
              <a:bodyPr/>
              <a:lstStyle/>
              <a:p>
                <a:r>
                  <a:rPr lang="it-IT">
                    <a:noFill/>
                  </a:rPr>
                  <a:t> </a:t>
                </a:r>
              </a:p>
            </p:txBody>
          </p:sp>
        </mc:Fallback>
      </mc:AlternateContent>
      <p:sp>
        <p:nvSpPr>
          <p:cNvPr id="106" name="line_102">
            <a:extLst>
              <a:ext uri="{FF2B5EF4-FFF2-40B4-BE49-F238E27FC236}">
                <a16:creationId xmlns:a16="http://schemas.microsoft.com/office/drawing/2014/main" id="{0EC77ACC-17F0-4AFD-9516-A77612FBB45E}"/>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07" name="text_103">
            <a:extLst>
              <a:ext uri="{FF2B5EF4-FFF2-40B4-BE49-F238E27FC236}">
                <a16:creationId xmlns:a16="http://schemas.microsoft.com/office/drawing/2014/main" id="{451049DA-9CCF-491C-9E60-C8CCE1E2DD04}"/>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08" name="note_box_104">
            <a:extLst>
              <a:ext uri="{FF2B5EF4-FFF2-40B4-BE49-F238E27FC236}">
                <a16:creationId xmlns:a16="http://schemas.microsoft.com/office/drawing/2014/main" id="{A45C3C2B-AA02-437F-8C04-FFBF3532FF0E}"/>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9" name="equation_105" descr="\mathcal{L}_{\mathrm{sq}}">
                <a:extLst>
                  <a:ext uri="{FF2B5EF4-FFF2-40B4-BE49-F238E27FC236}">
                    <a16:creationId xmlns:a16="http://schemas.microsoft.com/office/drawing/2014/main" id="{0ECCFDDA-C6E6-4AA8-A4D4-501E1BB54BB5}"/>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9" name="equation_105" descr="\mathcal{L}_{\mathrm{sq}}">
                <a:extLst>
                  <a:ext uri="{FF2B5EF4-FFF2-40B4-BE49-F238E27FC236}">
                    <a16:creationId xmlns:a16="http://schemas.microsoft.com/office/drawing/2014/main" id="{0ECCFDDA-C6E6-4AA8-A4D4-501E1BB54BB5}"/>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5"/>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0" name="equation_106" descr="1">
                <a:extLst>
                  <a:ext uri="{FF2B5EF4-FFF2-40B4-BE49-F238E27FC236}">
                    <a16:creationId xmlns:a16="http://schemas.microsoft.com/office/drawing/2014/main" id="{50216885-2A10-4D2F-B31F-FBCA0C53400A}"/>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10" name="equation_106" descr="1">
                <a:extLst>
                  <a:ext uri="{FF2B5EF4-FFF2-40B4-BE49-F238E27FC236}">
                    <a16:creationId xmlns:a16="http://schemas.microsoft.com/office/drawing/2014/main" id="{50216885-2A10-4D2F-B31F-FBCA0C53400A}"/>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6"/>
                <a:stretch>
                  <a:fillRect t="-4762" b="-26190"/>
                </a:stretch>
              </a:blipFill>
              <a:ln w="0">
                <a:noFill/>
              </a:ln>
            </p:spPr>
            <p:txBody>
              <a:bodyPr/>
              <a:lstStyle/>
              <a:p>
                <a:r>
                  <a:rPr lang="it-IT">
                    <a:noFill/>
                  </a:rPr>
                  <a:t> </a:t>
                </a:r>
              </a:p>
            </p:txBody>
          </p:sp>
        </mc:Fallback>
      </mc:AlternateContent>
      <p:sp>
        <p:nvSpPr>
          <p:cNvPr id="111" name="line_107">
            <a:extLst>
              <a:ext uri="{FF2B5EF4-FFF2-40B4-BE49-F238E27FC236}">
                <a16:creationId xmlns:a16="http://schemas.microsoft.com/office/drawing/2014/main" id="{98EF5CBE-EF0A-485E-A2FC-D508FA77939B}"/>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12" name="text_108">
            <a:extLst>
              <a:ext uri="{FF2B5EF4-FFF2-40B4-BE49-F238E27FC236}">
                <a16:creationId xmlns:a16="http://schemas.microsoft.com/office/drawing/2014/main" id="{C396998D-B508-46F3-9607-6947FAEDA15C}"/>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13" name="note_box_109">
            <a:extLst>
              <a:ext uri="{FF2B5EF4-FFF2-40B4-BE49-F238E27FC236}">
                <a16:creationId xmlns:a16="http://schemas.microsoft.com/office/drawing/2014/main" id="{E87CA9F8-8079-44C3-939B-01E99B1565D0}"/>
              </a:ext>
            </a:extLst>
          </p:cNvPr>
          <p:cNvSpPr>
            <a:spLocks noGrp="1"/>
          </p:cNvSpPr>
          <p:nvPr/>
        </p:nvSpPr>
        <p:spPr>
          <a:xfrm>
            <a:off x="62865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4" name="equation_110" descr="w_3=-1">
                <a:extLst>
                  <a:ext uri="{FF2B5EF4-FFF2-40B4-BE49-F238E27FC236}">
                    <a16:creationId xmlns:a16="http://schemas.microsoft.com/office/drawing/2014/main" id="{9E61AC6A-B46A-40B1-84CC-A9A85D4EDFE3}"/>
                  </a:ext>
                </a:extLst>
              </p:cNvPr>
              <p:cNvSpPr>
                <a:spLocks noGrp="1"/>
              </p:cNvSpPr>
              <p:nvPr/>
            </p:nvSpPr>
            <p:spPr>
              <a:xfrm>
                <a:off x="63150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3</m:t>
                          </m:r>
                        </m:sub>
                      </m:sSub>
                      <m:r>
                        <a:rPr lang="en-GB" sz="2000">
                          <a:solidFill>
                            <a:srgbClr val="235C99"/>
                          </a:solidFill>
                          <a:latin typeface="Cambria Math"/>
                          <a:ea typeface="Cambria Math"/>
                          <a:cs typeface="Cambria Math"/>
                        </a:rPr>
                        <m:t>=−1</m:t>
                      </m:r>
                    </m:oMath>
                  </m:oMathPara>
                </a14:m>
                <a:endParaRPr lang="en-GB" sz="2000"/>
              </a:p>
            </p:txBody>
          </p:sp>
        </mc:Choice>
        <mc:Fallback xmlns="">
          <p:sp>
            <p:nvSpPr>
              <p:cNvPr id="114" name="equation_110" descr="w_3=-1">
                <a:extLst>
                  <a:ext uri="{FF2B5EF4-FFF2-40B4-BE49-F238E27FC236}">
                    <a16:creationId xmlns:a16="http://schemas.microsoft.com/office/drawing/2014/main" id="{9E61AC6A-B46A-40B1-84CC-A9A85D4EDFE3}"/>
                  </a:ext>
                </a:extLst>
              </p:cNvPr>
              <p:cNvSpPr>
                <a:spLocks noGrp="1" noRot="1" noChangeAspect="1" noMove="1" noResize="1" noEditPoints="1" noAdjustHandles="1" noChangeArrowheads="1" noChangeShapeType="1" noTextEdit="1"/>
              </p:cNvSpPr>
              <p:nvPr/>
            </p:nvSpPr>
            <p:spPr>
              <a:xfrm>
                <a:off x="6315075" y="2867025"/>
                <a:ext cx="1085850" cy="247650"/>
              </a:xfrm>
              <a:prstGeom prst="rect">
                <a:avLst/>
              </a:prstGeom>
              <a:blipFill>
                <a:blip r:embed="rId17"/>
                <a:stretch>
                  <a:fillRect l="-1685" t="-2439" b="-26829"/>
                </a:stretch>
              </a:blipFill>
              <a:ln w="0">
                <a:noFill/>
              </a:ln>
            </p:spPr>
            <p:txBody>
              <a:bodyPr/>
              <a:lstStyle/>
              <a:p>
                <a:r>
                  <a:rPr lang="it-IT">
                    <a:noFill/>
                  </a:rPr>
                  <a:t> </a:t>
                </a:r>
              </a:p>
            </p:txBody>
          </p:sp>
        </mc:Fallback>
      </mc:AlternateContent>
      <p:sp>
        <p:nvSpPr>
          <p:cNvPr id="115" name="line_111">
            <a:extLst>
              <a:ext uri="{FF2B5EF4-FFF2-40B4-BE49-F238E27FC236}">
                <a16:creationId xmlns:a16="http://schemas.microsoft.com/office/drawing/2014/main" id="{01C1B85E-979A-4D39-A9B9-92052F16F18B}"/>
              </a:ext>
            </a:extLst>
          </p:cNvPr>
          <p:cNvSpPr>
            <a:spLocks noGrp="1"/>
          </p:cNvSpPr>
          <p:nvPr/>
        </p:nvSpPr>
        <p:spPr>
          <a:xfrm>
            <a:off x="61341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16" name="line_112">
            <a:extLst>
              <a:ext uri="{FF2B5EF4-FFF2-40B4-BE49-F238E27FC236}">
                <a16:creationId xmlns:a16="http://schemas.microsoft.com/office/drawing/2014/main" id="{77BCCAC6-9E39-41EC-9492-109B1933CD22}"/>
              </a:ext>
            </a:extLst>
          </p:cNvPr>
          <p:cNvSpPr>
            <a:spLocks noGrp="1"/>
          </p:cNvSpPr>
          <p:nvPr/>
        </p:nvSpPr>
        <p:spPr>
          <a:xfrm>
            <a:off x="68580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17" name="line_113">
            <a:extLst>
              <a:ext uri="{FF2B5EF4-FFF2-40B4-BE49-F238E27FC236}">
                <a16:creationId xmlns:a16="http://schemas.microsoft.com/office/drawing/2014/main" id="{317B74D7-E2D5-4267-B8DD-619984705FF8}"/>
              </a:ext>
            </a:extLst>
          </p:cNvPr>
          <p:cNvSpPr>
            <a:spLocks noGrp="1"/>
          </p:cNvSpPr>
          <p:nvPr/>
        </p:nvSpPr>
        <p:spPr>
          <a:xfrm flipH="1">
            <a:off x="77914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118" name="note_box_114">
            <a:extLst>
              <a:ext uri="{FF2B5EF4-FFF2-40B4-BE49-F238E27FC236}">
                <a16:creationId xmlns:a16="http://schemas.microsoft.com/office/drawing/2014/main" id="{B639EE00-8D6F-4496-8C27-CBA776306A16}"/>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19" name="equation_115" descr="J'_{1}(a_1(x))">
                <a:extLst>
                  <a:ext uri="{FF2B5EF4-FFF2-40B4-BE49-F238E27FC236}">
                    <a16:creationId xmlns:a16="http://schemas.microsoft.com/office/drawing/2014/main" id="{69F13E26-A392-42B4-BBAB-964702BD2F39}"/>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119" name="equation_115" descr="J'_{1}(3)">
                <a:extLst>
                  <a:ext uri="{FF2B5EF4-FFF2-40B4-BE49-F238E27FC236}">
                    <a16:creationId xmlns:a16="http://schemas.microsoft.com/office/drawing/2014/main" id="{69F13E26-A392-42B4-BBAB-964702BD2F39}"/>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8"/>
                <a:stretch>
                  <a:fillRect b="-5479"/>
                </a:stretch>
              </a:blipFill>
              <a:ln w="0">
                <a:noFill/>
              </a:ln>
            </p:spPr>
            <p:txBody>
              <a:bodyPr/>
              <a:lstStyle/>
              <a:p>
                <a:r>
                  <a:rPr lang="it-IT">
                    <a:noFill/>
                  </a:rPr>
                  <a:t> </a:t>
                </a:r>
              </a:p>
            </p:txBody>
          </p:sp>
        </mc:Fallback>
      </mc:AlternateContent>
      <p:sp>
        <p:nvSpPr>
          <p:cNvPr id="120" name="text_116">
            <a:extLst>
              <a:ext uri="{FF2B5EF4-FFF2-40B4-BE49-F238E27FC236}">
                <a16:creationId xmlns:a16="http://schemas.microsoft.com/office/drawing/2014/main" id="{DB5B1C28-76B7-42EC-AD30-21C59BD94D55}"/>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121" name="note_box_117">
            <a:extLst>
              <a:ext uri="{FF2B5EF4-FFF2-40B4-BE49-F238E27FC236}">
                <a16:creationId xmlns:a16="http://schemas.microsoft.com/office/drawing/2014/main" id="{93851E2E-61A2-4920-A809-A248EC1C86BC}"/>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2" name="equation_118" descr="\frac{\partial\mathcal{L}_{\mathrm{sq}}}{\partial w_1}=?">
                <a:extLst>
                  <a:ext uri="{FF2B5EF4-FFF2-40B4-BE49-F238E27FC236}">
                    <a16:creationId xmlns:a16="http://schemas.microsoft.com/office/drawing/2014/main" id="{6CFF0041-E7A3-4F00-B895-271DA4F511D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2" name="equation_118" descr="\frac{\partial\mathcal{L}_{\mathrm{sq}}}{\partial w_1}=?">
                <a:extLst>
                  <a:ext uri="{FF2B5EF4-FFF2-40B4-BE49-F238E27FC236}">
                    <a16:creationId xmlns:a16="http://schemas.microsoft.com/office/drawing/2014/main" id="{6CFF0041-E7A3-4F00-B895-271DA4F511D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9"/>
                <a:stretch>
                  <a:fillRect/>
                </a:stretch>
              </a:blipFill>
              <a:ln w="0">
                <a:noFill/>
              </a:ln>
            </p:spPr>
            <p:txBody>
              <a:bodyPr/>
              <a:lstStyle/>
              <a:p>
                <a:r>
                  <a:rPr lang="it-IT">
                    <a:noFill/>
                  </a:rPr>
                  <a:t> </a:t>
                </a:r>
              </a:p>
            </p:txBody>
          </p:sp>
        </mc:Fallback>
      </mc:AlternateContent>
      <p:sp>
        <p:nvSpPr>
          <p:cNvPr id="123" name="note_box_119">
            <a:extLst>
              <a:ext uri="{FF2B5EF4-FFF2-40B4-BE49-F238E27FC236}">
                <a16:creationId xmlns:a16="http://schemas.microsoft.com/office/drawing/2014/main" id="{D65CE35A-B99E-48D6-B2F3-F0F5BE8955E3}"/>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4" name="equation_120" descr="\frac{\partial\mathcal{L}_{\mathrm{sq}}}{\partial b_1}=?">
                <a:extLst>
                  <a:ext uri="{FF2B5EF4-FFF2-40B4-BE49-F238E27FC236}">
                    <a16:creationId xmlns:a16="http://schemas.microsoft.com/office/drawing/2014/main" id="{13B22EA0-CED0-4205-8FE1-BBA5AA461D30}"/>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4" name="equation_120" descr="\frac{\partial\mathcal{L}_{\mathrm{sq}}}{\partial b_1}=?">
                <a:extLst>
                  <a:ext uri="{FF2B5EF4-FFF2-40B4-BE49-F238E27FC236}">
                    <a16:creationId xmlns:a16="http://schemas.microsoft.com/office/drawing/2014/main" id="{13B22EA0-CED0-4205-8FE1-BBA5AA461D30}"/>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7_equation_120"/>
                <a:stretch>
                  <a:fillRect b="-3158"/>
                </a:stretch>
              </a:blipFill>
              <a:ln w="0">
                <a:noFill/>
              </a:ln>
            </p:spPr>
            <p:txBody>
              <a:bodyPr/>
              <a:lstStyle/>
              <a:p>
                <a:r>
                  <a:rPr lang="it-IT">
                    <a:noFill/>
                  </a:rPr>
                  <a:t> </a:t>
                </a:r>
              </a:p>
            </p:txBody>
          </p:sp>
        </mc:Fallback>
      </mc:AlternateContent>
      <p:sp>
        <p:nvSpPr>
          <p:cNvPr id="125" name="note_brace_121">
            <a:extLst>
              <a:ext uri="{FF2B5EF4-FFF2-40B4-BE49-F238E27FC236}">
                <a16:creationId xmlns:a16="http://schemas.microsoft.com/office/drawing/2014/main" id="{995F789D-B91B-464A-998E-26C86A767FD0}"/>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26" name="text_122">
            <a:extLst>
              <a:ext uri="{FF2B5EF4-FFF2-40B4-BE49-F238E27FC236}">
                <a16:creationId xmlns:a16="http://schemas.microsoft.com/office/drawing/2014/main" id="{3A66E79F-3CE9-45F7-A63F-883E90EFA69B}"/>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27" name="note_box_123">
            <a:extLst>
              <a:ext uri="{FF2B5EF4-FFF2-40B4-BE49-F238E27FC236}">
                <a16:creationId xmlns:a16="http://schemas.microsoft.com/office/drawing/2014/main" id="{F7A9095B-BDC0-411C-911C-16A1EABCF267}"/>
              </a:ext>
            </a:extLst>
          </p:cNvPr>
          <p:cNvSpPr>
            <a:spLocks noGrp="1"/>
          </p:cNvSpPr>
          <p:nvPr/>
        </p:nvSpPr>
        <p:spPr>
          <a:xfrm>
            <a:off x="44958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28" name="equation_124" descr="J'_{2}(a_2(x))">
                <a:extLst>
                  <a:ext uri="{FF2B5EF4-FFF2-40B4-BE49-F238E27FC236}">
                    <a16:creationId xmlns:a16="http://schemas.microsoft.com/office/drawing/2014/main" id="{514A5E6B-73E6-47FD-A0A9-764FED096C71}"/>
                  </a:ext>
                </a:extLst>
              </p:cNvPr>
              <p:cNvSpPr>
                <a:spLocks noGrp="1"/>
              </p:cNvSpPr>
              <p:nvPr/>
            </p:nvSpPr>
            <p:spPr>
              <a:xfrm>
                <a:off x="4533900" y="3305175"/>
                <a:ext cx="32004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128" name="equation_124" descr="J'_{2}(5)">
                <a:extLst>
                  <a:ext uri="{FF2B5EF4-FFF2-40B4-BE49-F238E27FC236}">
                    <a16:creationId xmlns:a16="http://schemas.microsoft.com/office/drawing/2014/main" id="{514A5E6B-73E6-47FD-A0A9-764FED096C71}"/>
                  </a:ext>
                </a:extLst>
              </p:cNvPr>
              <p:cNvSpPr>
                <a:spLocks noGrp="1" noRot="1" noChangeAspect="1" noMove="1" noResize="1" noEditPoints="1" noAdjustHandles="1" noChangeArrowheads="1" noChangeShapeType="1" noTextEdit="1"/>
              </p:cNvSpPr>
              <p:nvPr/>
            </p:nvSpPr>
            <p:spPr>
              <a:xfrm>
                <a:off x="4781550" y="3208338"/>
                <a:ext cx="2705100" cy="431800"/>
              </a:xfrm>
              <a:prstGeom prst="rect">
                <a:avLst/>
              </a:prstGeom>
              <a:blipFill>
                <a:blip r:embed="rId26"/>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9" name="equation_125" descr="=J'_{3}(a_3(x))\,w_3\cdot\mathrm{step}(a_2(x))">
                <a:extLst>
                  <a:ext uri="{FF2B5EF4-FFF2-40B4-BE49-F238E27FC236}">
                    <a16:creationId xmlns:a16="http://schemas.microsoft.com/office/drawing/2014/main" id="{9D5B0E3B-8587-474D-8B97-DE93172DF58D}"/>
                  </a:ext>
                </a:extLst>
              </p:cNvPr>
              <p:cNvSpPr>
                <a:spLocks noGrp="1"/>
              </p:cNvSpPr>
              <p:nvPr/>
            </p:nvSpPr>
            <p:spPr>
              <a:xfrm>
                <a:off x="4533900" y="3724275"/>
                <a:ext cx="32004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3</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3</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r>
                        <a:rPr lang="en-GB" sz="2000">
                          <a:solidFill>
                            <a:srgbClr val="AB4910"/>
                          </a:solidFill>
                          <a:latin typeface="Cambria Math"/>
                          <a:ea typeface="Cambria Math"/>
                          <a:cs typeface="Cambria Math"/>
                        </a:rPr>
                        <m:t> </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𝑤</m:t>
                          </m:r>
                        </m:e>
                        <m:sub>
                          <m:r>
                            <a:rPr lang="en-GB" sz="2000">
                              <a:solidFill>
                                <a:srgbClr val="AB4910"/>
                              </a:solidFill>
                              <a:latin typeface="Cambria Math"/>
                              <a:ea typeface="Cambria Math"/>
                              <a:cs typeface="Cambria Math"/>
                            </a:rPr>
                            <m:t>3</m:t>
                          </m:r>
                        </m:sub>
                      </m:sSub>
                      <m:r>
                        <a:rPr lang="en-GB" sz="2000">
                          <a:solidFill>
                            <a:srgbClr val="AB4910"/>
                          </a:solidFill>
                          <a:latin typeface="Cambria Math"/>
                          <a:ea typeface="Cambria Math"/>
                          <a:cs typeface="Cambria Math"/>
                        </a:rPr>
                        <m:t>⋅</m:t>
                      </m:r>
                      <m:r>
                        <m:rPr>
                          <m:sty m:val="p"/>
                        </m:rPr>
                        <a:rPr lang="en-GB" sz="2000">
                          <a:solidFill>
                            <a:srgbClr val="AB4910"/>
                          </a:solidFill>
                          <a:latin typeface="Cambria Math"/>
                          <a:ea typeface="Cambria Math"/>
                          <a:cs typeface="Cambria Math"/>
                        </a:rPr>
                        <m:t>step</m:t>
                      </m:r>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129" name="equation_125" descr="=J'_{3}(-3)\,w_3\,\mathrm{step}(5)">
                <a:extLst>
                  <a:ext uri="{FF2B5EF4-FFF2-40B4-BE49-F238E27FC236}">
                    <a16:creationId xmlns:a16="http://schemas.microsoft.com/office/drawing/2014/main" id="{9D5B0E3B-8587-474D-8B97-DE93172DF58D}"/>
                  </a:ext>
                </a:extLst>
              </p:cNvPr>
              <p:cNvSpPr>
                <a:spLocks noGrp="1" noRot="1" noChangeAspect="1" noMove="1" noResize="1" noEditPoints="1" noAdjustHandles="1" noChangeArrowheads="1" noChangeShapeType="1" noTextEdit="1"/>
              </p:cNvSpPr>
              <p:nvPr/>
            </p:nvSpPr>
            <p:spPr>
              <a:xfrm>
                <a:off x="4781550" y="3568033"/>
                <a:ext cx="2705100" cy="350584"/>
              </a:xfrm>
              <a:prstGeom prst="rect">
                <a:avLst/>
              </a:prstGeom>
              <a:blipFill>
                <a:blip r:embed="rId27"/>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0" name="equation_126">
                <a:extLst>
                  <a:ext uri="{FF2B5EF4-FFF2-40B4-BE49-F238E27FC236}">
                    <a16:creationId xmlns:a16="http://schemas.microsoft.com/office/drawing/2014/main" id="{010E9590-A7CC-4F7F-8ADA-A57206CF675D}"/>
                  </a:ext>
                </a:extLst>
              </p:cNvPr>
              <p:cNvSpPr>
                <a:spLocks noGrp="1"/>
              </p:cNvSpPr>
              <p:nvPr/>
            </p:nvSpPr>
            <p:spPr>
              <a:xfrm>
                <a:off x="47815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130" name="equation_126" descr="=(-2)(-1)(1)=2">
                <a:extLst>
                  <a:ext uri="{FF2B5EF4-FFF2-40B4-BE49-F238E27FC236}">
                    <a16:creationId xmlns:a16="http://schemas.microsoft.com/office/drawing/2014/main" id="{010E9590-A7CC-4F7F-8ADA-A57206CF675D}"/>
                  </a:ext>
                </a:extLst>
              </p:cNvPr>
              <p:cNvSpPr>
                <a:spLocks noGrp="1" noRot="1" noChangeAspect="1" noMove="1" noResize="1" noEditPoints="1" noAdjustHandles="1" noChangeArrowheads="1" noChangeShapeType="1" noTextEdit="1"/>
              </p:cNvSpPr>
              <p:nvPr/>
            </p:nvSpPr>
            <p:spPr>
              <a:xfrm>
                <a:off x="4781550" y="3905250"/>
                <a:ext cx="2705100" cy="295275"/>
              </a:xfrm>
              <a:prstGeom prst="rect">
                <a:avLst/>
              </a:prstGeom>
              <a:blipFill>
                <a:blip r:embed="rId29"/>
                <a:stretch>
                  <a:fillRect l="-1577" t="-14583" r="-901" b="-54167"/>
                </a:stretch>
              </a:blipFill>
              <a:ln w="0">
                <a:noFill/>
              </a:ln>
            </p:spPr>
            <p:txBody>
              <a:bodyPr/>
              <a:lstStyle/>
              <a:p>
                <a:r>
                  <a:rPr lang="it-IT">
                    <a:noFill/>
                  </a:rPr>
                  <a:t> </a:t>
                </a:r>
              </a:p>
            </p:txBody>
          </p:sp>
        </mc:Fallback>
      </mc:AlternateContent>
      <p:sp>
        <p:nvSpPr>
          <p:cNvPr id="131" name="note_box_127">
            <a:extLst>
              <a:ext uri="{FF2B5EF4-FFF2-40B4-BE49-F238E27FC236}">
                <a16:creationId xmlns:a16="http://schemas.microsoft.com/office/drawing/2014/main" id="{3D8EB25F-6AC3-4738-9A0C-567C51A578F3}"/>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2" name="equation_128" descr="\frac{\partial\mathcal{L}_{\mathrm{sq}}}{\partial w_2}=?">
                <a:extLst>
                  <a:ext uri="{FF2B5EF4-FFF2-40B4-BE49-F238E27FC236}">
                    <a16:creationId xmlns:a16="http://schemas.microsoft.com/office/drawing/2014/main" id="{EC1EA4D9-8513-479E-97FF-96379B9B45DE}"/>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32" name="equation_128" descr="\frac{\partial\mathcal{L}_{\mathrm{sq}}}{\partial w_2}=?">
                <a:extLst>
                  <a:ext uri="{FF2B5EF4-FFF2-40B4-BE49-F238E27FC236}">
                    <a16:creationId xmlns:a16="http://schemas.microsoft.com/office/drawing/2014/main" id="{EC1EA4D9-8513-479E-97FF-96379B9B45DE}"/>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2"/>
                <a:stretch>
                  <a:fillRect/>
                </a:stretch>
              </a:blipFill>
              <a:ln w="0">
                <a:noFill/>
              </a:ln>
            </p:spPr>
            <p:txBody>
              <a:bodyPr/>
              <a:lstStyle/>
              <a:p>
                <a:r>
                  <a:rPr lang="it-IT">
                    <a:noFill/>
                  </a:rPr>
                  <a:t> </a:t>
                </a:r>
              </a:p>
            </p:txBody>
          </p:sp>
        </mc:Fallback>
      </mc:AlternateContent>
      <p:sp>
        <p:nvSpPr>
          <p:cNvPr id="133" name="note_box_129">
            <a:extLst>
              <a:ext uri="{FF2B5EF4-FFF2-40B4-BE49-F238E27FC236}">
                <a16:creationId xmlns:a16="http://schemas.microsoft.com/office/drawing/2014/main" id="{A207576A-2163-42E5-9A0E-EB248F335FFE}"/>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4" name="equation_130" descr="\frac{\partial\mathcal{L}_{\mathrm{sq}}}{\partial b_2}=?">
                <a:extLst>
                  <a:ext uri="{FF2B5EF4-FFF2-40B4-BE49-F238E27FC236}">
                    <a16:creationId xmlns:a16="http://schemas.microsoft.com/office/drawing/2014/main" id="{B4458875-E4EB-490F-A698-A3EDAB997BE2}"/>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34" name="equation_130" descr="\frac{\partial\mathcal{L}_{\mathrm{sq}}}{\partial b_2}=?">
                <a:extLst>
                  <a:ext uri="{FF2B5EF4-FFF2-40B4-BE49-F238E27FC236}">
                    <a16:creationId xmlns:a16="http://schemas.microsoft.com/office/drawing/2014/main" id="{B4458875-E4EB-490F-A698-A3EDAB997BE2}"/>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7_equation_130"/>
                <a:stretch>
                  <a:fillRect b="-3158"/>
                </a:stretch>
              </a:blipFill>
              <a:ln w="0">
                <a:noFill/>
              </a:ln>
            </p:spPr>
            <p:txBody>
              <a:bodyPr/>
              <a:lstStyle/>
              <a:p>
                <a:r>
                  <a:rPr lang="it-IT">
                    <a:noFill/>
                  </a:rPr>
                  <a:t> </a:t>
                </a:r>
              </a:p>
            </p:txBody>
          </p:sp>
        </mc:Fallback>
      </mc:AlternateContent>
      <p:sp>
        <p:nvSpPr>
          <p:cNvPr id="135" name="note_brace_131">
            <a:extLst>
              <a:ext uri="{FF2B5EF4-FFF2-40B4-BE49-F238E27FC236}">
                <a16:creationId xmlns:a16="http://schemas.microsoft.com/office/drawing/2014/main" id="{E712F8EC-BB2C-4344-BE28-39660A0BC9BB}"/>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36" name="text_132">
            <a:extLst>
              <a:ext uri="{FF2B5EF4-FFF2-40B4-BE49-F238E27FC236}">
                <a16:creationId xmlns:a16="http://schemas.microsoft.com/office/drawing/2014/main" id="{81692319-1DC9-41FB-8B6D-D633863F48CD}"/>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37" name="note_box_133">
            <a:extLst>
              <a:ext uri="{FF2B5EF4-FFF2-40B4-BE49-F238E27FC236}">
                <a16:creationId xmlns:a16="http://schemas.microsoft.com/office/drawing/2014/main" id="{735767B2-5C68-46BC-B292-3C218E5025ED}"/>
              </a:ext>
            </a:extLst>
          </p:cNvPr>
          <p:cNvSpPr>
            <a:spLocks noGrp="1"/>
          </p:cNvSpPr>
          <p:nvPr/>
        </p:nvSpPr>
        <p:spPr>
          <a:xfrm>
            <a:off x="80581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38" name="equation_134" descr="J'_{3}(a_3(x))=-2">
                <a:extLst>
                  <a:ext uri="{FF2B5EF4-FFF2-40B4-BE49-F238E27FC236}">
                    <a16:creationId xmlns:a16="http://schemas.microsoft.com/office/drawing/2014/main" id="{2031F935-86AF-4701-BD68-E615CF2C82E7}"/>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3</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138" name="equation_134" descr="J'_{3}(-3)=-2">
                <a:extLst>
                  <a:ext uri="{FF2B5EF4-FFF2-40B4-BE49-F238E27FC236}">
                    <a16:creationId xmlns:a16="http://schemas.microsoft.com/office/drawing/2014/main" id="{2031F935-86AF-4701-BD68-E615CF2C82E7}"/>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3"/>
                <a:stretch>
                  <a:fillRect b="-5479"/>
                </a:stretch>
              </a:blipFill>
              <a:ln w="0">
                <a:noFill/>
              </a:ln>
            </p:spPr>
            <p:txBody>
              <a:bodyPr/>
              <a:lstStyle/>
              <a:p>
                <a:r>
                  <a:rPr lang="it-IT">
                    <a:noFill/>
                  </a:rPr>
                  <a:t> </a:t>
                </a:r>
              </a:p>
            </p:txBody>
          </p:sp>
        </mc:Fallback>
      </mc:AlternateContent>
      <p:sp>
        <p:nvSpPr>
          <p:cNvPr id="139" name="text_135">
            <a:extLst>
              <a:ext uri="{FF2B5EF4-FFF2-40B4-BE49-F238E27FC236}">
                <a16:creationId xmlns:a16="http://schemas.microsoft.com/office/drawing/2014/main" id="{06C570CD-793E-4D45-A980-B7B724DDD440}"/>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140" name="note_box_136">
            <a:extLst>
              <a:ext uri="{FF2B5EF4-FFF2-40B4-BE49-F238E27FC236}">
                <a16:creationId xmlns:a16="http://schemas.microsoft.com/office/drawing/2014/main" id="{1DC34EEC-C348-47F3-AC45-00EBEF48C33B}"/>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1" name="equation_137" descr="\frac{\partial\mathcal{L}_{\mathrm{sq}}}{\partial w_3}=-10">
                <a:extLst>
                  <a:ext uri="{FF2B5EF4-FFF2-40B4-BE49-F238E27FC236}">
                    <a16:creationId xmlns:a16="http://schemas.microsoft.com/office/drawing/2014/main" id="{BA83CA64-0377-4E94-AE1B-A8ADD7EF7B30}"/>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141" name="equation_137" descr="\frac{\partial\mathcal{L}_{\mathrm{sq}}}{\partial w_3}=-10">
                <a:extLst>
                  <a:ext uri="{FF2B5EF4-FFF2-40B4-BE49-F238E27FC236}">
                    <a16:creationId xmlns:a16="http://schemas.microsoft.com/office/drawing/2014/main" id="{BA83CA64-0377-4E94-AE1B-A8ADD7EF7B30}"/>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5"/>
                <a:stretch>
                  <a:fillRect/>
                </a:stretch>
              </a:blipFill>
              <a:ln w="0">
                <a:noFill/>
              </a:ln>
            </p:spPr>
            <p:txBody>
              <a:bodyPr/>
              <a:lstStyle/>
              <a:p>
                <a:r>
                  <a:rPr lang="it-IT">
                    <a:noFill/>
                  </a:rPr>
                  <a:t> </a:t>
                </a:r>
              </a:p>
            </p:txBody>
          </p:sp>
        </mc:Fallback>
      </mc:AlternateContent>
      <p:sp>
        <p:nvSpPr>
          <p:cNvPr id="142" name="note_box_138">
            <a:extLst>
              <a:ext uri="{FF2B5EF4-FFF2-40B4-BE49-F238E27FC236}">
                <a16:creationId xmlns:a16="http://schemas.microsoft.com/office/drawing/2014/main" id="{AC3D7A2D-32C1-4DEB-84D2-382FDCCC86B2}"/>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3" name="equation_139" descr="\frac{\partial\mathcal{L}_{\mathrm{sq}}}{\partial b_3}=-2">
                <a:extLst>
                  <a:ext uri="{FF2B5EF4-FFF2-40B4-BE49-F238E27FC236}">
                    <a16:creationId xmlns:a16="http://schemas.microsoft.com/office/drawing/2014/main" id="{921AD976-ED3D-4005-9C35-F0D5D2B0D4EE}"/>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143" name="equation_139" descr="\frac{\partial\mathcal{L}_{\mathrm{sq}}}{\partial b_3}=-2">
                <a:extLst>
                  <a:ext uri="{FF2B5EF4-FFF2-40B4-BE49-F238E27FC236}">
                    <a16:creationId xmlns:a16="http://schemas.microsoft.com/office/drawing/2014/main" id="{921AD976-ED3D-4005-9C35-F0D5D2B0D4EE}"/>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7_equation_139"/>
                <a:stretch>
                  <a:fillRect b="-3158"/>
                </a:stretch>
              </a:blipFill>
              <a:ln w="0">
                <a:noFill/>
              </a:ln>
            </p:spPr>
            <p:txBody>
              <a:bodyPr/>
              <a:lstStyle/>
              <a:p>
                <a:r>
                  <a:rPr lang="it-IT">
                    <a:noFill/>
                  </a:rPr>
                  <a:t> </a:t>
                </a:r>
              </a:p>
            </p:txBody>
          </p:sp>
        </mc:Fallback>
      </mc:AlternateContent>
      <p:sp>
        <p:nvSpPr>
          <p:cNvPr id="144" name="note_brace_140">
            <a:extLst>
              <a:ext uri="{FF2B5EF4-FFF2-40B4-BE49-F238E27FC236}">
                <a16:creationId xmlns:a16="http://schemas.microsoft.com/office/drawing/2014/main" id="{E2EF2ABF-BBD3-4CA3-8551-E950FC32DFC0}"/>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45" name="text_141">
            <a:extLst>
              <a:ext uri="{FF2B5EF4-FFF2-40B4-BE49-F238E27FC236}">
                <a16:creationId xmlns:a16="http://schemas.microsoft.com/office/drawing/2014/main" id="{8DE01D0C-C747-4656-A05A-E3FFD462F138}"/>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229" name="shape_69_numerical">
            <a:extLst>
              <a:ext uri="{FF2B5EF4-FFF2-40B4-BE49-F238E27FC236}">
                <a16:creationId xmlns:a16="http://schemas.microsoft.com/office/drawing/2014/main" id="{2E67C07A-413D-4514-832B-F765ED54785A}"/>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30" name="note_box_70_numerical">
            <a:extLst>
              <a:ext uri="{FF2B5EF4-FFF2-40B4-BE49-F238E27FC236}">
                <a16:creationId xmlns:a16="http://schemas.microsoft.com/office/drawing/2014/main" id="{D046B87F-6C13-4A45-9EC6-84EFDCA401EA}"/>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231" name="text_71_numerical">
            <a:extLst>
              <a:ext uri="{FF2B5EF4-FFF2-40B4-BE49-F238E27FC236}">
                <a16:creationId xmlns:a16="http://schemas.microsoft.com/office/drawing/2014/main" id="{8534C24A-43CE-41CC-8AD9-D3BFC581DF2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232" name="note_box_72_numerical">
            <a:extLst>
              <a:ext uri="{FF2B5EF4-FFF2-40B4-BE49-F238E27FC236}">
                <a16:creationId xmlns:a16="http://schemas.microsoft.com/office/drawing/2014/main" id="{FC689B46-67A7-4D93-9E62-64E071B1E42D}"/>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233" name="text_73_numerical">
            <a:extLst>
              <a:ext uri="{FF2B5EF4-FFF2-40B4-BE49-F238E27FC236}">
                <a16:creationId xmlns:a16="http://schemas.microsoft.com/office/drawing/2014/main" id="{A65A4B18-F747-4589-8BE7-5B072963D097}"/>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234" name="note_box_74_numerical">
            <a:extLst>
              <a:ext uri="{FF2B5EF4-FFF2-40B4-BE49-F238E27FC236}">
                <a16:creationId xmlns:a16="http://schemas.microsoft.com/office/drawing/2014/main" id="{67BE187E-5729-4E80-A72F-61756350623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235" name="text_75_numerical">
            <a:extLst>
              <a:ext uri="{FF2B5EF4-FFF2-40B4-BE49-F238E27FC236}">
                <a16:creationId xmlns:a16="http://schemas.microsoft.com/office/drawing/2014/main" id="{EADCDB41-72A0-4263-929B-4829FB9F101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236" name="note_box_76_numerical">
            <a:extLst>
              <a:ext uri="{FF2B5EF4-FFF2-40B4-BE49-F238E27FC236}">
                <a16:creationId xmlns:a16="http://schemas.microsoft.com/office/drawing/2014/main" id="{3EB1A613-2F17-4BA1-B301-2281E974E359}"/>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37" name="equation_77_numerical" descr="\phi_0(x)">
                <a:extLst>
                  <a:ext uri="{FF2B5EF4-FFF2-40B4-BE49-F238E27FC236}">
                    <a16:creationId xmlns:a16="http://schemas.microsoft.com/office/drawing/2014/main" id="{D3499DEC-3D12-4AE2-91B6-E90FCA2FFE88}"/>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37" name="equation_77_numerical" descr="\phi_0(x)">
                <a:extLst>
                  <a:ext uri="{FF2B5EF4-FFF2-40B4-BE49-F238E27FC236}">
                    <a16:creationId xmlns:a16="http://schemas.microsoft.com/office/drawing/2014/main" id="{D3499DEC-3D12-4AE2-91B6-E90FCA2FFE88}"/>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8" name="equation_78_numerical" descr="2">
                <a:extLst>
                  <a:ext uri="{FF2B5EF4-FFF2-40B4-BE49-F238E27FC236}">
                    <a16:creationId xmlns:a16="http://schemas.microsoft.com/office/drawing/2014/main" id="{3FB0C0EC-CDB5-4E36-9D5B-78DA85941493}"/>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238" name="equation_78_numerical" descr="2">
                <a:extLst>
                  <a:ext uri="{FF2B5EF4-FFF2-40B4-BE49-F238E27FC236}">
                    <a16:creationId xmlns:a16="http://schemas.microsoft.com/office/drawing/2014/main" id="{3FB0C0EC-CDB5-4E36-9D5B-78DA85941493}"/>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239" name="note_box_79_numerical">
            <a:extLst>
              <a:ext uri="{FF2B5EF4-FFF2-40B4-BE49-F238E27FC236}">
                <a16:creationId xmlns:a16="http://schemas.microsoft.com/office/drawing/2014/main" id="{8130F597-8FB8-4974-9ED4-BC7234F7677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0" name="equation_80_numerical" descr="a_1(x)">
                <a:extLst>
                  <a:ext uri="{FF2B5EF4-FFF2-40B4-BE49-F238E27FC236}">
                    <a16:creationId xmlns:a16="http://schemas.microsoft.com/office/drawing/2014/main" id="{2833A6FE-1940-4AA9-BE09-7E2DBBF37920}"/>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40" name="equation_80_numerical" descr="a_1(x)">
                <a:extLst>
                  <a:ext uri="{FF2B5EF4-FFF2-40B4-BE49-F238E27FC236}">
                    <a16:creationId xmlns:a16="http://schemas.microsoft.com/office/drawing/2014/main" id="{2833A6FE-1940-4AA9-BE09-7E2DBBF37920}"/>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1" name="equation_81_numerical" descr="3">
                <a:extLst>
                  <a:ext uri="{FF2B5EF4-FFF2-40B4-BE49-F238E27FC236}">
                    <a16:creationId xmlns:a16="http://schemas.microsoft.com/office/drawing/2014/main" id="{544680EA-375D-4589-A8E9-38A5F8F1A64D}"/>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41" name="equation_81_numerical" descr="3">
                <a:extLst>
                  <a:ext uri="{FF2B5EF4-FFF2-40B4-BE49-F238E27FC236}">
                    <a16:creationId xmlns:a16="http://schemas.microsoft.com/office/drawing/2014/main" id="{544680EA-375D-4589-A8E9-38A5F8F1A64D}"/>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242" name="line_82_numerical">
            <a:extLst>
              <a:ext uri="{FF2B5EF4-FFF2-40B4-BE49-F238E27FC236}">
                <a16:creationId xmlns:a16="http://schemas.microsoft.com/office/drawing/2014/main" id="{E641E68C-AE2E-4585-83E4-8E0477997AC1}"/>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243" name="text_83_numerical">
            <a:extLst>
              <a:ext uri="{FF2B5EF4-FFF2-40B4-BE49-F238E27FC236}">
                <a16:creationId xmlns:a16="http://schemas.microsoft.com/office/drawing/2014/main" id="{6F297B85-6135-4B37-86E3-FD429A02255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44" name="note_box_84_numerical">
            <a:extLst>
              <a:ext uri="{FF2B5EF4-FFF2-40B4-BE49-F238E27FC236}">
                <a16:creationId xmlns:a16="http://schemas.microsoft.com/office/drawing/2014/main" id="{5CBBC543-9F37-486A-8465-9E43BF9CA297}"/>
              </a:ext>
            </a:extLst>
          </p:cNvPr>
          <p:cNvSpPr>
            <a:spLocks noGrp="1"/>
          </p:cNvSpPr>
          <p:nvPr/>
        </p:nvSpPr>
        <p:spPr>
          <a:xfrm>
            <a:off x="38481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45" name="equation_85_numerical" descr="\phi_1(x)">
                <a:extLst>
                  <a:ext uri="{FF2B5EF4-FFF2-40B4-BE49-F238E27FC236}">
                    <a16:creationId xmlns:a16="http://schemas.microsoft.com/office/drawing/2014/main" id="{744384B7-E52A-43EB-B2A4-955D2CB0A3D1}"/>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45" name="equation_85_numerical" descr="\phi_1(x)">
                <a:extLst>
                  <a:ext uri="{FF2B5EF4-FFF2-40B4-BE49-F238E27FC236}">
                    <a16:creationId xmlns:a16="http://schemas.microsoft.com/office/drawing/2014/main" id="{744384B7-E52A-43EB-B2A4-955D2CB0A3D1}"/>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6" name="equation_86_numerical" descr="3">
                <a:extLst>
                  <a:ext uri="{FF2B5EF4-FFF2-40B4-BE49-F238E27FC236}">
                    <a16:creationId xmlns:a16="http://schemas.microsoft.com/office/drawing/2014/main" id="{8EBE673F-2348-4E0E-ABFA-A11727A1F4DF}"/>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246" name="equation_86_numerical" descr="3">
                <a:extLst>
                  <a:ext uri="{FF2B5EF4-FFF2-40B4-BE49-F238E27FC236}">
                    <a16:creationId xmlns:a16="http://schemas.microsoft.com/office/drawing/2014/main" id="{8EBE673F-2348-4E0E-ABFA-A11727A1F4DF}"/>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247" name="line_87_numerical">
            <a:extLst>
              <a:ext uri="{FF2B5EF4-FFF2-40B4-BE49-F238E27FC236}">
                <a16:creationId xmlns:a16="http://schemas.microsoft.com/office/drawing/2014/main" id="{ECDC8E9E-1E6D-456E-AEE6-A4A5D2F48C3E}"/>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48" name="text_88_numerical">
            <a:extLst>
              <a:ext uri="{FF2B5EF4-FFF2-40B4-BE49-F238E27FC236}">
                <a16:creationId xmlns:a16="http://schemas.microsoft.com/office/drawing/2014/main" id="{258E186A-EA1F-49EA-A29E-231A6CB213A9}"/>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9" name="note_box_89_numerical">
            <a:extLst>
              <a:ext uri="{FF2B5EF4-FFF2-40B4-BE49-F238E27FC236}">
                <a16:creationId xmlns:a16="http://schemas.microsoft.com/office/drawing/2014/main" id="{32D6B51A-85DF-44A9-BC12-2652DBB1049D}"/>
              </a:ext>
            </a:extLst>
          </p:cNvPr>
          <p:cNvSpPr>
            <a:spLocks noGrp="1"/>
          </p:cNvSpPr>
          <p:nvPr/>
        </p:nvSpPr>
        <p:spPr>
          <a:xfrm>
            <a:off x="55245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0" name="equation_90_numerical" descr="a_2(x)">
                <a:extLst>
                  <a:ext uri="{FF2B5EF4-FFF2-40B4-BE49-F238E27FC236}">
                    <a16:creationId xmlns:a16="http://schemas.microsoft.com/office/drawing/2014/main" id="{232CB0D7-4F52-4E3D-A4E4-434430AF2252}"/>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50" name="equation_90_numerical" descr="a_2(x)">
                <a:extLst>
                  <a:ext uri="{FF2B5EF4-FFF2-40B4-BE49-F238E27FC236}">
                    <a16:creationId xmlns:a16="http://schemas.microsoft.com/office/drawing/2014/main" id="{232CB0D7-4F52-4E3D-A4E4-434430AF2252}"/>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1" name="equation_91_numerical" descr="5">
                <a:extLst>
                  <a:ext uri="{FF2B5EF4-FFF2-40B4-BE49-F238E27FC236}">
                    <a16:creationId xmlns:a16="http://schemas.microsoft.com/office/drawing/2014/main" id="{24B11082-D92D-4F7B-A360-9C53A79F29B0}"/>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251" name="equation_91_numerical" descr="5">
                <a:extLst>
                  <a:ext uri="{FF2B5EF4-FFF2-40B4-BE49-F238E27FC236}">
                    <a16:creationId xmlns:a16="http://schemas.microsoft.com/office/drawing/2014/main" id="{24B11082-D92D-4F7B-A360-9C53A79F29B0}"/>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252" name="line_92_numerical">
            <a:extLst>
              <a:ext uri="{FF2B5EF4-FFF2-40B4-BE49-F238E27FC236}">
                <a16:creationId xmlns:a16="http://schemas.microsoft.com/office/drawing/2014/main" id="{97B15A67-D4D9-4D10-9272-825CB5E4EDA5}"/>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53" name="text_93_numerical">
            <a:extLst>
              <a:ext uri="{FF2B5EF4-FFF2-40B4-BE49-F238E27FC236}">
                <a16:creationId xmlns:a16="http://schemas.microsoft.com/office/drawing/2014/main" id="{B0DC43A5-C6AC-424A-BF4D-F8FE4C347704}"/>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54" name="note_box_94_numerical">
            <a:extLst>
              <a:ext uri="{FF2B5EF4-FFF2-40B4-BE49-F238E27FC236}">
                <a16:creationId xmlns:a16="http://schemas.microsoft.com/office/drawing/2014/main" id="{7F3533FF-4BC3-49B4-85FC-525638FFBB83}"/>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5" name="equation_95_numerical" descr="\phi_2(x)">
                <a:extLst>
                  <a:ext uri="{FF2B5EF4-FFF2-40B4-BE49-F238E27FC236}">
                    <a16:creationId xmlns:a16="http://schemas.microsoft.com/office/drawing/2014/main" id="{44E416FE-F403-43F6-BE2C-A0C59C794F96}"/>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55" name="equation_95_numerical" descr="\phi_2(x)">
                <a:extLst>
                  <a:ext uri="{FF2B5EF4-FFF2-40B4-BE49-F238E27FC236}">
                    <a16:creationId xmlns:a16="http://schemas.microsoft.com/office/drawing/2014/main" id="{44E416FE-F403-43F6-BE2C-A0C59C794F96}"/>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6" name="equation_96_numerical" descr="5">
                <a:extLst>
                  <a:ext uri="{FF2B5EF4-FFF2-40B4-BE49-F238E27FC236}">
                    <a16:creationId xmlns:a16="http://schemas.microsoft.com/office/drawing/2014/main" id="{FECF6D5B-F8B6-46AC-864A-3F732D4BB2EB}"/>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56" name="equation_96_numerical" descr="5">
                <a:extLst>
                  <a:ext uri="{FF2B5EF4-FFF2-40B4-BE49-F238E27FC236}">
                    <a16:creationId xmlns:a16="http://schemas.microsoft.com/office/drawing/2014/main" id="{FECF6D5B-F8B6-46AC-864A-3F732D4BB2EB}"/>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2"/>
                <a:stretch>
                  <a:fillRect t="-9524" b="-26190"/>
                </a:stretch>
              </a:blipFill>
              <a:ln w="0">
                <a:noFill/>
              </a:ln>
            </p:spPr>
            <p:txBody>
              <a:bodyPr/>
              <a:lstStyle/>
              <a:p>
                <a:r>
                  <a:rPr lang="it-IT">
                    <a:noFill/>
                  </a:rPr>
                  <a:t> </a:t>
                </a:r>
              </a:p>
            </p:txBody>
          </p:sp>
        </mc:Fallback>
      </mc:AlternateContent>
      <p:sp>
        <p:nvSpPr>
          <p:cNvPr id="257" name="line_97_numerical">
            <a:extLst>
              <a:ext uri="{FF2B5EF4-FFF2-40B4-BE49-F238E27FC236}">
                <a16:creationId xmlns:a16="http://schemas.microsoft.com/office/drawing/2014/main" id="{06DB5621-E1BD-445A-8D71-F61C293AC20F}"/>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258" name="text_98_numerical">
            <a:extLst>
              <a:ext uri="{FF2B5EF4-FFF2-40B4-BE49-F238E27FC236}">
                <a16:creationId xmlns:a16="http://schemas.microsoft.com/office/drawing/2014/main" id="{61D19B17-0B6D-4F51-929D-A959E9C176D7}"/>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59" name="note_box_99_numerical">
            <a:extLst>
              <a:ext uri="{FF2B5EF4-FFF2-40B4-BE49-F238E27FC236}">
                <a16:creationId xmlns:a16="http://schemas.microsoft.com/office/drawing/2014/main" id="{E5F30005-A96E-40E9-8019-0BC46474CD07}"/>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0" name="equation_100_numerical" descr="a_3(x)">
                <a:extLst>
                  <a:ext uri="{FF2B5EF4-FFF2-40B4-BE49-F238E27FC236}">
                    <a16:creationId xmlns:a16="http://schemas.microsoft.com/office/drawing/2014/main" id="{F53C6A57-A927-4248-AC82-5FB6C9811E08}"/>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60" name="equation_100_numerical" descr="a_3(x)">
                <a:extLst>
                  <a:ext uri="{FF2B5EF4-FFF2-40B4-BE49-F238E27FC236}">
                    <a16:creationId xmlns:a16="http://schemas.microsoft.com/office/drawing/2014/main" id="{F53C6A57-A927-4248-AC82-5FB6C9811E08}"/>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1" name="equation_101_numerical" descr="-3">
                <a:extLst>
                  <a:ext uri="{FF2B5EF4-FFF2-40B4-BE49-F238E27FC236}">
                    <a16:creationId xmlns:a16="http://schemas.microsoft.com/office/drawing/2014/main" id="{1B4E9123-BB8F-446A-95FF-D3E6BCF5640D}"/>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61" name="equation_101_numerical" descr="-3">
                <a:extLst>
                  <a:ext uri="{FF2B5EF4-FFF2-40B4-BE49-F238E27FC236}">
                    <a16:creationId xmlns:a16="http://schemas.microsoft.com/office/drawing/2014/main" id="{1B4E9123-BB8F-446A-95FF-D3E6BCF5640D}"/>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4"/>
                <a:stretch>
                  <a:fillRect t="-4762" b="-26190"/>
                </a:stretch>
              </a:blipFill>
              <a:ln w="0">
                <a:noFill/>
              </a:ln>
            </p:spPr>
            <p:txBody>
              <a:bodyPr/>
              <a:lstStyle/>
              <a:p>
                <a:r>
                  <a:rPr lang="it-IT">
                    <a:noFill/>
                  </a:rPr>
                  <a:t> </a:t>
                </a:r>
              </a:p>
            </p:txBody>
          </p:sp>
        </mc:Fallback>
      </mc:AlternateContent>
      <p:sp>
        <p:nvSpPr>
          <p:cNvPr id="262" name="line_102_numerical">
            <a:extLst>
              <a:ext uri="{FF2B5EF4-FFF2-40B4-BE49-F238E27FC236}">
                <a16:creationId xmlns:a16="http://schemas.microsoft.com/office/drawing/2014/main" id="{0EC77ACC-17F0-4AFD-9516-A77612FBB45E}"/>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263" name="text_103_numerical">
            <a:extLst>
              <a:ext uri="{FF2B5EF4-FFF2-40B4-BE49-F238E27FC236}">
                <a16:creationId xmlns:a16="http://schemas.microsoft.com/office/drawing/2014/main" id="{451049DA-9CCF-491C-9E60-C8CCE1E2DD04}"/>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64" name="note_box_104_numerical">
            <a:extLst>
              <a:ext uri="{FF2B5EF4-FFF2-40B4-BE49-F238E27FC236}">
                <a16:creationId xmlns:a16="http://schemas.microsoft.com/office/drawing/2014/main" id="{A45C3C2B-AA02-437F-8C04-FFBF3532FF0E}"/>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5" name="equation_105_numerical" descr="\mathcal{L}_{\mathrm{sq}}">
                <a:extLst>
                  <a:ext uri="{FF2B5EF4-FFF2-40B4-BE49-F238E27FC236}">
                    <a16:creationId xmlns:a16="http://schemas.microsoft.com/office/drawing/2014/main" id="{0ECCFDDA-C6E6-4AA8-A4D4-501E1BB54BB5}"/>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65" name="equation_105_numerical" descr="\mathcal{L}_{\mathrm{sq}}">
                <a:extLst>
                  <a:ext uri="{FF2B5EF4-FFF2-40B4-BE49-F238E27FC236}">
                    <a16:creationId xmlns:a16="http://schemas.microsoft.com/office/drawing/2014/main" id="{0ECCFDDA-C6E6-4AA8-A4D4-501E1BB54BB5}"/>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5"/>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6" name="equation_106_numerical" descr="1">
                <a:extLst>
                  <a:ext uri="{FF2B5EF4-FFF2-40B4-BE49-F238E27FC236}">
                    <a16:creationId xmlns:a16="http://schemas.microsoft.com/office/drawing/2014/main" id="{50216885-2A10-4D2F-B31F-FBCA0C53400A}"/>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266" name="equation_106_numerical" descr="1">
                <a:extLst>
                  <a:ext uri="{FF2B5EF4-FFF2-40B4-BE49-F238E27FC236}">
                    <a16:creationId xmlns:a16="http://schemas.microsoft.com/office/drawing/2014/main" id="{50216885-2A10-4D2F-B31F-FBCA0C53400A}"/>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6"/>
                <a:stretch>
                  <a:fillRect t="-4762" b="-26190"/>
                </a:stretch>
              </a:blipFill>
              <a:ln w="0">
                <a:noFill/>
              </a:ln>
            </p:spPr>
            <p:txBody>
              <a:bodyPr/>
              <a:lstStyle/>
              <a:p>
                <a:r>
                  <a:rPr lang="it-IT">
                    <a:noFill/>
                  </a:rPr>
                  <a:t> </a:t>
                </a:r>
              </a:p>
            </p:txBody>
          </p:sp>
        </mc:Fallback>
      </mc:AlternateContent>
      <p:sp>
        <p:nvSpPr>
          <p:cNvPr id="267" name="line_107_numerical">
            <a:extLst>
              <a:ext uri="{FF2B5EF4-FFF2-40B4-BE49-F238E27FC236}">
                <a16:creationId xmlns:a16="http://schemas.microsoft.com/office/drawing/2014/main" id="{98EF5CBE-EF0A-485E-A2FC-D508FA77939B}"/>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268" name="text_108_numerical">
            <a:extLst>
              <a:ext uri="{FF2B5EF4-FFF2-40B4-BE49-F238E27FC236}">
                <a16:creationId xmlns:a16="http://schemas.microsoft.com/office/drawing/2014/main" id="{C396998D-B508-46F3-9607-6947FAEDA15C}"/>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269" name="note_box_109_numerical">
            <a:extLst>
              <a:ext uri="{FF2B5EF4-FFF2-40B4-BE49-F238E27FC236}">
                <a16:creationId xmlns:a16="http://schemas.microsoft.com/office/drawing/2014/main" id="{E87CA9F8-8079-44C3-939B-01E99B1565D0}"/>
              </a:ext>
            </a:extLst>
          </p:cNvPr>
          <p:cNvSpPr>
            <a:spLocks noGrp="1"/>
          </p:cNvSpPr>
          <p:nvPr/>
        </p:nvSpPr>
        <p:spPr>
          <a:xfrm>
            <a:off x="62865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70" name="equation_110_numerical" descr="w_3=-1">
                <a:extLst>
                  <a:ext uri="{FF2B5EF4-FFF2-40B4-BE49-F238E27FC236}">
                    <a16:creationId xmlns:a16="http://schemas.microsoft.com/office/drawing/2014/main" id="{9E61AC6A-B46A-40B1-84CC-A9A85D4EDFE3}"/>
                  </a:ext>
                </a:extLst>
              </p:cNvPr>
              <p:cNvSpPr>
                <a:spLocks noGrp="1"/>
              </p:cNvSpPr>
              <p:nvPr/>
            </p:nvSpPr>
            <p:spPr>
              <a:xfrm>
                <a:off x="63150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3</m:t>
                          </m:r>
                        </m:sub>
                      </m:sSub>
                      <m:r>
                        <a:rPr lang="en-GB" sz="2000">
                          <a:solidFill>
                            <a:srgbClr val="235C99"/>
                          </a:solidFill>
                          <a:latin typeface="Cambria Math"/>
                          <a:ea typeface="Cambria Math"/>
                          <a:cs typeface="Cambria Math"/>
                        </a:rPr>
                        <m:t>=−1</m:t>
                      </m:r>
                    </m:oMath>
                  </m:oMathPara>
                </a14:m>
                <a:endParaRPr lang="en-GB" sz="2000"/>
              </a:p>
            </p:txBody>
          </p:sp>
        </mc:Choice>
        <mc:Fallback xmlns="">
          <p:sp>
            <p:nvSpPr>
              <p:cNvPr id="270" name="equation_110_numerical" descr="w_3=-1">
                <a:extLst>
                  <a:ext uri="{FF2B5EF4-FFF2-40B4-BE49-F238E27FC236}">
                    <a16:creationId xmlns:a16="http://schemas.microsoft.com/office/drawing/2014/main" id="{9E61AC6A-B46A-40B1-84CC-A9A85D4EDFE3}"/>
                  </a:ext>
                </a:extLst>
              </p:cNvPr>
              <p:cNvSpPr>
                <a:spLocks noGrp="1" noRot="1" noChangeAspect="1" noMove="1" noResize="1" noEditPoints="1" noAdjustHandles="1" noChangeArrowheads="1" noChangeShapeType="1" noTextEdit="1"/>
              </p:cNvSpPr>
              <p:nvPr/>
            </p:nvSpPr>
            <p:spPr>
              <a:xfrm>
                <a:off x="6315075" y="2867025"/>
                <a:ext cx="1085850" cy="247650"/>
              </a:xfrm>
              <a:prstGeom prst="rect">
                <a:avLst/>
              </a:prstGeom>
              <a:blipFill>
                <a:blip r:embed="rId17"/>
                <a:stretch>
                  <a:fillRect l="-1685" t="-2439" b="-26829"/>
                </a:stretch>
              </a:blipFill>
              <a:ln w="0">
                <a:noFill/>
              </a:ln>
            </p:spPr>
            <p:txBody>
              <a:bodyPr/>
              <a:lstStyle/>
              <a:p>
                <a:r>
                  <a:rPr lang="it-IT">
                    <a:noFill/>
                  </a:rPr>
                  <a:t> </a:t>
                </a:r>
              </a:p>
            </p:txBody>
          </p:sp>
        </mc:Fallback>
      </mc:AlternateContent>
      <p:sp>
        <p:nvSpPr>
          <p:cNvPr id="271" name="line_111_numerical">
            <a:extLst>
              <a:ext uri="{FF2B5EF4-FFF2-40B4-BE49-F238E27FC236}">
                <a16:creationId xmlns:a16="http://schemas.microsoft.com/office/drawing/2014/main" id="{01C1B85E-979A-4D39-A9B9-92052F16F18B}"/>
              </a:ext>
            </a:extLst>
          </p:cNvPr>
          <p:cNvSpPr>
            <a:spLocks noGrp="1"/>
          </p:cNvSpPr>
          <p:nvPr/>
        </p:nvSpPr>
        <p:spPr>
          <a:xfrm>
            <a:off x="61341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272" name="line_112_numerical">
            <a:extLst>
              <a:ext uri="{FF2B5EF4-FFF2-40B4-BE49-F238E27FC236}">
                <a16:creationId xmlns:a16="http://schemas.microsoft.com/office/drawing/2014/main" id="{77BCCAC6-9E39-41EC-9492-109B1933CD22}"/>
              </a:ext>
            </a:extLst>
          </p:cNvPr>
          <p:cNvSpPr>
            <a:spLocks noGrp="1"/>
          </p:cNvSpPr>
          <p:nvPr/>
        </p:nvSpPr>
        <p:spPr>
          <a:xfrm>
            <a:off x="6858000" y="3124200"/>
            <a:ext cx="476" cy="95250"/>
          </a:xfrm>
          <a:prstGeom prst="line">
            <a:avLst/>
          </a:prstGeom>
          <a:noFill/>
          <a:ln w="14288">
            <a:solidFill>
              <a:srgbClr val="235C99"/>
            </a:solidFill>
            <a:prstDash val="dash"/>
            <a:tailEnd type="triangle" w="sm" len="sm"/>
          </a:ln>
        </p:spPr>
        <p:txBody>
          <a:bodyPr/>
          <a:lstStyle/>
          <a:p>
            <a:endParaRPr lang="it-IT"/>
          </a:p>
        </p:txBody>
      </p:sp>
      <p:sp>
        <p:nvSpPr>
          <p:cNvPr id="273" name="line_113_numerical">
            <a:extLst>
              <a:ext uri="{FF2B5EF4-FFF2-40B4-BE49-F238E27FC236}">
                <a16:creationId xmlns:a16="http://schemas.microsoft.com/office/drawing/2014/main" id="{317B74D7-E2D5-4267-B8DD-619984705FF8}"/>
              </a:ext>
            </a:extLst>
          </p:cNvPr>
          <p:cNvSpPr>
            <a:spLocks noGrp="1"/>
          </p:cNvSpPr>
          <p:nvPr/>
        </p:nvSpPr>
        <p:spPr>
          <a:xfrm flipH="1">
            <a:off x="77914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274" name="note_box_114_numerical">
            <a:extLst>
              <a:ext uri="{FF2B5EF4-FFF2-40B4-BE49-F238E27FC236}">
                <a16:creationId xmlns:a16="http://schemas.microsoft.com/office/drawing/2014/main" id="{B639EE00-8D6F-4496-8C27-CBA776306A16}"/>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5" name="equation_115_numerical" descr="J'_{1}(a_1(x))">
                <a:extLst>
                  <a:ext uri="{FF2B5EF4-FFF2-40B4-BE49-F238E27FC236}">
                    <a16:creationId xmlns:a16="http://schemas.microsoft.com/office/drawing/2014/main" id="{69F13E26-A392-42B4-BBAB-964702BD2F39}"/>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275" name="equation_115_numerical" descr="J'_{1}(3)">
                <a:extLst>
                  <a:ext uri="{FF2B5EF4-FFF2-40B4-BE49-F238E27FC236}">
                    <a16:creationId xmlns:a16="http://schemas.microsoft.com/office/drawing/2014/main" id="{69F13E26-A392-42B4-BBAB-964702BD2F39}"/>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8"/>
                <a:stretch>
                  <a:fillRect b="-5479"/>
                </a:stretch>
              </a:blipFill>
              <a:ln w="0">
                <a:noFill/>
              </a:ln>
            </p:spPr>
            <p:txBody>
              <a:bodyPr/>
              <a:lstStyle/>
              <a:p>
                <a:r>
                  <a:rPr lang="it-IT">
                    <a:noFill/>
                  </a:rPr>
                  <a:t> </a:t>
                </a:r>
              </a:p>
            </p:txBody>
          </p:sp>
        </mc:Fallback>
      </mc:AlternateContent>
      <p:sp>
        <p:nvSpPr>
          <p:cNvPr id="276" name="text_116_numerical">
            <a:extLst>
              <a:ext uri="{FF2B5EF4-FFF2-40B4-BE49-F238E27FC236}">
                <a16:creationId xmlns:a16="http://schemas.microsoft.com/office/drawing/2014/main" id="{DB5B1C28-76B7-42EC-AD30-21C59BD94D55}"/>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277" name="note_box_117_numerical">
            <a:extLst>
              <a:ext uri="{FF2B5EF4-FFF2-40B4-BE49-F238E27FC236}">
                <a16:creationId xmlns:a16="http://schemas.microsoft.com/office/drawing/2014/main" id="{93851E2E-61A2-4920-A809-A248EC1C86BC}"/>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8" name="equation_118_numerical" descr="\frac{\partial\mathcal{L}_{\mathrm{sq}}}{\partial w_1}=?">
                <a:extLst>
                  <a:ext uri="{FF2B5EF4-FFF2-40B4-BE49-F238E27FC236}">
                    <a16:creationId xmlns:a16="http://schemas.microsoft.com/office/drawing/2014/main" id="{6CFF0041-E7A3-4F00-B895-271DA4F511D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78" name="equation_118_numerical" descr="\frac{\partial\mathcal{L}_{\mathrm{sq}}}{\partial w_1}=?">
                <a:extLst>
                  <a:ext uri="{FF2B5EF4-FFF2-40B4-BE49-F238E27FC236}">
                    <a16:creationId xmlns:a16="http://schemas.microsoft.com/office/drawing/2014/main" id="{6CFF0041-E7A3-4F00-B895-271DA4F511D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9"/>
                <a:stretch>
                  <a:fillRect/>
                </a:stretch>
              </a:blipFill>
              <a:ln w="0">
                <a:noFill/>
              </a:ln>
            </p:spPr>
            <p:txBody>
              <a:bodyPr/>
              <a:lstStyle/>
              <a:p>
                <a:r>
                  <a:rPr lang="it-IT">
                    <a:noFill/>
                  </a:rPr>
                  <a:t> </a:t>
                </a:r>
              </a:p>
            </p:txBody>
          </p:sp>
        </mc:Fallback>
      </mc:AlternateContent>
      <p:sp>
        <p:nvSpPr>
          <p:cNvPr id="279" name="note_box_119_numerical">
            <a:extLst>
              <a:ext uri="{FF2B5EF4-FFF2-40B4-BE49-F238E27FC236}">
                <a16:creationId xmlns:a16="http://schemas.microsoft.com/office/drawing/2014/main" id="{D65CE35A-B99E-48D6-B2F3-F0F5BE8955E3}"/>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0" name="equation_120_numerical" descr="\frac{\partial\mathcal{L}_{\mathrm{sq}}}{\partial b_1}=?">
                <a:extLst>
                  <a:ext uri="{FF2B5EF4-FFF2-40B4-BE49-F238E27FC236}">
                    <a16:creationId xmlns:a16="http://schemas.microsoft.com/office/drawing/2014/main" id="{13B22EA0-CED0-4205-8FE1-BBA5AA461D30}"/>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80" name="equation_120_numerical" descr="\frac{\partial\mathcal{L}_{\mathrm{sq}}}{\partial b_1}=?">
                <a:extLst>
                  <a:ext uri="{FF2B5EF4-FFF2-40B4-BE49-F238E27FC236}">
                    <a16:creationId xmlns:a16="http://schemas.microsoft.com/office/drawing/2014/main" id="{13B22EA0-CED0-4205-8FE1-BBA5AA461D30}"/>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7_equation_120"/>
                <a:stretch>
                  <a:fillRect b="-3158"/>
                </a:stretch>
              </a:blipFill>
              <a:ln w="0">
                <a:noFill/>
              </a:ln>
            </p:spPr>
            <p:txBody>
              <a:bodyPr/>
              <a:lstStyle/>
              <a:p>
                <a:r>
                  <a:rPr lang="it-IT">
                    <a:noFill/>
                  </a:rPr>
                  <a:t> </a:t>
                </a:r>
              </a:p>
            </p:txBody>
          </p:sp>
        </mc:Fallback>
      </mc:AlternateContent>
      <p:sp>
        <p:nvSpPr>
          <p:cNvPr id="281" name="note_brace_121_numerical">
            <a:extLst>
              <a:ext uri="{FF2B5EF4-FFF2-40B4-BE49-F238E27FC236}">
                <a16:creationId xmlns:a16="http://schemas.microsoft.com/office/drawing/2014/main" id="{995F789D-B91B-464A-998E-26C86A767FD0}"/>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82" name="text_122_numerical">
            <a:extLst>
              <a:ext uri="{FF2B5EF4-FFF2-40B4-BE49-F238E27FC236}">
                <a16:creationId xmlns:a16="http://schemas.microsoft.com/office/drawing/2014/main" id="{3A66E79F-3CE9-45F7-A63F-883E90EFA69B}"/>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83" name="note_box_123_numerical">
            <a:extLst>
              <a:ext uri="{FF2B5EF4-FFF2-40B4-BE49-F238E27FC236}">
                <a16:creationId xmlns:a16="http://schemas.microsoft.com/office/drawing/2014/main" id="{F7A9095B-BDC0-411C-911C-16A1EABCF267}"/>
              </a:ext>
            </a:extLst>
          </p:cNvPr>
          <p:cNvSpPr>
            <a:spLocks noGrp="1"/>
          </p:cNvSpPr>
          <p:nvPr/>
        </p:nvSpPr>
        <p:spPr>
          <a:xfrm>
            <a:off x="44958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84" name="equation_124_numerical" descr="J'_{2}(a_2(x))">
                <a:extLst>
                  <a:ext uri="{FF2B5EF4-FFF2-40B4-BE49-F238E27FC236}">
                    <a16:creationId xmlns:a16="http://schemas.microsoft.com/office/drawing/2014/main" id="{514A5E6B-73E6-47FD-A0A9-764FED096C71}"/>
                  </a:ext>
                </a:extLst>
              </p:cNvPr>
              <p:cNvSpPr>
                <a:spLocks noGrp="1"/>
              </p:cNvSpPr>
              <p:nvPr/>
            </p:nvSpPr>
            <p:spPr>
              <a:xfrm>
                <a:off x="47815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284" name="equation_124_numerical" descr="J'_{2}(5)">
                <a:extLst>
                  <a:ext uri="{FF2B5EF4-FFF2-40B4-BE49-F238E27FC236}">
                    <a16:creationId xmlns:a16="http://schemas.microsoft.com/office/drawing/2014/main" id="{514A5E6B-73E6-47FD-A0A9-764FED096C71}"/>
                  </a:ext>
                </a:extLst>
              </p:cNvPr>
              <p:cNvSpPr>
                <a:spLocks noGrp="1" noRot="1" noChangeAspect="1" noMove="1" noResize="1" noEditPoints="1" noAdjustHandles="1" noChangeArrowheads="1" noChangeShapeType="1" noTextEdit="1"/>
              </p:cNvSpPr>
              <p:nvPr/>
            </p:nvSpPr>
            <p:spPr>
              <a:xfrm>
                <a:off x="4781550" y="3208338"/>
                <a:ext cx="2705100" cy="431800"/>
              </a:xfrm>
              <a:prstGeom prst="rect">
                <a:avLst/>
              </a:prstGeom>
              <a:blipFill>
                <a:blip r:embed="rId26"/>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5" name="equation_125_numerical" descr="=(-2)\cdot(-1)\cdot\mathrm{step}(5)">
                <a:extLst>
                  <a:ext uri="{FF2B5EF4-FFF2-40B4-BE49-F238E27FC236}">
                    <a16:creationId xmlns:a16="http://schemas.microsoft.com/office/drawing/2014/main" id="{9D5B0E3B-8587-474D-8B97-DE93172DF58D}"/>
                  </a:ext>
                </a:extLst>
              </p:cNvPr>
              <p:cNvSpPr>
                <a:spLocks noGrp="1"/>
              </p:cNvSpPr>
              <p:nvPr/>
            </p:nvSpPr>
            <p:spPr>
              <a:xfrm>
                <a:off x="47815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−1</m:t>
                          </m:r>
                        </m:e>
                      </m:d>
                      <m:r>
                        <a:rPr lang="en-GB" sz="2000">
                          <a:solidFill>
                            <a:srgbClr val="AB4910"/>
                          </a:solidFill>
                          <a:latin typeface="Cambria Math"/>
                          <a:ea typeface="Cambria Math"/>
                          <a:cs typeface="Cambria Math"/>
                        </a:rPr>
                        <m:t>⋅</m:t>
                      </m:r>
                      <m:r>
                        <m:rPr>
                          <m:sty m:val="p"/>
                        </m:rPr>
                        <a:rPr lang="en-GB" sz="2000">
                          <a:solidFill>
                            <a:srgbClr val="AB4910"/>
                          </a:solidFill>
                          <a:latin typeface="Cambria Math"/>
                          <a:ea typeface="Cambria Math"/>
                          <a:cs typeface="Cambria Math"/>
                        </a:rPr>
                        <m:t>step</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5</m:t>
                          </m:r>
                        </m:e>
                      </m:d>
                    </m:oMath>
                  </m:oMathPara>
                </a14:m>
                <a:endParaRPr lang="en-GB" sz="2000"/>
              </a:p>
            </p:txBody>
          </p:sp>
        </mc:Choice>
        <mc:Fallback xmlns="">
          <p:sp>
            <p:nvSpPr>
              <p:cNvPr id="285" name="equation_125_numerical" descr="=J'_{3}(-3)\,w_3\,\mathrm{step}(5)">
                <a:extLst>
                  <a:ext uri="{FF2B5EF4-FFF2-40B4-BE49-F238E27FC236}">
                    <a16:creationId xmlns:a16="http://schemas.microsoft.com/office/drawing/2014/main" id="{9D5B0E3B-8587-474D-8B97-DE93172DF58D}"/>
                  </a:ext>
                </a:extLst>
              </p:cNvPr>
              <p:cNvSpPr>
                <a:spLocks noGrp="1" noRot="1" noChangeAspect="1" noMove="1" noResize="1" noEditPoints="1" noAdjustHandles="1" noChangeArrowheads="1" noChangeShapeType="1" noTextEdit="1"/>
              </p:cNvSpPr>
              <p:nvPr/>
            </p:nvSpPr>
            <p:spPr>
              <a:xfrm>
                <a:off x="4781550" y="3568033"/>
                <a:ext cx="2705100" cy="350584"/>
              </a:xfrm>
              <a:prstGeom prst="rect">
                <a:avLst/>
              </a:prstGeom>
              <a:blipFill>
                <a:blip r:embed="rId27"/>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6" name="equation_126_numerical" descr="=(-2)\cdot(-1)\cdot1">
                <a:extLst>
                  <a:ext uri="{FF2B5EF4-FFF2-40B4-BE49-F238E27FC236}">
                    <a16:creationId xmlns:a16="http://schemas.microsoft.com/office/drawing/2014/main" id="{010E9590-A7CC-4F7F-8ADA-A57206CF675D}"/>
                  </a:ext>
                </a:extLst>
              </p:cNvPr>
              <p:cNvSpPr>
                <a:spLocks noGrp="1"/>
              </p:cNvSpPr>
              <p:nvPr/>
            </p:nvSpPr>
            <p:spPr>
              <a:xfrm>
                <a:off x="4781550" y="3905250"/>
                <a:ext cx="270510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−1</m:t>
                          </m:r>
                        </m:e>
                      </m:d>
                      <m:r>
                        <a:rPr lang="en-GB" sz="2000">
                          <a:solidFill>
                            <a:srgbClr val="AB4910"/>
                          </a:solidFill>
                          <a:latin typeface="Cambria Math"/>
                          <a:ea typeface="Cambria Math"/>
                          <a:cs typeface="Cambria Math"/>
                        </a:rPr>
                        <m:t>⋅1</m:t>
                      </m:r>
                    </m:oMath>
                  </m:oMathPara>
                </a14:m>
                <a:endParaRPr lang="en-GB" sz="2000"/>
              </a:p>
            </p:txBody>
          </p:sp>
        </mc:Choice>
        <mc:Fallback xmlns="">
          <p:sp>
            <p:nvSpPr>
              <p:cNvPr id="286" name="equation_126_numerical" descr="=(-2)(-1)(1)=2">
                <a:extLst>
                  <a:ext uri="{FF2B5EF4-FFF2-40B4-BE49-F238E27FC236}">
                    <a16:creationId xmlns:a16="http://schemas.microsoft.com/office/drawing/2014/main" id="{010E9590-A7CC-4F7F-8ADA-A57206CF675D}"/>
                  </a:ext>
                </a:extLst>
              </p:cNvPr>
              <p:cNvSpPr>
                <a:spLocks noGrp="1" noRot="1" noChangeAspect="1" noMove="1" noResize="1" noEditPoints="1" noAdjustHandles="1" noChangeArrowheads="1" noChangeShapeType="1" noTextEdit="1"/>
              </p:cNvSpPr>
              <p:nvPr/>
            </p:nvSpPr>
            <p:spPr>
              <a:xfrm>
                <a:off x="4781550" y="3905250"/>
                <a:ext cx="2705100" cy="295275"/>
              </a:xfrm>
              <a:prstGeom prst="rect">
                <a:avLst/>
              </a:prstGeom>
              <a:blipFill>
                <a:blip r:embed="rId29"/>
                <a:stretch>
                  <a:fillRect l="-1577" t="-14583" r="-901" b="-54167"/>
                </a:stretch>
              </a:blipFill>
              <a:ln w="0">
                <a:noFill/>
              </a:ln>
            </p:spPr>
            <p:txBody>
              <a:bodyPr/>
              <a:lstStyle/>
              <a:p>
                <a:r>
                  <a:rPr lang="it-IT">
                    <a:noFill/>
                  </a:rPr>
                  <a:t> </a:t>
                </a:r>
              </a:p>
            </p:txBody>
          </p:sp>
        </mc:Fallback>
      </mc:AlternateContent>
      <p:sp>
        <p:nvSpPr>
          <p:cNvPr id="287" name="note_box_127_numerical">
            <a:extLst>
              <a:ext uri="{FF2B5EF4-FFF2-40B4-BE49-F238E27FC236}">
                <a16:creationId xmlns:a16="http://schemas.microsoft.com/office/drawing/2014/main" id="{3D8EB25F-6AC3-4738-9A0C-567C51A578F3}"/>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8" name="equation_128_numerical" descr="\frac{\partial\mathcal{L}_{\mathrm{sq}}}{\partial w_2}=?">
                <a:extLst>
                  <a:ext uri="{FF2B5EF4-FFF2-40B4-BE49-F238E27FC236}">
                    <a16:creationId xmlns:a16="http://schemas.microsoft.com/office/drawing/2014/main" id="{EC1EA4D9-8513-479E-97FF-96379B9B45DE}"/>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88" name="equation_128_numerical" descr="\frac{\partial\mathcal{L}_{\mathrm{sq}}}{\partial w_2}=?">
                <a:extLst>
                  <a:ext uri="{FF2B5EF4-FFF2-40B4-BE49-F238E27FC236}">
                    <a16:creationId xmlns:a16="http://schemas.microsoft.com/office/drawing/2014/main" id="{EC1EA4D9-8513-479E-97FF-96379B9B45DE}"/>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2"/>
                <a:stretch>
                  <a:fillRect/>
                </a:stretch>
              </a:blipFill>
              <a:ln w="0">
                <a:noFill/>
              </a:ln>
            </p:spPr>
            <p:txBody>
              <a:bodyPr/>
              <a:lstStyle/>
              <a:p>
                <a:r>
                  <a:rPr lang="it-IT">
                    <a:noFill/>
                  </a:rPr>
                  <a:t> </a:t>
                </a:r>
              </a:p>
            </p:txBody>
          </p:sp>
        </mc:Fallback>
      </mc:AlternateContent>
      <p:sp>
        <p:nvSpPr>
          <p:cNvPr id="289" name="note_box_129_numerical">
            <a:extLst>
              <a:ext uri="{FF2B5EF4-FFF2-40B4-BE49-F238E27FC236}">
                <a16:creationId xmlns:a16="http://schemas.microsoft.com/office/drawing/2014/main" id="{A207576A-2163-42E5-9A0E-EB248F335FFE}"/>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0" name="equation_130_numerical" descr="\frac{\partial\mathcal{L}_{\mathrm{sq}}}{\partial b_2}=?">
                <a:extLst>
                  <a:ext uri="{FF2B5EF4-FFF2-40B4-BE49-F238E27FC236}">
                    <a16:creationId xmlns:a16="http://schemas.microsoft.com/office/drawing/2014/main" id="{B4458875-E4EB-490F-A698-A3EDAB997BE2}"/>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90" name="equation_130_numerical" descr="\frac{\partial\mathcal{L}_{\mathrm{sq}}}{\partial b_2}=?">
                <a:extLst>
                  <a:ext uri="{FF2B5EF4-FFF2-40B4-BE49-F238E27FC236}">
                    <a16:creationId xmlns:a16="http://schemas.microsoft.com/office/drawing/2014/main" id="{B4458875-E4EB-490F-A698-A3EDAB997BE2}"/>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7_equation_130"/>
                <a:stretch>
                  <a:fillRect b="-3158"/>
                </a:stretch>
              </a:blipFill>
              <a:ln w="0">
                <a:noFill/>
              </a:ln>
            </p:spPr>
            <p:txBody>
              <a:bodyPr/>
              <a:lstStyle/>
              <a:p>
                <a:r>
                  <a:rPr lang="it-IT">
                    <a:noFill/>
                  </a:rPr>
                  <a:t> </a:t>
                </a:r>
              </a:p>
            </p:txBody>
          </p:sp>
        </mc:Fallback>
      </mc:AlternateContent>
      <p:sp>
        <p:nvSpPr>
          <p:cNvPr id="291" name="note_brace_131_numerical">
            <a:extLst>
              <a:ext uri="{FF2B5EF4-FFF2-40B4-BE49-F238E27FC236}">
                <a16:creationId xmlns:a16="http://schemas.microsoft.com/office/drawing/2014/main" id="{E712F8EC-BB2C-4344-BE28-39660A0BC9BB}"/>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92" name="text_132_numerical">
            <a:extLst>
              <a:ext uri="{FF2B5EF4-FFF2-40B4-BE49-F238E27FC236}">
                <a16:creationId xmlns:a16="http://schemas.microsoft.com/office/drawing/2014/main" id="{81692319-1DC9-41FB-8B6D-D633863F48CD}"/>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93" name="note_box_133_numerical">
            <a:extLst>
              <a:ext uri="{FF2B5EF4-FFF2-40B4-BE49-F238E27FC236}">
                <a16:creationId xmlns:a16="http://schemas.microsoft.com/office/drawing/2014/main" id="{735767B2-5C68-46BC-B292-3C218E5025ED}"/>
              </a:ext>
            </a:extLst>
          </p:cNvPr>
          <p:cNvSpPr>
            <a:spLocks noGrp="1"/>
          </p:cNvSpPr>
          <p:nvPr/>
        </p:nvSpPr>
        <p:spPr>
          <a:xfrm>
            <a:off x="80581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94" name="equation_134_numerical" descr="J'_{3}(a_3(x))=-2">
                <a:extLst>
                  <a:ext uri="{FF2B5EF4-FFF2-40B4-BE49-F238E27FC236}">
                    <a16:creationId xmlns:a16="http://schemas.microsoft.com/office/drawing/2014/main" id="{2031F935-86AF-4701-BD68-E615CF2C82E7}"/>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3</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294" name="equation_134_numerical" descr="J'_{3}(-3)=-2">
                <a:extLst>
                  <a:ext uri="{FF2B5EF4-FFF2-40B4-BE49-F238E27FC236}">
                    <a16:creationId xmlns:a16="http://schemas.microsoft.com/office/drawing/2014/main" id="{2031F935-86AF-4701-BD68-E615CF2C82E7}"/>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3"/>
                <a:stretch>
                  <a:fillRect b="-5479"/>
                </a:stretch>
              </a:blipFill>
              <a:ln w="0">
                <a:noFill/>
              </a:ln>
            </p:spPr>
            <p:txBody>
              <a:bodyPr/>
              <a:lstStyle/>
              <a:p>
                <a:r>
                  <a:rPr lang="it-IT">
                    <a:noFill/>
                  </a:rPr>
                  <a:t> </a:t>
                </a:r>
              </a:p>
            </p:txBody>
          </p:sp>
        </mc:Fallback>
      </mc:AlternateContent>
      <p:sp>
        <p:nvSpPr>
          <p:cNvPr id="295" name="text_135_numerical">
            <a:extLst>
              <a:ext uri="{FF2B5EF4-FFF2-40B4-BE49-F238E27FC236}">
                <a16:creationId xmlns:a16="http://schemas.microsoft.com/office/drawing/2014/main" id="{06C570CD-793E-4D45-A980-B7B724DDD440}"/>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296" name="note_box_136_numerical">
            <a:extLst>
              <a:ext uri="{FF2B5EF4-FFF2-40B4-BE49-F238E27FC236}">
                <a16:creationId xmlns:a16="http://schemas.microsoft.com/office/drawing/2014/main" id="{1DC34EEC-C348-47F3-AC45-00EBEF48C33B}"/>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7" name="equation_137_numerical" descr="\frac{\partial\mathcal{L}_{\mathrm{sq}}}{\partial w_3}=-10">
                <a:extLst>
                  <a:ext uri="{FF2B5EF4-FFF2-40B4-BE49-F238E27FC236}">
                    <a16:creationId xmlns:a16="http://schemas.microsoft.com/office/drawing/2014/main" id="{BA83CA64-0377-4E94-AE1B-A8ADD7EF7B30}"/>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297" name="equation_137_numerical" descr="\frac{\partial\mathcal{L}_{\mathrm{sq}}}{\partial w_3}=-10">
                <a:extLst>
                  <a:ext uri="{FF2B5EF4-FFF2-40B4-BE49-F238E27FC236}">
                    <a16:creationId xmlns:a16="http://schemas.microsoft.com/office/drawing/2014/main" id="{BA83CA64-0377-4E94-AE1B-A8ADD7EF7B30}"/>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5"/>
                <a:stretch>
                  <a:fillRect/>
                </a:stretch>
              </a:blipFill>
              <a:ln w="0">
                <a:noFill/>
              </a:ln>
            </p:spPr>
            <p:txBody>
              <a:bodyPr/>
              <a:lstStyle/>
              <a:p>
                <a:r>
                  <a:rPr lang="it-IT">
                    <a:noFill/>
                  </a:rPr>
                  <a:t> </a:t>
                </a:r>
              </a:p>
            </p:txBody>
          </p:sp>
        </mc:Fallback>
      </mc:AlternateContent>
      <p:sp>
        <p:nvSpPr>
          <p:cNvPr id="298" name="note_box_138_numerical">
            <a:extLst>
              <a:ext uri="{FF2B5EF4-FFF2-40B4-BE49-F238E27FC236}">
                <a16:creationId xmlns:a16="http://schemas.microsoft.com/office/drawing/2014/main" id="{AC3D7A2D-32C1-4DEB-84D2-382FDCCC86B2}"/>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9" name="equation_139_numerical" descr="\frac{\partial\mathcal{L}_{\mathrm{sq}}}{\partial b_3}=-2">
                <a:extLst>
                  <a:ext uri="{FF2B5EF4-FFF2-40B4-BE49-F238E27FC236}">
                    <a16:creationId xmlns:a16="http://schemas.microsoft.com/office/drawing/2014/main" id="{921AD976-ED3D-4005-9C35-F0D5D2B0D4EE}"/>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299" name="equation_139_numerical" descr="\frac{\partial\mathcal{L}_{\mathrm{sq}}}{\partial b_3}=-2">
                <a:extLst>
                  <a:ext uri="{FF2B5EF4-FFF2-40B4-BE49-F238E27FC236}">
                    <a16:creationId xmlns:a16="http://schemas.microsoft.com/office/drawing/2014/main" id="{921AD976-ED3D-4005-9C35-F0D5D2B0D4EE}"/>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7_equation_139"/>
                <a:stretch>
                  <a:fillRect b="-3158"/>
                </a:stretch>
              </a:blipFill>
              <a:ln w="0">
                <a:noFill/>
              </a:ln>
            </p:spPr>
            <p:txBody>
              <a:bodyPr/>
              <a:lstStyle/>
              <a:p>
                <a:r>
                  <a:rPr lang="it-IT">
                    <a:noFill/>
                  </a:rPr>
                  <a:t> </a:t>
                </a:r>
              </a:p>
            </p:txBody>
          </p:sp>
        </mc:Fallback>
      </mc:AlternateContent>
      <p:sp>
        <p:nvSpPr>
          <p:cNvPr id="300" name="note_brace_140_numerical">
            <a:extLst>
              <a:ext uri="{FF2B5EF4-FFF2-40B4-BE49-F238E27FC236}">
                <a16:creationId xmlns:a16="http://schemas.microsoft.com/office/drawing/2014/main" id="{E2EF2ABF-BBD3-4CA3-8551-E950FC32DFC0}"/>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01" name="text_141_numerical">
            <a:extLst>
              <a:ext uri="{FF2B5EF4-FFF2-40B4-BE49-F238E27FC236}">
                <a16:creationId xmlns:a16="http://schemas.microsoft.com/office/drawing/2014/main" id="{8DE01D0C-C747-4656-A05A-E3FFD462F138}"/>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302" name="shape_69_result">
            <a:extLst>
              <a:ext uri="{FF2B5EF4-FFF2-40B4-BE49-F238E27FC236}">
                <a16:creationId xmlns:a16="http://schemas.microsoft.com/office/drawing/2014/main" id="{2E67C07A-413D-4514-832B-F765ED54785A}"/>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03" name="note_box_70_result">
            <a:extLst>
              <a:ext uri="{FF2B5EF4-FFF2-40B4-BE49-F238E27FC236}">
                <a16:creationId xmlns:a16="http://schemas.microsoft.com/office/drawing/2014/main" id="{D046B87F-6C13-4A45-9EC6-84EFDCA401EA}"/>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304" name="text_71_result">
            <a:extLst>
              <a:ext uri="{FF2B5EF4-FFF2-40B4-BE49-F238E27FC236}">
                <a16:creationId xmlns:a16="http://schemas.microsoft.com/office/drawing/2014/main" id="{8534C24A-43CE-41CC-8AD9-D3BFC581DF27}"/>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305" name="note_box_72_result">
            <a:extLst>
              <a:ext uri="{FF2B5EF4-FFF2-40B4-BE49-F238E27FC236}">
                <a16:creationId xmlns:a16="http://schemas.microsoft.com/office/drawing/2014/main" id="{FC689B46-67A7-4D93-9E62-64E071B1E42D}"/>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306" name="text_73_result">
            <a:extLst>
              <a:ext uri="{FF2B5EF4-FFF2-40B4-BE49-F238E27FC236}">
                <a16:creationId xmlns:a16="http://schemas.microsoft.com/office/drawing/2014/main" id="{A65A4B18-F747-4589-8BE7-5B072963D097}"/>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307" name="note_box_74_result">
            <a:extLst>
              <a:ext uri="{FF2B5EF4-FFF2-40B4-BE49-F238E27FC236}">
                <a16:creationId xmlns:a16="http://schemas.microsoft.com/office/drawing/2014/main" id="{67BE187E-5729-4E80-A72F-61756350623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308" name="text_75_result">
            <a:extLst>
              <a:ext uri="{FF2B5EF4-FFF2-40B4-BE49-F238E27FC236}">
                <a16:creationId xmlns:a16="http://schemas.microsoft.com/office/drawing/2014/main" id="{EADCDB41-72A0-4263-929B-4829FB9F1016}"/>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309" name="note_box_76_result">
            <a:extLst>
              <a:ext uri="{FF2B5EF4-FFF2-40B4-BE49-F238E27FC236}">
                <a16:creationId xmlns:a16="http://schemas.microsoft.com/office/drawing/2014/main" id="{3EB1A613-2F17-4BA1-B301-2281E974E359}"/>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0" name="equation_77_result" descr="\phi_0(x)">
                <a:extLst>
                  <a:ext uri="{FF2B5EF4-FFF2-40B4-BE49-F238E27FC236}">
                    <a16:creationId xmlns:a16="http://schemas.microsoft.com/office/drawing/2014/main" id="{D3499DEC-3D12-4AE2-91B6-E90FCA2FFE88}"/>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10" name="equation_77_result" descr="\phi_0(x)">
                <a:extLst>
                  <a:ext uri="{FF2B5EF4-FFF2-40B4-BE49-F238E27FC236}">
                    <a16:creationId xmlns:a16="http://schemas.microsoft.com/office/drawing/2014/main" id="{D3499DEC-3D12-4AE2-91B6-E90FCA2FFE88}"/>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1" name="equation_78_result" descr="2">
                <a:extLst>
                  <a:ext uri="{FF2B5EF4-FFF2-40B4-BE49-F238E27FC236}">
                    <a16:creationId xmlns:a16="http://schemas.microsoft.com/office/drawing/2014/main" id="{3FB0C0EC-CDB5-4E36-9D5B-78DA85941493}"/>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311" name="equation_78_result" descr="2">
                <a:extLst>
                  <a:ext uri="{FF2B5EF4-FFF2-40B4-BE49-F238E27FC236}">
                    <a16:creationId xmlns:a16="http://schemas.microsoft.com/office/drawing/2014/main" id="{3FB0C0EC-CDB5-4E36-9D5B-78DA85941493}"/>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312" name="note_box_79_result">
            <a:extLst>
              <a:ext uri="{FF2B5EF4-FFF2-40B4-BE49-F238E27FC236}">
                <a16:creationId xmlns:a16="http://schemas.microsoft.com/office/drawing/2014/main" id="{8130F597-8FB8-4974-9ED4-BC7234F76776}"/>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3" name="equation_80_result" descr="a_1(x)">
                <a:extLst>
                  <a:ext uri="{FF2B5EF4-FFF2-40B4-BE49-F238E27FC236}">
                    <a16:creationId xmlns:a16="http://schemas.microsoft.com/office/drawing/2014/main" id="{2833A6FE-1940-4AA9-BE09-7E2DBBF37920}"/>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13" name="equation_80_result" descr="a_1(x)">
                <a:extLst>
                  <a:ext uri="{FF2B5EF4-FFF2-40B4-BE49-F238E27FC236}">
                    <a16:creationId xmlns:a16="http://schemas.microsoft.com/office/drawing/2014/main" id="{2833A6FE-1940-4AA9-BE09-7E2DBBF37920}"/>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4" name="equation_81_result" descr="3">
                <a:extLst>
                  <a:ext uri="{FF2B5EF4-FFF2-40B4-BE49-F238E27FC236}">
                    <a16:creationId xmlns:a16="http://schemas.microsoft.com/office/drawing/2014/main" id="{544680EA-375D-4589-A8E9-38A5F8F1A64D}"/>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14" name="equation_81_result" descr="3">
                <a:extLst>
                  <a:ext uri="{FF2B5EF4-FFF2-40B4-BE49-F238E27FC236}">
                    <a16:creationId xmlns:a16="http://schemas.microsoft.com/office/drawing/2014/main" id="{544680EA-375D-4589-A8E9-38A5F8F1A64D}"/>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315" name="line_82_result">
            <a:extLst>
              <a:ext uri="{FF2B5EF4-FFF2-40B4-BE49-F238E27FC236}">
                <a16:creationId xmlns:a16="http://schemas.microsoft.com/office/drawing/2014/main" id="{E641E68C-AE2E-4585-83E4-8E0477997AC1}"/>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316" name="text_83_result">
            <a:extLst>
              <a:ext uri="{FF2B5EF4-FFF2-40B4-BE49-F238E27FC236}">
                <a16:creationId xmlns:a16="http://schemas.microsoft.com/office/drawing/2014/main" id="{6F297B85-6135-4B37-86E3-FD429A02255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17" name="note_box_84_result">
            <a:extLst>
              <a:ext uri="{FF2B5EF4-FFF2-40B4-BE49-F238E27FC236}">
                <a16:creationId xmlns:a16="http://schemas.microsoft.com/office/drawing/2014/main" id="{5CBBC543-9F37-486A-8465-9E43BF9CA297}"/>
              </a:ext>
            </a:extLst>
          </p:cNvPr>
          <p:cNvSpPr>
            <a:spLocks noGrp="1"/>
          </p:cNvSpPr>
          <p:nvPr/>
        </p:nvSpPr>
        <p:spPr>
          <a:xfrm>
            <a:off x="38481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18" name="equation_85_result" descr="\phi_1(x)">
                <a:extLst>
                  <a:ext uri="{FF2B5EF4-FFF2-40B4-BE49-F238E27FC236}">
                    <a16:creationId xmlns:a16="http://schemas.microsoft.com/office/drawing/2014/main" id="{744384B7-E52A-43EB-B2A4-955D2CB0A3D1}"/>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18" name="equation_85_result" descr="\phi_1(x)">
                <a:extLst>
                  <a:ext uri="{FF2B5EF4-FFF2-40B4-BE49-F238E27FC236}">
                    <a16:creationId xmlns:a16="http://schemas.microsoft.com/office/drawing/2014/main" id="{744384B7-E52A-43EB-B2A4-955D2CB0A3D1}"/>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9" name="equation_86_result" descr="3">
                <a:extLst>
                  <a:ext uri="{FF2B5EF4-FFF2-40B4-BE49-F238E27FC236}">
                    <a16:creationId xmlns:a16="http://schemas.microsoft.com/office/drawing/2014/main" id="{8EBE673F-2348-4E0E-ABFA-A11727A1F4DF}"/>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319" name="equation_86_result" descr="3">
                <a:extLst>
                  <a:ext uri="{FF2B5EF4-FFF2-40B4-BE49-F238E27FC236}">
                    <a16:creationId xmlns:a16="http://schemas.microsoft.com/office/drawing/2014/main" id="{8EBE673F-2348-4E0E-ABFA-A11727A1F4DF}"/>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320" name="line_87_result">
            <a:extLst>
              <a:ext uri="{FF2B5EF4-FFF2-40B4-BE49-F238E27FC236}">
                <a16:creationId xmlns:a16="http://schemas.microsoft.com/office/drawing/2014/main" id="{ECDC8E9E-1E6D-456E-AEE6-A4A5D2F48C3E}"/>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321" name="text_88_result">
            <a:extLst>
              <a:ext uri="{FF2B5EF4-FFF2-40B4-BE49-F238E27FC236}">
                <a16:creationId xmlns:a16="http://schemas.microsoft.com/office/drawing/2014/main" id="{258E186A-EA1F-49EA-A29E-231A6CB213A9}"/>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22" name="note_box_89_result">
            <a:extLst>
              <a:ext uri="{FF2B5EF4-FFF2-40B4-BE49-F238E27FC236}">
                <a16:creationId xmlns:a16="http://schemas.microsoft.com/office/drawing/2014/main" id="{32D6B51A-85DF-44A9-BC12-2652DBB1049D}"/>
              </a:ext>
            </a:extLst>
          </p:cNvPr>
          <p:cNvSpPr>
            <a:spLocks noGrp="1"/>
          </p:cNvSpPr>
          <p:nvPr/>
        </p:nvSpPr>
        <p:spPr>
          <a:xfrm>
            <a:off x="55245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3" name="equation_90_result" descr="a_2(x)">
                <a:extLst>
                  <a:ext uri="{FF2B5EF4-FFF2-40B4-BE49-F238E27FC236}">
                    <a16:creationId xmlns:a16="http://schemas.microsoft.com/office/drawing/2014/main" id="{232CB0D7-4F52-4E3D-A4E4-434430AF2252}"/>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23" name="equation_90_result" descr="a_2(x)">
                <a:extLst>
                  <a:ext uri="{FF2B5EF4-FFF2-40B4-BE49-F238E27FC236}">
                    <a16:creationId xmlns:a16="http://schemas.microsoft.com/office/drawing/2014/main" id="{232CB0D7-4F52-4E3D-A4E4-434430AF2252}"/>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4" name="equation_91_result" descr="5">
                <a:extLst>
                  <a:ext uri="{FF2B5EF4-FFF2-40B4-BE49-F238E27FC236}">
                    <a16:creationId xmlns:a16="http://schemas.microsoft.com/office/drawing/2014/main" id="{24B11082-D92D-4F7B-A360-9C53A79F29B0}"/>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324" name="equation_91_result" descr="5">
                <a:extLst>
                  <a:ext uri="{FF2B5EF4-FFF2-40B4-BE49-F238E27FC236}">
                    <a16:creationId xmlns:a16="http://schemas.microsoft.com/office/drawing/2014/main" id="{24B11082-D92D-4F7B-A360-9C53A79F29B0}"/>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325" name="line_92_result">
            <a:extLst>
              <a:ext uri="{FF2B5EF4-FFF2-40B4-BE49-F238E27FC236}">
                <a16:creationId xmlns:a16="http://schemas.microsoft.com/office/drawing/2014/main" id="{97B15A67-D4D9-4D10-9272-825CB5E4EDA5}"/>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326" name="text_93_result">
            <a:extLst>
              <a:ext uri="{FF2B5EF4-FFF2-40B4-BE49-F238E27FC236}">
                <a16:creationId xmlns:a16="http://schemas.microsoft.com/office/drawing/2014/main" id="{B0DC43A5-C6AC-424A-BF4D-F8FE4C347704}"/>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27" name="note_box_94_result">
            <a:extLst>
              <a:ext uri="{FF2B5EF4-FFF2-40B4-BE49-F238E27FC236}">
                <a16:creationId xmlns:a16="http://schemas.microsoft.com/office/drawing/2014/main" id="{7F3533FF-4BC3-49B4-85FC-525638FFBB83}"/>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28" name="equation_95_result" descr="\phi_2(x)">
                <a:extLst>
                  <a:ext uri="{FF2B5EF4-FFF2-40B4-BE49-F238E27FC236}">
                    <a16:creationId xmlns:a16="http://schemas.microsoft.com/office/drawing/2014/main" id="{44E416FE-F403-43F6-BE2C-A0C59C794F96}"/>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28" name="equation_95_result" descr="\phi_2(x)">
                <a:extLst>
                  <a:ext uri="{FF2B5EF4-FFF2-40B4-BE49-F238E27FC236}">
                    <a16:creationId xmlns:a16="http://schemas.microsoft.com/office/drawing/2014/main" id="{44E416FE-F403-43F6-BE2C-A0C59C794F96}"/>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9" name="equation_96_result" descr="5">
                <a:extLst>
                  <a:ext uri="{FF2B5EF4-FFF2-40B4-BE49-F238E27FC236}">
                    <a16:creationId xmlns:a16="http://schemas.microsoft.com/office/drawing/2014/main" id="{FECF6D5B-F8B6-46AC-864A-3F732D4BB2EB}"/>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29" name="equation_96_result" descr="5">
                <a:extLst>
                  <a:ext uri="{FF2B5EF4-FFF2-40B4-BE49-F238E27FC236}">
                    <a16:creationId xmlns:a16="http://schemas.microsoft.com/office/drawing/2014/main" id="{FECF6D5B-F8B6-46AC-864A-3F732D4BB2EB}"/>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2"/>
                <a:stretch>
                  <a:fillRect t="-9524" b="-26190"/>
                </a:stretch>
              </a:blipFill>
              <a:ln w="0">
                <a:noFill/>
              </a:ln>
            </p:spPr>
            <p:txBody>
              <a:bodyPr/>
              <a:lstStyle/>
              <a:p>
                <a:r>
                  <a:rPr lang="it-IT">
                    <a:noFill/>
                  </a:rPr>
                  <a:t> </a:t>
                </a:r>
              </a:p>
            </p:txBody>
          </p:sp>
        </mc:Fallback>
      </mc:AlternateContent>
      <p:sp>
        <p:nvSpPr>
          <p:cNvPr id="330" name="line_97_result">
            <a:extLst>
              <a:ext uri="{FF2B5EF4-FFF2-40B4-BE49-F238E27FC236}">
                <a16:creationId xmlns:a16="http://schemas.microsoft.com/office/drawing/2014/main" id="{06DB5621-E1BD-445A-8D71-F61C293AC20F}"/>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31" name="text_98_result">
            <a:extLst>
              <a:ext uri="{FF2B5EF4-FFF2-40B4-BE49-F238E27FC236}">
                <a16:creationId xmlns:a16="http://schemas.microsoft.com/office/drawing/2014/main" id="{61D19B17-0B6D-4F51-929D-A959E9C176D7}"/>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32" name="note_box_99_result">
            <a:extLst>
              <a:ext uri="{FF2B5EF4-FFF2-40B4-BE49-F238E27FC236}">
                <a16:creationId xmlns:a16="http://schemas.microsoft.com/office/drawing/2014/main" id="{E5F30005-A96E-40E9-8019-0BC46474CD07}"/>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3" name="equation_100_result" descr="a_3(x)">
                <a:extLst>
                  <a:ext uri="{FF2B5EF4-FFF2-40B4-BE49-F238E27FC236}">
                    <a16:creationId xmlns:a16="http://schemas.microsoft.com/office/drawing/2014/main" id="{F53C6A57-A927-4248-AC82-5FB6C9811E08}"/>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33" name="equation_100_result" descr="a_3(x)">
                <a:extLst>
                  <a:ext uri="{FF2B5EF4-FFF2-40B4-BE49-F238E27FC236}">
                    <a16:creationId xmlns:a16="http://schemas.microsoft.com/office/drawing/2014/main" id="{F53C6A57-A927-4248-AC82-5FB6C9811E08}"/>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4" name="equation_101_result" descr="-3">
                <a:extLst>
                  <a:ext uri="{FF2B5EF4-FFF2-40B4-BE49-F238E27FC236}">
                    <a16:creationId xmlns:a16="http://schemas.microsoft.com/office/drawing/2014/main" id="{1B4E9123-BB8F-446A-95FF-D3E6BCF5640D}"/>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34" name="equation_101_result" descr="-3">
                <a:extLst>
                  <a:ext uri="{FF2B5EF4-FFF2-40B4-BE49-F238E27FC236}">
                    <a16:creationId xmlns:a16="http://schemas.microsoft.com/office/drawing/2014/main" id="{1B4E9123-BB8F-446A-95FF-D3E6BCF5640D}"/>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4"/>
                <a:stretch>
                  <a:fillRect t="-4762" b="-26190"/>
                </a:stretch>
              </a:blipFill>
              <a:ln w="0">
                <a:noFill/>
              </a:ln>
            </p:spPr>
            <p:txBody>
              <a:bodyPr/>
              <a:lstStyle/>
              <a:p>
                <a:r>
                  <a:rPr lang="it-IT">
                    <a:noFill/>
                  </a:rPr>
                  <a:t> </a:t>
                </a:r>
              </a:p>
            </p:txBody>
          </p:sp>
        </mc:Fallback>
      </mc:AlternateContent>
      <p:sp>
        <p:nvSpPr>
          <p:cNvPr id="335" name="line_102_result">
            <a:extLst>
              <a:ext uri="{FF2B5EF4-FFF2-40B4-BE49-F238E27FC236}">
                <a16:creationId xmlns:a16="http://schemas.microsoft.com/office/drawing/2014/main" id="{0EC77ACC-17F0-4AFD-9516-A77612FBB45E}"/>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36" name="text_103_result">
            <a:extLst>
              <a:ext uri="{FF2B5EF4-FFF2-40B4-BE49-F238E27FC236}">
                <a16:creationId xmlns:a16="http://schemas.microsoft.com/office/drawing/2014/main" id="{451049DA-9CCF-491C-9E60-C8CCE1E2DD04}"/>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37" name="note_box_104_result">
            <a:extLst>
              <a:ext uri="{FF2B5EF4-FFF2-40B4-BE49-F238E27FC236}">
                <a16:creationId xmlns:a16="http://schemas.microsoft.com/office/drawing/2014/main" id="{A45C3C2B-AA02-437F-8C04-FFBF3532FF0E}"/>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8" name="equation_105_result" descr="\mathcal{L}_{\mathrm{sq}}">
                <a:extLst>
                  <a:ext uri="{FF2B5EF4-FFF2-40B4-BE49-F238E27FC236}">
                    <a16:creationId xmlns:a16="http://schemas.microsoft.com/office/drawing/2014/main" id="{0ECCFDDA-C6E6-4AA8-A4D4-501E1BB54BB5}"/>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338" name="equation_105_result" descr="\mathcal{L}_{\mathrm{sq}}">
                <a:extLst>
                  <a:ext uri="{FF2B5EF4-FFF2-40B4-BE49-F238E27FC236}">
                    <a16:creationId xmlns:a16="http://schemas.microsoft.com/office/drawing/2014/main" id="{0ECCFDDA-C6E6-4AA8-A4D4-501E1BB54BB5}"/>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5"/>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9" name="equation_106_result" descr="1">
                <a:extLst>
                  <a:ext uri="{FF2B5EF4-FFF2-40B4-BE49-F238E27FC236}">
                    <a16:creationId xmlns:a16="http://schemas.microsoft.com/office/drawing/2014/main" id="{50216885-2A10-4D2F-B31F-FBCA0C53400A}"/>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339" name="equation_106_result" descr="1">
                <a:extLst>
                  <a:ext uri="{FF2B5EF4-FFF2-40B4-BE49-F238E27FC236}">
                    <a16:creationId xmlns:a16="http://schemas.microsoft.com/office/drawing/2014/main" id="{50216885-2A10-4D2F-B31F-FBCA0C53400A}"/>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6"/>
                <a:stretch>
                  <a:fillRect t="-4762" b="-26190"/>
                </a:stretch>
              </a:blipFill>
              <a:ln w="0">
                <a:noFill/>
              </a:ln>
            </p:spPr>
            <p:txBody>
              <a:bodyPr/>
              <a:lstStyle/>
              <a:p>
                <a:r>
                  <a:rPr lang="it-IT">
                    <a:noFill/>
                  </a:rPr>
                  <a:t> </a:t>
                </a:r>
              </a:p>
            </p:txBody>
          </p:sp>
        </mc:Fallback>
      </mc:AlternateContent>
      <p:sp>
        <p:nvSpPr>
          <p:cNvPr id="340" name="line_107_result">
            <a:extLst>
              <a:ext uri="{FF2B5EF4-FFF2-40B4-BE49-F238E27FC236}">
                <a16:creationId xmlns:a16="http://schemas.microsoft.com/office/drawing/2014/main" id="{98EF5CBE-EF0A-485E-A2FC-D508FA77939B}"/>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341" name="text_108_result">
            <a:extLst>
              <a:ext uri="{FF2B5EF4-FFF2-40B4-BE49-F238E27FC236}">
                <a16:creationId xmlns:a16="http://schemas.microsoft.com/office/drawing/2014/main" id="{C396998D-B508-46F3-9607-6947FAEDA15C}"/>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342" name="note_box_109_result">
            <a:extLst>
              <a:ext uri="{FF2B5EF4-FFF2-40B4-BE49-F238E27FC236}">
                <a16:creationId xmlns:a16="http://schemas.microsoft.com/office/drawing/2014/main" id="{E87CA9F8-8079-44C3-939B-01E99B1565D0}"/>
              </a:ext>
            </a:extLst>
          </p:cNvPr>
          <p:cNvSpPr>
            <a:spLocks noGrp="1"/>
          </p:cNvSpPr>
          <p:nvPr/>
        </p:nvSpPr>
        <p:spPr>
          <a:xfrm>
            <a:off x="62865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43" name="equation_110_result" descr="w_3=-1">
                <a:extLst>
                  <a:ext uri="{FF2B5EF4-FFF2-40B4-BE49-F238E27FC236}">
                    <a16:creationId xmlns:a16="http://schemas.microsoft.com/office/drawing/2014/main" id="{9E61AC6A-B46A-40B1-84CC-A9A85D4EDFE3}"/>
                  </a:ext>
                </a:extLst>
              </p:cNvPr>
              <p:cNvSpPr>
                <a:spLocks noGrp="1"/>
              </p:cNvSpPr>
              <p:nvPr/>
            </p:nvSpPr>
            <p:spPr>
              <a:xfrm>
                <a:off x="63150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3</m:t>
                          </m:r>
                        </m:sub>
                      </m:sSub>
                      <m:r>
                        <a:rPr lang="en-GB" sz="2000">
                          <a:solidFill>
                            <a:srgbClr val="235C99"/>
                          </a:solidFill>
                          <a:latin typeface="Cambria Math"/>
                          <a:ea typeface="Cambria Math"/>
                          <a:cs typeface="Cambria Math"/>
                        </a:rPr>
                        <m:t>=−1</m:t>
                      </m:r>
                    </m:oMath>
                  </m:oMathPara>
                </a14:m>
                <a:endParaRPr lang="en-GB" sz="2000"/>
              </a:p>
            </p:txBody>
          </p:sp>
        </mc:Choice>
        <mc:Fallback xmlns="">
          <p:sp>
            <p:nvSpPr>
              <p:cNvPr id="343" name="equation_110_result" descr="w_3=-1">
                <a:extLst>
                  <a:ext uri="{FF2B5EF4-FFF2-40B4-BE49-F238E27FC236}">
                    <a16:creationId xmlns:a16="http://schemas.microsoft.com/office/drawing/2014/main" id="{9E61AC6A-B46A-40B1-84CC-A9A85D4EDFE3}"/>
                  </a:ext>
                </a:extLst>
              </p:cNvPr>
              <p:cNvSpPr>
                <a:spLocks noGrp="1" noRot="1" noChangeAspect="1" noMove="1" noResize="1" noEditPoints="1" noAdjustHandles="1" noChangeArrowheads="1" noChangeShapeType="1" noTextEdit="1"/>
              </p:cNvSpPr>
              <p:nvPr/>
            </p:nvSpPr>
            <p:spPr>
              <a:xfrm>
                <a:off x="6315075" y="2867025"/>
                <a:ext cx="1085850" cy="247650"/>
              </a:xfrm>
              <a:prstGeom prst="rect">
                <a:avLst/>
              </a:prstGeom>
              <a:blipFill>
                <a:blip r:embed="rId17"/>
                <a:stretch>
                  <a:fillRect l="-1685" t="-2439" b="-26829"/>
                </a:stretch>
              </a:blipFill>
              <a:ln w="0">
                <a:noFill/>
              </a:ln>
            </p:spPr>
            <p:txBody>
              <a:bodyPr/>
              <a:lstStyle/>
              <a:p>
                <a:r>
                  <a:rPr lang="it-IT">
                    <a:noFill/>
                  </a:rPr>
                  <a:t> </a:t>
                </a:r>
              </a:p>
            </p:txBody>
          </p:sp>
        </mc:Fallback>
      </mc:AlternateContent>
      <p:sp>
        <p:nvSpPr>
          <p:cNvPr id="344" name="line_111_result">
            <a:extLst>
              <a:ext uri="{FF2B5EF4-FFF2-40B4-BE49-F238E27FC236}">
                <a16:creationId xmlns:a16="http://schemas.microsoft.com/office/drawing/2014/main" id="{01C1B85E-979A-4D39-A9B9-92052F16F18B}"/>
              </a:ext>
            </a:extLst>
          </p:cNvPr>
          <p:cNvSpPr>
            <a:spLocks noGrp="1"/>
          </p:cNvSpPr>
          <p:nvPr/>
        </p:nvSpPr>
        <p:spPr>
          <a:xfrm>
            <a:off x="61341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345" name="line_112_result">
            <a:extLst>
              <a:ext uri="{FF2B5EF4-FFF2-40B4-BE49-F238E27FC236}">
                <a16:creationId xmlns:a16="http://schemas.microsoft.com/office/drawing/2014/main" id="{77BCCAC6-9E39-41EC-9492-109B1933CD22}"/>
              </a:ext>
            </a:extLst>
          </p:cNvPr>
          <p:cNvSpPr>
            <a:spLocks noGrp="1"/>
          </p:cNvSpPr>
          <p:nvPr/>
        </p:nvSpPr>
        <p:spPr>
          <a:xfrm>
            <a:off x="6858000" y="3124200"/>
            <a:ext cx="476" cy="95250"/>
          </a:xfrm>
          <a:prstGeom prst="line">
            <a:avLst/>
          </a:prstGeom>
          <a:noFill/>
          <a:ln w="14288">
            <a:solidFill>
              <a:srgbClr val="235C99"/>
            </a:solidFill>
            <a:prstDash val="dash"/>
            <a:tailEnd type="triangle" w="sm" len="sm"/>
          </a:ln>
        </p:spPr>
        <p:txBody>
          <a:bodyPr/>
          <a:lstStyle/>
          <a:p>
            <a:endParaRPr lang="it-IT"/>
          </a:p>
        </p:txBody>
      </p:sp>
      <p:sp>
        <p:nvSpPr>
          <p:cNvPr id="346" name="line_113_result">
            <a:extLst>
              <a:ext uri="{FF2B5EF4-FFF2-40B4-BE49-F238E27FC236}">
                <a16:creationId xmlns:a16="http://schemas.microsoft.com/office/drawing/2014/main" id="{317B74D7-E2D5-4267-B8DD-619984705FF8}"/>
              </a:ext>
            </a:extLst>
          </p:cNvPr>
          <p:cNvSpPr>
            <a:spLocks noGrp="1"/>
          </p:cNvSpPr>
          <p:nvPr/>
        </p:nvSpPr>
        <p:spPr>
          <a:xfrm flipH="1">
            <a:off x="77914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347" name="note_box_114_result">
            <a:extLst>
              <a:ext uri="{FF2B5EF4-FFF2-40B4-BE49-F238E27FC236}">
                <a16:creationId xmlns:a16="http://schemas.microsoft.com/office/drawing/2014/main" id="{B639EE00-8D6F-4496-8C27-CBA776306A16}"/>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8" name="equation_115_result" descr="J'_{1}(a_1(x))">
                <a:extLst>
                  <a:ext uri="{FF2B5EF4-FFF2-40B4-BE49-F238E27FC236}">
                    <a16:creationId xmlns:a16="http://schemas.microsoft.com/office/drawing/2014/main" id="{69F13E26-A392-42B4-BBAB-964702BD2F39}"/>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348" name="equation_115_result" descr="J'_{1}(3)">
                <a:extLst>
                  <a:ext uri="{FF2B5EF4-FFF2-40B4-BE49-F238E27FC236}">
                    <a16:creationId xmlns:a16="http://schemas.microsoft.com/office/drawing/2014/main" id="{69F13E26-A392-42B4-BBAB-964702BD2F39}"/>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8"/>
                <a:stretch>
                  <a:fillRect b="-5479"/>
                </a:stretch>
              </a:blipFill>
              <a:ln w="0">
                <a:noFill/>
              </a:ln>
            </p:spPr>
            <p:txBody>
              <a:bodyPr/>
              <a:lstStyle/>
              <a:p>
                <a:r>
                  <a:rPr lang="it-IT">
                    <a:noFill/>
                  </a:rPr>
                  <a:t> </a:t>
                </a:r>
              </a:p>
            </p:txBody>
          </p:sp>
        </mc:Fallback>
      </mc:AlternateContent>
      <p:sp>
        <p:nvSpPr>
          <p:cNvPr id="349" name="text_116_result">
            <a:extLst>
              <a:ext uri="{FF2B5EF4-FFF2-40B4-BE49-F238E27FC236}">
                <a16:creationId xmlns:a16="http://schemas.microsoft.com/office/drawing/2014/main" id="{DB5B1C28-76B7-42EC-AD30-21C59BD94D55}"/>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350" name="note_box_117_result">
            <a:extLst>
              <a:ext uri="{FF2B5EF4-FFF2-40B4-BE49-F238E27FC236}">
                <a16:creationId xmlns:a16="http://schemas.microsoft.com/office/drawing/2014/main" id="{93851E2E-61A2-4920-A809-A248EC1C86BC}"/>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1" name="equation_118_result" descr="\frac{\partial\mathcal{L}_{\mathrm{sq}}}{\partial w_1}=?">
                <a:extLst>
                  <a:ext uri="{FF2B5EF4-FFF2-40B4-BE49-F238E27FC236}">
                    <a16:creationId xmlns:a16="http://schemas.microsoft.com/office/drawing/2014/main" id="{6CFF0041-E7A3-4F00-B895-271DA4F511DC}"/>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1" name="equation_118_result" descr="\frac{\partial\mathcal{L}_{\mathrm{sq}}}{\partial w_1}=?">
                <a:extLst>
                  <a:ext uri="{FF2B5EF4-FFF2-40B4-BE49-F238E27FC236}">
                    <a16:creationId xmlns:a16="http://schemas.microsoft.com/office/drawing/2014/main" id="{6CFF0041-E7A3-4F00-B895-271DA4F511DC}"/>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9"/>
                <a:stretch>
                  <a:fillRect/>
                </a:stretch>
              </a:blipFill>
              <a:ln w="0">
                <a:noFill/>
              </a:ln>
            </p:spPr>
            <p:txBody>
              <a:bodyPr/>
              <a:lstStyle/>
              <a:p>
                <a:r>
                  <a:rPr lang="it-IT">
                    <a:noFill/>
                  </a:rPr>
                  <a:t> </a:t>
                </a:r>
              </a:p>
            </p:txBody>
          </p:sp>
        </mc:Fallback>
      </mc:AlternateContent>
      <p:sp>
        <p:nvSpPr>
          <p:cNvPr id="352" name="note_box_119_result">
            <a:extLst>
              <a:ext uri="{FF2B5EF4-FFF2-40B4-BE49-F238E27FC236}">
                <a16:creationId xmlns:a16="http://schemas.microsoft.com/office/drawing/2014/main" id="{D65CE35A-B99E-48D6-B2F3-F0F5BE8955E3}"/>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3" name="equation_120_result" descr="\frac{\partial\mathcal{L}_{\mathrm{sq}}}{\partial b_1}=?">
                <a:extLst>
                  <a:ext uri="{FF2B5EF4-FFF2-40B4-BE49-F238E27FC236}">
                    <a16:creationId xmlns:a16="http://schemas.microsoft.com/office/drawing/2014/main" id="{13B22EA0-CED0-4205-8FE1-BBA5AA461D30}"/>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3" name="equation_120_result" descr="\frac{\partial\mathcal{L}_{\mathrm{sq}}}{\partial b_1}=?">
                <a:extLst>
                  <a:ext uri="{FF2B5EF4-FFF2-40B4-BE49-F238E27FC236}">
                    <a16:creationId xmlns:a16="http://schemas.microsoft.com/office/drawing/2014/main" id="{13B22EA0-CED0-4205-8FE1-BBA5AA461D30}"/>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7_equation_120"/>
                <a:stretch>
                  <a:fillRect b="-3158"/>
                </a:stretch>
              </a:blipFill>
              <a:ln w="0">
                <a:noFill/>
              </a:ln>
            </p:spPr>
            <p:txBody>
              <a:bodyPr/>
              <a:lstStyle/>
              <a:p>
                <a:r>
                  <a:rPr lang="it-IT">
                    <a:noFill/>
                  </a:rPr>
                  <a:t> </a:t>
                </a:r>
              </a:p>
            </p:txBody>
          </p:sp>
        </mc:Fallback>
      </mc:AlternateContent>
      <p:sp>
        <p:nvSpPr>
          <p:cNvPr id="354" name="note_brace_121_result">
            <a:extLst>
              <a:ext uri="{FF2B5EF4-FFF2-40B4-BE49-F238E27FC236}">
                <a16:creationId xmlns:a16="http://schemas.microsoft.com/office/drawing/2014/main" id="{995F789D-B91B-464A-998E-26C86A767FD0}"/>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55" name="text_122_result">
            <a:extLst>
              <a:ext uri="{FF2B5EF4-FFF2-40B4-BE49-F238E27FC236}">
                <a16:creationId xmlns:a16="http://schemas.microsoft.com/office/drawing/2014/main" id="{3A66E79F-3CE9-45F7-A63F-883E90EFA69B}"/>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56" name="note_box_123_result">
            <a:extLst>
              <a:ext uri="{FF2B5EF4-FFF2-40B4-BE49-F238E27FC236}">
                <a16:creationId xmlns:a16="http://schemas.microsoft.com/office/drawing/2014/main" id="{F7A9095B-BDC0-411C-911C-16A1EABCF267}"/>
              </a:ext>
            </a:extLst>
          </p:cNvPr>
          <p:cNvSpPr>
            <a:spLocks noGrp="1"/>
          </p:cNvSpPr>
          <p:nvPr/>
        </p:nvSpPr>
        <p:spPr>
          <a:xfrm>
            <a:off x="44958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57" name="equation_124_result" descr="J'_{2}(a_2(x))">
                <a:extLst>
                  <a:ext uri="{FF2B5EF4-FFF2-40B4-BE49-F238E27FC236}">
                    <a16:creationId xmlns:a16="http://schemas.microsoft.com/office/drawing/2014/main" id="{514A5E6B-73E6-47FD-A0A9-764FED096C71}"/>
                  </a:ext>
                </a:extLst>
              </p:cNvPr>
              <p:cNvSpPr>
                <a:spLocks noGrp="1"/>
              </p:cNvSpPr>
              <p:nvPr/>
            </p:nvSpPr>
            <p:spPr>
              <a:xfrm>
                <a:off x="47815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357" name="equation_124_result" descr="J'_{2}(5)">
                <a:extLst>
                  <a:ext uri="{FF2B5EF4-FFF2-40B4-BE49-F238E27FC236}">
                    <a16:creationId xmlns:a16="http://schemas.microsoft.com/office/drawing/2014/main" id="{514A5E6B-73E6-47FD-A0A9-764FED096C71}"/>
                  </a:ext>
                </a:extLst>
              </p:cNvPr>
              <p:cNvSpPr>
                <a:spLocks noGrp="1" noRot="1" noChangeAspect="1" noMove="1" noResize="1" noEditPoints="1" noAdjustHandles="1" noChangeArrowheads="1" noChangeShapeType="1" noTextEdit="1"/>
              </p:cNvSpPr>
              <p:nvPr/>
            </p:nvSpPr>
            <p:spPr>
              <a:xfrm>
                <a:off x="4781550" y="3208338"/>
                <a:ext cx="2705100" cy="431800"/>
              </a:xfrm>
              <a:prstGeom prst="rect">
                <a:avLst/>
              </a:prstGeom>
              <a:blipFill>
                <a:blip r:embed="rId26"/>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8" name="equation_125_result" descr="=2">
                <a:extLst>
                  <a:ext uri="{FF2B5EF4-FFF2-40B4-BE49-F238E27FC236}">
                    <a16:creationId xmlns:a16="http://schemas.microsoft.com/office/drawing/2014/main" id="{9D5B0E3B-8587-474D-8B97-DE93172DF58D}"/>
                  </a:ext>
                </a:extLst>
              </p:cNvPr>
              <p:cNvSpPr>
                <a:spLocks noGrp="1"/>
              </p:cNvSpPr>
              <p:nvPr/>
            </p:nvSpPr>
            <p:spPr>
              <a:xfrm>
                <a:off x="47815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oMath>
                  </m:oMathPara>
                </a14:m>
                <a:endParaRPr lang="en-GB" sz="2000"/>
              </a:p>
            </p:txBody>
          </p:sp>
        </mc:Choice>
        <mc:Fallback xmlns="">
          <p:sp>
            <p:nvSpPr>
              <p:cNvPr id="358" name="equation_125_result" descr="=J'_{3}(-3)\,w_3\,\mathrm{step}(5)">
                <a:extLst>
                  <a:ext uri="{FF2B5EF4-FFF2-40B4-BE49-F238E27FC236}">
                    <a16:creationId xmlns:a16="http://schemas.microsoft.com/office/drawing/2014/main" id="{9D5B0E3B-8587-474D-8B97-DE93172DF58D}"/>
                  </a:ext>
                </a:extLst>
              </p:cNvPr>
              <p:cNvSpPr>
                <a:spLocks noGrp="1" noRot="1" noChangeAspect="1" noMove="1" noResize="1" noEditPoints="1" noAdjustHandles="1" noChangeArrowheads="1" noChangeShapeType="1" noTextEdit="1"/>
              </p:cNvSpPr>
              <p:nvPr/>
            </p:nvSpPr>
            <p:spPr>
              <a:xfrm>
                <a:off x="4781550" y="3568033"/>
                <a:ext cx="2705100" cy="350584"/>
              </a:xfrm>
              <a:prstGeom prst="rect">
                <a:avLst/>
              </a:prstGeom>
              <a:blipFill>
                <a:blip r:embed="rId27"/>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9" name="equation_126_result">
                <a:extLst>
                  <a:ext uri="{FF2B5EF4-FFF2-40B4-BE49-F238E27FC236}">
                    <a16:creationId xmlns:a16="http://schemas.microsoft.com/office/drawing/2014/main" id="{010E9590-A7CC-4F7F-8ADA-A57206CF675D}"/>
                  </a:ext>
                </a:extLst>
              </p:cNvPr>
              <p:cNvSpPr>
                <a:spLocks noGrp="1"/>
              </p:cNvSpPr>
              <p:nvPr/>
            </p:nvSpPr>
            <p:spPr>
              <a:xfrm>
                <a:off x="47815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359" name="equation_126_result" descr="=(-2)(-1)(1)=2">
                <a:extLst>
                  <a:ext uri="{FF2B5EF4-FFF2-40B4-BE49-F238E27FC236}">
                    <a16:creationId xmlns:a16="http://schemas.microsoft.com/office/drawing/2014/main" id="{010E9590-A7CC-4F7F-8ADA-A57206CF675D}"/>
                  </a:ext>
                </a:extLst>
              </p:cNvPr>
              <p:cNvSpPr>
                <a:spLocks noGrp="1" noRot="1" noChangeAspect="1" noMove="1" noResize="1" noEditPoints="1" noAdjustHandles="1" noChangeArrowheads="1" noChangeShapeType="1" noTextEdit="1"/>
              </p:cNvSpPr>
              <p:nvPr/>
            </p:nvSpPr>
            <p:spPr>
              <a:xfrm>
                <a:off x="4781550" y="3905250"/>
                <a:ext cx="2705100" cy="295275"/>
              </a:xfrm>
              <a:prstGeom prst="rect">
                <a:avLst/>
              </a:prstGeom>
              <a:blipFill>
                <a:blip r:embed="rId29"/>
                <a:stretch>
                  <a:fillRect l="-1577" t="-14583" r="-901" b="-54167"/>
                </a:stretch>
              </a:blipFill>
              <a:ln w="0">
                <a:noFill/>
              </a:ln>
            </p:spPr>
            <p:txBody>
              <a:bodyPr/>
              <a:lstStyle/>
              <a:p>
                <a:r>
                  <a:rPr lang="it-IT">
                    <a:noFill/>
                  </a:rPr>
                  <a:t> </a:t>
                </a:r>
              </a:p>
            </p:txBody>
          </p:sp>
        </mc:Fallback>
      </mc:AlternateContent>
      <p:sp>
        <p:nvSpPr>
          <p:cNvPr id="360" name="note_box_127_result">
            <a:extLst>
              <a:ext uri="{FF2B5EF4-FFF2-40B4-BE49-F238E27FC236}">
                <a16:creationId xmlns:a16="http://schemas.microsoft.com/office/drawing/2014/main" id="{3D8EB25F-6AC3-4738-9A0C-567C51A578F3}"/>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1" name="equation_128_result" descr="\frac{\partial\mathcal{L}_{\mathrm{sq}}}{\partial w_2}=?">
                <a:extLst>
                  <a:ext uri="{FF2B5EF4-FFF2-40B4-BE49-F238E27FC236}">
                    <a16:creationId xmlns:a16="http://schemas.microsoft.com/office/drawing/2014/main" id="{EC1EA4D9-8513-479E-97FF-96379B9B45DE}"/>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61" name="equation_128_result" descr="\frac{\partial\mathcal{L}_{\mathrm{sq}}}{\partial w_2}=?">
                <a:extLst>
                  <a:ext uri="{FF2B5EF4-FFF2-40B4-BE49-F238E27FC236}">
                    <a16:creationId xmlns:a16="http://schemas.microsoft.com/office/drawing/2014/main" id="{EC1EA4D9-8513-479E-97FF-96379B9B45DE}"/>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2"/>
                <a:stretch>
                  <a:fillRect/>
                </a:stretch>
              </a:blipFill>
              <a:ln w="0">
                <a:noFill/>
              </a:ln>
            </p:spPr>
            <p:txBody>
              <a:bodyPr/>
              <a:lstStyle/>
              <a:p>
                <a:r>
                  <a:rPr lang="it-IT">
                    <a:noFill/>
                  </a:rPr>
                  <a:t> </a:t>
                </a:r>
              </a:p>
            </p:txBody>
          </p:sp>
        </mc:Fallback>
      </mc:AlternateContent>
      <p:sp>
        <p:nvSpPr>
          <p:cNvPr id="362" name="note_box_129_result">
            <a:extLst>
              <a:ext uri="{FF2B5EF4-FFF2-40B4-BE49-F238E27FC236}">
                <a16:creationId xmlns:a16="http://schemas.microsoft.com/office/drawing/2014/main" id="{A207576A-2163-42E5-9A0E-EB248F335FFE}"/>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3" name="equation_130_result" descr="\frac{\partial\mathcal{L}_{\mathrm{sq}}}{\partial b_2}=?">
                <a:extLst>
                  <a:ext uri="{FF2B5EF4-FFF2-40B4-BE49-F238E27FC236}">
                    <a16:creationId xmlns:a16="http://schemas.microsoft.com/office/drawing/2014/main" id="{B4458875-E4EB-490F-A698-A3EDAB997BE2}"/>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63" name="equation_130_result" descr="\frac{\partial\mathcal{L}_{\mathrm{sq}}}{\partial b_2}=?">
                <a:extLst>
                  <a:ext uri="{FF2B5EF4-FFF2-40B4-BE49-F238E27FC236}">
                    <a16:creationId xmlns:a16="http://schemas.microsoft.com/office/drawing/2014/main" id="{B4458875-E4EB-490F-A698-A3EDAB997BE2}"/>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7_equation_130"/>
                <a:stretch>
                  <a:fillRect b="-3158"/>
                </a:stretch>
              </a:blipFill>
              <a:ln w="0">
                <a:noFill/>
              </a:ln>
            </p:spPr>
            <p:txBody>
              <a:bodyPr/>
              <a:lstStyle/>
              <a:p>
                <a:r>
                  <a:rPr lang="it-IT">
                    <a:noFill/>
                  </a:rPr>
                  <a:t> </a:t>
                </a:r>
              </a:p>
            </p:txBody>
          </p:sp>
        </mc:Fallback>
      </mc:AlternateContent>
      <p:sp>
        <p:nvSpPr>
          <p:cNvPr id="364" name="note_brace_131_result">
            <a:extLst>
              <a:ext uri="{FF2B5EF4-FFF2-40B4-BE49-F238E27FC236}">
                <a16:creationId xmlns:a16="http://schemas.microsoft.com/office/drawing/2014/main" id="{E712F8EC-BB2C-4344-BE28-39660A0BC9BB}"/>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65" name="text_132_result">
            <a:extLst>
              <a:ext uri="{FF2B5EF4-FFF2-40B4-BE49-F238E27FC236}">
                <a16:creationId xmlns:a16="http://schemas.microsoft.com/office/drawing/2014/main" id="{81692319-1DC9-41FB-8B6D-D633863F48CD}"/>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66" name="note_box_133_result">
            <a:extLst>
              <a:ext uri="{FF2B5EF4-FFF2-40B4-BE49-F238E27FC236}">
                <a16:creationId xmlns:a16="http://schemas.microsoft.com/office/drawing/2014/main" id="{735767B2-5C68-46BC-B292-3C218E5025ED}"/>
              </a:ext>
            </a:extLst>
          </p:cNvPr>
          <p:cNvSpPr>
            <a:spLocks noGrp="1"/>
          </p:cNvSpPr>
          <p:nvPr/>
        </p:nvSpPr>
        <p:spPr>
          <a:xfrm>
            <a:off x="80581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67" name="equation_134_result" descr="J'_{3}(a_3(x))=-2">
                <a:extLst>
                  <a:ext uri="{FF2B5EF4-FFF2-40B4-BE49-F238E27FC236}">
                    <a16:creationId xmlns:a16="http://schemas.microsoft.com/office/drawing/2014/main" id="{2031F935-86AF-4701-BD68-E615CF2C82E7}"/>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3</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367" name="equation_134_result" descr="J'_{3}(-3)=-2">
                <a:extLst>
                  <a:ext uri="{FF2B5EF4-FFF2-40B4-BE49-F238E27FC236}">
                    <a16:creationId xmlns:a16="http://schemas.microsoft.com/office/drawing/2014/main" id="{2031F935-86AF-4701-BD68-E615CF2C82E7}"/>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3"/>
                <a:stretch>
                  <a:fillRect b="-5479"/>
                </a:stretch>
              </a:blipFill>
              <a:ln w="0">
                <a:noFill/>
              </a:ln>
            </p:spPr>
            <p:txBody>
              <a:bodyPr/>
              <a:lstStyle/>
              <a:p>
                <a:r>
                  <a:rPr lang="it-IT">
                    <a:noFill/>
                  </a:rPr>
                  <a:t> </a:t>
                </a:r>
              </a:p>
            </p:txBody>
          </p:sp>
        </mc:Fallback>
      </mc:AlternateContent>
      <p:sp>
        <p:nvSpPr>
          <p:cNvPr id="368" name="text_135_result">
            <a:extLst>
              <a:ext uri="{FF2B5EF4-FFF2-40B4-BE49-F238E27FC236}">
                <a16:creationId xmlns:a16="http://schemas.microsoft.com/office/drawing/2014/main" id="{06C570CD-793E-4D45-A980-B7B724DDD440}"/>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369" name="note_box_136_result">
            <a:extLst>
              <a:ext uri="{FF2B5EF4-FFF2-40B4-BE49-F238E27FC236}">
                <a16:creationId xmlns:a16="http://schemas.microsoft.com/office/drawing/2014/main" id="{1DC34EEC-C348-47F3-AC45-00EBEF48C33B}"/>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0" name="equation_137_result" descr="\frac{\partial\mathcal{L}_{\mathrm{sq}}}{\partial w_3}=-10">
                <a:extLst>
                  <a:ext uri="{FF2B5EF4-FFF2-40B4-BE49-F238E27FC236}">
                    <a16:creationId xmlns:a16="http://schemas.microsoft.com/office/drawing/2014/main" id="{BA83CA64-0377-4E94-AE1B-A8ADD7EF7B30}"/>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370" name="equation_137_result" descr="\frac{\partial\mathcal{L}_{\mathrm{sq}}}{\partial w_3}=-10">
                <a:extLst>
                  <a:ext uri="{FF2B5EF4-FFF2-40B4-BE49-F238E27FC236}">
                    <a16:creationId xmlns:a16="http://schemas.microsoft.com/office/drawing/2014/main" id="{BA83CA64-0377-4E94-AE1B-A8ADD7EF7B30}"/>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5"/>
                <a:stretch>
                  <a:fillRect/>
                </a:stretch>
              </a:blipFill>
              <a:ln w="0">
                <a:noFill/>
              </a:ln>
            </p:spPr>
            <p:txBody>
              <a:bodyPr/>
              <a:lstStyle/>
              <a:p>
                <a:r>
                  <a:rPr lang="it-IT">
                    <a:noFill/>
                  </a:rPr>
                  <a:t> </a:t>
                </a:r>
              </a:p>
            </p:txBody>
          </p:sp>
        </mc:Fallback>
      </mc:AlternateContent>
      <p:sp>
        <p:nvSpPr>
          <p:cNvPr id="371" name="note_box_138_result">
            <a:extLst>
              <a:ext uri="{FF2B5EF4-FFF2-40B4-BE49-F238E27FC236}">
                <a16:creationId xmlns:a16="http://schemas.microsoft.com/office/drawing/2014/main" id="{AC3D7A2D-32C1-4DEB-84D2-382FDCCC86B2}"/>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2" name="equation_139_result" descr="\frac{\partial\mathcal{L}_{\mathrm{sq}}}{\partial b_3}=-2">
                <a:extLst>
                  <a:ext uri="{FF2B5EF4-FFF2-40B4-BE49-F238E27FC236}">
                    <a16:creationId xmlns:a16="http://schemas.microsoft.com/office/drawing/2014/main" id="{921AD976-ED3D-4005-9C35-F0D5D2B0D4EE}"/>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372" name="equation_139_result" descr="\frac{\partial\mathcal{L}_{\mathrm{sq}}}{\partial b_3}=-2">
                <a:extLst>
                  <a:ext uri="{FF2B5EF4-FFF2-40B4-BE49-F238E27FC236}">
                    <a16:creationId xmlns:a16="http://schemas.microsoft.com/office/drawing/2014/main" id="{921AD976-ED3D-4005-9C35-F0D5D2B0D4EE}"/>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7_equation_139"/>
                <a:stretch>
                  <a:fillRect b="-3158"/>
                </a:stretch>
              </a:blipFill>
              <a:ln w="0">
                <a:noFill/>
              </a:ln>
            </p:spPr>
            <p:txBody>
              <a:bodyPr/>
              <a:lstStyle/>
              <a:p>
                <a:r>
                  <a:rPr lang="it-IT">
                    <a:noFill/>
                  </a:rPr>
                  <a:t> </a:t>
                </a:r>
              </a:p>
            </p:txBody>
          </p:sp>
        </mc:Fallback>
      </mc:AlternateContent>
      <p:sp>
        <p:nvSpPr>
          <p:cNvPr id="373" name="note_brace_140_result">
            <a:extLst>
              <a:ext uri="{FF2B5EF4-FFF2-40B4-BE49-F238E27FC236}">
                <a16:creationId xmlns:a16="http://schemas.microsoft.com/office/drawing/2014/main" id="{E2EF2ABF-BBD3-4CA3-8551-E950FC32DFC0}"/>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74" name="text_141_result">
            <a:extLst>
              <a:ext uri="{FF2B5EF4-FFF2-40B4-BE49-F238E27FC236}">
                <a16:creationId xmlns:a16="http://schemas.microsoft.com/office/drawing/2014/main" id="{8DE01D0C-C747-4656-A05A-E3FFD462F138}"/>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46" name="shape_142">
            <a:extLst>
              <a:ext uri="{FF2B5EF4-FFF2-40B4-BE49-F238E27FC236}">
                <a16:creationId xmlns:a16="http://schemas.microsoft.com/office/drawing/2014/main" id="{08205DFA-24E9-4ADB-AD4E-35F167C71C29}"/>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47" name="note_box_143">
            <a:extLst>
              <a:ext uri="{FF2B5EF4-FFF2-40B4-BE49-F238E27FC236}">
                <a16:creationId xmlns:a16="http://schemas.microsoft.com/office/drawing/2014/main" id="{71C975C9-D181-494F-829E-57502FDBFB7B}"/>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148" name="text_144">
            <a:extLst>
              <a:ext uri="{FF2B5EF4-FFF2-40B4-BE49-F238E27FC236}">
                <a16:creationId xmlns:a16="http://schemas.microsoft.com/office/drawing/2014/main" id="{7CD12D5C-98C1-4E30-A998-879C8DCAEE7E}"/>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49" name="note_box_145">
            <a:extLst>
              <a:ext uri="{FF2B5EF4-FFF2-40B4-BE49-F238E27FC236}">
                <a16:creationId xmlns:a16="http://schemas.microsoft.com/office/drawing/2014/main" id="{4538767B-C7D2-440A-8DDB-EF9FCC24A979}"/>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150" name="text_146">
            <a:extLst>
              <a:ext uri="{FF2B5EF4-FFF2-40B4-BE49-F238E27FC236}">
                <a16:creationId xmlns:a16="http://schemas.microsoft.com/office/drawing/2014/main" id="{FB1BA482-1CDB-4601-80B2-BF1E086BCB58}"/>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151" name="note_box_147">
            <a:extLst>
              <a:ext uri="{FF2B5EF4-FFF2-40B4-BE49-F238E27FC236}">
                <a16:creationId xmlns:a16="http://schemas.microsoft.com/office/drawing/2014/main" id="{0895AC5D-4010-4AEA-B710-F10CC8974425}"/>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52" name="text_148">
            <a:extLst>
              <a:ext uri="{FF2B5EF4-FFF2-40B4-BE49-F238E27FC236}">
                <a16:creationId xmlns:a16="http://schemas.microsoft.com/office/drawing/2014/main" id="{1FC91567-E314-4261-9F49-BD87BC108E97}"/>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53" name="note_box_149">
            <a:extLst>
              <a:ext uri="{FF2B5EF4-FFF2-40B4-BE49-F238E27FC236}">
                <a16:creationId xmlns:a16="http://schemas.microsoft.com/office/drawing/2014/main" id="{E4FBDE24-C469-411F-938B-6897BDE4F85A}"/>
              </a:ext>
            </a:extLst>
          </p:cNvPr>
          <p:cNvSpPr>
            <a:spLocks noGrp="1"/>
          </p:cNvSpPr>
          <p:nvPr/>
        </p:nvSpPr>
        <p:spPr>
          <a:xfrm>
            <a:off x="495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4" name="equation_150" descr="\phi_0(x)">
                <a:extLst>
                  <a:ext uri="{FF2B5EF4-FFF2-40B4-BE49-F238E27FC236}">
                    <a16:creationId xmlns:a16="http://schemas.microsoft.com/office/drawing/2014/main" id="{BD8F41AD-689C-4A99-A249-5FCB57C9BA10}"/>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4" name="equation_150" descr="\phi_0(x)">
                <a:extLst>
                  <a:ext uri="{FF2B5EF4-FFF2-40B4-BE49-F238E27FC236}">
                    <a16:creationId xmlns:a16="http://schemas.microsoft.com/office/drawing/2014/main" id="{BD8F41AD-689C-4A99-A249-5FCB57C9BA10}"/>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5" name="equation_151" descr="2">
                <a:extLst>
                  <a:ext uri="{FF2B5EF4-FFF2-40B4-BE49-F238E27FC236}">
                    <a16:creationId xmlns:a16="http://schemas.microsoft.com/office/drawing/2014/main" id="{2A9E595B-EA18-43F4-993E-E50A8985901E}"/>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2</m:t>
                      </m:r>
                    </m:oMath>
                  </m:oMathPara>
                </a14:m>
                <a:endParaRPr lang="en-GB" sz="2000"/>
              </a:p>
            </p:txBody>
          </p:sp>
        </mc:Choice>
        <mc:Fallback xmlns="">
          <p:sp>
            <p:nvSpPr>
              <p:cNvPr id="155" name="equation_151" descr="2">
                <a:extLst>
                  <a:ext uri="{FF2B5EF4-FFF2-40B4-BE49-F238E27FC236}">
                    <a16:creationId xmlns:a16="http://schemas.microsoft.com/office/drawing/2014/main" id="{2A9E595B-EA18-43F4-993E-E50A8985901E}"/>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56" name="note_box_152">
            <a:extLst>
              <a:ext uri="{FF2B5EF4-FFF2-40B4-BE49-F238E27FC236}">
                <a16:creationId xmlns:a16="http://schemas.microsoft.com/office/drawing/2014/main" id="{43740A06-8D8C-48D9-B524-B65A745D2981}"/>
              </a:ext>
            </a:extLst>
          </p:cNvPr>
          <p:cNvSpPr>
            <a:spLocks noGrp="1"/>
          </p:cNvSpPr>
          <p:nvPr/>
        </p:nvSpPr>
        <p:spPr>
          <a:xfrm>
            <a:off x="2171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7" name="equation_153" descr="a_1(x)">
                <a:extLst>
                  <a:ext uri="{FF2B5EF4-FFF2-40B4-BE49-F238E27FC236}">
                    <a16:creationId xmlns:a16="http://schemas.microsoft.com/office/drawing/2014/main" id="{B7EA5978-41CA-42C3-B195-DE4BD4AFEB3C}"/>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57" name="equation_153" descr="a_1(x)">
                <a:extLst>
                  <a:ext uri="{FF2B5EF4-FFF2-40B4-BE49-F238E27FC236}">
                    <a16:creationId xmlns:a16="http://schemas.microsoft.com/office/drawing/2014/main" id="{B7EA5978-41CA-42C3-B195-DE4BD4AFEB3C}"/>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8" name="equation_154" descr="3">
                <a:extLst>
                  <a:ext uri="{FF2B5EF4-FFF2-40B4-BE49-F238E27FC236}">
                    <a16:creationId xmlns:a16="http://schemas.microsoft.com/office/drawing/2014/main" id="{5A7F93B4-9D7E-4030-BA34-E35758F3CC6C}"/>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58" name="equation_154" descr="3">
                <a:extLst>
                  <a:ext uri="{FF2B5EF4-FFF2-40B4-BE49-F238E27FC236}">
                    <a16:creationId xmlns:a16="http://schemas.microsoft.com/office/drawing/2014/main" id="{5A7F93B4-9D7E-4030-BA34-E35758F3CC6C}"/>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59" name="line_155">
            <a:extLst>
              <a:ext uri="{FF2B5EF4-FFF2-40B4-BE49-F238E27FC236}">
                <a16:creationId xmlns:a16="http://schemas.microsoft.com/office/drawing/2014/main" id="{F9C16C31-C869-4B29-B48B-33BDE38F3FE9}"/>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60" name="text_156">
            <a:extLst>
              <a:ext uri="{FF2B5EF4-FFF2-40B4-BE49-F238E27FC236}">
                <a16:creationId xmlns:a16="http://schemas.microsoft.com/office/drawing/2014/main" id="{68113565-D1E3-4737-90F7-BEFDD9288C54}"/>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61" name="note_box_157">
            <a:extLst>
              <a:ext uri="{FF2B5EF4-FFF2-40B4-BE49-F238E27FC236}">
                <a16:creationId xmlns:a16="http://schemas.microsoft.com/office/drawing/2014/main" id="{ED00AB4B-1BB0-44B5-9798-FD9187F17083}"/>
              </a:ext>
            </a:extLst>
          </p:cNvPr>
          <p:cNvSpPr>
            <a:spLocks noGrp="1"/>
          </p:cNvSpPr>
          <p:nvPr/>
        </p:nvSpPr>
        <p:spPr>
          <a:xfrm>
            <a:off x="38481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62" name="equation_158" descr="\phi_1(x)">
                <a:extLst>
                  <a:ext uri="{FF2B5EF4-FFF2-40B4-BE49-F238E27FC236}">
                    <a16:creationId xmlns:a16="http://schemas.microsoft.com/office/drawing/2014/main" id="{8709AA75-7ED5-42A6-BFA3-5452279FD3F9}"/>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62" name="equation_158" descr="\phi_1(x)">
                <a:extLst>
                  <a:ext uri="{FF2B5EF4-FFF2-40B4-BE49-F238E27FC236}">
                    <a16:creationId xmlns:a16="http://schemas.microsoft.com/office/drawing/2014/main" id="{8709AA75-7ED5-42A6-BFA3-5452279FD3F9}"/>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3" name="equation_159" descr="3">
                <a:extLst>
                  <a:ext uri="{FF2B5EF4-FFF2-40B4-BE49-F238E27FC236}">
                    <a16:creationId xmlns:a16="http://schemas.microsoft.com/office/drawing/2014/main" id="{3C4C1D7B-F4CE-4E39-A385-0223D45A47E9}"/>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163" name="equation_159" descr="3">
                <a:extLst>
                  <a:ext uri="{FF2B5EF4-FFF2-40B4-BE49-F238E27FC236}">
                    <a16:creationId xmlns:a16="http://schemas.microsoft.com/office/drawing/2014/main" id="{3C4C1D7B-F4CE-4E39-A385-0223D45A47E9}"/>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164" name="line_160">
            <a:extLst>
              <a:ext uri="{FF2B5EF4-FFF2-40B4-BE49-F238E27FC236}">
                <a16:creationId xmlns:a16="http://schemas.microsoft.com/office/drawing/2014/main" id="{F5E81DF6-F914-4243-9AAC-1E7F8A80E795}"/>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165" name="text_161">
            <a:extLst>
              <a:ext uri="{FF2B5EF4-FFF2-40B4-BE49-F238E27FC236}">
                <a16:creationId xmlns:a16="http://schemas.microsoft.com/office/drawing/2014/main" id="{72C1A319-B533-460F-8392-A44BE2CE4C28}"/>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66" name="note_box_162">
            <a:extLst>
              <a:ext uri="{FF2B5EF4-FFF2-40B4-BE49-F238E27FC236}">
                <a16:creationId xmlns:a16="http://schemas.microsoft.com/office/drawing/2014/main" id="{002CEE4F-929A-4333-B60E-B66A8243B0D5}"/>
              </a:ext>
            </a:extLst>
          </p:cNvPr>
          <p:cNvSpPr>
            <a:spLocks noGrp="1"/>
          </p:cNvSpPr>
          <p:nvPr/>
        </p:nvSpPr>
        <p:spPr>
          <a:xfrm>
            <a:off x="55245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67" name="equation_163" descr="a_2(x)">
                <a:extLst>
                  <a:ext uri="{FF2B5EF4-FFF2-40B4-BE49-F238E27FC236}">
                    <a16:creationId xmlns:a16="http://schemas.microsoft.com/office/drawing/2014/main" id="{AFE28127-735B-405C-ACA4-DDE2AC6714F5}"/>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67" name="equation_163" descr="a_2(x)">
                <a:extLst>
                  <a:ext uri="{FF2B5EF4-FFF2-40B4-BE49-F238E27FC236}">
                    <a16:creationId xmlns:a16="http://schemas.microsoft.com/office/drawing/2014/main" id="{AFE28127-735B-405C-ACA4-DDE2AC6714F5}"/>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8" name="equation_164" descr="5">
                <a:extLst>
                  <a:ext uri="{FF2B5EF4-FFF2-40B4-BE49-F238E27FC236}">
                    <a16:creationId xmlns:a16="http://schemas.microsoft.com/office/drawing/2014/main" id="{752F04C6-32BD-48ED-9C77-946B5EF15A19}"/>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5</m:t>
                      </m:r>
                    </m:oMath>
                  </m:oMathPara>
                </a14:m>
                <a:endParaRPr lang="en-GB" sz="2000"/>
              </a:p>
            </p:txBody>
          </p:sp>
        </mc:Choice>
        <mc:Fallback xmlns="">
          <p:sp>
            <p:nvSpPr>
              <p:cNvPr id="168" name="equation_164" descr="5">
                <a:extLst>
                  <a:ext uri="{FF2B5EF4-FFF2-40B4-BE49-F238E27FC236}">
                    <a16:creationId xmlns:a16="http://schemas.microsoft.com/office/drawing/2014/main" id="{752F04C6-32BD-48ED-9C77-946B5EF15A19}"/>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169" name="line_165">
            <a:extLst>
              <a:ext uri="{FF2B5EF4-FFF2-40B4-BE49-F238E27FC236}">
                <a16:creationId xmlns:a16="http://schemas.microsoft.com/office/drawing/2014/main" id="{1E0AE862-595B-442F-8B6A-6D9EFA98D30B}"/>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170" name="text_166">
            <a:extLst>
              <a:ext uri="{FF2B5EF4-FFF2-40B4-BE49-F238E27FC236}">
                <a16:creationId xmlns:a16="http://schemas.microsoft.com/office/drawing/2014/main" id="{7A7114B7-D335-4C26-B486-AC173F338F2C}"/>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71" name="note_box_167">
            <a:extLst>
              <a:ext uri="{FF2B5EF4-FFF2-40B4-BE49-F238E27FC236}">
                <a16:creationId xmlns:a16="http://schemas.microsoft.com/office/drawing/2014/main" id="{3D9033B4-3E11-4EB1-B620-60791B3F1886}"/>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72" name="equation_168" descr="\phi_2(x)">
                <a:extLst>
                  <a:ext uri="{FF2B5EF4-FFF2-40B4-BE49-F238E27FC236}">
                    <a16:creationId xmlns:a16="http://schemas.microsoft.com/office/drawing/2014/main" id="{0355AAA2-8F14-46B1-8023-9EC82A0C061C}"/>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72" name="equation_168" descr="\phi_2(x)">
                <a:extLst>
                  <a:ext uri="{FF2B5EF4-FFF2-40B4-BE49-F238E27FC236}">
                    <a16:creationId xmlns:a16="http://schemas.microsoft.com/office/drawing/2014/main" id="{0355AAA2-8F14-46B1-8023-9EC82A0C061C}"/>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3" name="equation_169" descr="5">
                <a:extLst>
                  <a:ext uri="{FF2B5EF4-FFF2-40B4-BE49-F238E27FC236}">
                    <a16:creationId xmlns:a16="http://schemas.microsoft.com/office/drawing/2014/main" id="{2CCA94AF-B6B6-4586-98FA-4EB11DC104FA}"/>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73" name="equation_169" descr="5">
                <a:extLst>
                  <a:ext uri="{FF2B5EF4-FFF2-40B4-BE49-F238E27FC236}">
                    <a16:creationId xmlns:a16="http://schemas.microsoft.com/office/drawing/2014/main" id="{2CCA94AF-B6B6-4586-98FA-4EB11DC104FA}"/>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2"/>
                <a:stretch>
                  <a:fillRect t="-9524" b="-26190"/>
                </a:stretch>
              </a:blipFill>
              <a:ln w="0">
                <a:noFill/>
              </a:ln>
            </p:spPr>
            <p:txBody>
              <a:bodyPr/>
              <a:lstStyle/>
              <a:p>
                <a:r>
                  <a:rPr lang="it-IT">
                    <a:noFill/>
                  </a:rPr>
                  <a:t> </a:t>
                </a:r>
              </a:p>
            </p:txBody>
          </p:sp>
        </mc:Fallback>
      </mc:AlternateContent>
      <p:sp>
        <p:nvSpPr>
          <p:cNvPr id="174" name="line_170">
            <a:extLst>
              <a:ext uri="{FF2B5EF4-FFF2-40B4-BE49-F238E27FC236}">
                <a16:creationId xmlns:a16="http://schemas.microsoft.com/office/drawing/2014/main" id="{139A0815-CF78-4DD8-AF90-B7955F25562C}"/>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75" name="text_171">
            <a:extLst>
              <a:ext uri="{FF2B5EF4-FFF2-40B4-BE49-F238E27FC236}">
                <a16:creationId xmlns:a16="http://schemas.microsoft.com/office/drawing/2014/main" id="{8B7D077C-B615-4ACF-841C-9807558BA3AB}"/>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76" name="note_box_172">
            <a:extLst>
              <a:ext uri="{FF2B5EF4-FFF2-40B4-BE49-F238E27FC236}">
                <a16:creationId xmlns:a16="http://schemas.microsoft.com/office/drawing/2014/main" id="{79AB93F7-9D85-41CC-91A3-FAD1EE38D43D}"/>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77" name="equation_173" descr="a_3(x)">
                <a:extLst>
                  <a:ext uri="{FF2B5EF4-FFF2-40B4-BE49-F238E27FC236}">
                    <a16:creationId xmlns:a16="http://schemas.microsoft.com/office/drawing/2014/main" id="{D612FE81-6801-4394-9182-7086B00D5345}"/>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77" name="equation_173" descr="a_3(x)">
                <a:extLst>
                  <a:ext uri="{FF2B5EF4-FFF2-40B4-BE49-F238E27FC236}">
                    <a16:creationId xmlns:a16="http://schemas.microsoft.com/office/drawing/2014/main" id="{D612FE81-6801-4394-9182-7086B00D5345}"/>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8" name="equation_174" descr="-3">
                <a:extLst>
                  <a:ext uri="{FF2B5EF4-FFF2-40B4-BE49-F238E27FC236}">
                    <a16:creationId xmlns:a16="http://schemas.microsoft.com/office/drawing/2014/main" id="{5993461D-8EFF-4FE1-A060-0C60646CEE69}"/>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78" name="equation_174" descr="-3">
                <a:extLst>
                  <a:ext uri="{FF2B5EF4-FFF2-40B4-BE49-F238E27FC236}">
                    <a16:creationId xmlns:a16="http://schemas.microsoft.com/office/drawing/2014/main" id="{5993461D-8EFF-4FE1-A060-0C60646CEE69}"/>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4"/>
                <a:stretch>
                  <a:fillRect t="-4762" b="-26190"/>
                </a:stretch>
              </a:blipFill>
              <a:ln w="0">
                <a:noFill/>
              </a:ln>
            </p:spPr>
            <p:txBody>
              <a:bodyPr/>
              <a:lstStyle/>
              <a:p>
                <a:r>
                  <a:rPr lang="it-IT">
                    <a:noFill/>
                  </a:rPr>
                  <a:t> </a:t>
                </a:r>
              </a:p>
            </p:txBody>
          </p:sp>
        </mc:Fallback>
      </mc:AlternateContent>
      <p:sp>
        <p:nvSpPr>
          <p:cNvPr id="179" name="line_175">
            <a:extLst>
              <a:ext uri="{FF2B5EF4-FFF2-40B4-BE49-F238E27FC236}">
                <a16:creationId xmlns:a16="http://schemas.microsoft.com/office/drawing/2014/main" id="{3944408D-7678-471B-8A9C-F01088CE455C}"/>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80" name="text_176">
            <a:extLst>
              <a:ext uri="{FF2B5EF4-FFF2-40B4-BE49-F238E27FC236}">
                <a16:creationId xmlns:a16="http://schemas.microsoft.com/office/drawing/2014/main" id="{F4F04F78-9900-4E5B-80FE-DA171A98C708}"/>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81" name="note_box_177">
            <a:extLst>
              <a:ext uri="{FF2B5EF4-FFF2-40B4-BE49-F238E27FC236}">
                <a16:creationId xmlns:a16="http://schemas.microsoft.com/office/drawing/2014/main" id="{532FBD9D-346A-4698-B4DE-B70D51556E77}"/>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82" name="equation_178" descr="\mathcal{L}_{\mathrm{sq}}">
                <a:extLst>
                  <a:ext uri="{FF2B5EF4-FFF2-40B4-BE49-F238E27FC236}">
                    <a16:creationId xmlns:a16="http://schemas.microsoft.com/office/drawing/2014/main" id="{115B3228-400B-435B-8492-F9B9090E0970}"/>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82" name="equation_178" descr="\mathcal{L}_{\mathrm{sq}}">
                <a:extLst>
                  <a:ext uri="{FF2B5EF4-FFF2-40B4-BE49-F238E27FC236}">
                    <a16:creationId xmlns:a16="http://schemas.microsoft.com/office/drawing/2014/main" id="{115B3228-400B-435B-8492-F9B9090E0970}"/>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5"/>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3" name="equation_179" descr="1">
                <a:extLst>
                  <a:ext uri="{FF2B5EF4-FFF2-40B4-BE49-F238E27FC236}">
                    <a16:creationId xmlns:a16="http://schemas.microsoft.com/office/drawing/2014/main" id="{CB321FF4-3CFB-4660-BDE6-742FBB7127D0}"/>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83" name="equation_179" descr="1">
                <a:extLst>
                  <a:ext uri="{FF2B5EF4-FFF2-40B4-BE49-F238E27FC236}">
                    <a16:creationId xmlns:a16="http://schemas.microsoft.com/office/drawing/2014/main" id="{CB321FF4-3CFB-4660-BDE6-742FBB7127D0}"/>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6"/>
                <a:stretch>
                  <a:fillRect t="-4762" b="-26190"/>
                </a:stretch>
              </a:blipFill>
              <a:ln w="0">
                <a:noFill/>
              </a:ln>
            </p:spPr>
            <p:txBody>
              <a:bodyPr/>
              <a:lstStyle/>
              <a:p>
                <a:r>
                  <a:rPr lang="it-IT">
                    <a:noFill/>
                  </a:rPr>
                  <a:t> </a:t>
                </a:r>
              </a:p>
            </p:txBody>
          </p:sp>
        </mc:Fallback>
      </mc:AlternateContent>
      <p:sp>
        <p:nvSpPr>
          <p:cNvPr id="184" name="line_180">
            <a:extLst>
              <a:ext uri="{FF2B5EF4-FFF2-40B4-BE49-F238E27FC236}">
                <a16:creationId xmlns:a16="http://schemas.microsoft.com/office/drawing/2014/main" id="{0D471DFC-CEE6-40CD-B28F-71BB1385DB63}"/>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85" name="text_181">
            <a:extLst>
              <a:ext uri="{FF2B5EF4-FFF2-40B4-BE49-F238E27FC236}">
                <a16:creationId xmlns:a16="http://schemas.microsoft.com/office/drawing/2014/main" id="{404CF67C-AF01-4750-83A6-25B6807F3EB8}"/>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86" name="note_box_182">
            <a:extLst>
              <a:ext uri="{FF2B5EF4-FFF2-40B4-BE49-F238E27FC236}">
                <a16:creationId xmlns:a16="http://schemas.microsoft.com/office/drawing/2014/main" id="{31E3CE04-AF4D-4CDF-AFB7-835776F92135}"/>
              </a:ext>
            </a:extLst>
          </p:cNvPr>
          <p:cNvSpPr>
            <a:spLocks noGrp="1"/>
          </p:cNvSpPr>
          <p:nvPr/>
        </p:nvSpPr>
        <p:spPr>
          <a:xfrm>
            <a:off x="62865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87" name="equation_183" descr="w_3=-1">
                <a:extLst>
                  <a:ext uri="{FF2B5EF4-FFF2-40B4-BE49-F238E27FC236}">
                    <a16:creationId xmlns:a16="http://schemas.microsoft.com/office/drawing/2014/main" id="{95502B12-8445-45F0-A004-A05BBE2194E8}"/>
                  </a:ext>
                </a:extLst>
              </p:cNvPr>
              <p:cNvSpPr>
                <a:spLocks noGrp="1"/>
              </p:cNvSpPr>
              <p:nvPr/>
            </p:nvSpPr>
            <p:spPr>
              <a:xfrm>
                <a:off x="63150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3</m:t>
                          </m:r>
                        </m:sub>
                      </m:sSub>
                      <m:r>
                        <a:rPr lang="en-GB" sz="2000">
                          <a:solidFill>
                            <a:srgbClr val="235C99"/>
                          </a:solidFill>
                          <a:latin typeface="Cambria Math"/>
                          <a:ea typeface="Cambria Math"/>
                          <a:cs typeface="Cambria Math"/>
                        </a:rPr>
                        <m:t>=−1</m:t>
                      </m:r>
                    </m:oMath>
                  </m:oMathPara>
                </a14:m>
                <a:endParaRPr lang="en-GB" sz="2000"/>
              </a:p>
            </p:txBody>
          </p:sp>
        </mc:Choice>
        <mc:Fallback xmlns="">
          <p:sp>
            <p:nvSpPr>
              <p:cNvPr id="187" name="equation_183" descr="w_3=-1">
                <a:extLst>
                  <a:ext uri="{FF2B5EF4-FFF2-40B4-BE49-F238E27FC236}">
                    <a16:creationId xmlns:a16="http://schemas.microsoft.com/office/drawing/2014/main" id="{95502B12-8445-45F0-A004-A05BBE2194E8}"/>
                  </a:ext>
                </a:extLst>
              </p:cNvPr>
              <p:cNvSpPr>
                <a:spLocks noGrp="1" noRot="1" noChangeAspect="1" noMove="1" noResize="1" noEditPoints="1" noAdjustHandles="1" noChangeArrowheads="1" noChangeShapeType="1" noTextEdit="1"/>
              </p:cNvSpPr>
              <p:nvPr/>
            </p:nvSpPr>
            <p:spPr>
              <a:xfrm>
                <a:off x="6315075" y="2867025"/>
                <a:ext cx="1085850" cy="247650"/>
              </a:xfrm>
              <a:prstGeom prst="rect">
                <a:avLst/>
              </a:prstGeom>
              <a:blipFill>
                <a:blip r:embed="rId17"/>
                <a:stretch>
                  <a:fillRect l="-1685" t="-2439" b="-26829"/>
                </a:stretch>
              </a:blipFill>
              <a:ln w="0">
                <a:noFill/>
              </a:ln>
            </p:spPr>
            <p:txBody>
              <a:bodyPr/>
              <a:lstStyle/>
              <a:p>
                <a:r>
                  <a:rPr lang="it-IT">
                    <a:noFill/>
                  </a:rPr>
                  <a:t> </a:t>
                </a:r>
              </a:p>
            </p:txBody>
          </p:sp>
        </mc:Fallback>
      </mc:AlternateContent>
      <p:sp>
        <p:nvSpPr>
          <p:cNvPr id="188" name="line_184">
            <a:extLst>
              <a:ext uri="{FF2B5EF4-FFF2-40B4-BE49-F238E27FC236}">
                <a16:creationId xmlns:a16="http://schemas.microsoft.com/office/drawing/2014/main" id="{53591791-983F-4C2C-84EA-08852C088B84}"/>
              </a:ext>
            </a:extLst>
          </p:cNvPr>
          <p:cNvSpPr>
            <a:spLocks noGrp="1"/>
          </p:cNvSpPr>
          <p:nvPr/>
        </p:nvSpPr>
        <p:spPr>
          <a:xfrm>
            <a:off x="61341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89" name="line_185">
            <a:extLst>
              <a:ext uri="{FF2B5EF4-FFF2-40B4-BE49-F238E27FC236}">
                <a16:creationId xmlns:a16="http://schemas.microsoft.com/office/drawing/2014/main" id="{C6EAB363-AE4F-49A7-8344-3BF54838F8FC}"/>
              </a:ext>
            </a:extLst>
          </p:cNvPr>
          <p:cNvSpPr>
            <a:spLocks noGrp="1"/>
          </p:cNvSpPr>
          <p:nvPr/>
        </p:nvSpPr>
        <p:spPr>
          <a:xfrm>
            <a:off x="68580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90" name="line_186">
            <a:extLst>
              <a:ext uri="{FF2B5EF4-FFF2-40B4-BE49-F238E27FC236}">
                <a16:creationId xmlns:a16="http://schemas.microsoft.com/office/drawing/2014/main" id="{9CB0B2BE-B204-4E8E-B651-D0240FD5AA15}"/>
              </a:ext>
            </a:extLst>
          </p:cNvPr>
          <p:cNvSpPr>
            <a:spLocks noGrp="1"/>
          </p:cNvSpPr>
          <p:nvPr/>
        </p:nvSpPr>
        <p:spPr>
          <a:xfrm flipH="1">
            <a:off x="77914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191" name="line_187">
            <a:extLst>
              <a:ext uri="{FF2B5EF4-FFF2-40B4-BE49-F238E27FC236}">
                <a16:creationId xmlns:a16="http://schemas.microsoft.com/office/drawing/2014/main" id="{EE1CC9E6-68DD-43DC-995E-ECCEB5EADABD}"/>
              </a:ext>
            </a:extLst>
          </p:cNvPr>
          <p:cNvSpPr>
            <a:spLocks noGrp="1"/>
          </p:cNvSpPr>
          <p:nvPr/>
        </p:nvSpPr>
        <p:spPr>
          <a:xfrm>
            <a:off x="6134100" y="4238625"/>
            <a:ext cx="476" cy="114300"/>
          </a:xfrm>
          <a:prstGeom prst="line">
            <a:avLst/>
          </a:prstGeom>
          <a:noFill/>
          <a:ln w="16193">
            <a:solidFill>
              <a:srgbClr val="AB4910"/>
            </a:solidFill>
            <a:tailEnd type="triangle" w="sm" len="sm"/>
          </a:ln>
        </p:spPr>
        <p:txBody>
          <a:bodyPr/>
          <a:lstStyle/>
          <a:p>
            <a:endParaRPr lang="it-IT"/>
          </a:p>
        </p:txBody>
      </p:sp>
      <p:sp>
        <p:nvSpPr>
          <p:cNvPr id="192" name="line_188">
            <a:extLst>
              <a:ext uri="{FF2B5EF4-FFF2-40B4-BE49-F238E27FC236}">
                <a16:creationId xmlns:a16="http://schemas.microsoft.com/office/drawing/2014/main" id="{9CDB8611-770E-4D8F-9410-40EDACDBC6E5}"/>
              </a:ext>
            </a:extLst>
          </p:cNvPr>
          <p:cNvSpPr>
            <a:spLocks noGrp="1"/>
          </p:cNvSpPr>
          <p:nvPr/>
        </p:nvSpPr>
        <p:spPr>
          <a:xfrm>
            <a:off x="6800850" y="4238625"/>
            <a:ext cx="476" cy="66675"/>
          </a:xfrm>
          <a:prstGeom prst="line">
            <a:avLst/>
          </a:prstGeom>
          <a:noFill/>
          <a:ln w="16193">
            <a:solidFill>
              <a:srgbClr val="AB4910"/>
            </a:solidFill>
          </a:ln>
        </p:spPr>
        <p:txBody>
          <a:bodyPr/>
          <a:lstStyle/>
          <a:p>
            <a:endParaRPr lang="it-IT"/>
          </a:p>
        </p:txBody>
      </p:sp>
      <p:sp>
        <p:nvSpPr>
          <p:cNvPr id="193" name="line_189">
            <a:extLst>
              <a:ext uri="{FF2B5EF4-FFF2-40B4-BE49-F238E27FC236}">
                <a16:creationId xmlns:a16="http://schemas.microsoft.com/office/drawing/2014/main" id="{21546348-0192-4232-93B6-A5949B94C06D}"/>
              </a:ext>
            </a:extLst>
          </p:cNvPr>
          <p:cNvSpPr>
            <a:spLocks noGrp="1"/>
          </p:cNvSpPr>
          <p:nvPr/>
        </p:nvSpPr>
        <p:spPr>
          <a:xfrm>
            <a:off x="6800850" y="4305300"/>
            <a:ext cx="1066800" cy="476"/>
          </a:xfrm>
          <a:prstGeom prst="line">
            <a:avLst/>
          </a:prstGeom>
          <a:noFill/>
          <a:ln w="16193">
            <a:solidFill>
              <a:srgbClr val="AB4910"/>
            </a:solidFill>
          </a:ln>
        </p:spPr>
        <p:txBody>
          <a:bodyPr/>
          <a:lstStyle/>
          <a:p>
            <a:endParaRPr lang="it-IT"/>
          </a:p>
        </p:txBody>
      </p:sp>
      <p:sp>
        <p:nvSpPr>
          <p:cNvPr id="194" name="line_190">
            <a:extLst>
              <a:ext uri="{FF2B5EF4-FFF2-40B4-BE49-F238E27FC236}">
                <a16:creationId xmlns:a16="http://schemas.microsoft.com/office/drawing/2014/main" id="{583DDDCB-CB91-4E04-8DFD-C869DC4B52AF}"/>
              </a:ext>
            </a:extLst>
          </p:cNvPr>
          <p:cNvSpPr>
            <a:spLocks noGrp="1"/>
          </p:cNvSpPr>
          <p:nvPr/>
        </p:nvSpPr>
        <p:spPr>
          <a:xfrm>
            <a:off x="7867650" y="4305300"/>
            <a:ext cx="476" cy="1476375"/>
          </a:xfrm>
          <a:prstGeom prst="line">
            <a:avLst/>
          </a:prstGeom>
          <a:noFill/>
          <a:ln w="16193">
            <a:solidFill>
              <a:srgbClr val="AB4910"/>
            </a:solidFill>
          </a:ln>
        </p:spPr>
        <p:txBody>
          <a:bodyPr/>
          <a:lstStyle/>
          <a:p>
            <a:endParaRPr lang="it-IT"/>
          </a:p>
        </p:txBody>
      </p:sp>
      <p:sp>
        <p:nvSpPr>
          <p:cNvPr id="195" name="line_191">
            <a:extLst>
              <a:ext uri="{FF2B5EF4-FFF2-40B4-BE49-F238E27FC236}">
                <a16:creationId xmlns:a16="http://schemas.microsoft.com/office/drawing/2014/main" id="{2483490E-97F8-4A80-A8A7-868AA33A692F}"/>
              </a:ext>
            </a:extLst>
          </p:cNvPr>
          <p:cNvSpPr>
            <a:spLocks noGrp="1"/>
          </p:cNvSpPr>
          <p:nvPr/>
        </p:nvSpPr>
        <p:spPr>
          <a:xfrm flipH="1">
            <a:off x="7677150" y="5781675"/>
            <a:ext cx="190500" cy="476"/>
          </a:xfrm>
          <a:prstGeom prst="line">
            <a:avLst/>
          </a:prstGeom>
          <a:noFill/>
          <a:ln w="16193">
            <a:solidFill>
              <a:srgbClr val="AB4910"/>
            </a:solidFill>
            <a:tailEnd type="triangle" w="sm" len="sm"/>
          </a:ln>
        </p:spPr>
        <p:txBody>
          <a:bodyPr/>
          <a:lstStyle/>
          <a:p>
            <a:endParaRPr lang="it-IT"/>
          </a:p>
        </p:txBody>
      </p:sp>
      <p:sp>
        <p:nvSpPr>
          <p:cNvPr id="196" name="line_192">
            <a:extLst>
              <a:ext uri="{FF2B5EF4-FFF2-40B4-BE49-F238E27FC236}">
                <a16:creationId xmlns:a16="http://schemas.microsoft.com/office/drawing/2014/main" id="{1F47DEA2-4FD4-47E4-8A87-349F517CAAC2}"/>
              </a:ext>
            </a:extLst>
          </p:cNvPr>
          <p:cNvSpPr>
            <a:spLocks noGrp="1"/>
          </p:cNvSpPr>
          <p:nvPr/>
        </p:nvSpPr>
        <p:spPr>
          <a:xfrm>
            <a:off x="4381500" y="2762250"/>
            <a:ext cx="476" cy="2114550"/>
          </a:xfrm>
          <a:prstGeom prst="line">
            <a:avLst/>
          </a:prstGeom>
          <a:noFill/>
          <a:ln w="14288">
            <a:solidFill>
              <a:srgbClr val="235C99"/>
            </a:solidFill>
            <a:prstDash val="dash"/>
          </a:ln>
        </p:spPr>
        <p:txBody>
          <a:bodyPr/>
          <a:lstStyle/>
          <a:p>
            <a:endParaRPr lang="it-IT"/>
          </a:p>
        </p:txBody>
      </p:sp>
      <p:sp>
        <p:nvSpPr>
          <p:cNvPr id="197" name="line_193">
            <a:extLst>
              <a:ext uri="{FF2B5EF4-FFF2-40B4-BE49-F238E27FC236}">
                <a16:creationId xmlns:a16="http://schemas.microsoft.com/office/drawing/2014/main" id="{0EF80E13-28FF-4CF3-8D99-316D4F819F1C}"/>
              </a:ext>
            </a:extLst>
          </p:cNvPr>
          <p:cNvSpPr>
            <a:spLocks noGrp="1"/>
          </p:cNvSpPr>
          <p:nvPr/>
        </p:nvSpPr>
        <p:spPr>
          <a:xfrm>
            <a:off x="4381500" y="4876800"/>
            <a:ext cx="209550" cy="476"/>
          </a:xfrm>
          <a:prstGeom prst="line">
            <a:avLst/>
          </a:prstGeom>
          <a:noFill/>
          <a:ln w="14288">
            <a:solidFill>
              <a:srgbClr val="235C99"/>
            </a:solidFill>
            <a:prstDash val="dash"/>
            <a:tailEnd type="triangle" w="sm" len="sm"/>
          </a:ln>
        </p:spPr>
        <p:txBody>
          <a:bodyPr/>
          <a:lstStyle/>
          <a:p>
            <a:endParaRPr lang="it-IT"/>
          </a:p>
        </p:txBody>
      </p:sp>
      <p:sp>
        <p:nvSpPr>
          <p:cNvPr id="198" name="note_box_194">
            <a:extLst>
              <a:ext uri="{FF2B5EF4-FFF2-40B4-BE49-F238E27FC236}">
                <a16:creationId xmlns:a16="http://schemas.microsoft.com/office/drawing/2014/main" id="{8444F5B9-C962-4AEE-A707-E6BA9B185D45}"/>
              </a:ext>
            </a:extLst>
          </p:cNvPr>
          <p:cNvSpPr>
            <a:spLocks noGrp="1"/>
          </p:cNvSpPr>
          <p:nvPr/>
        </p:nvSpPr>
        <p:spPr>
          <a:xfrm>
            <a:off x="13525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99" name="equation_195" descr="J'_{1}(a_1(x))">
                <a:extLst>
                  <a:ext uri="{FF2B5EF4-FFF2-40B4-BE49-F238E27FC236}">
                    <a16:creationId xmlns:a16="http://schemas.microsoft.com/office/drawing/2014/main" id="{CC91CE7B-FDF2-4B1F-8497-46768F701B12}"/>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dirty="0"/>
              </a:p>
            </p:txBody>
          </p:sp>
        </mc:Choice>
        <mc:Fallback xmlns="">
          <p:sp>
            <p:nvSpPr>
              <p:cNvPr id="199" name="equation_195" descr="J'_{1}(a_1(x))">
                <a:extLst>
                  <a:ext uri="{FF2B5EF4-FFF2-40B4-BE49-F238E27FC236}">
                    <a16:creationId xmlns:a16="http://schemas.microsoft.com/office/drawing/2014/main" id="{CC91CE7B-FDF2-4B1F-8497-46768F701B12}"/>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30"/>
                <a:stretch>
                  <a:fillRect b="-6849"/>
                </a:stretch>
              </a:blipFill>
              <a:ln w="0">
                <a:noFill/>
              </a:ln>
            </p:spPr>
            <p:txBody>
              <a:bodyPr/>
              <a:lstStyle/>
              <a:p>
                <a:r>
                  <a:rPr lang="it-IT">
                    <a:noFill/>
                  </a:rPr>
                  <a:t> </a:t>
                </a:r>
              </a:p>
            </p:txBody>
          </p:sp>
        </mc:Fallback>
      </mc:AlternateContent>
      <p:sp>
        <p:nvSpPr>
          <p:cNvPr id="200" name="text_196">
            <a:extLst>
              <a:ext uri="{FF2B5EF4-FFF2-40B4-BE49-F238E27FC236}">
                <a16:creationId xmlns:a16="http://schemas.microsoft.com/office/drawing/2014/main" id="{93D489E2-77F9-4971-BAD1-137970648E8A}"/>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201" name="note_box_197">
            <a:extLst>
              <a:ext uri="{FF2B5EF4-FFF2-40B4-BE49-F238E27FC236}">
                <a16:creationId xmlns:a16="http://schemas.microsoft.com/office/drawing/2014/main" id="{FE6C4A6F-FAED-4228-A0D9-AC9B013F8AB2}"/>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2" name="equation_198" descr="\frac{\partial\mathcal{L}_{\mathrm{sq}}}{\partial w_1}=?">
                <a:extLst>
                  <a:ext uri="{FF2B5EF4-FFF2-40B4-BE49-F238E27FC236}">
                    <a16:creationId xmlns:a16="http://schemas.microsoft.com/office/drawing/2014/main" id="{9228EB23-873C-456A-BDC9-EC13B90A32C4}"/>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02" name="equation_198" descr="\frac{\partial\mathcal{L}_{\mathrm{sq}}}{\partial w_1}=?">
                <a:extLst>
                  <a:ext uri="{FF2B5EF4-FFF2-40B4-BE49-F238E27FC236}">
                    <a16:creationId xmlns:a16="http://schemas.microsoft.com/office/drawing/2014/main" id="{9228EB23-873C-456A-BDC9-EC13B90A32C4}"/>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9"/>
                <a:stretch>
                  <a:fillRect/>
                </a:stretch>
              </a:blipFill>
              <a:ln w="0">
                <a:noFill/>
              </a:ln>
            </p:spPr>
            <p:txBody>
              <a:bodyPr/>
              <a:lstStyle/>
              <a:p>
                <a:r>
                  <a:rPr lang="it-IT">
                    <a:noFill/>
                  </a:rPr>
                  <a:t> </a:t>
                </a:r>
              </a:p>
            </p:txBody>
          </p:sp>
        </mc:Fallback>
      </mc:AlternateContent>
      <p:sp>
        <p:nvSpPr>
          <p:cNvPr id="203" name="note_box_199">
            <a:extLst>
              <a:ext uri="{FF2B5EF4-FFF2-40B4-BE49-F238E27FC236}">
                <a16:creationId xmlns:a16="http://schemas.microsoft.com/office/drawing/2014/main" id="{2DB83C6D-8FF9-4890-B526-761F0CE7D218}"/>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4" name="equation_200" descr="\frac{\partial\mathcal{L}_{\mathrm{sq}}}{\partial b_1}=?">
                <a:extLst>
                  <a:ext uri="{FF2B5EF4-FFF2-40B4-BE49-F238E27FC236}">
                    <a16:creationId xmlns:a16="http://schemas.microsoft.com/office/drawing/2014/main" id="{4AC07F57-2539-409B-BCF9-4545AF1FD32D}"/>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04" name="equation_200" descr="\frac{\partial\mathcal{L}_{\mathrm{sq}}}{\partial b_1}=?">
                <a:extLst>
                  <a:ext uri="{FF2B5EF4-FFF2-40B4-BE49-F238E27FC236}">
                    <a16:creationId xmlns:a16="http://schemas.microsoft.com/office/drawing/2014/main" id="{4AC07F57-2539-409B-BCF9-4545AF1FD32D}"/>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7_equation_200"/>
                <a:stretch>
                  <a:fillRect b="-3158"/>
                </a:stretch>
              </a:blipFill>
              <a:ln w="0">
                <a:noFill/>
              </a:ln>
            </p:spPr>
            <p:txBody>
              <a:bodyPr/>
              <a:lstStyle/>
              <a:p>
                <a:r>
                  <a:rPr lang="it-IT">
                    <a:noFill/>
                  </a:rPr>
                  <a:t> </a:t>
                </a:r>
              </a:p>
            </p:txBody>
          </p:sp>
        </mc:Fallback>
      </mc:AlternateContent>
      <p:sp>
        <p:nvSpPr>
          <p:cNvPr id="205" name="note_brace_201">
            <a:extLst>
              <a:ext uri="{FF2B5EF4-FFF2-40B4-BE49-F238E27FC236}">
                <a16:creationId xmlns:a16="http://schemas.microsoft.com/office/drawing/2014/main" id="{6284807F-D2A9-470F-9DDA-22181498D6F4}"/>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06" name="text_202">
            <a:extLst>
              <a:ext uri="{FF2B5EF4-FFF2-40B4-BE49-F238E27FC236}">
                <a16:creationId xmlns:a16="http://schemas.microsoft.com/office/drawing/2014/main" id="{80D2518B-878E-4834-92A0-035654048B85}"/>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07" name="note_box_203">
            <a:extLst>
              <a:ext uri="{FF2B5EF4-FFF2-40B4-BE49-F238E27FC236}">
                <a16:creationId xmlns:a16="http://schemas.microsoft.com/office/drawing/2014/main" id="{07DFCD82-D085-4E6C-B576-6046FE48BD4C}"/>
              </a:ext>
            </a:extLst>
          </p:cNvPr>
          <p:cNvSpPr>
            <a:spLocks noGrp="1"/>
          </p:cNvSpPr>
          <p:nvPr/>
        </p:nvSpPr>
        <p:spPr>
          <a:xfrm>
            <a:off x="44958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08" name="equation_204" descr="J'_{2}(a_2(x))">
                <a:extLst>
                  <a:ext uri="{FF2B5EF4-FFF2-40B4-BE49-F238E27FC236}">
                    <a16:creationId xmlns:a16="http://schemas.microsoft.com/office/drawing/2014/main" id="{21A3D7B5-8900-4310-908C-24D23BB2D557}"/>
                  </a:ext>
                </a:extLst>
              </p:cNvPr>
              <p:cNvSpPr>
                <a:spLocks noGrp="1"/>
              </p:cNvSpPr>
              <p:nvPr/>
            </p:nvSpPr>
            <p:spPr>
              <a:xfrm>
                <a:off x="47815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dirty="0"/>
              </a:p>
            </p:txBody>
          </p:sp>
        </mc:Choice>
        <mc:Fallback xmlns="">
          <p:sp>
            <p:nvSpPr>
              <p:cNvPr id="208" name="equation_204" descr="J'_{2}(a_2(x))">
                <a:extLst>
                  <a:ext uri="{FF2B5EF4-FFF2-40B4-BE49-F238E27FC236}">
                    <a16:creationId xmlns:a16="http://schemas.microsoft.com/office/drawing/2014/main" id="{21A3D7B5-8900-4310-908C-24D23BB2D557}"/>
                  </a:ext>
                </a:extLst>
              </p:cNvPr>
              <p:cNvSpPr>
                <a:spLocks noGrp="1" noRot="1" noChangeAspect="1" noMove="1" noResize="1" noEditPoints="1" noAdjustHandles="1" noChangeArrowheads="1" noChangeShapeType="1" noTextEdit="1"/>
              </p:cNvSpPr>
              <p:nvPr/>
            </p:nvSpPr>
            <p:spPr>
              <a:xfrm>
                <a:off x="4781550" y="3208338"/>
                <a:ext cx="2705100" cy="431800"/>
              </a:xfrm>
              <a:prstGeom prst="rect">
                <a:avLst/>
              </a:prstGeom>
              <a:blipFill>
                <a:blip r:embed="rId31"/>
                <a:stretch>
                  <a:fillRect b="-84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9" name="equation_205" descr="=2">
                <a:extLst>
                  <a:ext uri="{FF2B5EF4-FFF2-40B4-BE49-F238E27FC236}">
                    <a16:creationId xmlns:a16="http://schemas.microsoft.com/office/drawing/2014/main" id="{09666986-6316-4D5E-B91A-EE29AD8E360B}"/>
                  </a:ext>
                </a:extLst>
              </p:cNvPr>
              <p:cNvSpPr>
                <a:spLocks noGrp="1"/>
              </p:cNvSpPr>
              <p:nvPr/>
            </p:nvSpPr>
            <p:spPr>
              <a:xfrm>
                <a:off x="47815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m:t>
                      </m:r>
                    </m:oMath>
                  </m:oMathPara>
                </a14:m>
                <a:endParaRPr lang="en-GB" sz="2000" dirty="0"/>
              </a:p>
            </p:txBody>
          </p:sp>
        </mc:Choice>
        <mc:Fallback xmlns="">
          <p:sp>
            <p:nvSpPr>
              <p:cNvPr id="209" name="equation_205" descr="=J'_{3}(-3)\,w_3\,\mathrm{step}(5)">
                <a:extLst>
                  <a:ext uri="{FF2B5EF4-FFF2-40B4-BE49-F238E27FC236}">
                    <a16:creationId xmlns:a16="http://schemas.microsoft.com/office/drawing/2014/main" id="{09666986-6316-4D5E-B91A-EE29AD8E360B}"/>
                  </a:ext>
                </a:extLst>
              </p:cNvPr>
              <p:cNvSpPr>
                <a:spLocks noGrp="1" noRot="1" noChangeAspect="1" noMove="1" noResize="1" noEditPoints="1" noAdjustHandles="1" noChangeArrowheads="1" noChangeShapeType="1" noTextEdit="1"/>
              </p:cNvSpPr>
              <p:nvPr/>
            </p:nvSpPr>
            <p:spPr>
              <a:xfrm>
                <a:off x="4781550" y="3568033"/>
                <a:ext cx="2705100" cy="350584"/>
              </a:xfrm>
              <a:prstGeom prst="rect">
                <a:avLst/>
              </a:prstGeom>
              <a:blipFill>
                <a:blip r:embed="rId27"/>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0" name="equation_206">
                <a:extLst>
                  <a:ext uri="{FF2B5EF4-FFF2-40B4-BE49-F238E27FC236}">
                    <a16:creationId xmlns:a16="http://schemas.microsoft.com/office/drawing/2014/main" id="{E0ED8085-9C71-4FC2-9A52-ECAD4BDC11AD}"/>
                  </a:ext>
                </a:extLst>
              </p:cNvPr>
              <p:cNvSpPr>
                <a:spLocks noGrp="1"/>
              </p:cNvSpPr>
              <p:nvPr/>
            </p:nvSpPr>
            <p:spPr>
              <a:xfrm>
                <a:off x="47815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210" name="equation_206" descr="=(-2)(-1)(1)=2">
                <a:extLst>
                  <a:ext uri="{FF2B5EF4-FFF2-40B4-BE49-F238E27FC236}">
                    <a16:creationId xmlns:a16="http://schemas.microsoft.com/office/drawing/2014/main" id="{E0ED8085-9C71-4FC2-9A52-ECAD4BDC11AD}"/>
                  </a:ext>
                </a:extLst>
              </p:cNvPr>
              <p:cNvSpPr>
                <a:spLocks noGrp="1" noRot="1" noChangeAspect="1" noMove="1" noResize="1" noEditPoints="1" noAdjustHandles="1" noChangeArrowheads="1" noChangeShapeType="1" noTextEdit="1"/>
              </p:cNvSpPr>
              <p:nvPr/>
            </p:nvSpPr>
            <p:spPr>
              <a:xfrm>
                <a:off x="4781550" y="3905250"/>
                <a:ext cx="2705100" cy="295275"/>
              </a:xfrm>
              <a:prstGeom prst="rect">
                <a:avLst/>
              </a:prstGeom>
              <a:blipFill>
                <a:blip r:embed="rId32"/>
                <a:stretch>
                  <a:fillRect b="-8333"/>
                </a:stretch>
              </a:blipFill>
              <a:ln w="0">
                <a:noFill/>
              </a:ln>
            </p:spPr>
            <p:txBody>
              <a:bodyPr/>
              <a:lstStyle/>
              <a:p>
                <a:r>
                  <a:rPr lang="it-IT">
                    <a:noFill/>
                  </a:rPr>
                  <a:t> </a:t>
                </a:r>
              </a:p>
            </p:txBody>
          </p:sp>
        </mc:Fallback>
      </mc:AlternateContent>
      <p:sp>
        <p:nvSpPr>
          <p:cNvPr id="211" name="note_box_207">
            <a:extLst>
              <a:ext uri="{FF2B5EF4-FFF2-40B4-BE49-F238E27FC236}">
                <a16:creationId xmlns:a16="http://schemas.microsoft.com/office/drawing/2014/main" id="{4B5382F8-982C-4EAC-AF72-FDEFDF3C4D1F}"/>
              </a:ext>
            </a:extLst>
          </p:cNvPr>
          <p:cNvSpPr>
            <a:spLocks noGrp="1"/>
          </p:cNvSpPr>
          <p:nvPr/>
        </p:nvSpPr>
        <p:spPr>
          <a:xfrm>
            <a:off x="4610100" y="4371975"/>
            <a:ext cx="3048000" cy="98107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12" name="equation_208" descr="\frac{\partial\mathcal{L}_{\mathrm{sq}}}{\partial w_2}=J'_{2}(a_2(x))\,\phi_1(x)">
                <a:extLst>
                  <a:ext uri="{FF2B5EF4-FFF2-40B4-BE49-F238E27FC236}">
                    <a16:creationId xmlns:a16="http://schemas.microsoft.com/office/drawing/2014/main" id="{F16246E9-9121-464C-8C89-050D3B61F9A4}"/>
                  </a:ext>
                </a:extLst>
              </p:cNvPr>
              <p:cNvSpPr>
                <a:spLocks noGrp="1"/>
              </p:cNvSpPr>
              <p:nvPr/>
            </p:nvSpPr>
            <p:spPr>
              <a:xfrm>
                <a:off x="4705350" y="4393025"/>
                <a:ext cx="2857500" cy="634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𝑤</m:t>
                              </m:r>
                            </m:e>
                            <m:sub>
                              <m:r>
                                <a:rPr lang="en-GB" sz="2000">
                                  <a:solidFill>
                                    <a:srgbClr val="AF1B29"/>
                                  </a:solidFill>
                                  <a:latin typeface="Cambria Math"/>
                                  <a:ea typeface="Cambria Math"/>
                                  <a:cs typeface="Cambria Math"/>
                                </a:rPr>
                                <m:t>2</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2</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2</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en-GB" sz="2000">
                          <a:solidFill>
                            <a:srgbClr val="AF1B29"/>
                          </a:solidFill>
                          <a:latin typeface="Cambria Math"/>
                          <a:ea typeface="Cambria Math"/>
                          <a:cs typeface="Cambria Math"/>
                        </a:rPr>
                        <m:t> </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𝜙</m:t>
                          </m:r>
                        </m:e>
                        <m:sub>
                          <m:r>
                            <a:rPr lang="en-GB" sz="2000">
                              <a:solidFill>
                                <a:srgbClr val="AF1B29"/>
                              </a:solidFill>
                              <a:latin typeface="Cambria Math"/>
                              <a:ea typeface="Cambria Math"/>
                              <a:cs typeface="Cambria Math"/>
                            </a:rPr>
                            <m:t>1</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oMath>
                  </m:oMathPara>
                </a14:m>
                <a:endParaRPr lang="en-GB" sz="2000" dirty="0"/>
              </a:p>
            </p:txBody>
          </p:sp>
        </mc:Choice>
        <mc:Fallback xmlns="">
          <p:sp>
            <p:nvSpPr>
              <p:cNvPr id="212" name="equation_208" descr="\frac{\partial\mathcal{L}_{\mathrm{sq}}}{\partial w_2}=J'_{2}(a_2(x))\,\phi_1(x)">
                <a:extLst>
                  <a:ext uri="{FF2B5EF4-FFF2-40B4-BE49-F238E27FC236}">
                    <a16:creationId xmlns:a16="http://schemas.microsoft.com/office/drawing/2014/main" id="{F16246E9-9121-464C-8C89-050D3B61F9A4}"/>
                  </a:ext>
                </a:extLst>
              </p:cNvPr>
              <p:cNvSpPr>
                <a:spLocks noGrp="1" noRot="1" noChangeAspect="1" noMove="1" noResize="1" noEditPoints="1" noAdjustHandles="1" noChangeArrowheads="1" noChangeShapeType="1" noTextEdit="1"/>
              </p:cNvSpPr>
              <p:nvPr/>
            </p:nvSpPr>
            <p:spPr>
              <a:xfrm>
                <a:off x="4705350" y="4393025"/>
                <a:ext cx="2857500" cy="634175"/>
              </a:xfrm>
              <a:prstGeom prst="rect">
                <a:avLst/>
              </a:prstGeom>
              <a:blipFill>
                <a:blip r:embed="rId33"/>
                <a:stretch>
                  <a:fillRect l="-3198" r="-426" b="-19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3" name="equation_209" descr="=2(3)=6">
                <a:extLst>
                  <a:ext uri="{FF2B5EF4-FFF2-40B4-BE49-F238E27FC236}">
                    <a16:creationId xmlns:a16="http://schemas.microsoft.com/office/drawing/2014/main" id="{EBA36D51-1E4C-4A35-900E-4C7CC77D4B59}"/>
                  </a:ext>
                </a:extLst>
              </p:cNvPr>
              <p:cNvSpPr>
                <a:spLocks noGrp="1"/>
              </p:cNvSpPr>
              <p:nvPr/>
            </p:nvSpPr>
            <p:spPr>
              <a:xfrm>
                <a:off x="4705350" y="5029200"/>
                <a:ext cx="285750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smtClean="0">
                          <a:solidFill>
                            <a:srgbClr val="AF1B29"/>
                          </a:solidFill>
                          <a:latin typeface="Cambria Math"/>
                          <a:ea typeface="Cambria Math"/>
                          <a:cs typeface="Cambria Math"/>
                        </a:rPr>
                        <m:t>=2</m:t>
                      </m:r>
                      <m:r>
                        <a:rPr lang="it-IT" sz="2000" b="0" i="1" smtClean="0">
                          <a:solidFill>
                            <a:srgbClr val="AF1B29"/>
                          </a:solidFill>
                          <a:latin typeface="Cambria Math" panose="02040503050406030204" pitchFamily="18" charset="0"/>
                          <a:ea typeface="Cambria Math"/>
                          <a:cs typeface="Cambria Math"/>
                        </a:rPr>
                        <m:t>⋅3</m:t>
                      </m:r>
                      <m:r>
                        <a:rPr lang="en-GB" sz="2000">
                          <a:solidFill>
                            <a:srgbClr val="AF1B29"/>
                          </a:solidFill>
                          <a:latin typeface="Cambria Math"/>
                          <a:ea typeface="Cambria Math"/>
                          <a:cs typeface="Cambria Math"/>
                        </a:rPr>
                        <m:t>=6</m:t>
                      </m:r>
                    </m:oMath>
                  </m:oMathPara>
                </a14:m>
                <a:endParaRPr lang="en-GB" sz="2000" dirty="0"/>
              </a:p>
            </p:txBody>
          </p:sp>
        </mc:Choice>
        <mc:Fallback xmlns="">
          <p:sp>
            <p:nvSpPr>
              <p:cNvPr id="213" name="equation_209" descr="=2(3)=6">
                <a:extLst>
                  <a:ext uri="{FF2B5EF4-FFF2-40B4-BE49-F238E27FC236}">
                    <a16:creationId xmlns:a16="http://schemas.microsoft.com/office/drawing/2014/main" id="{EBA36D51-1E4C-4A35-900E-4C7CC77D4B59}"/>
                  </a:ext>
                </a:extLst>
              </p:cNvPr>
              <p:cNvSpPr>
                <a:spLocks noGrp="1" noRot="1" noChangeAspect="1" noMove="1" noResize="1" noEditPoints="1" noAdjustHandles="1" noChangeArrowheads="1" noChangeShapeType="1" noTextEdit="1"/>
              </p:cNvSpPr>
              <p:nvPr/>
            </p:nvSpPr>
            <p:spPr>
              <a:xfrm>
                <a:off x="4705350" y="5029200"/>
                <a:ext cx="2857500" cy="276225"/>
              </a:xfrm>
              <a:prstGeom prst="rect">
                <a:avLst/>
              </a:prstGeom>
              <a:blipFill>
                <a:blip r:embed="rId34"/>
                <a:stretch>
                  <a:fillRect b="-13333"/>
                </a:stretch>
              </a:blipFill>
              <a:ln w="0">
                <a:noFill/>
              </a:ln>
            </p:spPr>
            <p:txBody>
              <a:bodyPr/>
              <a:lstStyle/>
              <a:p>
                <a:r>
                  <a:rPr lang="it-IT">
                    <a:noFill/>
                  </a:rPr>
                  <a:t> </a:t>
                </a:r>
              </a:p>
            </p:txBody>
          </p:sp>
        </mc:Fallback>
      </mc:AlternateContent>
      <p:sp>
        <p:nvSpPr>
          <p:cNvPr id="214" name="note_box_210">
            <a:extLst>
              <a:ext uri="{FF2B5EF4-FFF2-40B4-BE49-F238E27FC236}">
                <a16:creationId xmlns:a16="http://schemas.microsoft.com/office/drawing/2014/main" id="{9AB3FB3D-AE70-4910-9EF5-844CAA459AD8}"/>
              </a:ext>
            </a:extLst>
          </p:cNvPr>
          <p:cNvSpPr>
            <a:spLocks noGrp="1"/>
          </p:cNvSpPr>
          <p:nvPr/>
        </p:nvSpPr>
        <p:spPr>
          <a:xfrm>
            <a:off x="4610100" y="5438775"/>
            <a:ext cx="3048000" cy="69532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15" name="equation_211" descr="\frac{\partial\mathcal{L}_{\mathrm{sq}}}{\partial b_2}=J'_{2}(a_2(x))">
                <a:extLst>
                  <a:ext uri="{FF2B5EF4-FFF2-40B4-BE49-F238E27FC236}">
                    <a16:creationId xmlns:a16="http://schemas.microsoft.com/office/drawing/2014/main" id="{D9346E37-48EC-4EAB-98E1-F16FB0459A0B}"/>
                  </a:ext>
                </a:extLst>
              </p:cNvPr>
              <p:cNvSpPr>
                <a:spLocks noGrp="1"/>
              </p:cNvSpPr>
              <p:nvPr/>
            </p:nvSpPr>
            <p:spPr>
              <a:xfrm>
                <a:off x="4757737" y="5465255"/>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2</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2</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2</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en-GB" sz="2000">
                          <a:solidFill>
                            <a:srgbClr val="AF1B29"/>
                          </a:solidFill>
                          <a:latin typeface="Cambria Math"/>
                          <a:ea typeface="Cambria Math"/>
                          <a:cs typeface="Cambria Math"/>
                        </a:rPr>
                        <m:t>=2</m:t>
                      </m:r>
                    </m:oMath>
                  </m:oMathPara>
                </a14:m>
                <a:endParaRPr lang="en-GB" sz="2000" dirty="0"/>
              </a:p>
            </p:txBody>
          </p:sp>
        </mc:Choice>
        <mc:Fallback xmlns="">
          <p:sp>
            <p:nvSpPr>
              <p:cNvPr id="215" name="equation_211" descr="\frac{\partial\mathcal{L}_{\mathrm{sq}}}{\partial b_2}=J'_{2}(a_2(x))">
                <a:extLst>
                  <a:ext uri="{FF2B5EF4-FFF2-40B4-BE49-F238E27FC236}">
                    <a16:creationId xmlns:a16="http://schemas.microsoft.com/office/drawing/2014/main" id="{D9346E37-48EC-4EAB-98E1-F16FB0459A0B}"/>
                  </a:ext>
                </a:extLst>
              </p:cNvPr>
              <p:cNvSpPr>
                <a:spLocks noGrp="1" noRot="1" noChangeAspect="1" noMove="1" noResize="1" noEditPoints="1" noAdjustHandles="1" noChangeArrowheads="1" noChangeShapeType="1" noTextEdit="1"/>
              </p:cNvSpPr>
              <p:nvPr/>
            </p:nvSpPr>
            <p:spPr>
              <a:xfrm>
                <a:off x="4757737" y="5465255"/>
                <a:ext cx="2857500" cy="581025"/>
              </a:xfrm>
              <a:prstGeom prst="rect">
                <a:avLst/>
              </a:prstGeom>
              <a:blipFill>
                <a:blip r:embed="rId35"/>
                <a:stretch>
                  <a:fillRect b="-6316"/>
                </a:stretch>
              </a:blipFill>
              <a:ln w="0">
                <a:noFill/>
              </a:ln>
            </p:spPr>
            <p:txBody>
              <a:bodyPr/>
              <a:lstStyle/>
              <a:p>
                <a:r>
                  <a:rPr lang="it-IT">
                    <a:noFill/>
                  </a:rPr>
                  <a:t> </a:t>
                </a:r>
              </a:p>
            </p:txBody>
          </p:sp>
        </mc:Fallback>
      </mc:AlternateContent>
      <p:sp>
        <p:nvSpPr>
          <p:cNvPr id="216" name="note_brace_212">
            <a:extLst>
              <a:ext uri="{FF2B5EF4-FFF2-40B4-BE49-F238E27FC236}">
                <a16:creationId xmlns:a16="http://schemas.microsoft.com/office/drawing/2014/main" id="{0DB7665F-70CF-41D7-9506-27DB2ADA2991}"/>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17" name="text_213">
            <a:extLst>
              <a:ext uri="{FF2B5EF4-FFF2-40B4-BE49-F238E27FC236}">
                <a16:creationId xmlns:a16="http://schemas.microsoft.com/office/drawing/2014/main" id="{FA18BAA9-A2E1-46B6-96BE-806A91A06B72}"/>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18" name="note_box_214">
            <a:extLst>
              <a:ext uri="{FF2B5EF4-FFF2-40B4-BE49-F238E27FC236}">
                <a16:creationId xmlns:a16="http://schemas.microsoft.com/office/drawing/2014/main" id="{33EFBA94-EC0B-41E9-8167-480EA20415D5}"/>
              </a:ext>
            </a:extLst>
          </p:cNvPr>
          <p:cNvSpPr>
            <a:spLocks noGrp="1"/>
          </p:cNvSpPr>
          <p:nvPr/>
        </p:nvSpPr>
        <p:spPr>
          <a:xfrm>
            <a:off x="80581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19" name="equation_215" descr="J'_{3}(a_3(x))=-2">
                <a:extLst>
                  <a:ext uri="{FF2B5EF4-FFF2-40B4-BE49-F238E27FC236}">
                    <a16:creationId xmlns:a16="http://schemas.microsoft.com/office/drawing/2014/main" id="{58881AB9-CA07-4B96-A93D-1133E0754E4F}"/>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3</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3</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dirty="0"/>
              </a:p>
            </p:txBody>
          </p:sp>
        </mc:Choice>
        <mc:Fallback xmlns="">
          <p:sp>
            <p:nvSpPr>
              <p:cNvPr id="219" name="equation_215" descr="J'_{3}(a_3(x))=-2">
                <a:extLst>
                  <a:ext uri="{FF2B5EF4-FFF2-40B4-BE49-F238E27FC236}">
                    <a16:creationId xmlns:a16="http://schemas.microsoft.com/office/drawing/2014/main" id="{58881AB9-CA07-4B96-A93D-1133E0754E4F}"/>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36"/>
                <a:stretch>
                  <a:fillRect b="-6849"/>
                </a:stretch>
              </a:blipFill>
              <a:ln w="0">
                <a:noFill/>
              </a:ln>
            </p:spPr>
            <p:txBody>
              <a:bodyPr/>
              <a:lstStyle/>
              <a:p>
                <a:r>
                  <a:rPr lang="it-IT">
                    <a:noFill/>
                  </a:rPr>
                  <a:t> </a:t>
                </a:r>
              </a:p>
            </p:txBody>
          </p:sp>
        </mc:Fallback>
      </mc:AlternateContent>
      <p:sp>
        <p:nvSpPr>
          <p:cNvPr id="220" name="text_216">
            <a:extLst>
              <a:ext uri="{FF2B5EF4-FFF2-40B4-BE49-F238E27FC236}">
                <a16:creationId xmlns:a16="http://schemas.microsoft.com/office/drawing/2014/main" id="{9CDDF706-3E87-40F7-A3E5-49CEA20AEAB9}"/>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221" name="note_box_217">
            <a:extLst>
              <a:ext uri="{FF2B5EF4-FFF2-40B4-BE49-F238E27FC236}">
                <a16:creationId xmlns:a16="http://schemas.microsoft.com/office/drawing/2014/main" id="{C9075BB9-7B10-425E-98B8-14EF09EE04D8}"/>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22" name="equation_218" descr="\frac{\partial\mathcal{L}_{\mathrm{sq}}}{\partial w_3}=-10">
                <a:extLst>
                  <a:ext uri="{FF2B5EF4-FFF2-40B4-BE49-F238E27FC236}">
                    <a16:creationId xmlns:a16="http://schemas.microsoft.com/office/drawing/2014/main" id="{372BDFC8-193A-4BFF-AFF4-602B0290C566}"/>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dirty="0"/>
              </a:p>
            </p:txBody>
          </p:sp>
        </mc:Choice>
        <mc:Fallback xmlns="">
          <p:sp>
            <p:nvSpPr>
              <p:cNvPr id="222" name="equation_218" descr="\frac{\partial\mathcal{L}_{\mathrm{sq}}}{\partial w_3}=-10">
                <a:extLst>
                  <a:ext uri="{FF2B5EF4-FFF2-40B4-BE49-F238E27FC236}">
                    <a16:creationId xmlns:a16="http://schemas.microsoft.com/office/drawing/2014/main" id="{372BDFC8-193A-4BFF-AFF4-602B0290C566}"/>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5"/>
                <a:stretch>
                  <a:fillRect/>
                </a:stretch>
              </a:blipFill>
              <a:ln w="0">
                <a:noFill/>
              </a:ln>
            </p:spPr>
            <p:txBody>
              <a:bodyPr/>
              <a:lstStyle/>
              <a:p>
                <a:r>
                  <a:rPr lang="it-IT">
                    <a:noFill/>
                  </a:rPr>
                  <a:t> </a:t>
                </a:r>
              </a:p>
            </p:txBody>
          </p:sp>
        </mc:Fallback>
      </mc:AlternateContent>
      <p:sp>
        <p:nvSpPr>
          <p:cNvPr id="223" name="note_box_219">
            <a:extLst>
              <a:ext uri="{FF2B5EF4-FFF2-40B4-BE49-F238E27FC236}">
                <a16:creationId xmlns:a16="http://schemas.microsoft.com/office/drawing/2014/main" id="{6A2706B9-07B9-4F31-8B78-673F9A67818A}"/>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24" name="equation_220" descr="\frac{\partial\mathcal{L}_{\mathrm{sq}}}{\partial b_3}=-2">
                <a:extLst>
                  <a:ext uri="{FF2B5EF4-FFF2-40B4-BE49-F238E27FC236}">
                    <a16:creationId xmlns:a16="http://schemas.microsoft.com/office/drawing/2014/main" id="{CB6AC3A1-984D-40D1-B7F7-C69E1E5CEBC9}"/>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224" name="equation_220" descr="\frac{\partial\mathcal{L}_{\mathrm{sq}}}{\partial b_3}=-2">
                <a:extLst>
                  <a:ext uri="{FF2B5EF4-FFF2-40B4-BE49-F238E27FC236}">
                    <a16:creationId xmlns:a16="http://schemas.microsoft.com/office/drawing/2014/main" id="{CB6AC3A1-984D-40D1-B7F7-C69E1E5CEBC9}"/>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7_equation_220"/>
                <a:stretch>
                  <a:fillRect b="-3158"/>
                </a:stretch>
              </a:blipFill>
              <a:ln w="0">
                <a:noFill/>
              </a:ln>
            </p:spPr>
            <p:txBody>
              <a:bodyPr/>
              <a:lstStyle/>
              <a:p>
                <a:r>
                  <a:rPr lang="it-IT">
                    <a:noFill/>
                  </a:rPr>
                  <a:t> </a:t>
                </a:r>
              </a:p>
            </p:txBody>
          </p:sp>
        </mc:Fallback>
      </mc:AlternateContent>
      <p:sp>
        <p:nvSpPr>
          <p:cNvPr id="225" name="note_brace_221">
            <a:extLst>
              <a:ext uri="{FF2B5EF4-FFF2-40B4-BE49-F238E27FC236}">
                <a16:creationId xmlns:a16="http://schemas.microsoft.com/office/drawing/2014/main" id="{4B1DC869-0CC0-4301-B37D-7A6651FB9183}"/>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26" name="text_222">
            <a:extLst>
              <a:ext uri="{FF2B5EF4-FFF2-40B4-BE49-F238E27FC236}">
                <a16:creationId xmlns:a16="http://schemas.microsoft.com/office/drawing/2014/main" id="{897A64C9-481B-4896-B917-E24C2E3389A4}"/>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228" name="reuse_reminder">
                <a:extLst>
                  <a:ext uri="{FF2B5EF4-FFF2-40B4-BE49-F238E27FC236}">
                    <a16:creationId xmlns:a16="http://schemas.microsoft.com/office/drawing/2014/main" id="{78191199-5DC5-491F-A87C-7933D7F83169}"/>
                  </a:ext>
                </a:extLst>
              </p:cNvPr>
              <p:cNvSpPr>
                <a:spLocks noGrp="1"/>
              </p:cNvSpPr>
              <p:nvPr/>
            </p:nvSpPr>
            <p:spPr>
              <a:xfrm>
                <a:off x="523875" y="1323975"/>
                <a:ext cx="11144250" cy="409575"/>
              </a:xfrm>
              <a:prstGeom prst="rect">
                <a:avLst/>
              </a:prstGeom>
              <a:noFill/>
              <a:ln w="0">
                <a:noFill/>
              </a:ln>
            </p:spPr>
            <p:txBody>
              <a:bodyPr wrap="none" lIns="0" tIns="0" rIns="0" bIns="0" anchor="ctr">
                <a:noAutofit/>
              </a:bodyPr>
              <a:lstStyle>
                <a:defPPr algn="ctr">
                  <a:defRPr sz="1800">
                    <a:solidFill>
                      <a:srgbClr val="526276"/>
                    </a:solidFill>
                    <a:latin typeface="DejaVu Sans"/>
                    <a:ea typeface="DejaVu Sans"/>
                    <a:cs typeface="DejaVu Sans"/>
                  </a:defRPr>
                </a:defPPr>
              </a:lstStyle>
              <a:p>
                <a:pPr algn="ctr"/>
                <a:r>
                  <a:rPr lang="en-GB" sz="1800">
                    <a:solidFill>
                      <a:srgbClr val="526276"/>
                    </a:solidFill>
                    <a:latin typeface="DejaVu Sans"/>
                  </a:rPr>
                  <a:t>We will reuse </a:t>
                </a:r>
                <a14:m>
                  <m:oMath xmlns:m="http://schemas.openxmlformats.org/officeDocument/2006/math">
                    <m:sSubSup>
                      <m:sSubSupPr>
                        <m:ctrlPr>
                          <a:rPr lang="en-GB" sz="1800">
                            <a:solidFill>
                              <a:srgbClr val="526276"/>
                            </a:solidFill>
                            <a:latin typeface="Cambria Math"/>
                            <a:ea typeface="Cambria Math"/>
                            <a:cs typeface="Cambria Math"/>
                          </a:rPr>
                        </m:ctrlPr>
                      </m:sSubSup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2</m:t>
                        </m:r>
                      </m:sub>
                      <m:sup>
                        <m:r>
                          <a:rPr lang="en-GB" sz="1800">
                            <a:solidFill>
                              <a:srgbClr val="526276"/>
                            </a:solidFill>
                            <a:latin typeface="Cambria Math"/>
                            <a:ea typeface="Cambria Math"/>
                            <a:cs typeface="Cambria Math"/>
                          </a:rPr>
                          <m:t>′</m:t>
                        </m:r>
                      </m:sup>
                    </m:sSubSup>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𝑎</m:t>
                            </m:r>
                          </m:e>
                          <m:sub>
                            <m:r>
                              <a:rPr lang="en-GB" sz="1800">
                                <a:solidFill>
                                  <a:srgbClr val="526276"/>
                                </a:solidFill>
                                <a:latin typeface="Cambria Math"/>
                                <a:ea typeface="Cambria Math"/>
                                <a:cs typeface="Cambria Math"/>
                              </a:rPr>
                              <m:t>2</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𝑥</m:t>
                            </m:r>
                          </m:e>
                        </m:d>
                      </m:e>
                    </m:d>
                    <m:r>
                      <a:rPr lang="en-GB" sz="1800">
                        <a:solidFill>
                          <a:srgbClr val="526276"/>
                        </a:solidFill>
                        <a:latin typeface="Cambria Math"/>
                        <a:ea typeface="Cambria Math"/>
                        <a:cs typeface="Cambria Math"/>
                      </a:rPr>
                      <m:t>=2</m:t>
                    </m:r>
                  </m:oMath>
                </a14:m>
                <a:r>
                  <a:rPr lang="en-GB" sz="1800">
                    <a:solidFill>
                      <a:srgbClr val="526276"/>
                    </a:solidFill>
                    <a:latin typeface="DejaVu Sans"/>
                  </a:rPr>
                  <a:t> to calculate </a:t>
                </a:r>
                <a14:m>
                  <m:oMath xmlns:m="http://schemas.openxmlformats.org/officeDocument/2006/math">
                    <m:sSubSup>
                      <m:sSubSupPr>
                        <m:ctrlPr>
                          <a:rPr lang="en-GB" sz="1800">
                            <a:solidFill>
                              <a:srgbClr val="526276"/>
                            </a:solidFill>
                            <a:latin typeface="Cambria Math"/>
                            <a:ea typeface="Cambria Math"/>
                            <a:cs typeface="Cambria Math"/>
                          </a:rPr>
                        </m:ctrlPr>
                      </m:sSubSup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1</m:t>
                        </m:r>
                      </m:sub>
                      <m:sup>
                        <m:r>
                          <a:rPr lang="en-GB" sz="1800">
                            <a:solidFill>
                              <a:srgbClr val="526276"/>
                            </a:solidFill>
                            <a:latin typeface="Cambria Math"/>
                            <a:ea typeface="Cambria Math"/>
                            <a:cs typeface="Cambria Math"/>
                          </a:rPr>
                          <m:t>′</m:t>
                        </m:r>
                      </m:sup>
                    </m:sSubSup>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𝑎</m:t>
                            </m:r>
                          </m:e>
                          <m:sub>
                            <m:r>
                              <a:rPr lang="en-GB" sz="1800">
                                <a:solidFill>
                                  <a:srgbClr val="526276"/>
                                </a:solidFill>
                                <a:latin typeface="Cambria Math"/>
                                <a:ea typeface="Cambria Math"/>
                                <a:cs typeface="Cambria Math"/>
                              </a:rPr>
                              <m:t>1</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𝑥</m:t>
                            </m:r>
                          </m:e>
                        </m:d>
                      </m:e>
                    </m:d>
                  </m:oMath>
                </a14:m>
                <a:r>
                  <a:rPr lang="en-GB" sz="1800">
                    <a:solidFill>
                      <a:srgbClr val="526276"/>
                    </a:solidFill>
                    <a:latin typeface="DejaVu Sans"/>
                  </a:rPr>
                  <a:t>.</a:t>
                </a:r>
                <a:endParaRPr lang="en-GB" sz="1800"/>
              </a:p>
            </p:txBody>
          </p:sp>
        </mc:Choice>
        <mc:Fallback xmlns="">
          <p:sp>
            <p:nvSpPr>
              <p:cNvPr id="228" name="reuse_reminder">
                <a:extLst>
                  <a:ext uri="{FF2B5EF4-FFF2-40B4-BE49-F238E27FC236}">
                    <a16:creationId xmlns:a16="http://schemas.microsoft.com/office/drawing/2014/main" id="{78191199-5DC5-491F-A87C-7933D7F83169}"/>
                  </a:ext>
                </a:extLst>
              </p:cNvPr>
              <p:cNvSpPr>
                <a:spLocks noGrp="1" noRot="1" noChangeAspect="1" noMove="1" noResize="1" noEditPoints="1" noAdjustHandles="1" noChangeArrowheads="1" noChangeShapeType="1" noTextEdit="1"/>
              </p:cNvSpPr>
              <p:nvPr/>
            </p:nvSpPr>
            <p:spPr>
              <a:xfrm>
                <a:off x="523875" y="1323975"/>
                <a:ext cx="11144250" cy="409575"/>
              </a:xfrm>
              <a:prstGeom prst="rect">
                <a:avLst/>
              </a:prstGeom>
              <a:blipFill>
                <a:blip r:embed="rId37"/>
                <a:stretch>
                  <a:fillRect t="-5970" b="-16418"/>
                </a:stretch>
              </a:blipFill>
              <a:ln w="0">
                <a:noFill/>
              </a:ln>
            </p:spPr>
            <p:txBody>
              <a:bodyPr/>
              <a:lstStyle/>
              <a:p>
                <a:r>
                  <a:rPr lang="it-IT">
                    <a:noFill/>
                  </a:rPr>
                  <a:t> </a:t>
                </a:r>
              </a:p>
            </p:txBody>
          </p:sp>
        </mc:Fallback>
      </mc:AlternateContent>
      <p:sp>
        <p:nvSpPr>
          <p:cNvPr id="375" name="bias_numerical_result" descr="=2">
            <a:extLst>
              <a:ext uri="{FF2B5EF4-FFF2-40B4-BE49-F238E27FC236}">
                <a16:creationId xmlns:a16="http://schemas.microsoft.com/office/drawing/2014/main" id="{965FEEC9-AB50-403C-BC2A-ABA261099850}"/>
              </a:ext>
            </a:extLst>
          </p:cNvPr>
          <p:cNvSpPr>
            <a:spLocks noGrp="1"/>
          </p:cNvSpPr>
          <p:nvPr/>
        </p:nvSpPr>
        <p:spPr>
          <a:xfrm>
            <a:off x="4705350" y="5848350"/>
            <a:ext cx="2857500" cy="257175"/>
          </a:xfrm>
          <a:prstGeom prst="rect">
            <a:avLst/>
          </a:prstGeom>
          <a:noFill/>
          <a:ln w="0">
            <a:noFill/>
          </a:ln>
        </p:spPr>
        <p:txBody>
          <a:bodyPr vertOverflow="overflow" horzOverflow="overflow" wrap="none" lIns="0" tIns="0" rIns="0" bIns="0" anchor="ctr">
            <a:noAutofit/>
          </a:bodyPr>
          <a:lstStyle/>
          <a:p>
            <a:pPr algn="ctr"/>
            <a:endParaRPr lang="en-GB" sz="2000" dirty="0"/>
          </a:p>
        </p:txBody>
      </p:sp>
    </p:spTree>
    <p:extLst>
      <p:ext uri="{BB962C8B-B14F-4D97-AF65-F5344CB8AC3E}">
        <p14:creationId xmlns:p14="http://schemas.microsoft.com/office/powerpoint/2010/main" val="88721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2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3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3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3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3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4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4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4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2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30"/>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31"/>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3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33"/>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3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35"/>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36"/>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3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38"/>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3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40"/>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41"/>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42"/>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43"/>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44"/>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45"/>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4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47"/>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48"/>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49"/>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50"/>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51"/>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52"/>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253"/>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5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55"/>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56"/>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57"/>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58"/>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59"/>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60"/>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261"/>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26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263"/>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264"/>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265"/>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266"/>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67"/>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268"/>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269"/>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70"/>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71"/>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272"/>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273"/>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274"/>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275"/>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276"/>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277"/>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278"/>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279"/>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280"/>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281"/>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282"/>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283"/>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284"/>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285"/>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286"/>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287"/>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88"/>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89"/>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290"/>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291"/>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292"/>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293"/>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294"/>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95"/>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296"/>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97"/>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298"/>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299"/>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300"/>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301"/>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302"/>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303"/>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304"/>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305"/>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306"/>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307"/>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308"/>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309"/>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310"/>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311"/>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312"/>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313"/>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314"/>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315"/>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316"/>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317"/>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318"/>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319"/>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320"/>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321"/>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322"/>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323"/>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324"/>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325"/>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326"/>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327"/>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328"/>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329"/>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330"/>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331"/>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332"/>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333"/>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334"/>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335"/>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336"/>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337"/>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338"/>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339"/>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340"/>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341"/>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342"/>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343"/>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344"/>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345"/>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346"/>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347"/>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348"/>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349"/>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350"/>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351"/>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352"/>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353"/>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354"/>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355"/>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356"/>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357"/>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358"/>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359"/>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360"/>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361"/>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362"/>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363"/>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364"/>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365"/>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366"/>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367"/>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368"/>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369"/>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370"/>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371"/>
                                        </p:tgtEl>
                                        <p:attrNameLst>
                                          <p:attrName>style.visibility</p:attrName>
                                        </p:attrNameLst>
                                      </p:cBhvr>
                                      <p:to>
                                        <p:strVal val="visible"/>
                                      </p:to>
                                    </p:set>
                                  </p:childTnLst>
                                </p:cTn>
                              </p:par>
                              <p:par>
                                <p:cTn id="441" presetID="1" presetClass="entr" presetSubtype="0" fill="hold" grpId="0" nodeType="withEffect">
                                  <p:stCondLst>
                                    <p:cond delay="0"/>
                                  </p:stCondLst>
                                  <p:childTnLst>
                                    <p:set>
                                      <p:cBhvr>
                                        <p:cTn id="442" dur="1" fill="hold">
                                          <p:stCondLst>
                                            <p:cond delay="0"/>
                                          </p:stCondLst>
                                        </p:cTn>
                                        <p:tgtEl>
                                          <p:spTgt spid="372"/>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373"/>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374"/>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grpId="0" nodeType="clickEffect">
                                  <p:stCondLst>
                                    <p:cond delay="0"/>
                                  </p:stCondLst>
                                  <p:childTnLst>
                                    <p:set>
                                      <p:cBhvr>
                                        <p:cTn id="450" dur="1" fill="hold">
                                          <p:stCondLst>
                                            <p:cond delay="0"/>
                                          </p:stCondLst>
                                        </p:cTn>
                                        <p:tgtEl>
                                          <p:spTgt spid="146"/>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147"/>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148"/>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149"/>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150"/>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151"/>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152"/>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153"/>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154"/>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155"/>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156"/>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157"/>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158"/>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159"/>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160"/>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161"/>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162"/>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163"/>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164"/>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165"/>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166"/>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167"/>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168"/>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169"/>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170"/>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171"/>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172"/>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173"/>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174"/>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175"/>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176"/>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177"/>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178"/>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179"/>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180"/>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181"/>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182"/>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183"/>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184"/>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185"/>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186"/>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187"/>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188"/>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189"/>
                                        </p:tgtEl>
                                        <p:attrNameLst>
                                          <p:attrName>style.visibility</p:attrName>
                                        </p:attrNameLst>
                                      </p:cBhvr>
                                      <p:to>
                                        <p:strVal val="visible"/>
                                      </p:to>
                                    </p:set>
                                  </p:childTnLst>
                                </p:cTn>
                              </p:par>
                              <p:par>
                                <p:cTn id="537" presetID="1" presetClass="entr" presetSubtype="0" fill="hold" grpId="0" nodeType="withEffect">
                                  <p:stCondLst>
                                    <p:cond delay="0"/>
                                  </p:stCondLst>
                                  <p:childTnLst>
                                    <p:set>
                                      <p:cBhvr>
                                        <p:cTn id="538" dur="1" fill="hold">
                                          <p:stCondLst>
                                            <p:cond delay="0"/>
                                          </p:stCondLst>
                                        </p:cTn>
                                        <p:tgtEl>
                                          <p:spTgt spid="190"/>
                                        </p:tgtEl>
                                        <p:attrNameLst>
                                          <p:attrName>style.visibility</p:attrName>
                                        </p:attrNameLst>
                                      </p:cBhvr>
                                      <p:to>
                                        <p:strVal val="visible"/>
                                      </p:to>
                                    </p:set>
                                  </p:childTnLst>
                                </p:cTn>
                              </p:par>
                              <p:par>
                                <p:cTn id="539" presetID="1" presetClass="entr" presetSubtype="0" fill="hold" grpId="0" nodeType="withEffect">
                                  <p:stCondLst>
                                    <p:cond delay="0"/>
                                  </p:stCondLst>
                                  <p:childTnLst>
                                    <p:set>
                                      <p:cBhvr>
                                        <p:cTn id="540" dur="1" fill="hold">
                                          <p:stCondLst>
                                            <p:cond delay="0"/>
                                          </p:stCondLst>
                                        </p:cTn>
                                        <p:tgtEl>
                                          <p:spTgt spid="191"/>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192"/>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193"/>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194"/>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195"/>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196"/>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197"/>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198"/>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199"/>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200"/>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201"/>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202"/>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203"/>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204"/>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205"/>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206"/>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207"/>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208"/>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209"/>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210"/>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211"/>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212"/>
                                        </p:tgtEl>
                                        <p:attrNameLst>
                                          <p:attrName>style.visibility</p:attrName>
                                        </p:attrNameLst>
                                      </p:cBhvr>
                                      <p:to>
                                        <p:strVal val="visible"/>
                                      </p:to>
                                    </p:set>
                                  </p:childTnLst>
                                </p:cTn>
                              </p:par>
                              <p:par>
                                <p:cTn id="583" presetID="1" presetClass="entr" presetSubtype="0" fill="hold" grpId="0" nodeType="withEffect">
                                  <p:stCondLst>
                                    <p:cond delay="0"/>
                                  </p:stCondLst>
                                  <p:childTnLst>
                                    <p:set>
                                      <p:cBhvr>
                                        <p:cTn id="584" dur="1" fill="hold">
                                          <p:stCondLst>
                                            <p:cond delay="0"/>
                                          </p:stCondLst>
                                        </p:cTn>
                                        <p:tgtEl>
                                          <p:spTgt spid="213"/>
                                        </p:tgtEl>
                                        <p:attrNameLst>
                                          <p:attrName>style.visibility</p:attrName>
                                        </p:attrNameLst>
                                      </p:cBhvr>
                                      <p:to>
                                        <p:strVal val="visible"/>
                                      </p:to>
                                    </p:set>
                                  </p:childTnLst>
                                </p:cTn>
                              </p:par>
                              <p:par>
                                <p:cTn id="585" presetID="1" presetClass="entr" presetSubtype="0" fill="hold" grpId="0" nodeType="withEffect">
                                  <p:stCondLst>
                                    <p:cond delay="0"/>
                                  </p:stCondLst>
                                  <p:childTnLst>
                                    <p:set>
                                      <p:cBhvr>
                                        <p:cTn id="586" dur="1" fill="hold">
                                          <p:stCondLst>
                                            <p:cond delay="0"/>
                                          </p:stCondLst>
                                        </p:cTn>
                                        <p:tgtEl>
                                          <p:spTgt spid="214"/>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215"/>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216"/>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217"/>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218"/>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219"/>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220"/>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221"/>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222"/>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223"/>
                                        </p:tgtEl>
                                        <p:attrNameLst>
                                          <p:attrName>style.visibility</p:attrName>
                                        </p:attrNameLst>
                                      </p:cBhvr>
                                      <p:to>
                                        <p:strVal val="visible"/>
                                      </p:to>
                                    </p:set>
                                  </p:childTnLst>
                                </p:cTn>
                              </p:par>
                              <p:par>
                                <p:cTn id="605" presetID="1" presetClass="entr" presetSubtype="0" fill="hold" grpId="0" nodeType="withEffect">
                                  <p:stCondLst>
                                    <p:cond delay="0"/>
                                  </p:stCondLst>
                                  <p:childTnLst>
                                    <p:set>
                                      <p:cBhvr>
                                        <p:cTn id="606" dur="1" fill="hold">
                                          <p:stCondLst>
                                            <p:cond delay="0"/>
                                          </p:stCondLst>
                                        </p:cTn>
                                        <p:tgtEl>
                                          <p:spTgt spid="224"/>
                                        </p:tgtEl>
                                        <p:attrNameLst>
                                          <p:attrName>style.visibility</p:attrName>
                                        </p:attrNameLst>
                                      </p:cBhvr>
                                      <p:to>
                                        <p:strVal val="visible"/>
                                      </p:to>
                                    </p:set>
                                  </p:childTnLst>
                                </p:cTn>
                              </p:par>
                              <p:par>
                                <p:cTn id="607" presetID="1" presetClass="entr" presetSubtype="0" fill="hold" grpId="0" nodeType="withEffect">
                                  <p:stCondLst>
                                    <p:cond delay="0"/>
                                  </p:stCondLst>
                                  <p:childTnLst>
                                    <p:set>
                                      <p:cBhvr>
                                        <p:cTn id="608" dur="1" fill="hold">
                                          <p:stCondLst>
                                            <p:cond delay="0"/>
                                          </p:stCondLst>
                                        </p:cTn>
                                        <p:tgtEl>
                                          <p:spTgt spid="225"/>
                                        </p:tgtEl>
                                        <p:attrNameLst>
                                          <p:attrName>style.visibility</p:attrName>
                                        </p:attrNameLst>
                                      </p:cBhvr>
                                      <p:to>
                                        <p:strVal val="visible"/>
                                      </p:to>
                                    </p:set>
                                  </p:childTnLst>
                                </p:cTn>
                              </p:par>
                              <p:par>
                                <p:cTn id="609" presetID="1" presetClass="entr" presetSubtype="0" fill="hold" grpId="0" nodeType="withEffect">
                                  <p:stCondLst>
                                    <p:cond delay="0"/>
                                  </p:stCondLst>
                                  <p:childTnLst>
                                    <p:set>
                                      <p:cBhvr>
                                        <p:cTn id="610" dur="1" fill="hold">
                                          <p:stCondLst>
                                            <p:cond delay="0"/>
                                          </p:stCondLst>
                                        </p:cTn>
                                        <p:tgtEl>
                                          <p:spTgt spid="226"/>
                                        </p:tgtEl>
                                        <p:attrNameLst>
                                          <p:attrName>style.visibility</p:attrName>
                                        </p:attrNameLst>
                                      </p:cBhvr>
                                      <p:to>
                                        <p:strVal val="visible"/>
                                      </p:to>
                                    </p:set>
                                  </p:childTnLst>
                                </p:cTn>
                              </p:par>
                              <p:par>
                                <p:cTn id="611" presetID="1" presetClass="entr" presetSubtype="0" fill="hold" grpId="0" nodeType="withEffect">
                                  <p:stCondLst>
                                    <p:cond delay="0"/>
                                  </p:stCondLst>
                                  <p:childTnLst>
                                    <p:set>
                                      <p:cBhvr>
                                        <p:cTn id="612" dur="1" fill="hold">
                                          <p:stCondLst>
                                            <p:cond delay="0"/>
                                          </p:stCondLst>
                                        </p:cTn>
                                        <p:tgtEl>
                                          <p:spTgt spid="228"/>
                                        </p:tgtEl>
                                        <p:attrNameLst>
                                          <p:attrName>style.visibility</p:attrName>
                                        </p:attrNameLst>
                                      </p:cBhvr>
                                      <p:to>
                                        <p:strVal val="visible"/>
                                      </p:to>
                                    </p:set>
                                  </p:childTnLst>
                                </p:cTn>
                              </p:par>
                              <p:par>
                                <p:cTn id="613" presetID="1" presetClass="entr" presetSubtype="0" fill="hold" grpId="0" nodeType="withEffect" nodePh="1">
                                  <p:stCondLst>
                                    <p:cond delay="0"/>
                                  </p:stCondLst>
                                  <p:endCondLst>
                                    <p:cond evt="begin" delay="0">
                                      <p:tn val="613"/>
                                    </p:cond>
                                  </p:endCondLst>
                                  <p:childTnLst>
                                    <p:set>
                                      <p:cBhvr>
                                        <p:cTn id="614"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p:bldP spid="76" grpId="0" animBg="1"/>
      <p:bldP spid="77" grpId="0"/>
      <p:bldP spid="78" grpId="0" animBg="1"/>
      <p:bldP spid="79" grpId="0"/>
      <p:bldP spid="80" grpId="0" animBg="1"/>
      <p:bldP spid="81" grpId="0"/>
      <p:bldP spid="82" grpId="0"/>
      <p:bldP spid="83" grpId="0" animBg="1"/>
      <p:bldP spid="84" grpId="0"/>
      <p:bldP spid="85" grpId="0"/>
      <p:bldP spid="86" grpId="0" animBg="1"/>
      <p:bldP spid="87" grpId="0"/>
      <p:bldP spid="88" grpId="0" animBg="1"/>
      <p:bldP spid="89" grpId="0"/>
      <p:bldP spid="90" grpId="0"/>
      <p:bldP spid="91" grpId="0" animBg="1"/>
      <p:bldP spid="92" grpId="0"/>
      <p:bldP spid="93" grpId="0" animBg="1"/>
      <p:bldP spid="94" grpId="0"/>
      <p:bldP spid="95" grpId="0"/>
      <p:bldP spid="96" grpId="0" animBg="1"/>
      <p:bldP spid="97" grpId="0"/>
      <p:bldP spid="98" grpId="0" animBg="1"/>
      <p:bldP spid="99" grpId="0"/>
      <p:bldP spid="100" grpId="0"/>
      <p:bldP spid="101" grpId="0" animBg="1"/>
      <p:bldP spid="102" grpId="0"/>
      <p:bldP spid="103" grpId="0" animBg="1"/>
      <p:bldP spid="104" grpId="0"/>
      <p:bldP spid="105" grpId="0"/>
      <p:bldP spid="106" grpId="0" animBg="1"/>
      <p:bldP spid="107" grpId="0"/>
      <p:bldP spid="108" grpId="0" animBg="1"/>
      <p:bldP spid="109" grpId="0"/>
      <p:bldP spid="110" grpId="0"/>
      <p:bldP spid="111" grpId="0" animBg="1"/>
      <p:bldP spid="112" grpId="0"/>
      <p:bldP spid="113" grpId="0" animBg="1"/>
      <p:bldP spid="114" grpId="0"/>
      <p:bldP spid="115" grpId="0" animBg="1"/>
      <p:bldP spid="116" grpId="0" animBg="1"/>
      <p:bldP spid="117" grpId="0" animBg="1"/>
      <p:bldP spid="118" grpId="0" animBg="1"/>
      <p:bldP spid="119" grpId="0"/>
      <p:bldP spid="120" grpId="0"/>
      <p:bldP spid="121" grpId="0" animBg="1"/>
      <p:bldP spid="122" grpId="0"/>
      <p:bldP spid="123" grpId="0" animBg="1"/>
      <p:bldP spid="124" grpId="0"/>
      <p:bldP spid="125" grpId="0" animBg="1"/>
      <p:bldP spid="126" grpId="0"/>
      <p:bldP spid="127" grpId="0" animBg="1"/>
      <p:bldP spid="128" grpId="0"/>
      <p:bldP spid="129" grpId="0"/>
      <p:bldP spid="130" grpId="0"/>
      <p:bldP spid="131" grpId="0" animBg="1"/>
      <p:bldP spid="132" grpId="0"/>
      <p:bldP spid="133" grpId="0" animBg="1"/>
      <p:bldP spid="134" grpId="0"/>
      <p:bldP spid="135" grpId="0" animBg="1"/>
      <p:bldP spid="136" grpId="0"/>
      <p:bldP spid="137" grpId="0" animBg="1"/>
      <p:bldP spid="138" grpId="0"/>
      <p:bldP spid="139" grpId="0"/>
      <p:bldP spid="140" grpId="0" animBg="1"/>
      <p:bldP spid="141" grpId="0"/>
      <p:bldP spid="142" grpId="0" animBg="1"/>
      <p:bldP spid="143" grpId="0"/>
      <p:bldP spid="144" grpId="0" animBg="1"/>
      <p:bldP spid="145" grpId="0"/>
      <p:bldP spid="229" grpId="0" animBg="1"/>
      <p:bldP spid="230" grpId="0" animBg="1"/>
      <p:bldP spid="231" grpId="0"/>
      <p:bldP spid="232" grpId="0" animBg="1"/>
      <p:bldP spid="233" grpId="0"/>
      <p:bldP spid="234" grpId="0" animBg="1"/>
      <p:bldP spid="235" grpId="0"/>
      <p:bldP spid="236" grpId="0" animBg="1"/>
      <p:bldP spid="237" grpId="0"/>
      <p:bldP spid="238" grpId="0"/>
      <p:bldP spid="239" grpId="0" animBg="1"/>
      <p:bldP spid="240" grpId="0"/>
      <p:bldP spid="241" grpId="0"/>
      <p:bldP spid="242" grpId="0" animBg="1"/>
      <p:bldP spid="243" grpId="0"/>
      <p:bldP spid="244" grpId="0" animBg="1"/>
      <p:bldP spid="245" grpId="0"/>
      <p:bldP spid="246" grpId="0"/>
      <p:bldP spid="247" grpId="0" animBg="1"/>
      <p:bldP spid="248" grpId="0"/>
      <p:bldP spid="249" grpId="0" animBg="1"/>
      <p:bldP spid="250" grpId="0"/>
      <p:bldP spid="251" grpId="0"/>
      <p:bldP spid="252" grpId="0" animBg="1"/>
      <p:bldP spid="253" grpId="0"/>
      <p:bldP spid="254" grpId="0" animBg="1"/>
      <p:bldP spid="255" grpId="0"/>
      <p:bldP spid="256" grpId="0"/>
      <p:bldP spid="257" grpId="0" animBg="1"/>
      <p:bldP spid="258" grpId="0"/>
      <p:bldP spid="259" grpId="0" animBg="1"/>
      <p:bldP spid="260" grpId="0"/>
      <p:bldP spid="261" grpId="0"/>
      <p:bldP spid="262" grpId="0" animBg="1"/>
      <p:bldP spid="263" grpId="0"/>
      <p:bldP spid="264" grpId="0" animBg="1"/>
      <p:bldP spid="265" grpId="0"/>
      <p:bldP spid="266" grpId="0"/>
      <p:bldP spid="267" grpId="0" animBg="1"/>
      <p:bldP spid="268" grpId="0"/>
      <p:bldP spid="269" grpId="0" animBg="1"/>
      <p:bldP spid="270" grpId="0"/>
      <p:bldP spid="271" grpId="0" animBg="1"/>
      <p:bldP spid="272" grpId="0" animBg="1"/>
      <p:bldP spid="273" grpId="0" animBg="1"/>
      <p:bldP spid="274" grpId="0" animBg="1"/>
      <p:bldP spid="275" grpId="0"/>
      <p:bldP spid="276" grpId="0"/>
      <p:bldP spid="277" grpId="0" animBg="1"/>
      <p:bldP spid="278" grpId="0"/>
      <p:bldP spid="279" grpId="0" animBg="1"/>
      <p:bldP spid="280" grpId="0"/>
      <p:bldP spid="281" grpId="0" animBg="1"/>
      <p:bldP spid="282" grpId="0"/>
      <p:bldP spid="283" grpId="0" animBg="1"/>
      <p:bldP spid="284" grpId="0"/>
      <p:bldP spid="285" grpId="0"/>
      <p:bldP spid="286" grpId="0"/>
      <p:bldP spid="287" grpId="0" animBg="1"/>
      <p:bldP spid="288" grpId="0"/>
      <p:bldP spid="289" grpId="0" animBg="1"/>
      <p:bldP spid="290" grpId="0"/>
      <p:bldP spid="291" grpId="0" animBg="1"/>
      <p:bldP spid="292" grpId="0"/>
      <p:bldP spid="293" grpId="0" animBg="1"/>
      <p:bldP spid="294" grpId="0"/>
      <p:bldP spid="295" grpId="0"/>
      <p:bldP spid="296" grpId="0" animBg="1"/>
      <p:bldP spid="297" grpId="0"/>
      <p:bldP spid="298" grpId="0" animBg="1"/>
      <p:bldP spid="299" grpId="0"/>
      <p:bldP spid="300" grpId="0" animBg="1"/>
      <p:bldP spid="301" grpId="0"/>
      <p:bldP spid="302" grpId="0" animBg="1"/>
      <p:bldP spid="303" grpId="0" animBg="1"/>
      <p:bldP spid="304" grpId="0"/>
      <p:bldP spid="305" grpId="0" animBg="1"/>
      <p:bldP spid="306" grpId="0"/>
      <p:bldP spid="307" grpId="0" animBg="1"/>
      <p:bldP spid="308" grpId="0"/>
      <p:bldP spid="309" grpId="0" animBg="1"/>
      <p:bldP spid="310" grpId="0"/>
      <p:bldP spid="311" grpId="0"/>
      <p:bldP spid="312" grpId="0" animBg="1"/>
      <p:bldP spid="313" grpId="0"/>
      <p:bldP spid="314" grpId="0"/>
      <p:bldP spid="315" grpId="0" animBg="1"/>
      <p:bldP spid="316" grpId="0"/>
      <p:bldP spid="317" grpId="0" animBg="1"/>
      <p:bldP spid="318" grpId="0"/>
      <p:bldP spid="319" grpId="0"/>
      <p:bldP spid="320" grpId="0" animBg="1"/>
      <p:bldP spid="321" grpId="0"/>
      <p:bldP spid="322" grpId="0" animBg="1"/>
      <p:bldP spid="323" grpId="0"/>
      <p:bldP spid="324" grpId="0"/>
      <p:bldP spid="325" grpId="0" animBg="1"/>
      <p:bldP spid="326" grpId="0"/>
      <p:bldP spid="327" grpId="0" animBg="1"/>
      <p:bldP spid="328" grpId="0"/>
      <p:bldP spid="329" grpId="0"/>
      <p:bldP spid="330" grpId="0" animBg="1"/>
      <p:bldP spid="331" grpId="0"/>
      <p:bldP spid="332" grpId="0" animBg="1"/>
      <p:bldP spid="333" grpId="0"/>
      <p:bldP spid="334" grpId="0"/>
      <p:bldP spid="335" grpId="0" animBg="1"/>
      <p:bldP spid="336" grpId="0"/>
      <p:bldP spid="337" grpId="0" animBg="1"/>
      <p:bldP spid="338" grpId="0"/>
      <p:bldP spid="339" grpId="0"/>
      <p:bldP spid="340" grpId="0" animBg="1"/>
      <p:bldP spid="341" grpId="0"/>
      <p:bldP spid="342" grpId="0" animBg="1"/>
      <p:bldP spid="343" grpId="0"/>
      <p:bldP spid="344" grpId="0" animBg="1"/>
      <p:bldP spid="345" grpId="0" animBg="1"/>
      <p:bldP spid="346" grpId="0" animBg="1"/>
      <p:bldP spid="347" grpId="0" animBg="1"/>
      <p:bldP spid="348" grpId="0"/>
      <p:bldP spid="349" grpId="0"/>
      <p:bldP spid="350" grpId="0" animBg="1"/>
      <p:bldP spid="351" grpId="0"/>
      <p:bldP spid="352" grpId="0" animBg="1"/>
      <p:bldP spid="353" grpId="0"/>
      <p:bldP spid="354" grpId="0" animBg="1"/>
      <p:bldP spid="355" grpId="0"/>
      <p:bldP spid="356" grpId="0" animBg="1"/>
      <p:bldP spid="357" grpId="0"/>
      <p:bldP spid="358" grpId="0"/>
      <p:bldP spid="359" grpId="0"/>
      <p:bldP spid="360" grpId="0" animBg="1"/>
      <p:bldP spid="361" grpId="0"/>
      <p:bldP spid="362" grpId="0" animBg="1"/>
      <p:bldP spid="363" grpId="0"/>
      <p:bldP spid="364" grpId="0" animBg="1"/>
      <p:bldP spid="365" grpId="0"/>
      <p:bldP spid="366" grpId="0" animBg="1"/>
      <p:bldP spid="367" grpId="0"/>
      <p:bldP spid="368" grpId="0"/>
      <p:bldP spid="369" grpId="0" animBg="1"/>
      <p:bldP spid="370" grpId="0"/>
      <p:bldP spid="371" grpId="0" animBg="1"/>
      <p:bldP spid="372" grpId="0"/>
      <p:bldP spid="373" grpId="0" animBg="1"/>
      <p:bldP spid="374" grpId="0"/>
      <p:bldP spid="146" grpId="0" animBg="1"/>
      <p:bldP spid="147" grpId="0" animBg="1"/>
      <p:bldP spid="148" grpId="0"/>
      <p:bldP spid="149" grpId="0" animBg="1"/>
      <p:bldP spid="150" grpId="0"/>
      <p:bldP spid="151" grpId="0" animBg="1"/>
      <p:bldP spid="152" grpId="0"/>
      <p:bldP spid="153" grpId="0" animBg="1"/>
      <p:bldP spid="154" grpId="0"/>
      <p:bldP spid="155" grpId="0"/>
      <p:bldP spid="156" grpId="0" animBg="1"/>
      <p:bldP spid="157" grpId="0"/>
      <p:bldP spid="158" grpId="0"/>
      <p:bldP spid="159" grpId="0" animBg="1"/>
      <p:bldP spid="160" grpId="0"/>
      <p:bldP spid="161" grpId="0" animBg="1"/>
      <p:bldP spid="162" grpId="0"/>
      <p:bldP spid="163" grpId="0"/>
      <p:bldP spid="164" grpId="0" animBg="1"/>
      <p:bldP spid="165" grpId="0"/>
      <p:bldP spid="166" grpId="0" animBg="1"/>
      <p:bldP spid="167" grpId="0"/>
      <p:bldP spid="168" grpId="0"/>
      <p:bldP spid="169" grpId="0" animBg="1"/>
      <p:bldP spid="170" grpId="0"/>
      <p:bldP spid="171" grpId="0" animBg="1"/>
      <p:bldP spid="172" grpId="0"/>
      <p:bldP spid="173" grpId="0"/>
      <p:bldP spid="174" grpId="0" animBg="1"/>
      <p:bldP spid="175" grpId="0"/>
      <p:bldP spid="176" grpId="0" animBg="1"/>
      <p:bldP spid="177" grpId="0"/>
      <p:bldP spid="178" grpId="0"/>
      <p:bldP spid="179" grpId="0" animBg="1"/>
      <p:bldP spid="180" grpId="0"/>
      <p:bldP spid="181" grpId="0" animBg="1"/>
      <p:bldP spid="182" grpId="0"/>
      <p:bldP spid="183" grpId="0"/>
      <p:bldP spid="184" grpId="0" animBg="1"/>
      <p:bldP spid="185" grpId="0"/>
      <p:bldP spid="186" grpId="0" animBg="1"/>
      <p:bldP spid="187" grpId="0"/>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p:bldP spid="200" grpId="0"/>
      <p:bldP spid="201" grpId="0" animBg="1"/>
      <p:bldP spid="202" grpId="0"/>
      <p:bldP spid="203" grpId="0" animBg="1"/>
      <p:bldP spid="204" grpId="0"/>
      <p:bldP spid="205" grpId="0" animBg="1"/>
      <p:bldP spid="206" grpId="0"/>
      <p:bldP spid="207" grpId="0" animBg="1"/>
      <p:bldP spid="208" grpId="0"/>
      <p:bldP spid="209" grpId="0"/>
      <p:bldP spid="210" grpId="0"/>
      <p:bldP spid="211" grpId="0" animBg="1"/>
      <p:bldP spid="212" grpId="0"/>
      <p:bldP spid="213" grpId="0"/>
      <p:bldP spid="214" grpId="0" animBg="1"/>
      <p:bldP spid="215" grpId="0"/>
      <p:bldP spid="216" grpId="0" animBg="1"/>
      <p:bldP spid="217" grpId="0"/>
      <p:bldP spid="218" grpId="0" animBg="1"/>
      <p:bldP spid="219" grpId="0"/>
      <p:bldP spid="220" grpId="0"/>
      <p:bldP spid="221" grpId="0" animBg="1"/>
      <p:bldP spid="222" grpId="0"/>
      <p:bldP spid="223" grpId="0" animBg="1"/>
      <p:bldP spid="224" grpId="0"/>
      <p:bldP spid="225" grpId="0" animBg="1"/>
      <p:bldP spid="226" grpId="0"/>
      <p:bldP spid="228" grpId="0"/>
      <p:bldP spid="37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7" name="title">
            <a:extLst>
              <a:ext uri="{FF2B5EF4-FFF2-40B4-BE49-F238E27FC236}">
                <a16:creationId xmlns:a16="http://schemas.microsoft.com/office/drawing/2014/main" id="{A2DFA0FE-FE57-450F-8992-34E4FC6BE92A}"/>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Backward pass: hidden layer 1</a:t>
            </a:r>
          </a:p>
        </p:txBody>
      </p:sp>
      <p:sp>
        <p:nvSpPr>
          <p:cNvPr id="2" name="lead">
            <a:extLst>
              <a:ext uri="{FF2B5EF4-FFF2-40B4-BE49-F238E27FC236}">
                <a16:creationId xmlns:a16="http://schemas.microsoft.com/office/drawing/2014/main" id="{B13208E1-82FD-406B-A885-B6115A62CEB0}"/>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Reuse the derivative from layer 2 and the saved forward values for layer 1.</a:t>
            </a:r>
          </a:p>
        </p:txBody>
      </p:sp>
      <p:sp>
        <p:nvSpPr>
          <p:cNvPr id="3" name="footer_course">
            <a:extLst>
              <a:ext uri="{FF2B5EF4-FFF2-40B4-BE49-F238E27FC236}">
                <a16:creationId xmlns:a16="http://schemas.microsoft.com/office/drawing/2014/main" id="{C82E395A-4E28-4C21-9399-DACC232277DC}"/>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9275FF27-4914-44D9-9B6B-88DEAD3AE6F0}"/>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20</a:t>
            </a:r>
          </a:p>
        </p:txBody>
      </p:sp>
      <p:sp>
        <p:nvSpPr>
          <p:cNvPr id="5" name="note_box_1">
            <a:extLst>
              <a:ext uri="{FF2B5EF4-FFF2-40B4-BE49-F238E27FC236}">
                <a16:creationId xmlns:a16="http://schemas.microsoft.com/office/drawing/2014/main" id="{17FFECF1-24DF-4577-A4F9-FC58F11DC137}"/>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6" name="text_2">
            <a:extLst>
              <a:ext uri="{FF2B5EF4-FFF2-40B4-BE49-F238E27FC236}">
                <a16:creationId xmlns:a16="http://schemas.microsoft.com/office/drawing/2014/main" id="{4C832E0D-AF3C-4D1F-96F2-FE1034DDF3E6}"/>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 name="note_box_3">
            <a:extLst>
              <a:ext uri="{FF2B5EF4-FFF2-40B4-BE49-F238E27FC236}">
                <a16:creationId xmlns:a16="http://schemas.microsoft.com/office/drawing/2014/main" id="{7BEDD680-3706-4F13-8297-83B58F907D6B}"/>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8" name="text_4">
            <a:extLst>
              <a:ext uri="{FF2B5EF4-FFF2-40B4-BE49-F238E27FC236}">
                <a16:creationId xmlns:a16="http://schemas.microsoft.com/office/drawing/2014/main" id="{FC6BF5F4-226C-4C8A-8EAC-35DB83032B10}"/>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9" name="note_box_5">
            <a:extLst>
              <a:ext uri="{FF2B5EF4-FFF2-40B4-BE49-F238E27FC236}">
                <a16:creationId xmlns:a16="http://schemas.microsoft.com/office/drawing/2014/main" id="{C2F48350-5E60-4CDE-A1CC-C8E343144BEE}"/>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0" name="text_6">
            <a:extLst>
              <a:ext uri="{FF2B5EF4-FFF2-40B4-BE49-F238E27FC236}">
                <a16:creationId xmlns:a16="http://schemas.microsoft.com/office/drawing/2014/main" id="{52C3C04E-0E9C-4D92-8230-26657514CA02}"/>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 name="note_box_7">
            <a:extLst>
              <a:ext uri="{FF2B5EF4-FFF2-40B4-BE49-F238E27FC236}">
                <a16:creationId xmlns:a16="http://schemas.microsoft.com/office/drawing/2014/main" id="{DE4B5C07-58AE-4A18-A22A-06A64E96D760}"/>
              </a:ext>
            </a:extLst>
          </p:cNvPr>
          <p:cNvSpPr>
            <a:spLocks noGrp="1"/>
          </p:cNvSpPr>
          <p:nvPr/>
        </p:nvSpPr>
        <p:spPr>
          <a:xfrm>
            <a:off x="495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 name="equation_8" descr="\phi_0(x)">
                <a:extLst>
                  <a:ext uri="{FF2B5EF4-FFF2-40B4-BE49-F238E27FC236}">
                    <a16:creationId xmlns:a16="http://schemas.microsoft.com/office/drawing/2014/main" id="{27B4ABB2-E496-4049-8BF6-731E4F243DFA}"/>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2" name="equation_8" descr="\phi_0(x)">
                <a:extLst>
                  <a:ext uri="{FF2B5EF4-FFF2-40B4-BE49-F238E27FC236}">
                    <a16:creationId xmlns:a16="http://schemas.microsoft.com/office/drawing/2014/main" id="{27B4ABB2-E496-4049-8BF6-731E4F243DFA}"/>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equation_9" descr="2">
                <a:extLst>
                  <a:ext uri="{FF2B5EF4-FFF2-40B4-BE49-F238E27FC236}">
                    <a16:creationId xmlns:a16="http://schemas.microsoft.com/office/drawing/2014/main" id="{E2148144-0322-46B8-BC90-46D5749C16B7}"/>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2</m:t>
                      </m:r>
                    </m:oMath>
                  </m:oMathPara>
                </a14:m>
                <a:endParaRPr lang="en-GB" sz="2000"/>
              </a:p>
            </p:txBody>
          </p:sp>
        </mc:Choice>
        <mc:Fallback xmlns="">
          <p:sp>
            <p:nvSpPr>
              <p:cNvPr id="13" name="equation_9" descr="2">
                <a:extLst>
                  <a:ext uri="{FF2B5EF4-FFF2-40B4-BE49-F238E27FC236}">
                    <a16:creationId xmlns:a16="http://schemas.microsoft.com/office/drawing/2014/main" id="{E2148144-0322-46B8-BC90-46D5749C16B7}"/>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4" name="note_box_10">
            <a:extLst>
              <a:ext uri="{FF2B5EF4-FFF2-40B4-BE49-F238E27FC236}">
                <a16:creationId xmlns:a16="http://schemas.microsoft.com/office/drawing/2014/main" id="{5E24465B-017F-4C19-9BE0-2A6C05BFC2A3}"/>
              </a:ext>
            </a:extLst>
          </p:cNvPr>
          <p:cNvSpPr>
            <a:spLocks noGrp="1"/>
          </p:cNvSpPr>
          <p:nvPr/>
        </p:nvSpPr>
        <p:spPr>
          <a:xfrm>
            <a:off x="21717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5" name="equation_11" descr="a_1(x)">
                <a:extLst>
                  <a:ext uri="{FF2B5EF4-FFF2-40B4-BE49-F238E27FC236}">
                    <a16:creationId xmlns:a16="http://schemas.microsoft.com/office/drawing/2014/main" id="{66C80199-12CF-431C-A859-41180D21881B}"/>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5" name="equation_11" descr="a_1(x)">
                <a:extLst>
                  <a:ext uri="{FF2B5EF4-FFF2-40B4-BE49-F238E27FC236}">
                    <a16:creationId xmlns:a16="http://schemas.microsoft.com/office/drawing/2014/main" id="{66C80199-12CF-431C-A859-41180D21881B}"/>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equation_12" descr="3">
                <a:extLst>
                  <a:ext uri="{FF2B5EF4-FFF2-40B4-BE49-F238E27FC236}">
                    <a16:creationId xmlns:a16="http://schemas.microsoft.com/office/drawing/2014/main" id="{D2F8B841-D22F-4098-A88E-1746C130ED54}"/>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16" name="equation_12" descr="3">
                <a:extLst>
                  <a:ext uri="{FF2B5EF4-FFF2-40B4-BE49-F238E27FC236}">
                    <a16:creationId xmlns:a16="http://schemas.microsoft.com/office/drawing/2014/main" id="{D2F8B841-D22F-4098-A88E-1746C130ED54}"/>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7" name="line_13">
            <a:extLst>
              <a:ext uri="{FF2B5EF4-FFF2-40B4-BE49-F238E27FC236}">
                <a16:creationId xmlns:a16="http://schemas.microsoft.com/office/drawing/2014/main" id="{098CEBDD-A8E9-46D9-A6DA-91A4E80578BA}"/>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8" name="text_14">
            <a:extLst>
              <a:ext uri="{FF2B5EF4-FFF2-40B4-BE49-F238E27FC236}">
                <a16:creationId xmlns:a16="http://schemas.microsoft.com/office/drawing/2014/main" id="{6B1D44C2-E5AA-48E4-AAF5-7327C53DE004}"/>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9" name="note_box_15">
            <a:extLst>
              <a:ext uri="{FF2B5EF4-FFF2-40B4-BE49-F238E27FC236}">
                <a16:creationId xmlns:a16="http://schemas.microsoft.com/office/drawing/2014/main" id="{EAB4E4FC-A573-4E09-A180-8493597F98F9}"/>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0" name="equation_16" descr="\phi_1(x)">
                <a:extLst>
                  <a:ext uri="{FF2B5EF4-FFF2-40B4-BE49-F238E27FC236}">
                    <a16:creationId xmlns:a16="http://schemas.microsoft.com/office/drawing/2014/main" id="{81519A68-5DB3-4EAA-B30C-29215AB2BE16}"/>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0" name="equation_16" descr="\phi_1(x)">
                <a:extLst>
                  <a:ext uri="{FF2B5EF4-FFF2-40B4-BE49-F238E27FC236}">
                    <a16:creationId xmlns:a16="http://schemas.microsoft.com/office/drawing/2014/main" id="{81519A68-5DB3-4EAA-B30C-29215AB2BE16}"/>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equation_17" descr="3">
                <a:extLst>
                  <a:ext uri="{FF2B5EF4-FFF2-40B4-BE49-F238E27FC236}">
                    <a16:creationId xmlns:a16="http://schemas.microsoft.com/office/drawing/2014/main" id="{3E07B1DE-9C3D-4C65-A10A-9CC323323B6D}"/>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1" name="equation_17" descr="3">
                <a:extLst>
                  <a:ext uri="{FF2B5EF4-FFF2-40B4-BE49-F238E27FC236}">
                    <a16:creationId xmlns:a16="http://schemas.microsoft.com/office/drawing/2014/main" id="{3E07B1DE-9C3D-4C65-A10A-9CC323323B6D}"/>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22" name="line_18">
            <a:extLst>
              <a:ext uri="{FF2B5EF4-FFF2-40B4-BE49-F238E27FC236}">
                <a16:creationId xmlns:a16="http://schemas.microsoft.com/office/drawing/2014/main" id="{FC1FF66C-4EEE-4D2D-A677-8E5695403502}"/>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3" name="text_19">
            <a:extLst>
              <a:ext uri="{FF2B5EF4-FFF2-40B4-BE49-F238E27FC236}">
                <a16:creationId xmlns:a16="http://schemas.microsoft.com/office/drawing/2014/main" id="{9317132A-21E0-4EB7-A9DC-3906B8047AC3}"/>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 name="note_box_20">
            <a:extLst>
              <a:ext uri="{FF2B5EF4-FFF2-40B4-BE49-F238E27FC236}">
                <a16:creationId xmlns:a16="http://schemas.microsoft.com/office/drawing/2014/main" id="{B1927A6A-946A-4EDB-8252-6360D7593446}"/>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a_2(x)">
                <a:extLst>
                  <a:ext uri="{FF2B5EF4-FFF2-40B4-BE49-F238E27FC236}">
                    <a16:creationId xmlns:a16="http://schemas.microsoft.com/office/drawing/2014/main" id="{0D10E275-E120-4202-B907-681460F6AA26}"/>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5" name="equation_21" descr="a_2(x)">
                <a:extLst>
                  <a:ext uri="{FF2B5EF4-FFF2-40B4-BE49-F238E27FC236}">
                    <a16:creationId xmlns:a16="http://schemas.microsoft.com/office/drawing/2014/main" id="{0D10E275-E120-4202-B907-681460F6AA26}"/>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equation_22" descr="5">
                <a:extLst>
                  <a:ext uri="{FF2B5EF4-FFF2-40B4-BE49-F238E27FC236}">
                    <a16:creationId xmlns:a16="http://schemas.microsoft.com/office/drawing/2014/main" id="{A340A61E-CB24-4D48-9AFD-98EFB2D6F2DF}"/>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6" name="equation_22" descr="5">
                <a:extLst>
                  <a:ext uri="{FF2B5EF4-FFF2-40B4-BE49-F238E27FC236}">
                    <a16:creationId xmlns:a16="http://schemas.microsoft.com/office/drawing/2014/main" id="{A340A61E-CB24-4D48-9AFD-98EFB2D6F2DF}"/>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27" name="line_23">
            <a:extLst>
              <a:ext uri="{FF2B5EF4-FFF2-40B4-BE49-F238E27FC236}">
                <a16:creationId xmlns:a16="http://schemas.microsoft.com/office/drawing/2014/main" id="{225F2663-EB68-47B7-AD5E-8B879325912D}"/>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8" name="text_24">
            <a:extLst>
              <a:ext uri="{FF2B5EF4-FFF2-40B4-BE49-F238E27FC236}">
                <a16:creationId xmlns:a16="http://schemas.microsoft.com/office/drawing/2014/main" id="{679968D3-8977-4598-A709-DB83880C63A4}"/>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9" name="note_box_25">
            <a:extLst>
              <a:ext uri="{FF2B5EF4-FFF2-40B4-BE49-F238E27FC236}">
                <a16:creationId xmlns:a16="http://schemas.microsoft.com/office/drawing/2014/main" id="{A940E7DB-69E2-41EA-B99F-6F0A9EAB2D3B}"/>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0" name="equation_26" descr="\phi_2(x)">
                <a:extLst>
                  <a:ext uri="{FF2B5EF4-FFF2-40B4-BE49-F238E27FC236}">
                    <a16:creationId xmlns:a16="http://schemas.microsoft.com/office/drawing/2014/main" id="{140CEE13-C185-4AD3-96F6-638F3DDC5D2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0" name="equation_26" descr="\phi_2(x)">
                <a:extLst>
                  <a:ext uri="{FF2B5EF4-FFF2-40B4-BE49-F238E27FC236}">
                    <a16:creationId xmlns:a16="http://schemas.microsoft.com/office/drawing/2014/main" id="{140CEE13-C185-4AD3-96F6-638F3DDC5D2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equation_27" descr="5">
                <a:extLst>
                  <a:ext uri="{FF2B5EF4-FFF2-40B4-BE49-F238E27FC236}">
                    <a16:creationId xmlns:a16="http://schemas.microsoft.com/office/drawing/2014/main" id="{C7F063D2-35B6-4284-AA06-FF27D95B90A0}"/>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1" name="equation_27" descr="5">
                <a:extLst>
                  <a:ext uri="{FF2B5EF4-FFF2-40B4-BE49-F238E27FC236}">
                    <a16:creationId xmlns:a16="http://schemas.microsoft.com/office/drawing/2014/main" id="{C7F063D2-35B6-4284-AA06-FF27D95B90A0}"/>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32" name="line_28">
            <a:extLst>
              <a:ext uri="{FF2B5EF4-FFF2-40B4-BE49-F238E27FC236}">
                <a16:creationId xmlns:a16="http://schemas.microsoft.com/office/drawing/2014/main" id="{4ADB3C91-19BF-4392-8B1B-1BE0D0AFFC16}"/>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3" name="text_29">
            <a:extLst>
              <a:ext uri="{FF2B5EF4-FFF2-40B4-BE49-F238E27FC236}">
                <a16:creationId xmlns:a16="http://schemas.microsoft.com/office/drawing/2014/main" id="{8F360962-88D4-4349-B290-FDB078B37EF3}"/>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4" name="note_box_30">
            <a:extLst>
              <a:ext uri="{FF2B5EF4-FFF2-40B4-BE49-F238E27FC236}">
                <a16:creationId xmlns:a16="http://schemas.microsoft.com/office/drawing/2014/main" id="{599A4A64-33B8-44E3-8723-C9D10A7E41C4}"/>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 name="equation_31" descr="a_3(x)">
                <a:extLst>
                  <a:ext uri="{FF2B5EF4-FFF2-40B4-BE49-F238E27FC236}">
                    <a16:creationId xmlns:a16="http://schemas.microsoft.com/office/drawing/2014/main" id="{FBED7CA5-03CF-4F1F-85B4-1BECB6DCDFD9}"/>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5" name="equation_31" descr="a_3(x)">
                <a:extLst>
                  <a:ext uri="{FF2B5EF4-FFF2-40B4-BE49-F238E27FC236}">
                    <a16:creationId xmlns:a16="http://schemas.microsoft.com/office/drawing/2014/main" id="{FBED7CA5-03CF-4F1F-85B4-1BECB6DCDFD9}"/>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equation_32" descr="-3">
                <a:extLst>
                  <a:ext uri="{FF2B5EF4-FFF2-40B4-BE49-F238E27FC236}">
                    <a16:creationId xmlns:a16="http://schemas.microsoft.com/office/drawing/2014/main" id="{4DC4DD9A-510E-4EA1-A873-A585FD519FA4}"/>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6" name="equation_32" descr="-3">
                <a:extLst>
                  <a:ext uri="{FF2B5EF4-FFF2-40B4-BE49-F238E27FC236}">
                    <a16:creationId xmlns:a16="http://schemas.microsoft.com/office/drawing/2014/main" id="{4DC4DD9A-510E-4EA1-A873-A585FD519FA4}"/>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37" name="line_33">
            <a:extLst>
              <a:ext uri="{FF2B5EF4-FFF2-40B4-BE49-F238E27FC236}">
                <a16:creationId xmlns:a16="http://schemas.microsoft.com/office/drawing/2014/main" id="{D2007D39-870A-4372-8173-BC230A95EFDF}"/>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8" name="text_34">
            <a:extLst>
              <a:ext uri="{FF2B5EF4-FFF2-40B4-BE49-F238E27FC236}">
                <a16:creationId xmlns:a16="http://schemas.microsoft.com/office/drawing/2014/main" id="{9405FDB4-28C6-4181-AD19-4F4538464FA4}"/>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9" name="note_box_35">
            <a:extLst>
              <a:ext uri="{FF2B5EF4-FFF2-40B4-BE49-F238E27FC236}">
                <a16:creationId xmlns:a16="http://schemas.microsoft.com/office/drawing/2014/main" id="{EB3C9FBD-34C9-455C-9D16-0037A2434B10}"/>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mathcal{L}_{\mathrm{sq}}">
                <a:extLst>
                  <a:ext uri="{FF2B5EF4-FFF2-40B4-BE49-F238E27FC236}">
                    <a16:creationId xmlns:a16="http://schemas.microsoft.com/office/drawing/2014/main" id="{92D33FFB-730C-4EEC-A036-6B6E53882A00}"/>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0" name="equation_36" descr="\mathcal{L}_{\mathrm{sq}}">
                <a:extLst>
                  <a:ext uri="{FF2B5EF4-FFF2-40B4-BE49-F238E27FC236}">
                    <a16:creationId xmlns:a16="http://schemas.microsoft.com/office/drawing/2014/main" id="{92D33FFB-730C-4EEC-A036-6B6E53882A00}"/>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 name="equation_37" descr="1">
                <a:extLst>
                  <a:ext uri="{FF2B5EF4-FFF2-40B4-BE49-F238E27FC236}">
                    <a16:creationId xmlns:a16="http://schemas.microsoft.com/office/drawing/2014/main" id="{99B57222-E0BC-42E9-AD87-B7928469A61E}"/>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41" name="equation_37" descr="1">
                <a:extLst>
                  <a:ext uri="{FF2B5EF4-FFF2-40B4-BE49-F238E27FC236}">
                    <a16:creationId xmlns:a16="http://schemas.microsoft.com/office/drawing/2014/main" id="{99B57222-E0BC-42E9-AD87-B7928469A61E}"/>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42" name="line_38">
            <a:extLst>
              <a:ext uri="{FF2B5EF4-FFF2-40B4-BE49-F238E27FC236}">
                <a16:creationId xmlns:a16="http://schemas.microsoft.com/office/drawing/2014/main" id="{9331E8DB-9AB3-495B-990F-A91CD9821921}"/>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43" name="text_39">
            <a:extLst>
              <a:ext uri="{FF2B5EF4-FFF2-40B4-BE49-F238E27FC236}">
                <a16:creationId xmlns:a16="http://schemas.microsoft.com/office/drawing/2014/main" id="{DCE63EE2-1FD7-47BC-8F23-AB94E9FC5D77}"/>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44" name="note_box_40">
            <a:extLst>
              <a:ext uri="{FF2B5EF4-FFF2-40B4-BE49-F238E27FC236}">
                <a16:creationId xmlns:a16="http://schemas.microsoft.com/office/drawing/2014/main" id="{EDBB2304-B782-4E31-830F-E668EFA5A8E8}"/>
              </a:ext>
            </a:extLst>
          </p:cNvPr>
          <p:cNvSpPr>
            <a:spLocks noGrp="1"/>
          </p:cNvSpPr>
          <p:nvPr/>
        </p:nvSpPr>
        <p:spPr>
          <a:xfrm>
            <a:off x="29337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5" name="equation_41" descr="w_2=2">
                <a:extLst>
                  <a:ext uri="{FF2B5EF4-FFF2-40B4-BE49-F238E27FC236}">
                    <a16:creationId xmlns:a16="http://schemas.microsoft.com/office/drawing/2014/main" id="{EB0801D4-9DC7-412C-B9A6-88345D86B881}"/>
                  </a:ext>
                </a:extLst>
              </p:cNvPr>
              <p:cNvSpPr>
                <a:spLocks noGrp="1"/>
              </p:cNvSpPr>
              <p:nvPr/>
            </p:nvSpPr>
            <p:spPr>
              <a:xfrm>
                <a:off x="29622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2</m:t>
                          </m:r>
                        </m:sub>
                      </m:sSub>
                      <m:r>
                        <a:rPr lang="en-GB" sz="2000">
                          <a:solidFill>
                            <a:srgbClr val="235C99"/>
                          </a:solidFill>
                          <a:latin typeface="Cambria Math"/>
                          <a:ea typeface="Cambria Math"/>
                          <a:cs typeface="Cambria Math"/>
                        </a:rPr>
                        <m:t>=2</m:t>
                      </m:r>
                    </m:oMath>
                  </m:oMathPara>
                </a14:m>
                <a:endParaRPr lang="en-GB" sz="2000"/>
              </a:p>
            </p:txBody>
          </p:sp>
        </mc:Choice>
        <mc:Fallback xmlns="">
          <p:sp>
            <p:nvSpPr>
              <p:cNvPr id="45" name="equation_41" descr="w_2=2">
                <a:extLst>
                  <a:ext uri="{FF2B5EF4-FFF2-40B4-BE49-F238E27FC236}">
                    <a16:creationId xmlns:a16="http://schemas.microsoft.com/office/drawing/2014/main" id="{EB0801D4-9DC7-412C-B9A6-88345D86B881}"/>
                  </a:ext>
                </a:extLst>
              </p:cNvPr>
              <p:cNvSpPr>
                <a:spLocks noGrp="1" noRot="1" noChangeAspect="1" noMove="1" noResize="1" noEditPoints="1" noAdjustHandles="1" noChangeArrowheads="1" noChangeShapeType="1" noTextEdit="1"/>
              </p:cNvSpPr>
              <p:nvPr/>
            </p:nvSpPr>
            <p:spPr>
              <a:xfrm>
                <a:off x="2962275" y="2867025"/>
                <a:ext cx="1085850" cy="247650"/>
              </a:xfrm>
              <a:prstGeom prst="rect">
                <a:avLst/>
              </a:prstGeom>
              <a:blipFill>
                <a:blip r:embed="rId16"/>
                <a:stretch>
                  <a:fillRect t="-2439" b="-26829"/>
                </a:stretch>
              </a:blipFill>
              <a:ln w="0">
                <a:noFill/>
              </a:ln>
            </p:spPr>
            <p:txBody>
              <a:bodyPr/>
              <a:lstStyle/>
              <a:p>
                <a:r>
                  <a:rPr lang="it-IT">
                    <a:noFill/>
                  </a:rPr>
                  <a:t> </a:t>
                </a:r>
              </a:p>
            </p:txBody>
          </p:sp>
        </mc:Fallback>
      </mc:AlternateContent>
      <p:sp>
        <p:nvSpPr>
          <p:cNvPr id="46" name="note_box_42">
            <a:extLst>
              <a:ext uri="{FF2B5EF4-FFF2-40B4-BE49-F238E27FC236}">
                <a16:creationId xmlns:a16="http://schemas.microsoft.com/office/drawing/2014/main" id="{A3D90A80-C26D-4C76-90DF-4429DB276916}"/>
              </a:ext>
            </a:extLst>
          </p:cNvPr>
          <p:cNvSpPr>
            <a:spLocks noGrp="1"/>
          </p:cNvSpPr>
          <p:nvPr/>
        </p:nvSpPr>
        <p:spPr>
          <a:xfrm>
            <a:off x="1143000" y="3238500"/>
            <a:ext cx="32766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7" name="equation_43" descr="J'_{1}(a_1(x))">
                <a:extLst>
                  <a:ext uri="{FF2B5EF4-FFF2-40B4-BE49-F238E27FC236}">
                    <a16:creationId xmlns:a16="http://schemas.microsoft.com/office/drawing/2014/main" id="{66FC32BE-13EB-402D-BF7B-02CB260BCD41}"/>
                  </a:ext>
                </a:extLst>
              </p:cNvPr>
              <p:cNvSpPr>
                <a:spLocks noGrp="1"/>
              </p:cNvSpPr>
              <p:nvPr/>
            </p:nvSpPr>
            <p:spPr>
              <a:xfrm>
                <a:off x="14287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oMath>
                  </m:oMathPara>
                </a14:m>
                <a:endParaRPr lang="en-GB" sz="2000"/>
              </a:p>
            </p:txBody>
          </p:sp>
        </mc:Choice>
        <mc:Fallback xmlns="">
          <p:sp>
            <p:nvSpPr>
              <p:cNvPr id="47" name="equation_43" descr="J'_{1}(3)">
                <a:extLst>
                  <a:ext uri="{FF2B5EF4-FFF2-40B4-BE49-F238E27FC236}">
                    <a16:creationId xmlns:a16="http://schemas.microsoft.com/office/drawing/2014/main" id="{66FC32BE-13EB-402D-BF7B-02CB260BCD41}"/>
                  </a:ext>
                </a:extLst>
              </p:cNvPr>
              <p:cNvSpPr>
                <a:spLocks noGrp="1" noRot="1" noChangeAspect="1" noMove="1" noResize="1" noEditPoints="1" noAdjustHandles="1" noChangeArrowheads="1" noChangeShapeType="1" noTextEdit="1"/>
              </p:cNvSpPr>
              <p:nvPr/>
            </p:nvSpPr>
            <p:spPr>
              <a:xfrm>
                <a:off x="1428750" y="3309430"/>
                <a:ext cx="2705100" cy="448691"/>
              </a:xfrm>
              <a:prstGeom prst="rect">
                <a:avLst/>
              </a:prstGeom>
              <a:blipFill>
                <a:blip r:embed="rId17"/>
                <a:stretch>
                  <a:fillRect b="-5479"/>
                </a:stretch>
              </a:blipFill>
              <a:ln w="0">
                <a:noFill/>
              </a:ln>
            </p:spPr>
            <p:txBody>
              <a:bodyPr/>
              <a:lstStyle/>
              <a:p>
                <a:r>
                  <a:rPr lang="it-IT">
                    <a:noFill/>
                  </a:rPr>
                  <a:t> </a:t>
                </a:r>
              </a:p>
            </p:txBody>
          </p:sp>
        </mc:Fallback>
      </mc:AlternateContent>
      <p:sp>
        <p:nvSpPr>
          <p:cNvPr id="48" name="text_44">
            <a:extLst>
              <a:ext uri="{FF2B5EF4-FFF2-40B4-BE49-F238E27FC236}">
                <a16:creationId xmlns:a16="http://schemas.microsoft.com/office/drawing/2014/main" id="{DB656041-A74B-4CEC-8E27-9FB72C0A9DFF}"/>
              </a:ext>
            </a:extLst>
          </p:cNvPr>
          <p:cNvSpPr>
            <a:spLocks noGrp="1"/>
          </p:cNvSpPr>
          <p:nvPr/>
        </p:nvSpPr>
        <p:spPr>
          <a:xfrm>
            <a:off x="14287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not yet calculated</a:t>
            </a:r>
          </a:p>
        </p:txBody>
      </p:sp>
      <p:sp>
        <p:nvSpPr>
          <p:cNvPr id="49" name="note_box_45">
            <a:extLst>
              <a:ext uri="{FF2B5EF4-FFF2-40B4-BE49-F238E27FC236}">
                <a16:creationId xmlns:a16="http://schemas.microsoft.com/office/drawing/2014/main" id="{9756DE9D-5A87-4396-B7BC-2F2E2667D455}"/>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0" name="equation_46" descr="\frac{\partial\mathcal{L}_{\mathrm{sq}}}{\partial w_1}=?">
                <a:extLst>
                  <a:ext uri="{FF2B5EF4-FFF2-40B4-BE49-F238E27FC236}">
                    <a16:creationId xmlns:a16="http://schemas.microsoft.com/office/drawing/2014/main" id="{16C71AFF-4802-430F-8A7D-16E8CA208CB3}"/>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0" name="equation_46" descr="\frac{\partial\mathcal{L}_{\mathrm{sq}}}{\partial w_1}=?">
                <a:extLst>
                  <a:ext uri="{FF2B5EF4-FFF2-40B4-BE49-F238E27FC236}">
                    <a16:creationId xmlns:a16="http://schemas.microsoft.com/office/drawing/2014/main" id="{16C71AFF-4802-430F-8A7D-16E8CA208CB3}"/>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51" name="note_box_47">
            <a:extLst>
              <a:ext uri="{FF2B5EF4-FFF2-40B4-BE49-F238E27FC236}">
                <a16:creationId xmlns:a16="http://schemas.microsoft.com/office/drawing/2014/main" id="{BC060FCE-0E5B-4A8F-954A-2CE2A337D6E7}"/>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2" name="equation_48" descr="\frac{\partial\mathcal{L}_{\mathrm{sq}}}{\partial b_1}=?">
                <a:extLst>
                  <a:ext uri="{FF2B5EF4-FFF2-40B4-BE49-F238E27FC236}">
                    <a16:creationId xmlns:a16="http://schemas.microsoft.com/office/drawing/2014/main" id="{FE71FD65-0C3D-418F-98EC-694912C85083}"/>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52" name="equation_48" descr="\frac{\partial\mathcal{L}_{\mathrm{sq}}}{\partial b_1}=?">
                <a:extLst>
                  <a:ext uri="{FF2B5EF4-FFF2-40B4-BE49-F238E27FC236}">
                    <a16:creationId xmlns:a16="http://schemas.microsoft.com/office/drawing/2014/main" id="{FE71FD65-0C3D-418F-98EC-694912C85083}"/>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8_equation_48"/>
                <a:stretch>
                  <a:fillRect b="-3158"/>
                </a:stretch>
              </a:blipFill>
              <a:ln w="0">
                <a:noFill/>
              </a:ln>
            </p:spPr>
            <p:txBody>
              <a:bodyPr/>
              <a:lstStyle/>
              <a:p>
                <a:r>
                  <a:rPr lang="it-IT">
                    <a:noFill/>
                  </a:rPr>
                  <a:t> </a:t>
                </a:r>
              </a:p>
            </p:txBody>
          </p:sp>
        </mc:Fallback>
      </mc:AlternateContent>
      <p:sp>
        <p:nvSpPr>
          <p:cNvPr id="53" name="note_brace_49">
            <a:extLst>
              <a:ext uri="{FF2B5EF4-FFF2-40B4-BE49-F238E27FC236}">
                <a16:creationId xmlns:a16="http://schemas.microsoft.com/office/drawing/2014/main" id="{4A040FDB-717B-41AE-832E-85AF89645E72}"/>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8024E583-06C8-4B9A-B033-CACCF32EFBE5}"/>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5" name="note_box_51">
            <a:extLst>
              <a:ext uri="{FF2B5EF4-FFF2-40B4-BE49-F238E27FC236}">
                <a16:creationId xmlns:a16="http://schemas.microsoft.com/office/drawing/2014/main" id="{CA5984BE-6D89-4726-A7D6-8966AC5DFB6C}"/>
              </a:ext>
            </a:extLst>
          </p:cNvPr>
          <p:cNvSpPr>
            <a:spLocks noGrp="1"/>
          </p:cNvSpPr>
          <p:nvPr/>
        </p:nvSpPr>
        <p:spPr>
          <a:xfrm>
            <a:off x="47053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56" name="equation_52" descr="J'_{2}(a_2(x))=2">
                <a:extLst>
                  <a:ext uri="{FF2B5EF4-FFF2-40B4-BE49-F238E27FC236}">
                    <a16:creationId xmlns:a16="http://schemas.microsoft.com/office/drawing/2014/main" id="{6133D680-21B9-4841-861B-6B7266C8B58A}"/>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56" name="equation_52" descr="J'_{2}(5)=2">
                <a:extLst>
                  <a:ext uri="{FF2B5EF4-FFF2-40B4-BE49-F238E27FC236}">
                    <a16:creationId xmlns:a16="http://schemas.microsoft.com/office/drawing/2014/main" id="{6133D680-21B9-4841-861B-6B7266C8B58A}"/>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57" name="text_53">
            <a:extLst>
              <a:ext uri="{FF2B5EF4-FFF2-40B4-BE49-F238E27FC236}">
                <a16:creationId xmlns:a16="http://schemas.microsoft.com/office/drawing/2014/main" id="{A51EBF2D-E11A-4744-9918-145A0B07A6F0}"/>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58" name="note_box_54">
            <a:extLst>
              <a:ext uri="{FF2B5EF4-FFF2-40B4-BE49-F238E27FC236}">
                <a16:creationId xmlns:a16="http://schemas.microsoft.com/office/drawing/2014/main" id="{3190D5A3-D9A7-4AC1-B79F-3FE3C919F35C}"/>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59" name="equation_55" descr="\frac{\partial\mathcal{L}_{\mathrm{sq}}}{\partial w_2}=6">
                <a:extLst>
                  <a:ext uri="{FF2B5EF4-FFF2-40B4-BE49-F238E27FC236}">
                    <a16:creationId xmlns:a16="http://schemas.microsoft.com/office/drawing/2014/main" id="{F297BEAE-15BE-4117-8080-EB41665A8BA5}"/>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=6</m:t>
                      </m:r>
                    </m:oMath>
                  </m:oMathPara>
                </a14:m>
                <a:endParaRPr lang="en-GB" sz="2000"/>
              </a:p>
            </p:txBody>
          </p:sp>
        </mc:Choice>
        <mc:Fallback xmlns="">
          <p:sp>
            <p:nvSpPr>
              <p:cNvPr id="59" name="equation_55" descr="\frac{\partial\mathcal{L}_{\mathrm{sq}}}{\partial w_2}=6">
                <a:extLst>
                  <a:ext uri="{FF2B5EF4-FFF2-40B4-BE49-F238E27FC236}">
                    <a16:creationId xmlns:a16="http://schemas.microsoft.com/office/drawing/2014/main" id="{F297BEAE-15BE-4117-8080-EB41665A8BA5}"/>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60" name="note_box_56">
            <a:extLst>
              <a:ext uri="{FF2B5EF4-FFF2-40B4-BE49-F238E27FC236}">
                <a16:creationId xmlns:a16="http://schemas.microsoft.com/office/drawing/2014/main" id="{3A926E2C-273B-498E-A00C-F1621AE44E93}"/>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1" name="equation_57" descr="\frac{\partial\mathcal{L}_{\mathrm{sq}}}{\partial b_2}=2">
                <a:extLst>
                  <a:ext uri="{FF2B5EF4-FFF2-40B4-BE49-F238E27FC236}">
                    <a16:creationId xmlns:a16="http://schemas.microsoft.com/office/drawing/2014/main" id="{ABB5F73E-EDC6-4EA2-B7CC-ED4616AFB8D6}"/>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61" name="equation_57" descr="\frac{\partial\mathcal{L}_{\mathrm{sq}}}{\partial b_2}=2">
                <a:extLst>
                  <a:ext uri="{FF2B5EF4-FFF2-40B4-BE49-F238E27FC236}">
                    <a16:creationId xmlns:a16="http://schemas.microsoft.com/office/drawing/2014/main" id="{ABB5F73E-EDC6-4EA2-B7CC-ED4616AFB8D6}"/>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8_equation_57"/>
                <a:stretch>
                  <a:fillRect b="-3158"/>
                </a:stretch>
              </a:blipFill>
              <a:ln w="0">
                <a:noFill/>
              </a:ln>
            </p:spPr>
            <p:txBody>
              <a:bodyPr/>
              <a:lstStyle/>
              <a:p>
                <a:r>
                  <a:rPr lang="it-IT">
                    <a:noFill/>
                  </a:rPr>
                  <a:t> </a:t>
                </a:r>
              </a:p>
            </p:txBody>
          </p:sp>
        </mc:Fallback>
      </mc:AlternateContent>
      <p:sp>
        <p:nvSpPr>
          <p:cNvPr id="62" name="note_brace_58">
            <a:extLst>
              <a:ext uri="{FF2B5EF4-FFF2-40B4-BE49-F238E27FC236}">
                <a16:creationId xmlns:a16="http://schemas.microsoft.com/office/drawing/2014/main" id="{6484EFAA-0E68-496C-AFB6-95B261BDC509}"/>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63" name="text_59">
            <a:extLst>
              <a:ext uri="{FF2B5EF4-FFF2-40B4-BE49-F238E27FC236}">
                <a16:creationId xmlns:a16="http://schemas.microsoft.com/office/drawing/2014/main" id="{EA2104D3-FC66-4B42-A97A-232463C13E0A}"/>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64" name="note_box_60">
            <a:extLst>
              <a:ext uri="{FF2B5EF4-FFF2-40B4-BE49-F238E27FC236}">
                <a16:creationId xmlns:a16="http://schemas.microsoft.com/office/drawing/2014/main" id="{4589E5BF-76E9-4331-BF7F-FD0DCE77FB7D}"/>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5" name="equation_61" descr="J'_{3}(a_3(x))=-2">
                <a:extLst>
                  <a:ext uri="{FF2B5EF4-FFF2-40B4-BE49-F238E27FC236}">
                    <a16:creationId xmlns:a16="http://schemas.microsoft.com/office/drawing/2014/main" id="{622D508F-1C57-4309-82A9-4B673C786DB4}"/>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r>
                        <a:rPr lang="en-GB" sz="2000">
                          <a:solidFill>
                            <a:srgbClr val="A5AAB0"/>
                          </a:solidFill>
                          <a:latin typeface="Cambria Math"/>
                          <a:ea typeface="Cambria Math"/>
                          <a:cs typeface="Cambria Math"/>
                        </a:rPr>
                        <m:t>=−2</m:t>
                      </m:r>
                    </m:oMath>
                  </m:oMathPara>
                </a14:m>
                <a:endParaRPr lang="en-GB" sz="2000"/>
              </a:p>
            </p:txBody>
          </p:sp>
        </mc:Choice>
        <mc:Fallback xmlns="">
          <p:sp>
            <p:nvSpPr>
              <p:cNvPr id="65" name="equation_61" descr="J'_{3}(-3)=-2">
                <a:extLst>
                  <a:ext uri="{FF2B5EF4-FFF2-40B4-BE49-F238E27FC236}">
                    <a16:creationId xmlns:a16="http://schemas.microsoft.com/office/drawing/2014/main" id="{622D508F-1C57-4309-82A9-4B673C786DB4}"/>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2"/>
                <a:stretch>
                  <a:fillRect b="-5479"/>
                </a:stretch>
              </a:blipFill>
              <a:ln w="0">
                <a:noFill/>
              </a:ln>
            </p:spPr>
            <p:txBody>
              <a:bodyPr/>
              <a:lstStyle/>
              <a:p>
                <a:r>
                  <a:rPr lang="it-IT">
                    <a:noFill/>
                  </a:rPr>
                  <a:t> </a:t>
                </a:r>
              </a:p>
            </p:txBody>
          </p:sp>
        </mc:Fallback>
      </mc:AlternateContent>
      <p:sp>
        <p:nvSpPr>
          <p:cNvPr id="66" name="text_62">
            <a:extLst>
              <a:ext uri="{FF2B5EF4-FFF2-40B4-BE49-F238E27FC236}">
                <a16:creationId xmlns:a16="http://schemas.microsoft.com/office/drawing/2014/main" id="{7DA546D1-4C96-4218-8653-03416CE6B0B3}"/>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67" name="note_box_63">
            <a:extLst>
              <a:ext uri="{FF2B5EF4-FFF2-40B4-BE49-F238E27FC236}">
                <a16:creationId xmlns:a16="http://schemas.microsoft.com/office/drawing/2014/main" id="{79EFE48B-D799-4AFD-9855-4500AD3B2886}"/>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68" name="equation_64" descr="\frac{\partial\mathcal{L}_{\mathrm{sq}}}{\partial w_3}=-10">
                <a:extLst>
                  <a:ext uri="{FF2B5EF4-FFF2-40B4-BE49-F238E27FC236}">
                    <a16:creationId xmlns:a16="http://schemas.microsoft.com/office/drawing/2014/main" id="{B7C24347-A96F-4039-A0AA-D9C21238DDF4}"/>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68" name="equation_64" descr="\frac{\partial\mathcal{L}_{\mathrm{sq}}}{\partial w_3}=-10">
                <a:extLst>
                  <a:ext uri="{FF2B5EF4-FFF2-40B4-BE49-F238E27FC236}">
                    <a16:creationId xmlns:a16="http://schemas.microsoft.com/office/drawing/2014/main" id="{B7C24347-A96F-4039-A0AA-D9C21238DDF4}"/>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69" name="note_box_65">
            <a:extLst>
              <a:ext uri="{FF2B5EF4-FFF2-40B4-BE49-F238E27FC236}">
                <a16:creationId xmlns:a16="http://schemas.microsoft.com/office/drawing/2014/main" id="{D34DAEDD-9570-48CA-AFB1-FB4813B19B7A}"/>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frac{\partial\mathcal{L}_{\mathrm{sq}}}{\partial b_3}=-2">
                <a:extLst>
                  <a:ext uri="{FF2B5EF4-FFF2-40B4-BE49-F238E27FC236}">
                    <a16:creationId xmlns:a16="http://schemas.microsoft.com/office/drawing/2014/main" id="{3E3CF8AA-FB31-4287-BDD3-DBD3E76268D1}"/>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70" name="equation_66" descr="\frac{\partial\mathcal{L}_{\mathrm{sq}}}{\partial b_3}=-2">
                <a:extLst>
                  <a:ext uri="{FF2B5EF4-FFF2-40B4-BE49-F238E27FC236}">
                    <a16:creationId xmlns:a16="http://schemas.microsoft.com/office/drawing/2014/main" id="{3E3CF8AA-FB31-4287-BDD3-DBD3E76268D1}"/>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8_equation_66"/>
                <a:stretch>
                  <a:fillRect b="-3158"/>
                </a:stretch>
              </a:blipFill>
              <a:ln w="0">
                <a:noFill/>
              </a:ln>
            </p:spPr>
            <p:txBody>
              <a:bodyPr/>
              <a:lstStyle/>
              <a:p>
                <a:r>
                  <a:rPr lang="it-IT">
                    <a:noFill/>
                  </a:rPr>
                  <a:t> </a:t>
                </a:r>
              </a:p>
            </p:txBody>
          </p:sp>
        </mc:Fallback>
      </mc:AlternateContent>
      <p:sp>
        <p:nvSpPr>
          <p:cNvPr id="71" name="note_brace_67">
            <a:extLst>
              <a:ext uri="{FF2B5EF4-FFF2-40B4-BE49-F238E27FC236}">
                <a16:creationId xmlns:a16="http://schemas.microsoft.com/office/drawing/2014/main" id="{6A7E532D-DB60-4964-BBF1-A354FEEA4E5D}"/>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72" name="text_68">
            <a:extLst>
              <a:ext uri="{FF2B5EF4-FFF2-40B4-BE49-F238E27FC236}">
                <a16:creationId xmlns:a16="http://schemas.microsoft.com/office/drawing/2014/main" id="{3BFA5D86-F150-4EA0-8CD7-EA34E511A306}"/>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73" name="shape_69">
            <a:extLst>
              <a:ext uri="{FF2B5EF4-FFF2-40B4-BE49-F238E27FC236}">
                <a16:creationId xmlns:a16="http://schemas.microsoft.com/office/drawing/2014/main" id="{5061FB7A-5C9E-4539-9113-7A81F6B2E2D7}"/>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74" name="note_box_70">
            <a:extLst>
              <a:ext uri="{FF2B5EF4-FFF2-40B4-BE49-F238E27FC236}">
                <a16:creationId xmlns:a16="http://schemas.microsoft.com/office/drawing/2014/main" id="{8C7D9E7D-8F57-4E0F-8173-55A837C055B4}"/>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75" name="text_71">
            <a:extLst>
              <a:ext uri="{FF2B5EF4-FFF2-40B4-BE49-F238E27FC236}">
                <a16:creationId xmlns:a16="http://schemas.microsoft.com/office/drawing/2014/main" id="{6241C1C1-C9DD-4F21-9819-CB2D4CA40833}"/>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76" name="note_box_72">
            <a:extLst>
              <a:ext uri="{FF2B5EF4-FFF2-40B4-BE49-F238E27FC236}">
                <a16:creationId xmlns:a16="http://schemas.microsoft.com/office/drawing/2014/main" id="{6C7971D5-E1A1-4174-BB31-BECB6757A7F0}"/>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77" name="text_73">
            <a:extLst>
              <a:ext uri="{FF2B5EF4-FFF2-40B4-BE49-F238E27FC236}">
                <a16:creationId xmlns:a16="http://schemas.microsoft.com/office/drawing/2014/main" id="{8EC5E122-179B-46EF-BBB1-BA2CCEE223ED}"/>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78" name="note_box_74">
            <a:extLst>
              <a:ext uri="{FF2B5EF4-FFF2-40B4-BE49-F238E27FC236}">
                <a16:creationId xmlns:a16="http://schemas.microsoft.com/office/drawing/2014/main" id="{304805C6-80AF-4A61-A27B-1026A119927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79" name="text_75">
            <a:extLst>
              <a:ext uri="{FF2B5EF4-FFF2-40B4-BE49-F238E27FC236}">
                <a16:creationId xmlns:a16="http://schemas.microsoft.com/office/drawing/2014/main" id="{B52F38AA-B524-49B9-9F75-CE8F15EE544B}"/>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0" name="note_box_76">
            <a:extLst>
              <a:ext uri="{FF2B5EF4-FFF2-40B4-BE49-F238E27FC236}">
                <a16:creationId xmlns:a16="http://schemas.microsoft.com/office/drawing/2014/main" id="{7DD331A4-5D34-46B6-B8F4-3A437D80CCF6}"/>
              </a:ext>
            </a:extLst>
          </p:cNvPr>
          <p:cNvSpPr>
            <a:spLocks noGrp="1"/>
          </p:cNvSpPr>
          <p:nvPr/>
        </p:nvSpPr>
        <p:spPr>
          <a:xfrm>
            <a:off x="495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1" name="equation_77" descr="\phi_0(x)">
                <a:extLst>
                  <a:ext uri="{FF2B5EF4-FFF2-40B4-BE49-F238E27FC236}">
                    <a16:creationId xmlns:a16="http://schemas.microsoft.com/office/drawing/2014/main" id="{C3D7EA5A-0F01-410A-B361-B80C064D1ACD}"/>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81" name="equation_77" descr="\phi_0(x)">
                <a:extLst>
                  <a:ext uri="{FF2B5EF4-FFF2-40B4-BE49-F238E27FC236}">
                    <a16:creationId xmlns:a16="http://schemas.microsoft.com/office/drawing/2014/main" id="{C3D7EA5A-0F01-410A-B361-B80C064D1ACD}"/>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2" name="equation_78" descr="2">
                <a:extLst>
                  <a:ext uri="{FF2B5EF4-FFF2-40B4-BE49-F238E27FC236}">
                    <a16:creationId xmlns:a16="http://schemas.microsoft.com/office/drawing/2014/main" id="{FA22F7B1-C00A-4D3A-A108-ECA7B074125F}"/>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2</m:t>
                      </m:r>
                    </m:oMath>
                  </m:oMathPara>
                </a14:m>
                <a:endParaRPr lang="en-GB" sz="2000"/>
              </a:p>
            </p:txBody>
          </p:sp>
        </mc:Choice>
        <mc:Fallback xmlns="">
          <p:sp>
            <p:nvSpPr>
              <p:cNvPr id="82" name="equation_78" descr="2">
                <a:extLst>
                  <a:ext uri="{FF2B5EF4-FFF2-40B4-BE49-F238E27FC236}">
                    <a16:creationId xmlns:a16="http://schemas.microsoft.com/office/drawing/2014/main" id="{FA22F7B1-C00A-4D3A-A108-ECA7B074125F}"/>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83" name="note_box_79">
            <a:extLst>
              <a:ext uri="{FF2B5EF4-FFF2-40B4-BE49-F238E27FC236}">
                <a16:creationId xmlns:a16="http://schemas.microsoft.com/office/drawing/2014/main" id="{CDC0CDBF-86B5-4BB0-B7B0-6099D1BFC788}"/>
              </a:ext>
            </a:extLst>
          </p:cNvPr>
          <p:cNvSpPr>
            <a:spLocks noGrp="1"/>
          </p:cNvSpPr>
          <p:nvPr/>
        </p:nvSpPr>
        <p:spPr>
          <a:xfrm>
            <a:off x="21717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4" name="equation_80" descr="a_1(x)">
                <a:extLst>
                  <a:ext uri="{FF2B5EF4-FFF2-40B4-BE49-F238E27FC236}">
                    <a16:creationId xmlns:a16="http://schemas.microsoft.com/office/drawing/2014/main" id="{E19C667D-2D34-479F-9F85-69A33F681D55}"/>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84" name="equation_80" descr="a_1(x)">
                <a:extLst>
                  <a:ext uri="{FF2B5EF4-FFF2-40B4-BE49-F238E27FC236}">
                    <a16:creationId xmlns:a16="http://schemas.microsoft.com/office/drawing/2014/main" id="{E19C667D-2D34-479F-9F85-69A33F681D55}"/>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5" name="equation_81" descr="3">
                <a:extLst>
                  <a:ext uri="{FF2B5EF4-FFF2-40B4-BE49-F238E27FC236}">
                    <a16:creationId xmlns:a16="http://schemas.microsoft.com/office/drawing/2014/main" id="{2C2E2B87-2874-40FC-B1C8-862472C0C737}"/>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85" name="equation_81" descr="3">
                <a:extLst>
                  <a:ext uri="{FF2B5EF4-FFF2-40B4-BE49-F238E27FC236}">
                    <a16:creationId xmlns:a16="http://schemas.microsoft.com/office/drawing/2014/main" id="{2C2E2B87-2874-40FC-B1C8-862472C0C737}"/>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86" name="line_82">
            <a:extLst>
              <a:ext uri="{FF2B5EF4-FFF2-40B4-BE49-F238E27FC236}">
                <a16:creationId xmlns:a16="http://schemas.microsoft.com/office/drawing/2014/main" id="{56AF9DCB-8D10-4C71-AFE9-145762CFD3FD}"/>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87" name="text_83">
            <a:extLst>
              <a:ext uri="{FF2B5EF4-FFF2-40B4-BE49-F238E27FC236}">
                <a16:creationId xmlns:a16="http://schemas.microsoft.com/office/drawing/2014/main" id="{2890A526-22F2-4113-8A93-92E6FF72144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88" name="note_box_84">
            <a:extLst>
              <a:ext uri="{FF2B5EF4-FFF2-40B4-BE49-F238E27FC236}">
                <a16:creationId xmlns:a16="http://schemas.microsoft.com/office/drawing/2014/main" id="{532D583A-0F89-4146-AC1B-BF662D445206}"/>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9" name="equation_85" descr="\phi_1(x)">
                <a:extLst>
                  <a:ext uri="{FF2B5EF4-FFF2-40B4-BE49-F238E27FC236}">
                    <a16:creationId xmlns:a16="http://schemas.microsoft.com/office/drawing/2014/main" id="{DEB421B8-3AD2-45F5-AA9E-0A74EE6DC1E6}"/>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89" name="equation_85" descr="\phi_1(x)">
                <a:extLst>
                  <a:ext uri="{FF2B5EF4-FFF2-40B4-BE49-F238E27FC236}">
                    <a16:creationId xmlns:a16="http://schemas.microsoft.com/office/drawing/2014/main" id="{DEB421B8-3AD2-45F5-AA9E-0A74EE6DC1E6}"/>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0" name="equation_86" descr="3">
                <a:extLst>
                  <a:ext uri="{FF2B5EF4-FFF2-40B4-BE49-F238E27FC236}">
                    <a16:creationId xmlns:a16="http://schemas.microsoft.com/office/drawing/2014/main" id="{D3B1A911-9431-4D96-9AEE-1B530A6B034C}"/>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90" name="equation_86" descr="3">
                <a:extLst>
                  <a:ext uri="{FF2B5EF4-FFF2-40B4-BE49-F238E27FC236}">
                    <a16:creationId xmlns:a16="http://schemas.microsoft.com/office/drawing/2014/main" id="{D3B1A911-9431-4D96-9AEE-1B530A6B034C}"/>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91" name="line_87">
            <a:extLst>
              <a:ext uri="{FF2B5EF4-FFF2-40B4-BE49-F238E27FC236}">
                <a16:creationId xmlns:a16="http://schemas.microsoft.com/office/drawing/2014/main" id="{715CE8FD-3659-4702-A7B0-A9A7876972C1}"/>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92" name="text_88">
            <a:extLst>
              <a:ext uri="{FF2B5EF4-FFF2-40B4-BE49-F238E27FC236}">
                <a16:creationId xmlns:a16="http://schemas.microsoft.com/office/drawing/2014/main" id="{E85972B2-CF11-42AF-8472-32CC250A69D8}"/>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93" name="note_box_89">
            <a:extLst>
              <a:ext uri="{FF2B5EF4-FFF2-40B4-BE49-F238E27FC236}">
                <a16:creationId xmlns:a16="http://schemas.microsoft.com/office/drawing/2014/main" id="{9E3C0764-BA15-4DF3-AB9D-9C9D09EE0927}"/>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4" name="equation_90" descr="a_2(x)">
                <a:extLst>
                  <a:ext uri="{FF2B5EF4-FFF2-40B4-BE49-F238E27FC236}">
                    <a16:creationId xmlns:a16="http://schemas.microsoft.com/office/drawing/2014/main" id="{592EFD6E-C6A2-4044-9156-8E1FDB71F6D7}"/>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94" name="equation_90" descr="a_2(x)">
                <a:extLst>
                  <a:ext uri="{FF2B5EF4-FFF2-40B4-BE49-F238E27FC236}">
                    <a16:creationId xmlns:a16="http://schemas.microsoft.com/office/drawing/2014/main" id="{592EFD6E-C6A2-4044-9156-8E1FDB71F6D7}"/>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equation_91" descr="5">
                <a:extLst>
                  <a:ext uri="{FF2B5EF4-FFF2-40B4-BE49-F238E27FC236}">
                    <a16:creationId xmlns:a16="http://schemas.microsoft.com/office/drawing/2014/main" id="{24A09F09-3D53-4DCB-AC50-3C56CCB047C8}"/>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95" name="equation_91" descr="5">
                <a:extLst>
                  <a:ext uri="{FF2B5EF4-FFF2-40B4-BE49-F238E27FC236}">
                    <a16:creationId xmlns:a16="http://schemas.microsoft.com/office/drawing/2014/main" id="{24A09F09-3D53-4DCB-AC50-3C56CCB047C8}"/>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96" name="line_92">
            <a:extLst>
              <a:ext uri="{FF2B5EF4-FFF2-40B4-BE49-F238E27FC236}">
                <a16:creationId xmlns:a16="http://schemas.microsoft.com/office/drawing/2014/main" id="{01D7835C-04FC-4491-B825-4BC860A1BA93}"/>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97" name="text_93">
            <a:extLst>
              <a:ext uri="{FF2B5EF4-FFF2-40B4-BE49-F238E27FC236}">
                <a16:creationId xmlns:a16="http://schemas.microsoft.com/office/drawing/2014/main" id="{E34C3A12-0521-409D-B19A-A4CB1352C7EF}"/>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98" name="note_box_94">
            <a:extLst>
              <a:ext uri="{FF2B5EF4-FFF2-40B4-BE49-F238E27FC236}">
                <a16:creationId xmlns:a16="http://schemas.microsoft.com/office/drawing/2014/main" id="{B24E6096-EF75-4EA7-9CBB-068460BDA651}"/>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9" name="equation_95" descr="\phi_2(x)">
                <a:extLst>
                  <a:ext uri="{FF2B5EF4-FFF2-40B4-BE49-F238E27FC236}">
                    <a16:creationId xmlns:a16="http://schemas.microsoft.com/office/drawing/2014/main" id="{F9A55D0C-92FB-4823-95F1-17CBF0D5E51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99" name="equation_95" descr="\phi_2(x)">
                <a:extLst>
                  <a:ext uri="{FF2B5EF4-FFF2-40B4-BE49-F238E27FC236}">
                    <a16:creationId xmlns:a16="http://schemas.microsoft.com/office/drawing/2014/main" id="{F9A55D0C-92FB-4823-95F1-17CBF0D5E51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0" name="equation_96" descr="5">
                <a:extLst>
                  <a:ext uri="{FF2B5EF4-FFF2-40B4-BE49-F238E27FC236}">
                    <a16:creationId xmlns:a16="http://schemas.microsoft.com/office/drawing/2014/main" id="{E6EFB259-5213-4591-8B46-55615002B257}"/>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00" name="equation_96" descr="5">
                <a:extLst>
                  <a:ext uri="{FF2B5EF4-FFF2-40B4-BE49-F238E27FC236}">
                    <a16:creationId xmlns:a16="http://schemas.microsoft.com/office/drawing/2014/main" id="{E6EFB259-5213-4591-8B46-55615002B257}"/>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101" name="line_97">
            <a:extLst>
              <a:ext uri="{FF2B5EF4-FFF2-40B4-BE49-F238E27FC236}">
                <a16:creationId xmlns:a16="http://schemas.microsoft.com/office/drawing/2014/main" id="{5BFA6E4C-CAFE-4629-B705-528B697FBE8B}"/>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02" name="text_98">
            <a:extLst>
              <a:ext uri="{FF2B5EF4-FFF2-40B4-BE49-F238E27FC236}">
                <a16:creationId xmlns:a16="http://schemas.microsoft.com/office/drawing/2014/main" id="{B85ABC3A-3D0C-473E-897C-120BE51D5076}"/>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03" name="note_box_99">
            <a:extLst>
              <a:ext uri="{FF2B5EF4-FFF2-40B4-BE49-F238E27FC236}">
                <a16:creationId xmlns:a16="http://schemas.microsoft.com/office/drawing/2014/main" id="{2C1AC8A9-E1E7-4B38-8E34-3EA04AFAAE8C}"/>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4" name="equation_100" descr="a_3(x)">
                <a:extLst>
                  <a:ext uri="{FF2B5EF4-FFF2-40B4-BE49-F238E27FC236}">
                    <a16:creationId xmlns:a16="http://schemas.microsoft.com/office/drawing/2014/main" id="{D09B6486-EE40-4C08-91E5-BF5DA683DA67}"/>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04" name="equation_100" descr="a_3(x)">
                <a:extLst>
                  <a:ext uri="{FF2B5EF4-FFF2-40B4-BE49-F238E27FC236}">
                    <a16:creationId xmlns:a16="http://schemas.microsoft.com/office/drawing/2014/main" id="{D09B6486-EE40-4C08-91E5-BF5DA683DA67}"/>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5" name="equation_101" descr="-3">
                <a:extLst>
                  <a:ext uri="{FF2B5EF4-FFF2-40B4-BE49-F238E27FC236}">
                    <a16:creationId xmlns:a16="http://schemas.microsoft.com/office/drawing/2014/main" id="{3DBAFBF5-FF16-4008-B723-17AD15F7E1E0}"/>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05" name="equation_101" descr="-3">
                <a:extLst>
                  <a:ext uri="{FF2B5EF4-FFF2-40B4-BE49-F238E27FC236}">
                    <a16:creationId xmlns:a16="http://schemas.microsoft.com/office/drawing/2014/main" id="{3DBAFBF5-FF16-4008-B723-17AD15F7E1E0}"/>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106" name="line_102">
            <a:extLst>
              <a:ext uri="{FF2B5EF4-FFF2-40B4-BE49-F238E27FC236}">
                <a16:creationId xmlns:a16="http://schemas.microsoft.com/office/drawing/2014/main" id="{032F38B4-405E-4C74-8C15-15443516555F}"/>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07" name="text_103">
            <a:extLst>
              <a:ext uri="{FF2B5EF4-FFF2-40B4-BE49-F238E27FC236}">
                <a16:creationId xmlns:a16="http://schemas.microsoft.com/office/drawing/2014/main" id="{9FA36A9C-25A2-412C-967D-F21DCE56759F}"/>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08" name="note_box_104">
            <a:extLst>
              <a:ext uri="{FF2B5EF4-FFF2-40B4-BE49-F238E27FC236}">
                <a16:creationId xmlns:a16="http://schemas.microsoft.com/office/drawing/2014/main" id="{A5F28E2C-466B-4483-A0F4-4409770E2619}"/>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9" name="equation_105" descr="\mathcal{L}_{\mathrm{sq}}">
                <a:extLst>
                  <a:ext uri="{FF2B5EF4-FFF2-40B4-BE49-F238E27FC236}">
                    <a16:creationId xmlns:a16="http://schemas.microsoft.com/office/drawing/2014/main" id="{768B5BD6-5C4C-4B8F-9C83-9490A68F52A4}"/>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9" name="equation_105" descr="\mathcal{L}_{\mathrm{sq}}">
                <a:extLst>
                  <a:ext uri="{FF2B5EF4-FFF2-40B4-BE49-F238E27FC236}">
                    <a16:creationId xmlns:a16="http://schemas.microsoft.com/office/drawing/2014/main" id="{768B5BD6-5C4C-4B8F-9C83-9490A68F52A4}"/>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0" name="equation_106" descr="1">
                <a:extLst>
                  <a:ext uri="{FF2B5EF4-FFF2-40B4-BE49-F238E27FC236}">
                    <a16:creationId xmlns:a16="http://schemas.microsoft.com/office/drawing/2014/main" id="{8020E0D7-2520-44C0-AD41-5EF80F831C7D}"/>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10" name="equation_106" descr="1">
                <a:extLst>
                  <a:ext uri="{FF2B5EF4-FFF2-40B4-BE49-F238E27FC236}">
                    <a16:creationId xmlns:a16="http://schemas.microsoft.com/office/drawing/2014/main" id="{8020E0D7-2520-44C0-AD41-5EF80F831C7D}"/>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111" name="line_107">
            <a:extLst>
              <a:ext uri="{FF2B5EF4-FFF2-40B4-BE49-F238E27FC236}">
                <a16:creationId xmlns:a16="http://schemas.microsoft.com/office/drawing/2014/main" id="{7B6FD958-A297-4FBA-8A3D-59EA1EC8D861}"/>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12" name="text_108">
            <a:extLst>
              <a:ext uri="{FF2B5EF4-FFF2-40B4-BE49-F238E27FC236}">
                <a16:creationId xmlns:a16="http://schemas.microsoft.com/office/drawing/2014/main" id="{CF37FB86-9E1E-4F0E-92BD-1E5CD80762C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13" name="note_box_109">
            <a:extLst>
              <a:ext uri="{FF2B5EF4-FFF2-40B4-BE49-F238E27FC236}">
                <a16:creationId xmlns:a16="http://schemas.microsoft.com/office/drawing/2014/main" id="{F393DC2E-EBD7-4DF5-AFA3-E6B409D10274}"/>
              </a:ext>
            </a:extLst>
          </p:cNvPr>
          <p:cNvSpPr>
            <a:spLocks noGrp="1"/>
          </p:cNvSpPr>
          <p:nvPr/>
        </p:nvSpPr>
        <p:spPr>
          <a:xfrm>
            <a:off x="29337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4" name="equation_110" descr="w_2=2">
                <a:extLst>
                  <a:ext uri="{FF2B5EF4-FFF2-40B4-BE49-F238E27FC236}">
                    <a16:creationId xmlns:a16="http://schemas.microsoft.com/office/drawing/2014/main" id="{2D16FCBA-786D-4B36-B6FA-D30D24F9B5AD}"/>
                  </a:ext>
                </a:extLst>
              </p:cNvPr>
              <p:cNvSpPr>
                <a:spLocks noGrp="1"/>
              </p:cNvSpPr>
              <p:nvPr/>
            </p:nvSpPr>
            <p:spPr>
              <a:xfrm>
                <a:off x="29622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2</m:t>
                          </m:r>
                        </m:sub>
                      </m:sSub>
                      <m:r>
                        <a:rPr lang="en-GB" sz="2000">
                          <a:solidFill>
                            <a:srgbClr val="235C99"/>
                          </a:solidFill>
                          <a:latin typeface="Cambria Math"/>
                          <a:ea typeface="Cambria Math"/>
                          <a:cs typeface="Cambria Math"/>
                        </a:rPr>
                        <m:t>=2</m:t>
                      </m:r>
                    </m:oMath>
                  </m:oMathPara>
                </a14:m>
                <a:endParaRPr lang="en-GB" sz="2000"/>
              </a:p>
            </p:txBody>
          </p:sp>
        </mc:Choice>
        <mc:Fallback xmlns="">
          <p:sp>
            <p:nvSpPr>
              <p:cNvPr id="114" name="equation_110" descr="w_2=2">
                <a:extLst>
                  <a:ext uri="{FF2B5EF4-FFF2-40B4-BE49-F238E27FC236}">
                    <a16:creationId xmlns:a16="http://schemas.microsoft.com/office/drawing/2014/main" id="{2D16FCBA-786D-4B36-B6FA-D30D24F9B5AD}"/>
                  </a:ext>
                </a:extLst>
              </p:cNvPr>
              <p:cNvSpPr>
                <a:spLocks noGrp="1" noRot="1" noChangeAspect="1" noMove="1" noResize="1" noEditPoints="1" noAdjustHandles="1" noChangeArrowheads="1" noChangeShapeType="1" noTextEdit="1"/>
              </p:cNvSpPr>
              <p:nvPr/>
            </p:nvSpPr>
            <p:spPr>
              <a:xfrm>
                <a:off x="2962275" y="2867025"/>
                <a:ext cx="1085850" cy="247650"/>
              </a:xfrm>
              <a:prstGeom prst="rect">
                <a:avLst/>
              </a:prstGeom>
              <a:blipFill>
                <a:blip r:embed="rId16"/>
                <a:stretch>
                  <a:fillRect t="-2439" b="-26829"/>
                </a:stretch>
              </a:blipFill>
              <a:ln w="0">
                <a:noFill/>
              </a:ln>
            </p:spPr>
            <p:txBody>
              <a:bodyPr/>
              <a:lstStyle/>
              <a:p>
                <a:r>
                  <a:rPr lang="it-IT">
                    <a:noFill/>
                  </a:rPr>
                  <a:t> </a:t>
                </a:r>
              </a:p>
            </p:txBody>
          </p:sp>
        </mc:Fallback>
      </mc:AlternateContent>
      <p:sp>
        <p:nvSpPr>
          <p:cNvPr id="115" name="line_111">
            <a:extLst>
              <a:ext uri="{FF2B5EF4-FFF2-40B4-BE49-F238E27FC236}">
                <a16:creationId xmlns:a16="http://schemas.microsoft.com/office/drawing/2014/main" id="{122DDDE2-A0ED-44FE-82BE-9CD6446FBEC9}"/>
              </a:ext>
            </a:extLst>
          </p:cNvPr>
          <p:cNvSpPr>
            <a:spLocks noGrp="1"/>
          </p:cNvSpPr>
          <p:nvPr/>
        </p:nvSpPr>
        <p:spPr>
          <a:xfrm>
            <a:off x="27813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16" name="line_112">
            <a:extLst>
              <a:ext uri="{FF2B5EF4-FFF2-40B4-BE49-F238E27FC236}">
                <a16:creationId xmlns:a16="http://schemas.microsoft.com/office/drawing/2014/main" id="{327C9C0B-40F3-4AB9-8ABD-089B9B2D1C30}"/>
              </a:ext>
            </a:extLst>
          </p:cNvPr>
          <p:cNvSpPr>
            <a:spLocks noGrp="1"/>
          </p:cNvSpPr>
          <p:nvPr/>
        </p:nvSpPr>
        <p:spPr>
          <a:xfrm>
            <a:off x="35052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17" name="line_113">
            <a:extLst>
              <a:ext uri="{FF2B5EF4-FFF2-40B4-BE49-F238E27FC236}">
                <a16:creationId xmlns:a16="http://schemas.microsoft.com/office/drawing/2014/main" id="{D1E7BE58-576A-4E62-AA62-F5866E3607E3}"/>
              </a:ext>
            </a:extLst>
          </p:cNvPr>
          <p:cNvSpPr>
            <a:spLocks noGrp="1"/>
          </p:cNvSpPr>
          <p:nvPr/>
        </p:nvSpPr>
        <p:spPr>
          <a:xfrm flipH="1">
            <a:off x="44386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118" name="note_box_114">
            <a:extLst>
              <a:ext uri="{FF2B5EF4-FFF2-40B4-BE49-F238E27FC236}">
                <a16:creationId xmlns:a16="http://schemas.microsoft.com/office/drawing/2014/main" id="{8870178C-5DD4-43D3-B301-08F69FB36CFF}"/>
              </a:ext>
            </a:extLst>
          </p:cNvPr>
          <p:cNvSpPr>
            <a:spLocks noGrp="1"/>
          </p:cNvSpPr>
          <p:nvPr/>
        </p:nvSpPr>
        <p:spPr>
          <a:xfrm>
            <a:off x="11430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19" name="equation_115" descr="J'_{1}(a_1(x))">
                <a:extLst>
                  <a:ext uri="{FF2B5EF4-FFF2-40B4-BE49-F238E27FC236}">
                    <a16:creationId xmlns:a16="http://schemas.microsoft.com/office/drawing/2014/main" id="{B2065F6D-A6A5-4A2A-B511-7F384C0D2510}"/>
                  </a:ext>
                </a:extLst>
              </p:cNvPr>
              <p:cNvSpPr>
                <a:spLocks noGrp="1"/>
              </p:cNvSpPr>
              <p:nvPr/>
            </p:nvSpPr>
            <p:spPr>
              <a:xfrm>
                <a:off x="1181100" y="3305175"/>
                <a:ext cx="32004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119" name="equation_115" descr="J'_{1}(3)">
                <a:extLst>
                  <a:ext uri="{FF2B5EF4-FFF2-40B4-BE49-F238E27FC236}">
                    <a16:creationId xmlns:a16="http://schemas.microsoft.com/office/drawing/2014/main" id="{B2065F6D-A6A5-4A2A-B511-7F384C0D2510}"/>
                  </a:ext>
                </a:extLst>
              </p:cNvPr>
              <p:cNvSpPr>
                <a:spLocks noGrp="1" noRot="1" noChangeAspect="1" noMove="1" noResize="1" noEditPoints="1" noAdjustHandles="1" noChangeArrowheads="1" noChangeShapeType="1" noTextEdit="1"/>
              </p:cNvSpPr>
              <p:nvPr/>
            </p:nvSpPr>
            <p:spPr>
              <a:xfrm>
                <a:off x="14287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0" name="equation_116" descr="=J'_{2}(a_2(x))\,w_2\cdot\mathrm{step}(a_1(x))">
                <a:extLst>
                  <a:ext uri="{FF2B5EF4-FFF2-40B4-BE49-F238E27FC236}">
                    <a16:creationId xmlns:a16="http://schemas.microsoft.com/office/drawing/2014/main" id="{39F1719F-F060-4D35-8423-D2FF453494E7}"/>
                  </a:ext>
                </a:extLst>
              </p:cNvPr>
              <p:cNvSpPr>
                <a:spLocks noGrp="1"/>
              </p:cNvSpPr>
              <p:nvPr/>
            </p:nvSpPr>
            <p:spPr>
              <a:xfrm>
                <a:off x="1181100" y="3724275"/>
                <a:ext cx="32004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r>
                        <a:rPr lang="en-GB" sz="2000">
                          <a:solidFill>
                            <a:srgbClr val="AB4910"/>
                          </a:solidFill>
                          <a:latin typeface="Cambria Math"/>
                          <a:ea typeface="Cambria Math"/>
                          <a:cs typeface="Cambria Math"/>
                        </a:rPr>
                        <m:t> </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𝑤</m:t>
                          </m:r>
                        </m:e>
                        <m:sub>
                          <m:r>
                            <a:rPr lang="en-GB" sz="2000">
                              <a:solidFill>
                                <a:srgbClr val="AB4910"/>
                              </a:solidFill>
                              <a:latin typeface="Cambria Math"/>
                              <a:ea typeface="Cambria Math"/>
                              <a:cs typeface="Cambria Math"/>
                            </a:rPr>
                            <m:t>2</m:t>
                          </m:r>
                        </m:sub>
                      </m:sSub>
                      <m:r>
                        <a:rPr lang="en-GB" sz="2000">
                          <a:solidFill>
                            <a:srgbClr val="AB4910"/>
                          </a:solidFill>
                          <a:latin typeface="Cambria Math"/>
                          <a:ea typeface="Cambria Math"/>
                          <a:cs typeface="Cambria Math"/>
                        </a:rPr>
                        <m:t>⋅</m:t>
                      </m:r>
                      <m:r>
                        <m:rPr>
                          <m:sty m:val="p"/>
                        </m:rPr>
                        <a:rPr lang="en-GB" sz="2000">
                          <a:solidFill>
                            <a:srgbClr val="AB4910"/>
                          </a:solidFill>
                          <a:latin typeface="Cambria Math"/>
                          <a:ea typeface="Cambria Math"/>
                          <a:cs typeface="Cambria Math"/>
                        </a:rPr>
                        <m:t>step</m:t>
                      </m:r>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120" name="equation_116" descr="=J'_{2}(5)\,w_2\,\mathrm{step}(3)">
                <a:extLst>
                  <a:ext uri="{FF2B5EF4-FFF2-40B4-BE49-F238E27FC236}">
                    <a16:creationId xmlns:a16="http://schemas.microsoft.com/office/drawing/2014/main" id="{39F1719F-F060-4D35-8423-D2FF453494E7}"/>
                  </a:ext>
                </a:extLst>
              </p:cNvPr>
              <p:cNvSpPr>
                <a:spLocks noGrp="1" noRot="1" noChangeAspect="1" noMove="1" noResize="1" noEditPoints="1" noAdjustHandles="1" noChangeArrowheads="1" noChangeShapeType="1" noTextEdit="1"/>
              </p:cNvSpPr>
              <p:nvPr/>
            </p:nvSpPr>
            <p:spPr>
              <a:xfrm>
                <a:off x="1428750" y="3568033"/>
                <a:ext cx="2705100" cy="350584"/>
              </a:xfrm>
              <a:prstGeom prst="rect">
                <a:avLst/>
              </a:prstGeom>
              <a:blipFill>
                <a:blip r:embed="rId26"/>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1" name="equation_117">
                <a:extLst>
                  <a:ext uri="{FF2B5EF4-FFF2-40B4-BE49-F238E27FC236}">
                    <a16:creationId xmlns:a16="http://schemas.microsoft.com/office/drawing/2014/main" id="{E7B3BE09-1732-44FB-92A1-0E143BE39778}"/>
                  </a:ext>
                </a:extLst>
              </p:cNvPr>
              <p:cNvSpPr>
                <a:spLocks noGrp="1"/>
              </p:cNvSpPr>
              <p:nvPr/>
            </p:nvSpPr>
            <p:spPr>
              <a:xfrm>
                <a:off x="14287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121" name="equation_117" descr="=2(2)(1)=4">
                <a:extLst>
                  <a:ext uri="{FF2B5EF4-FFF2-40B4-BE49-F238E27FC236}">
                    <a16:creationId xmlns:a16="http://schemas.microsoft.com/office/drawing/2014/main" id="{E7B3BE09-1732-44FB-92A1-0E143BE39778}"/>
                  </a:ext>
                </a:extLst>
              </p:cNvPr>
              <p:cNvSpPr>
                <a:spLocks noGrp="1" noRot="1" noChangeAspect="1" noMove="1" noResize="1" noEditPoints="1" noAdjustHandles="1" noChangeArrowheads="1" noChangeShapeType="1" noTextEdit="1"/>
              </p:cNvSpPr>
              <p:nvPr/>
            </p:nvSpPr>
            <p:spPr>
              <a:xfrm>
                <a:off x="14287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122" name="note_box_118">
            <a:extLst>
              <a:ext uri="{FF2B5EF4-FFF2-40B4-BE49-F238E27FC236}">
                <a16:creationId xmlns:a16="http://schemas.microsoft.com/office/drawing/2014/main" id="{15033B2A-E242-4AB2-988C-FA22D7A9792D}"/>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3" name="equation_119" descr="\frac{\partial\mathcal{L}_{\mathrm{sq}}}{\partial w_1}=?">
                <a:extLst>
                  <a:ext uri="{FF2B5EF4-FFF2-40B4-BE49-F238E27FC236}">
                    <a16:creationId xmlns:a16="http://schemas.microsoft.com/office/drawing/2014/main" id="{FB2FE468-12B7-4B4A-9B16-AF4F92B03516}"/>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3" name="equation_119" descr="\frac{\partial\mathcal{L}_{\mathrm{sq}}}{\partial w_1}=?">
                <a:extLst>
                  <a:ext uri="{FF2B5EF4-FFF2-40B4-BE49-F238E27FC236}">
                    <a16:creationId xmlns:a16="http://schemas.microsoft.com/office/drawing/2014/main" id="{FB2FE468-12B7-4B4A-9B16-AF4F92B03516}"/>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124" name="note_box_120">
            <a:extLst>
              <a:ext uri="{FF2B5EF4-FFF2-40B4-BE49-F238E27FC236}">
                <a16:creationId xmlns:a16="http://schemas.microsoft.com/office/drawing/2014/main" id="{25EC7EE4-C4D5-49F0-9673-9352115DCFC8}"/>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25" name="equation_121" descr="\frac{\partial\mathcal{L}_{\mathrm{sq}}}{\partial b_1}=?">
                <a:extLst>
                  <a:ext uri="{FF2B5EF4-FFF2-40B4-BE49-F238E27FC236}">
                    <a16:creationId xmlns:a16="http://schemas.microsoft.com/office/drawing/2014/main" id="{7D19C7E9-C788-45F5-A140-06F78B296E02}"/>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125" name="equation_121" descr="\frac{\partial\mathcal{L}_{\mathrm{sq}}}{\partial b_1}=?">
                <a:extLst>
                  <a:ext uri="{FF2B5EF4-FFF2-40B4-BE49-F238E27FC236}">
                    <a16:creationId xmlns:a16="http://schemas.microsoft.com/office/drawing/2014/main" id="{7D19C7E9-C788-45F5-A140-06F78B296E02}"/>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8_equation_121"/>
                <a:stretch>
                  <a:fillRect b="-3158"/>
                </a:stretch>
              </a:blipFill>
              <a:ln w="0">
                <a:noFill/>
              </a:ln>
            </p:spPr>
            <p:txBody>
              <a:bodyPr/>
              <a:lstStyle/>
              <a:p>
                <a:r>
                  <a:rPr lang="it-IT">
                    <a:noFill/>
                  </a:rPr>
                  <a:t> </a:t>
                </a:r>
              </a:p>
            </p:txBody>
          </p:sp>
        </mc:Fallback>
      </mc:AlternateContent>
      <p:sp>
        <p:nvSpPr>
          <p:cNvPr id="126" name="note_brace_122">
            <a:extLst>
              <a:ext uri="{FF2B5EF4-FFF2-40B4-BE49-F238E27FC236}">
                <a16:creationId xmlns:a16="http://schemas.microsoft.com/office/drawing/2014/main" id="{31C2C5C4-EE96-4600-A3F6-9C4F082B84A8}"/>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27" name="text_123">
            <a:extLst>
              <a:ext uri="{FF2B5EF4-FFF2-40B4-BE49-F238E27FC236}">
                <a16:creationId xmlns:a16="http://schemas.microsoft.com/office/drawing/2014/main" id="{F9ED2852-AF48-44ED-BA73-2A8489C01536}"/>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28" name="note_box_124">
            <a:extLst>
              <a:ext uri="{FF2B5EF4-FFF2-40B4-BE49-F238E27FC236}">
                <a16:creationId xmlns:a16="http://schemas.microsoft.com/office/drawing/2014/main" id="{999D158B-9F7F-48AD-ABBF-B1E87DC0E652}"/>
              </a:ext>
            </a:extLst>
          </p:cNvPr>
          <p:cNvSpPr>
            <a:spLocks noGrp="1"/>
          </p:cNvSpPr>
          <p:nvPr/>
        </p:nvSpPr>
        <p:spPr>
          <a:xfrm>
            <a:off x="47053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9" name="equation_125" descr="J'_{2}(a_2(x))=2">
                <a:extLst>
                  <a:ext uri="{FF2B5EF4-FFF2-40B4-BE49-F238E27FC236}">
                    <a16:creationId xmlns:a16="http://schemas.microsoft.com/office/drawing/2014/main" id="{9F45788C-FA75-48AD-85F9-ADBB6FFDB1C0}"/>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129" name="equation_125" descr="J'_{2}(5)=2">
                <a:extLst>
                  <a:ext uri="{FF2B5EF4-FFF2-40B4-BE49-F238E27FC236}">
                    <a16:creationId xmlns:a16="http://schemas.microsoft.com/office/drawing/2014/main" id="{9F45788C-FA75-48AD-85F9-ADBB6FFDB1C0}"/>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130" name="text_126">
            <a:extLst>
              <a:ext uri="{FF2B5EF4-FFF2-40B4-BE49-F238E27FC236}">
                <a16:creationId xmlns:a16="http://schemas.microsoft.com/office/drawing/2014/main" id="{FBF9AAB7-7FE8-460E-A272-13B03B286D4F}"/>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131" name="note_box_127">
            <a:extLst>
              <a:ext uri="{FF2B5EF4-FFF2-40B4-BE49-F238E27FC236}">
                <a16:creationId xmlns:a16="http://schemas.microsoft.com/office/drawing/2014/main" id="{2BA06BB9-E33F-444E-BF35-62AC6BEB8B1C}"/>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2" name="equation_128" descr="\frac{\partial\mathcal{L}_{\mathrm{sq}}}{\partial w_2}=6">
                <a:extLst>
                  <a:ext uri="{FF2B5EF4-FFF2-40B4-BE49-F238E27FC236}">
                    <a16:creationId xmlns:a16="http://schemas.microsoft.com/office/drawing/2014/main" id="{543328CE-268D-4C63-8E40-E358FB868750}"/>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=6</m:t>
                      </m:r>
                    </m:oMath>
                  </m:oMathPara>
                </a14:m>
                <a:endParaRPr lang="en-GB" sz="2000"/>
              </a:p>
            </p:txBody>
          </p:sp>
        </mc:Choice>
        <mc:Fallback xmlns="">
          <p:sp>
            <p:nvSpPr>
              <p:cNvPr id="132" name="equation_128" descr="\frac{\partial\mathcal{L}_{\mathrm{sq}}}{\partial w_2}=6">
                <a:extLst>
                  <a:ext uri="{FF2B5EF4-FFF2-40B4-BE49-F238E27FC236}">
                    <a16:creationId xmlns:a16="http://schemas.microsoft.com/office/drawing/2014/main" id="{543328CE-268D-4C63-8E40-E358FB868750}"/>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133" name="note_box_129">
            <a:extLst>
              <a:ext uri="{FF2B5EF4-FFF2-40B4-BE49-F238E27FC236}">
                <a16:creationId xmlns:a16="http://schemas.microsoft.com/office/drawing/2014/main" id="{7E2EFAD8-B739-4A38-B4D9-5FB6122C0B87}"/>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4" name="equation_130" descr="\frac{\partial\mathcal{L}_{\mathrm{sq}}}{\partial b_2}=2">
                <a:extLst>
                  <a:ext uri="{FF2B5EF4-FFF2-40B4-BE49-F238E27FC236}">
                    <a16:creationId xmlns:a16="http://schemas.microsoft.com/office/drawing/2014/main" id="{64CAE984-8CC0-4F92-A193-622F71D86EA7}"/>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134" name="equation_130" descr="\frac{\partial\mathcal{L}_{\mathrm{sq}}}{\partial b_2}=2">
                <a:extLst>
                  <a:ext uri="{FF2B5EF4-FFF2-40B4-BE49-F238E27FC236}">
                    <a16:creationId xmlns:a16="http://schemas.microsoft.com/office/drawing/2014/main" id="{64CAE984-8CC0-4F92-A193-622F71D86EA7}"/>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8_equation_130"/>
                <a:stretch>
                  <a:fillRect b="-3158"/>
                </a:stretch>
              </a:blipFill>
              <a:ln w="0">
                <a:noFill/>
              </a:ln>
            </p:spPr>
            <p:txBody>
              <a:bodyPr/>
              <a:lstStyle/>
              <a:p>
                <a:r>
                  <a:rPr lang="it-IT">
                    <a:noFill/>
                  </a:rPr>
                  <a:t> </a:t>
                </a:r>
              </a:p>
            </p:txBody>
          </p:sp>
        </mc:Fallback>
      </mc:AlternateContent>
      <p:sp>
        <p:nvSpPr>
          <p:cNvPr id="135" name="note_brace_131">
            <a:extLst>
              <a:ext uri="{FF2B5EF4-FFF2-40B4-BE49-F238E27FC236}">
                <a16:creationId xmlns:a16="http://schemas.microsoft.com/office/drawing/2014/main" id="{8658D3E7-0F74-4112-8E5F-8D718CA310DA}"/>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36" name="text_132">
            <a:extLst>
              <a:ext uri="{FF2B5EF4-FFF2-40B4-BE49-F238E27FC236}">
                <a16:creationId xmlns:a16="http://schemas.microsoft.com/office/drawing/2014/main" id="{BA2A4C4A-F2C2-48B9-819D-AECC2E144ED8}"/>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137" name="note_box_133">
            <a:extLst>
              <a:ext uri="{FF2B5EF4-FFF2-40B4-BE49-F238E27FC236}">
                <a16:creationId xmlns:a16="http://schemas.microsoft.com/office/drawing/2014/main" id="{CB001A73-5E4C-4129-A091-23EBB77BB9B1}"/>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8" name="equation_134" descr="J'_{3}(a_3(x))=-2">
                <a:extLst>
                  <a:ext uri="{FF2B5EF4-FFF2-40B4-BE49-F238E27FC236}">
                    <a16:creationId xmlns:a16="http://schemas.microsoft.com/office/drawing/2014/main" id="{C620DDFF-C3DB-4540-8D9B-033DCCDC2D6C}"/>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r>
                        <a:rPr lang="en-GB" sz="2000">
                          <a:solidFill>
                            <a:srgbClr val="A5AAB0"/>
                          </a:solidFill>
                          <a:latin typeface="Cambria Math"/>
                          <a:ea typeface="Cambria Math"/>
                          <a:cs typeface="Cambria Math"/>
                        </a:rPr>
                        <m:t>=−2</m:t>
                      </m:r>
                    </m:oMath>
                  </m:oMathPara>
                </a14:m>
                <a:endParaRPr lang="en-GB" sz="2000"/>
              </a:p>
            </p:txBody>
          </p:sp>
        </mc:Choice>
        <mc:Fallback xmlns="">
          <p:sp>
            <p:nvSpPr>
              <p:cNvPr id="138" name="equation_134" descr="J'_{3}(-3)=-2">
                <a:extLst>
                  <a:ext uri="{FF2B5EF4-FFF2-40B4-BE49-F238E27FC236}">
                    <a16:creationId xmlns:a16="http://schemas.microsoft.com/office/drawing/2014/main" id="{C620DDFF-C3DB-4540-8D9B-033DCCDC2D6C}"/>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2"/>
                <a:stretch>
                  <a:fillRect b="-5479"/>
                </a:stretch>
              </a:blipFill>
              <a:ln w="0">
                <a:noFill/>
              </a:ln>
            </p:spPr>
            <p:txBody>
              <a:bodyPr/>
              <a:lstStyle/>
              <a:p>
                <a:r>
                  <a:rPr lang="it-IT">
                    <a:noFill/>
                  </a:rPr>
                  <a:t> </a:t>
                </a:r>
              </a:p>
            </p:txBody>
          </p:sp>
        </mc:Fallback>
      </mc:AlternateContent>
      <p:sp>
        <p:nvSpPr>
          <p:cNvPr id="139" name="text_135">
            <a:extLst>
              <a:ext uri="{FF2B5EF4-FFF2-40B4-BE49-F238E27FC236}">
                <a16:creationId xmlns:a16="http://schemas.microsoft.com/office/drawing/2014/main" id="{1A495510-7A6A-452D-81E5-AC9EC62BED22}"/>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140" name="note_box_136">
            <a:extLst>
              <a:ext uri="{FF2B5EF4-FFF2-40B4-BE49-F238E27FC236}">
                <a16:creationId xmlns:a16="http://schemas.microsoft.com/office/drawing/2014/main" id="{452948FF-6CAF-4BA1-9DB5-42905B864A56}"/>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1" name="equation_137" descr="\frac{\partial\mathcal{L}_{\mathrm{sq}}}{\partial w_3}=-10">
                <a:extLst>
                  <a:ext uri="{FF2B5EF4-FFF2-40B4-BE49-F238E27FC236}">
                    <a16:creationId xmlns:a16="http://schemas.microsoft.com/office/drawing/2014/main" id="{EFE8C873-5364-4267-A600-ED0DF85654B5}"/>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141" name="equation_137" descr="\frac{\partial\mathcal{L}_{\mathrm{sq}}}{\partial w_3}=-10">
                <a:extLst>
                  <a:ext uri="{FF2B5EF4-FFF2-40B4-BE49-F238E27FC236}">
                    <a16:creationId xmlns:a16="http://schemas.microsoft.com/office/drawing/2014/main" id="{EFE8C873-5364-4267-A600-ED0DF85654B5}"/>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142" name="note_box_138">
            <a:extLst>
              <a:ext uri="{FF2B5EF4-FFF2-40B4-BE49-F238E27FC236}">
                <a16:creationId xmlns:a16="http://schemas.microsoft.com/office/drawing/2014/main" id="{56BC6661-F37F-4C92-9F33-EF3C2C2FF1AC}"/>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3" name="equation_139" descr="\frac{\partial\mathcal{L}_{\mathrm{sq}}}{\partial b_3}=-2">
                <a:extLst>
                  <a:ext uri="{FF2B5EF4-FFF2-40B4-BE49-F238E27FC236}">
                    <a16:creationId xmlns:a16="http://schemas.microsoft.com/office/drawing/2014/main" id="{AF36BD88-F542-49D1-994E-4019D4157639}"/>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143" name="equation_139" descr="\frac{\partial\mathcal{L}_{\mathrm{sq}}}{\partial b_3}=-2">
                <a:extLst>
                  <a:ext uri="{FF2B5EF4-FFF2-40B4-BE49-F238E27FC236}">
                    <a16:creationId xmlns:a16="http://schemas.microsoft.com/office/drawing/2014/main" id="{AF36BD88-F542-49D1-994E-4019D4157639}"/>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8_equation_139"/>
                <a:stretch>
                  <a:fillRect b="-3158"/>
                </a:stretch>
              </a:blipFill>
              <a:ln w="0">
                <a:noFill/>
              </a:ln>
            </p:spPr>
            <p:txBody>
              <a:bodyPr/>
              <a:lstStyle/>
              <a:p>
                <a:r>
                  <a:rPr lang="it-IT">
                    <a:noFill/>
                  </a:rPr>
                  <a:t> </a:t>
                </a:r>
              </a:p>
            </p:txBody>
          </p:sp>
        </mc:Fallback>
      </mc:AlternateContent>
      <p:sp>
        <p:nvSpPr>
          <p:cNvPr id="144" name="note_brace_140">
            <a:extLst>
              <a:ext uri="{FF2B5EF4-FFF2-40B4-BE49-F238E27FC236}">
                <a16:creationId xmlns:a16="http://schemas.microsoft.com/office/drawing/2014/main" id="{69D89AE0-9EF4-4C41-AB93-A876FC997A93}"/>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145" name="text_141">
            <a:extLst>
              <a:ext uri="{FF2B5EF4-FFF2-40B4-BE49-F238E27FC236}">
                <a16:creationId xmlns:a16="http://schemas.microsoft.com/office/drawing/2014/main" id="{71DC5981-E555-488F-9F2B-14C36E52E7DF}"/>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228" name="shape_69_numerical">
            <a:extLst>
              <a:ext uri="{FF2B5EF4-FFF2-40B4-BE49-F238E27FC236}">
                <a16:creationId xmlns:a16="http://schemas.microsoft.com/office/drawing/2014/main" id="{5061FB7A-5C9E-4539-9113-7A81F6B2E2D7}"/>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29" name="note_box_70_numerical">
            <a:extLst>
              <a:ext uri="{FF2B5EF4-FFF2-40B4-BE49-F238E27FC236}">
                <a16:creationId xmlns:a16="http://schemas.microsoft.com/office/drawing/2014/main" id="{8C7D9E7D-8F57-4E0F-8173-55A837C055B4}"/>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230" name="text_71_numerical">
            <a:extLst>
              <a:ext uri="{FF2B5EF4-FFF2-40B4-BE49-F238E27FC236}">
                <a16:creationId xmlns:a16="http://schemas.microsoft.com/office/drawing/2014/main" id="{6241C1C1-C9DD-4F21-9819-CB2D4CA40833}"/>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231" name="note_box_72_numerical">
            <a:extLst>
              <a:ext uri="{FF2B5EF4-FFF2-40B4-BE49-F238E27FC236}">
                <a16:creationId xmlns:a16="http://schemas.microsoft.com/office/drawing/2014/main" id="{6C7971D5-E1A1-4174-BB31-BECB6757A7F0}"/>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232" name="text_73_numerical">
            <a:extLst>
              <a:ext uri="{FF2B5EF4-FFF2-40B4-BE49-F238E27FC236}">
                <a16:creationId xmlns:a16="http://schemas.microsoft.com/office/drawing/2014/main" id="{8EC5E122-179B-46EF-BBB1-BA2CCEE223ED}"/>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233" name="note_box_74_numerical">
            <a:extLst>
              <a:ext uri="{FF2B5EF4-FFF2-40B4-BE49-F238E27FC236}">
                <a16:creationId xmlns:a16="http://schemas.microsoft.com/office/drawing/2014/main" id="{304805C6-80AF-4A61-A27B-1026A119927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234" name="text_75_numerical">
            <a:extLst>
              <a:ext uri="{FF2B5EF4-FFF2-40B4-BE49-F238E27FC236}">
                <a16:creationId xmlns:a16="http://schemas.microsoft.com/office/drawing/2014/main" id="{B52F38AA-B524-49B9-9F75-CE8F15EE544B}"/>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235" name="note_box_76_numerical">
            <a:extLst>
              <a:ext uri="{FF2B5EF4-FFF2-40B4-BE49-F238E27FC236}">
                <a16:creationId xmlns:a16="http://schemas.microsoft.com/office/drawing/2014/main" id="{7DD331A4-5D34-46B6-B8F4-3A437D80CCF6}"/>
              </a:ext>
            </a:extLst>
          </p:cNvPr>
          <p:cNvSpPr>
            <a:spLocks noGrp="1"/>
          </p:cNvSpPr>
          <p:nvPr/>
        </p:nvSpPr>
        <p:spPr>
          <a:xfrm>
            <a:off x="495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36" name="equation_77_numerical" descr="\phi_0(x)">
                <a:extLst>
                  <a:ext uri="{FF2B5EF4-FFF2-40B4-BE49-F238E27FC236}">
                    <a16:creationId xmlns:a16="http://schemas.microsoft.com/office/drawing/2014/main" id="{C3D7EA5A-0F01-410A-B361-B80C064D1ACD}"/>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36" name="equation_77_numerical" descr="\phi_0(x)">
                <a:extLst>
                  <a:ext uri="{FF2B5EF4-FFF2-40B4-BE49-F238E27FC236}">
                    <a16:creationId xmlns:a16="http://schemas.microsoft.com/office/drawing/2014/main" id="{C3D7EA5A-0F01-410A-B361-B80C064D1ACD}"/>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7" name="equation_78_numerical" descr="2">
                <a:extLst>
                  <a:ext uri="{FF2B5EF4-FFF2-40B4-BE49-F238E27FC236}">
                    <a16:creationId xmlns:a16="http://schemas.microsoft.com/office/drawing/2014/main" id="{FA22F7B1-C00A-4D3A-A108-ECA7B074125F}"/>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2</m:t>
                      </m:r>
                    </m:oMath>
                  </m:oMathPara>
                </a14:m>
                <a:endParaRPr lang="en-GB" sz="2000"/>
              </a:p>
            </p:txBody>
          </p:sp>
        </mc:Choice>
        <mc:Fallback xmlns="">
          <p:sp>
            <p:nvSpPr>
              <p:cNvPr id="237" name="equation_78_numerical" descr="2">
                <a:extLst>
                  <a:ext uri="{FF2B5EF4-FFF2-40B4-BE49-F238E27FC236}">
                    <a16:creationId xmlns:a16="http://schemas.microsoft.com/office/drawing/2014/main" id="{FA22F7B1-C00A-4D3A-A108-ECA7B074125F}"/>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238" name="note_box_79_numerical">
            <a:extLst>
              <a:ext uri="{FF2B5EF4-FFF2-40B4-BE49-F238E27FC236}">
                <a16:creationId xmlns:a16="http://schemas.microsoft.com/office/drawing/2014/main" id="{CDC0CDBF-86B5-4BB0-B7B0-6099D1BFC788}"/>
              </a:ext>
            </a:extLst>
          </p:cNvPr>
          <p:cNvSpPr>
            <a:spLocks noGrp="1"/>
          </p:cNvSpPr>
          <p:nvPr/>
        </p:nvSpPr>
        <p:spPr>
          <a:xfrm>
            <a:off x="21717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39" name="equation_80_numerical" descr="a_1(x)">
                <a:extLst>
                  <a:ext uri="{FF2B5EF4-FFF2-40B4-BE49-F238E27FC236}">
                    <a16:creationId xmlns:a16="http://schemas.microsoft.com/office/drawing/2014/main" id="{E19C667D-2D34-479F-9F85-69A33F681D55}"/>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239" name="equation_80_numerical" descr="a_1(x)">
                <a:extLst>
                  <a:ext uri="{FF2B5EF4-FFF2-40B4-BE49-F238E27FC236}">
                    <a16:creationId xmlns:a16="http://schemas.microsoft.com/office/drawing/2014/main" id="{E19C667D-2D34-479F-9F85-69A33F681D55}"/>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0" name="equation_81_numerical" descr="3">
                <a:extLst>
                  <a:ext uri="{FF2B5EF4-FFF2-40B4-BE49-F238E27FC236}">
                    <a16:creationId xmlns:a16="http://schemas.microsoft.com/office/drawing/2014/main" id="{2C2E2B87-2874-40FC-B1C8-862472C0C737}"/>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240" name="equation_81_numerical" descr="3">
                <a:extLst>
                  <a:ext uri="{FF2B5EF4-FFF2-40B4-BE49-F238E27FC236}">
                    <a16:creationId xmlns:a16="http://schemas.microsoft.com/office/drawing/2014/main" id="{2C2E2B87-2874-40FC-B1C8-862472C0C737}"/>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241" name="line_82_numerical">
            <a:extLst>
              <a:ext uri="{FF2B5EF4-FFF2-40B4-BE49-F238E27FC236}">
                <a16:creationId xmlns:a16="http://schemas.microsoft.com/office/drawing/2014/main" id="{56AF9DCB-8D10-4C71-AFE9-145762CFD3FD}"/>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242" name="text_83_numerical">
            <a:extLst>
              <a:ext uri="{FF2B5EF4-FFF2-40B4-BE49-F238E27FC236}">
                <a16:creationId xmlns:a16="http://schemas.microsoft.com/office/drawing/2014/main" id="{2890A526-22F2-4113-8A93-92E6FF72144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43" name="note_box_84_numerical">
            <a:extLst>
              <a:ext uri="{FF2B5EF4-FFF2-40B4-BE49-F238E27FC236}">
                <a16:creationId xmlns:a16="http://schemas.microsoft.com/office/drawing/2014/main" id="{532D583A-0F89-4146-AC1B-BF662D445206}"/>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4" name="equation_85_numerical" descr="\phi_1(x)">
                <a:extLst>
                  <a:ext uri="{FF2B5EF4-FFF2-40B4-BE49-F238E27FC236}">
                    <a16:creationId xmlns:a16="http://schemas.microsoft.com/office/drawing/2014/main" id="{DEB421B8-3AD2-45F5-AA9E-0A74EE6DC1E6}"/>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44" name="equation_85_numerical" descr="\phi_1(x)">
                <a:extLst>
                  <a:ext uri="{FF2B5EF4-FFF2-40B4-BE49-F238E27FC236}">
                    <a16:creationId xmlns:a16="http://schemas.microsoft.com/office/drawing/2014/main" id="{DEB421B8-3AD2-45F5-AA9E-0A74EE6DC1E6}"/>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5" name="equation_86_numerical" descr="3">
                <a:extLst>
                  <a:ext uri="{FF2B5EF4-FFF2-40B4-BE49-F238E27FC236}">
                    <a16:creationId xmlns:a16="http://schemas.microsoft.com/office/drawing/2014/main" id="{D3B1A911-9431-4D96-9AEE-1B530A6B034C}"/>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45" name="equation_86_numerical" descr="3">
                <a:extLst>
                  <a:ext uri="{FF2B5EF4-FFF2-40B4-BE49-F238E27FC236}">
                    <a16:creationId xmlns:a16="http://schemas.microsoft.com/office/drawing/2014/main" id="{D3B1A911-9431-4D96-9AEE-1B530A6B034C}"/>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246" name="line_87_numerical">
            <a:extLst>
              <a:ext uri="{FF2B5EF4-FFF2-40B4-BE49-F238E27FC236}">
                <a16:creationId xmlns:a16="http://schemas.microsoft.com/office/drawing/2014/main" id="{715CE8FD-3659-4702-A7B0-A9A7876972C1}"/>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247" name="text_88_numerical">
            <a:extLst>
              <a:ext uri="{FF2B5EF4-FFF2-40B4-BE49-F238E27FC236}">
                <a16:creationId xmlns:a16="http://schemas.microsoft.com/office/drawing/2014/main" id="{E85972B2-CF11-42AF-8472-32CC250A69D8}"/>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48" name="note_box_89_numerical">
            <a:extLst>
              <a:ext uri="{FF2B5EF4-FFF2-40B4-BE49-F238E27FC236}">
                <a16:creationId xmlns:a16="http://schemas.microsoft.com/office/drawing/2014/main" id="{9E3C0764-BA15-4DF3-AB9D-9C9D09EE0927}"/>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49" name="equation_90_numerical" descr="a_2(x)">
                <a:extLst>
                  <a:ext uri="{FF2B5EF4-FFF2-40B4-BE49-F238E27FC236}">
                    <a16:creationId xmlns:a16="http://schemas.microsoft.com/office/drawing/2014/main" id="{592EFD6E-C6A2-4044-9156-8E1FDB71F6D7}"/>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49" name="equation_90_numerical" descr="a_2(x)">
                <a:extLst>
                  <a:ext uri="{FF2B5EF4-FFF2-40B4-BE49-F238E27FC236}">
                    <a16:creationId xmlns:a16="http://schemas.microsoft.com/office/drawing/2014/main" id="{592EFD6E-C6A2-4044-9156-8E1FDB71F6D7}"/>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0" name="equation_91_numerical" descr="5">
                <a:extLst>
                  <a:ext uri="{FF2B5EF4-FFF2-40B4-BE49-F238E27FC236}">
                    <a16:creationId xmlns:a16="http://schemas.microsoft.com/office/drawing/2014/main" id="{24A09F09-3D53-4DCB-AC50-3C56CCB047C8}"/>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50" name="equation_91_numerical" descr="5">
                <a:extLst>
                  <a:ext uri="{FF2B5EF4-FFF2-40B4-BE49-F238E27FC236}">
                    <a16:creationId xmlns:a16="http://schemas.microsoft.com/office/drawing/2014/main" id="{24A09F09-3D53-4DCB-AC50-3C56CCB047C8}"/>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251" name="line_92_numerical">
            <a:extLst>
              <a:ext uri="{FF2B5EF4-FFF2-40B4-BE49-F238E27FC236}">
                <a16:creationId xmlns:a16="http://schemas.microsoft.com/office/drawing/2014/main" id="{01D7835C-04FC-4491-B825-4BC860A1BA93}"/>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252" name="text_93_numerical">
            <a:extLst>
              <a:ext uri="{FF2B5EF4-FFF2-40B4-BE49-F238E27FC236}">
                <a16:creationId xmlns:a16="http://schemas.microsoft.com/office/drawing/2014/main" id="{E34C3A12-0521-409D-B19A-A4CB1352C7EF}"/>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53" name="note_box_94_numerical">
            <a:extLst>
              <a:ext uri="{FF2B5EF4-FFF2-40B4-BE49-F238E27FC236}">
                <a16:creationId xmlns:a16="http://schemas.microsoft.com/office/drawing/2014/main" id="{B24E6096-EF75-4EA7-9CBB-068460BDA651}"/>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4" name="equation_95_numerical" descr="\phi_2(x)">
                <a:extLst>
                  <a:ext uri="{FF2B5EF4-FFF2-40B4-BE49-F238E27FC236}">
                    <a16:creationId xmlns:a16="http://schemas.microsoft.com/office/drawing/2014/main" id="{F9A55D0C-92FB-4823-95F1-17CBF0D5E51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54" name="equation_95_numerical" descr="\phi_2(x)">
                <a:extLst>
                  <a:ext uri="{FF2B5EF4-FFF2-40B4-BE49-F238E27FC236}">
                    <a16:creationId xmlns:a16="http://schemas.microsoft.com/office/drawing/2014/main" id="{F9A55D0C-92FB-4823-95F1-17CBF0D5E51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5" name="equation_96_numerical" descr="5">
                <a:extLst>
                  <a:ext uri="{FF2B5EF4-FFF2-40B4-BE49-F238E27FC236}">
                    <a16:creationId xmlns:a16="http://schemas.microsoft.com/office/drawing/2014/main" id="{E6EFB259-5213-4591-8B46-55615002B257}"/>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255" name="equation_96_numerical" descr="5">
                <a:extLst>
                  <a:ext uri="{FF2B5EF4-FFF2-40B4-BE49-F238E27FC236}">
                    <a16:creationId xmlns:a16="http://schemas.microsoft.com/office/drawing/2014/main" id="{E6EFB259-5213-4591-8B46-55615002B257}"/>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256" name="line_97_numerical">
            <a:extLst>
              <a:ext uri="{FF2B5EF4-FFF2-40B4-BE49-F238E27FC236}">
                <a16:creationId xmlns:a16="http://schemas.microsoft.com/office/drawing/2014/main" id="{5BFA6E4C-CAFE-4629-B705-528B697FBE8B}"/>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257" name="text_98_numerical">
            <a:extLst>
              <a:ext uri="{FF2B5EF4-FFF2-40B4-BE49-F238E27FC236}">
                <a16:creationId xmlns:a16="http://schemas.microsoft.com/office/drawing/2014/main" id="{B85ABC3A-3D0C-473E-897C-120BE51D5076}"/>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258" name="note_box_99_numerical">
            <a:extLst>
              <a:ext uri="{FF2B5EF4-FFF2-40B4-BE49-F238E27FC236}">
                <a16:creationId xmlns:a16="http://schemas.microsoft.com/office/drawing/2014/main" id="{2C1AC8A9-E1E7-4B38-8E34-3EA04AFAAE8C}"/>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59" name="equation_100_numerical" descr="a_3(x)">
                <a:extLst>
                  <a:ext uri="{FF2B5EF4-FFF2-40B4-BE49-F238E27FC236}">
                    <a16:creationId xmlns:a16="http://schemas.microsoft.com/office/drawing/2014/main" id="{D09B6486-EE40-4C08-91E5-BF5DA683DA67}"/>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259" name="equation_100_numerical" descr="a_3(x)">
                <a:extLst>
                  <a:ext uri="{FF2B5EF4-FFF2-40B4-BE49-F238E27FC236}">
                    <a16:creationId xmlns:a16="http://schemas.microsoft.com/office/drawing/2014/main" id="{D09B6486-EE40-4C08-91E5-BF5DA683DA67}"/>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0" name="equation_101_numerical" descr="-3">
                <a:extLst>
                  <a:ext uri="{FF2B5EF4-FFF2-40B4-BE49-F238E27FC236}">
                    <a16:creationId xmlns:a16="http://schemas.microsoft.com/office/drawing/2014/main" id="{3DBAFBF5-FF16-4008-B723-17AD15F7E1E0}"/>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260" name="equation_101_numerical" descr="-3">
                <a:extLst>
                  <a:ext uri="{FF2B5EF4-FFF2-40B4-BE49-F238E27FC236}">
                    <a16:creationId xmlns:a16="http://schemas.microsoft.com/office/drawing/2014/main" id="{3DBAFBF5-FF16-4008-B723-17AD15F7E1E0}"/>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261" name="line_102_numerical">
            <a:extLst>
              <a:ext uri="{FF2B5EF4-FFF2-40B4-BE49-F238E27FC236}">
                <a16:creationId xmlns:a16="http://schemas.microsoft.com/office/drawing/2014/main" id="{032F38B4-405E-4C74-8C15-15443516555F}"/>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262" name="text_103_numerical">
            <a:extLst>
              <a:ext uri="{FF2B5EF4-FFF2-40B4-BE49-F238E27FC236}">
                <a16:creationId xmlns:a16="http://schemas.microsoft.com/office/drawing/2014/main" id="{9FA36A9C-25A2-412C-967D-F21DCE56759F}"/>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263" name="note_box_104_numerical">
            <a:extLst>
              <a:ext uri="{FF2B5EF4-FFF2-40B4-BE49-F238E27FC236}">
                <a16:creationId xmlns:a16="http://schemas.microsoft.com/office/drawing/2014/main" id="{A5F28E2C-466B-4483-A0F4-4409770E2619}"/>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64" name="equation_105_numerical" descr="\mathcal{L}_{\mathrm{sq}}">
                <a:extLst>
                  <a:ext uri="{FF2B5EF4-FFF2-40B4-BE49-F238E27FC236}">
                    <a16:creationId xmlns:a16="http://schemas.microsoft.com/office/drawing/2014/main" id="{768B5BD6-5C4C-4B8F-9C83-9490A68F52A4}"/>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64" name="equation_105_numerical" descr="\mathcal{L}_{\mathrm{sq}}">
                <a:extLst>
                  <a:ext uri="{FF2B5EF4-FFF2-40B4-BE49-F238E27FC236}">
                    <a16:creationId xmlns:a16="http://schemas.microsoft.com/office/drawing/2014/main" id="{768B5BD6-5C4C-4B8F-9C83-9490A68F52A4}"/>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5" name="equation_106_numerical" descr="1">
                <a:extLst>
                  <a:ext uri="{FF2B5EF4-FFF2-40B4-BE49-F238E27FC236}">
                    <a16:creationId xmlns:a16="http://schemas.microsoft.com/office/drawing/2014/main" id="{8020E0D7-2520-44C0-AD41-5EF80F831C7D}"/>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265" name="equation_106_numerical" descr="1">
                <a:extLst>
                  <a:ext uri="{FF2B5EF4-FFF2-40B4-BE49-F238E27FC236}">
                    <a16:creationId xmlns:a16="http://schemas.microsoft.com/office/drawing/2014/main" id="{8020E0D7-2520-44C0-AD41-5EF80F831C7D}"/>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266" name="line_107_numerical">
            <a:extLst>
              <a:ext uri="{FF2B5EF4-FFF2-40B4-BE49-F238E27FC236}">
                <a16:creationId xmlns:a16="http://schemas.microsoft.com/office/drawing/2014/main" id="{7B6FD958-A297-4FBA-8A3D-59EA1EC8D861}"/>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267" name="text_108_numerical">
            <a:extLst>
              <a:ext uri="{FF2B5EF4-FFF2-40B4-BE49-F238E27FC236}">
                <a16:creationId xmlns:a16="http://schemas.microsoft.com/office/drawing/2014/main" id="{CF37FB86-9E1E-4F0E-92BD-1E5CD80762C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268" name="note_box_109_numerical">
            <a:extLst>
              <a:ext uri="{FF2B5EF4-FFF2-40B4-BE49-F238E27FC236}">
                <a16:creationId xmlns:a16="http://schemas.microsoft.com/office/drawing/2014/main" id="{F393DC2E-EBD7-4DF5-AFA3-E6B409D10274}"/>
              </a:ext>
            </a:extLst>
          </p:cNvPr>
          <p:cNvSpPr>
            <a:spLocks noGrp="1"/>
          </p:cNvSpPr>
          <p:nvPr/>
        </p:nvSpPr>
        <p:spPr>
          <a:xfrm>
            <a:off x="29337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69" name="equation_110_numerical" descr="w_2=2">
                <a:extLst>
                  <a:ext uri="{FF2B5EF4-FFF2-40B4-BE49-F238E27FC236}">
                    <a16:creationId xmlns:a16="http://schemas.microsoft.com/office/drawing/2014/main" id="{2D16FCBA-786D-4B36-B6FA-D30D24F9B5AD}"/>
                  </a:ext>
                </a:extLst>
              </p:cNvPr>
              <p:cNvSpPr>
                <a:spLocks noGrp="1"/>
              </p:cNvSpPr>
              <p:nvPr/>
            </p:nvSpPr>
            <p:spPr>
              <a:xfrm>
                <a:off x="29622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2</m:t>
                          </m:r>
                        </m:sub>
                      </m:sSub>
                      <m:r>
                        <a:rPr lang="en-GB" sz="2000">
                          <a:solidFill>
                            <a:srgbClr val="235C99"/>
                          </a:solidFill>
                          <a:latin typeface="Cambria Math"/>
                          <a:ea typeface="Cambria Math"/>
                          <a:cs typeface="Cambria Math"/>
                        </a:rPr>
                        <m:t>=2</m:t>
                      </m:r>
                    </m:oMath>
                  </m:oMathPara>
                </a14:m>
                <a:endParaRPr lang="en-GB" sz="2000"/>
              </a:p>
            </p:txBody>
          </p:sp>
        </mc:Choice>
        <mc:Fallback xmlns="">
          <p:sp>
            <p:nvSpPr>
              <p:cNvPr id="269" name="equation_110_numerical" descr="w_2=2">
                <a:extLst>
                  <a:ext uri="{FF2B5EF4-FFF2-40B4-BE49-F238E27FC236}">
                    <a16:creationId xmlns:a16="http://schemas.microsoft.com/office/drawing/2014/main" id="{2D16FCBA-786D-4B36-B6FA-D30D24F9B5AD}"/>
                  </a:ext>
                </a:extLst>
              </p:cNvPr>
              <p:cNvSpPr>
                <a:spLocks noGrp="1" noRot="1" noChangeAspect="1" noMove="1" noResize="1" noEditPoints="1" noAdjustHandles="1" noChangeArrowheads="1" noChangeShapeType="1" noTextEdit="1"/>
              </p:cNvSpPr>
              <p:nvPr/>
            </p:nvSpPr>
            <p:spPr>
              <a:xfrm>
                <a:off x="2962275" y="2867025"/>
                <a:ext cx="1085850" cy="247650"/>
              </a:xfrm>
              <a:prstGeom prst="rect">
                <a:avLst/>
              </a:prstGeom>
              <a:blipFill>
                <a:blip r:embed="rId16"/>
                <a:stretch>
                  <a:fillRect t="-2439" b="-26829"/>
                </a:stretch>
              </a:blipFill>
              <a:ln w="0">
                <a:noFill/>
              </a:ln>
            </p:spPr>
            <p:txBody>
              <a:bodyPr/>
              <a:lstStyle/>
              <a:p>
                <a:r>
                  <a:rPr lang="it-IT">
                    <a:noFill/>
                  </a:rPr>
                  <a:t> </a:t>
                </a:r>
              </a:p>
            </p:txBody>
          </p:sp>
        </mc:Fallback>
      </mc:AlternateContent>
      <p:sp>
        <p:nvSpPr>
          <p:cNvPr id="270" name="line_111_numerical">
            <a:extLst>
              <a:ext uri="{FF2B5EF4-FFF2-40B4-BE49-F238E27FC236}">
                <a16:creationId xmlns:a16="http://schemas.microsoft.com/office/drawing/2014/main" id="{122DDDE2-A0ED-44FE-82BE-9CD6446FBEC9}"/>
              </a:ext>
            </a:extLst>
          </p:cNvPr>
          <p:cNvSpPr>
            <a:spLocks noGrp="1"/>
          </p:cNvSpPr>
          <p:nvPr/>
        </p:nvSpPr>
        <p:spPr>
          <a:xfrm>
            <a:off x="27813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271" name="line_112_numerical">
            <a:extLst>
              <a:ext uri="{FF2B5EF4-FFF2-40B4-BE49-F238E27FC236}">
                <a16:creationId xmlns:a16="http://schemas.microsoft.com/office/drawing/2014/main" id="{327C9C0B-40F3-4AB9-8ABD-089B9B2D1C30}"/>
              </a:ext>
            </a:extLst>
          </p:cNvPr>
          <p:cNvSpPr>
            <a:spLocks noGrp="1"/>
          </p:cNvSpPr>
          <p:nvPr/>
        </p:nvSpPr>
        <p:spPr>
          <a:xfrm>
            <a:off x="3505200" y="3124200"/>
            <a:ext cx="476" cy="95250"/>
          </a:xfrm>
          <a:prstGeom prst="line">
            <a:avLst/>
          </a:prstGeom>
          <a:noFill/>
          <a:ln w="14288">
            <a:solidFill>
              <a:srgbClr val="235C99"/>
            </a:solidFill>
            <a:prstDash val="dash"/>
            <a:tailEnd type="triangle" w="sm" len="sm"/>
          </a:ln>
        </p:spPr>
        <p:txBody>
          <a:bodyPr/>
          <a:lstStyle/>
          <a:p>
            <a:endParaRPr lang="it-IT"/>
          </a:p>
        </p:txBody>
      </p:sp>
      <p:sp>
        <p:nvSpPr>
          <p:cNvPr id="272" name="line_113_numerical">
            <a:extLst>
              <a:ext uri="{FF2B5EF4-FFF2-40B4-BE49-F238E27FC236}">
                <a16:creationId xmlns:a16="http://schemas.microsoft.com/office/drawing/2014/main" id="{D1E7BE58-576A-4E62-AA62-F5866E3607E3}"/>
              </a:ext>
            </a:extLst>
          </p:cNvPr>
          <p:cNvSpPr>
            <a:spLocks noGrp="1"/>
          </p:cNvSpPr>
          <p:nvPr/>
        </p:nvSpPr>
        <p:spPr>
          <a:xfrm flipH="1">
            <a:off x="44386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273" name="note_box_114_numerical">
            <a:extLst>
              <a:ext uri="{FF2B5EF4-FFF2-40B4-BE49-F238E27FC236}">
                <a16:creationId xmlns:a16="http://schemas.microsoft.com/office/drawing/2014/main" id="{8870178C-5DD4-43D3-B301-08F69FB36CFF}"/>
              </a:ext>
            </a:extLst>
          </p:cNvPr>
          <p:cNvSpPr>
            <a:spLocks noGrp="1"/>
          </p:cNvSpPr>
          <p:nvPr/>
        </p:nvSpPr>
        <p:spPr>
          <a:xfrm>
            <a:off x="11430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74" name="equation_115_numerical" descr="J'_{1}(a_1(x))">
                <a:extLst>
                  <a:ext uri="{FF2B5EF4-FFF2-40B4-BE49-F238E27FC236}">
                    <a16:creationId xmlns:a16="http://schemas.microsoft.com/office/drawing/2014/main" id="{B2065F6D-A6A5-4A2A-B511-7F384C0D2510}"/>
                  </a:ext>
                </a:extLst>
              </p:cNvPr>
              <p:cNvSpPr>
                <a:spLocks noGrp="1"/>
              </p:cNvSpPr>
              <p:nvPr/>
            </p:nvSpPr>
            <p:spPr>
              <a:xfrm>
                <a:off x="14287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274" name="equation_115_numerical" descr="J'_{1}(3)">
                <a:extLst>
                  <a:ext uri="{FF2B5EF4-FFF2-40B4-BE49-F238E27FC236}">
                    <a16:creationId xmlns:a16="http://schemas.microsoft.com/office/drawing/2014/main" id="{B2065F6D-A6A5-4A2A-B511-7F384C0D2510}"/>
                  </a:ext>
                </a:extLst>
              </p:cNvPr>
              <p:cNvSpPr>
                <a:spLocks noGrp="1" noRot="1" noChangeAspect="1" noMove="1" noResize="1" noEditPoints="1" noAdjustHandles="1" noChangeArrowheads="1" noChangeShapeType="1" noTextEdit="1"/>
              </p:cNvSpPr>
              <p:nvPr/>
            </p:nvSpPr>
            <p:spPr>
              <a:xfrm>
                <a:off x="14287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5" name="equation_116_numerical" descr="=2\cdot2\cdot\mathrm{step}(3)">
                <a:extLst>
                  <a:ext uri="{FF2B5EF4-FFF2-40B4-BE49-F238E27FC236}">
                    <a16:creationId xmlns:a16="http://schemas.microsoft.com/office/drawing/2014/main" id="{39F1719F-F060-4D35-8423-D2FF453494E7}"/>
                  </a:ext>
                </a:extLst>
              </p:cNvPr>
              <p:cNvSpPr>
                <a:spLocks noGrp="1"/>
              </p:cNvSpPr>
              <p:nvPr/>
            </p:nvSpPr>
            <p:spPr>
              <a:xfrm>
                <a:off x="14287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=2⋅2⋅</m:t>
                      </m:r>
                      <m:r>
                        <m:rPr>
                          <m:sty m:val="p"/>
                        </m:rPr>
                        <a:rPr lang="en-GB" sz="2000">
                          <a:solidFill>
                            <a:srgbClr val="AB4910"/>
                          </a:solidFill>
                          <a:latin typeface="Cambria Math"/>
                          <a:ea typeface="Cambria Math"/>
                          <a:cs typeface="Cambria Math"/>
                        </a:rPr>
                        <m:t>step</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3</m:t>
                          </m:r>
                        </m:e>
                      </m:d>
                    </m:oMath>
                  </m:oMathPara>
                </a14:m>
                <a:endParaRPr lang="en-GB" sz="2000"/>
              </a:p>
            </p:txBody>
          </p:sp>
        </mc:Choice>
        <mc:Fallback xmlns="">
          <p:sp>
            <p:nvSpPr>
              <p:cNvPr id="275" name="equation_116_numerical" descr="=J'_{2}(5)\,w_2\,\mathrm{step}(3)">
                <a:extLst>
                  <a:ext uri="{FF2B5EF4-FFF2-40B4-BE49-F238E27FC236}">
                    <a16:creationId xmlns:a16="http://schemas.microsoft.com/office/drawing/2014/main" id="{39F1719F-F060-4D35-8423-D2FF453494E7}"/>
                  </a:ext>
                </a:extLst>
              </p:cNvPr>
              <p:cNvSpPr>
                <a:spLocks noGrp="1" noRot="1" noChangeAspect="1" noMove="1" noResize="1" noEditPoints="1" noAdjustHandles="1" noChangeArrowheads="1" noChangeShapeType="1" noTextEdit="1"/>
              </p:cNvSpPr>
              <p:nvPr/>
            </p:nvSpPr>
            <p:spPr>
              <a:xfrm>
                <a:off x="1428750" y="3568033"/>
                <a:ext cx="2705100" cy="350584"/>
              </a:xfrm>
              <a:prstGeom prst="rect">
                <a:avLst/>
              </a:prstGeom>
              <a:blipFill>
                <a:blip r:embed="rId26"/>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6" name="equation_117_numerical" descr="=2\cdot2\cdot1">
                <a:extLst>
                  <a:ext uri="{FF2B5EF4-FFF2-40B4-BE49-F238E27FC236}">
                    <a16:creationId xmlns:a16="http://schemas.microsoft.com/office/drawing/2014/main" id="{E7B3BE09-1732-44FB-92A1-0E143BE39778}"/>
                  </a:ext>
                </a:extLst>
              </p:cNvPr>
              <p:cNvSpPr>
                <a:spLocks noGrp="1"/>
              </p:cNvSpPr>
              <p:nvPr/>
            </p:nvSpPr>
            <p:spPr>
              <a:xfrm>
                <a:off x="1428750" y="3905250"/>
                <a:ext cx="270510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=2⋅2⋅1</m:t>
                      </m:r>
                    </m:oMath>
                  </m:oMathPara>
                </a14:m>
                <a:endParaRPr lang="en-GB" sz="2000"/>
              </a:p>
            </p:txBody>
          </p:sp>
        </mc:Choice>
        <mc:Fallback xmlns="">
          <p:sp>
            <p:nvSpPr>
              <p:cNvPr id="276" name="equation_117_numerical" descr="=2(2)(1)=4">
                <a:extLst>
                  <a:ext uri="{FF2B5EF4-FFF2-40B4-BE49-F238E27FC236}">
                    <a16:creationId xmlns:a16="http://schemas.microsoft.com/office/drawing/2014/main" id="{E7B3BE09-1732-44FB-92A1-0E143BE39778}"/>
                  </a:ext>
                </a:extLst>
              </p:cNvPr>
              <p:cNvSpPr>
                <a:spLocks noGrp="1" noRot="1" noChangeAspect="1" noMove="1" noResize="1" noEditPoints="1" noAdjustHandles="1" noChangeArrowheads="1" noChangeShapeType="1" noTextEdit="1"/>
              </p:cNvSpPr>
              <p:nvPr/>
            </p:nvSpPr>
            <p:spPr>
              <a:xfrm>
                <a:off x="14287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277" name="note_box_118_numerical">
            <a:extLst>
              <a:ext uri="{FF2B5EF4-FFF2-40B4-BE49-F238E27FC236}">
                <a16:creationId xmlns:a16="http://schemas.microsoft.com/office/drawing/2014/main" id="{15033B2A-E242-4AB2-988C-FA22D7A9792D}"/>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78" name="equation_119_numerical" descr="\frac{\partial\mathcal{L}_{\mathrm{sq}}}{\partial w_1}=?">
                <a:extLst>
                  <a:ext uri="{FF2B5EF4-FFF2-40B4-BE49-F238E27FC236}">
                    <a16:creationId xmlns:a16="http://schemas.microsoft.com/office/drawing/2014/main" id="{FB2FE468-12B7-4B4A-9B16-AF4F92B03516}"/>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78" name="equation_119_numerical" descr="\frac{\partial\mathcal{L}_{\mathrm{sq}}}{\partial w_1}=?">
                <a:extLst>
                  <a:ext uri="{FF2B5EF4-FFF2-40B4-BE49-F238E27FC236}">
                    <a16:creationId xmlns:a16="http://schemas.microsoft.com/office/drawing/2014/main" id="{FB2FE468-12B7-4B4A-9B16-AF4F92B03516}"/>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279" name="note_box_120_numerical">
            <a:extLst>
              <a:ext uri="{FF2B5EF4-FFF2-40B4-BE49-F238E27FC236}">
                <a16:creationId xmlns:a16="http://schemas.microsoft.com/office/drawing/2014/main" id="{25EC7EE4-C4D5-49F0-9673-9352115DCFC8}"/>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0" name="equation_121_numerical" descr="\frac{\partial\mathcal{L}_{\mathrm{sq}}}{\partial b_1}=?">
                <a:extLst>
                  <a:ext uri="{FF2B5EF4-FFF2-40B4-BE49-F238E27FC236}">
                    <a16:creationId xmlns:a16="http://schemas.microsoft.com/office/drawing/2014/main" id="{7D19C7E9-C788-45F5-A140-06F78B296E02}"/>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280" name="equation_121_numerical" descr="\frac{\partial\mathcal{L}_{\mathrm{sq}}}{\partial b_1}=?">
                <a:extLst>
                  <a:ext uri="{FF2B5EF4-FFF2-40B4-BE49-F238E27FC236}">
                    <a16:creationId xmlns:a16="http://schemas.microsoft.com/office/drawing/2014/main" id="{7D19C7E9-C788-45F5-A140-06F78B296E02}"/>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8_equation_121"/>
                <a:stretch>
                  <a:fillRect b="-3158"/>
                </a:stretch>
              </a:blipFill>
              <a:ln w="0">
                <a:noFill/>
              </a:ln>
            </p:spPr>
            <p:txBody>
              <a:bodyPr/>
              <a:lstStyle/>
              <a:p>
                <a:r>
                  <a:rPr lang="it-IT">
                    <a:noFill/>
                  </a:rPr>
                  <a:t> </a:t>
                </a:r>
              </a:p>
            </p:txBody>
          </p:sp>
        </mc:Fallback>
      </mc:AlternateContent>
      <p:sp>
        <p:nvSpPr>
          <p:cNvPr id="281" name="note_brace_122_numerical">
            <a:extLst>
              <a:ext uri="{FF2B5EF4-FFF2-40B4-BE49-F238E27FC236}">
                <a16:creationId xmlns:a16="http://schemas.microsoft.com/office/drawing/2014/main" id="{31C2C5C4-EE96-4600-A3F6-9C4F082B84A8}"/>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82" name="text_123_numerical">
            <a:extLst>
              <a:ext uri="{FF2B5EF4-FFF2-40B4-BE49-F238E27FC236}">
                <a16:creationId xmlns:a16="http://schemas.microsoft.com/office/drawing/2014/main" id="{F9ED2852-AF48-44ED-BA73-2A8489C01536}"/>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83" name="note_box_124_numerical">
            <a:extLst>
              <a:ext uri="{FF2B5EF4-FFF2-40B4-BE49-F238E27FC236}">
                <a16:creationId xmlns:a16="http://schemas.microsoft.com/office/drawing/2014/main" id="{999D158B-9F7F-48AD-ABBF-B1E87DC0E652}"/>
              </a:ext>
            </a:extLst>
          </p:cNvPr>
          <p:cNvSpPr>
            <a:spLocks noGrp="1"/>
          </p:cNvSpPr>
          <p:nvPr/>
        </p:nvSpPr>
        <p:spPr>
          <a:xfrm>
            <a:off x="47053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84" name="equation_125_numerical" descr="J'_{2}(a_2(x))=2">
                <a:extLst>
                  <a:ext uri="{FF2B5EF4-FFF2-40B4-BE49-F238E27FC236}">
                    <a16:creationId xmlns:a16="http://schemas.microsoft.com/office/drawing/2014/main" id="{9F45788C-FA75-48AD-85F9-ADBB6FFDB1C0}"/>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284" name="equation_125_numerical" descr="J'_{2}(5)=2">
                <a:extLst>
                  <a:ext uri="{FF2B5EF4-FFF2-40B4-BE49-F238E27FC236}">
                    <a16:creationId xmlns:a16="http://schemas.microsoft.com/office/drawing/2014/main" id="{9F45788C-FA75-48AD-85F9-ADBB6FFDB1C0}"/>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285" name="text_126_numerical">
            <a:extLst>
              <a:ext uri="{FF2B5EF4-FFF2-40B4-BE49-F238E27FC236}">
                <a16:creationId xmlns:a16="http://schemas.microsoft.com/office/drawing/2014/main" id="{FBF9AAB7-7FE8-460E-A272-13B03B286D4F}"/>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286" name="note_box_127_numerical">
            <a:extLst>
              <a:ext uri="{FF2B5EF4-FFF2-40B4-BE49-F238E27FC236}">
                <a16:creationId xmlns:a16="http://schemas.microsoft.com/office/drawing/2014/main" id="{2BA06BB9-E33F-444E-BF35-62AC6BEB8B1C}"/>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7" name="equation_128_numerical" descr="\frac{\partial\mathcal{L}_{\mathrm{sq}}}{\partial w_2}=6">
                <a:extLst>
                  <a:ext uri="{FF2B5EF4-FFF2-40B4-BE49-F238E27FC236}">
                    <a16:creationId xmlns:a16="http://schemas.microsoft.com/office/drawing/2014/main" id="{543328CE-268D-4C63-8E40-E358FB868750}"/>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=6</m:t>
                      </m:r>
                    </m:oMath>
                  </m:oMathPara>
                </a14:m>
                <a:endParaRPr lang="en-GB" sz="2000"/>
              </a:p>
            </p:txBody>
          </p:sp>
        </mc:Choice>
        <mc:Fallback xmlns="">
          <p:sp>
            <p:nvSpPr>
              <p:cNvPr id="287" name="equation_128_numerical" descr="\frac{\partial\mathcal{L}_{\mathrm{sq}}}{\partial w_2}=6">
                <a:extLst>
                  <a:ext uri="{FF2B5EF4-FFF2-40B4-BE49-F238E27FC236}">
                    <a16:creationId xmlns:a16="http://schemas.microsoft.com/office/drawing/2014/main" id="{543328CE-268D-4C63-8E40-E358FB868750}"/>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288" name="note_box_129_numerical">
            <a:extLst>
              <a:ext uri="{FF2B5EF4-FFF2-40B4-BE49-F238E27FC236}">
                <a16:creationId xmlns:a16="http://schemas.microsoft.com/office/drawing/2014/main" id="{7E2EFAD8-B739-4A38-B4D9-5FB6122C0B87}"/>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89" name="equation_130_numerical" descr="\frac{\partial\mathcal{L}_{\mathrm{sq}}}{\partial b_2}=2">
                <a:extLst>
                  <a:ext uri="{FF2B5EF4-FFF2-40B4-BE49-F238E27FC236}">
                    <a16:creationId xmlns:a16="http://schemas.microsoft.com/office/drawing/2014/main" id="{64CAE984-8CC0-4F92-A193-622F71D86EA7}"/>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289" name="equation_130_numerical" descr="\frac{\partial\mathcal{L}_{\mathrm{sq}}}{\partial b_2}=2">
                <a:extLst>
                  <a:ext uri="{FF2B5EF4-FFF2-40B4-BE49-F238E27FC236}">
                    <a16:creationId xmlns:a16="http://schemas.microsoft.com/office/drawing/2014/main" id="{64CAE984-8CC0-4F92-A193-622F71D86EA7}"/>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8_equation_130"/>
                <a:stretch>
                  <a:fillRect b="-3158"/>
                </a:stretch>
              </a:blipFill>
              <a:ln w="0">
                <a:noFill/>
              </a:ln>
            </p:spPr>
            <p:txBody>
              <a:bodyPr/>
              <a:lstStyle/>
              <a:p>
                <a:r>
                  <a:rPr lang="it-IT">
                    <a:noFill/>
                  </a:rPr>
                  <a:t> </a:t>
                </a:r>
              </a:p>
            </p:txBody>
          </p:sp>
        </mc:Fallback>
      </mc:AlternateContent>
      <p:sp>
        <p:nvSpPr>
          <p:cNvPr id="290" name="note_brace_131_numerical">
            <a:extLst>
              <a:ext uri="{FF2B5EF4-FFF2-40B4-BE49-F238E27FC236}">
                <a16:creationId xmlns:a16="http://schemas.microsoft.com/office/drawing/2014/main" id="{8658D3E7-0F74-4112-8E5F-8D718CA310DA}"/>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91" name="text_132_numerical">
            <a:extLst>
              <a:ext uri="{FF2B5EF4-FFF2-40B4-BE49-F238E27FC236}">
                <a16:creationId xmlns:a16="http://schemas.microsoft.com/office/drawing/2014/main" id="{BA2A4C4A-F2C2-48B9-819D-AECC2E144ED8}"/>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92" name="note_box_133_numerical">
            <a:extLst>
              <a:ext uri="{FF2B5EF4-FFF2-40B4-BE49-F238E27FC236}">
                <a16:creationId xmlns:a16="http://schemas.microsoft.com/office/drawing/2014/main" id="{CB001A73-5E4C-4129-A091-23EBB77BB9B1}"/>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3" name="equation_134_numerical" descr="J'_{3}(a_3(x))=-2">
                <a:extLst>
                  <a:ext uri="{FF2B5EF4-FFF2-40B4-BE49-F238E27FC236}">
                    <a16:creationId xmlns:a16="http://schemas.microsoft.com/office/drawing/2014/main" id="{C620DDFF-C3DB-4540-8D9B-033DCCDC2D6C}"/>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r>
                        <a:rPr lang="en-GB" sz="2000">
                          <a:solidFill>
                            <a:srgbClr val="A5AAB0"/>
                          </a:solidFill>
                          <a:latin typeface="Cambria Math"/>
                          <a:ea typeface="Cambria Math"/>
                          <a:cs typeface="Cambria Math"/>
                        </a:rPr>
                        <m:t>=−2</m:t>
                      </m:r>
                    </m:oMath>
                  </m:oMathPara>
                </a14:m>
                <a:endParaRPr lang="en-GB" sz="2000"/>
              </a:p>
            </p:txBody>
          </p:sp>
        </mc:Choice>
        <mc:Fallback xmlns="">
          <p:sp>
            <p:nvSpPr>
              <p:cNvPr id="293" name="equation_134_numerical" descr="J'_{3}(-3)=-2">
                <a:extLst>
                  <a:ext uri="{FF2B5EF4-FFF2-40B4-BE49-F238E27FC236}">
                    <a16:creationId xmlns:a16="http://schemas.microsoft.com/office/drawing/2014/main" id="{C620DDFF-C3DB-4540-8D9B-033DCCDC2D6C}"/>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2"/>
                <a:stretch>
                  <a:fillRect b="-5479"/>
                </a:stretch>
              </a:blipFill>
              <a:ln w="0">
                <a:noFill/>
              </a:ln>
            </p:spPr>
            <p:txBody>
              <a:bodyPr/>
              <a:lstStyle/>
              <a:p>
                <a:r>
                  <a:rPr lang="it-IT">
                    <a:noFill/>
                  </a:rPr>
                  <a:t> </a:t>
                </a:r>
              </a:p>
            </p:txBody>
          </p:sp>
        </mc:Fallback>
      </mc:AlternateContent>
      <p:sp>
        <p:nvSpPr>
          <p:cNvPr id="294" name="text_135_numerical">
            <a:extLst>
              <a:ext uri="{FF2B5EF4-FFF2-40B4-BE49-F238E27FC236}">
                <a16:creationId xmlns:a16="http://schemas.microsoft.com/office/drawing/2014/main" id="{1A495510-7A6A-452D-81E5-AC9EC62BED22}"/>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295" name="note_box_136_numerical">
            <a:extLst>
              <a:ext uri="{FF2B5EF4-FFF2-40B4-BE49-F238E27FC236}">
                <a16:creationId xmlns:a16="http://schemas.microsoft.com/office/drawing/2014/main" id="{452948FF-6CAF-4BA1-9DB5-42905B864A56}"/>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6" name="equation_137_numerical" descr="\frac{\partial\mathcal{L}_{\mathrm{sq}}}{\partial w_3}=-10">
                <a:extLst>
                  <a:ext uri="{FF2B5EF4-FFF2-40B4-BE49-F238E27FC236}">
                    <a16:creationId xmlns:a16="http://schemas.microsoft.com/office/drawing/2014/main" id="{EFE8C873-5364-4267-A600-ED0DF85654B5}"/>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296" name="equation_137_numerical" descr="\frac{\partial\mathcal{L}_{\mathrm{sq}}}{\partial w_3}=-10">
                <a:extLst>
                  <a:ext uri="{FF2B5EF4-FFF2-40B4-BE49-F238E27FC236}">
                    <a16:creationId xmlns:a16="http://schemas.microsoft.com/office/drawing/2014/main" id="{EFE8C873-5364-4267-A600-ED0DF85654B5}"/>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297" name="note_box_138_numerical">
            <a:extLst>
              <a:ext uri="{FF2B5EF4-FFF2-40B4-BE49-F238E27FC236}">
                <a16:creationId xmlns:a16="http://schemas.microsoft.com/office/drawing/2014/main" id="{56BC6661-F37F-4C92-9F33-EF3C2C2FF1AC}"/>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98" name="equation_139_numerical" descr="\frac{\partial\mathcal{L}_{\mathrm{sq}}}{\partial b_3}=-2">
                <a:extLst>
                  <a:ext uri="{FF2B5EF4-FFF2-40B4-BE49-F238E27FC236}">
                    <a16:creationId xmlns:a16="http://schemas.microsoft.com/office/drawing/2014/main" id="{AF36BD88-F542-49D1-994E-4019D4157639}"/>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298" name="equation_139_numerical" descr="\frac{\partial\mathcal{L}_{\mathrm{sq}}}{\partial b_3}=-2">
                <a:extLst>
                  <a:ext uri="{FF2B5EF4-FFF2-40B4-BE49-F238E27FC236}">
                    <a16:creationId xmlns:a16="http://schemas.microsoft.com/office/drawing/2014/main" id="{AF36BD88-F542-49D1-994E-4019D4157639}"/>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8_equation_139"/>
                <a:stretch>
                  <a:fillRect b="-3158"/>
                </a:stretch>
              </a:blipFill>
              <a:ln w="0">
                <a:noFill/>
              </a:ln>
            </p:spPr>
            <p:txBody>
              <a:bodyPr/>
              <a:lstStyle/>
              <a:p>
                <a:r>
                  <a:rPr lang="it-IT">
                    <a:noFill/>
                  </a:rPr>
                  <a:t> </a:t>
                </a:r>
              </a:p>
            </p:txBody>
          </p:sp>
        </mc:Fallback>
      </mc:AlternateContent>
      <p:sp>
        <p:nvSpPr>
          <p:cNvPr id="299" name="note_brace_140_numerical">
            <a:extLst>
              <a:ext uri="{FF2B5EF4-FFF2-40B4-BE49-F238E27FC236}">
                <a16:creationId xmlns:a16="http://schemas.microsoft.com/office/drawing/2014/main" id="{69D89AE0-9EF4-4C41-AB93-A876FC997A93}"/>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00" name="text_141_numerical">
            <a:extLst>
              <a:ext uri="{FF2B5EF4-FFF2-40B4-BE49-F238E27FC236}">
                <a16:creationId xmlns:a16="http://schemas.microsoft.com/office/drawing/2014/main" id="{71DC5981-E555-488F-9F2B-14C36E52E7DF}"/>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301" name="shape_69_result">
            <a:extLst>
              <a:ext uri="{FF2B5EF4-FFF2-40B4-BE49-F238E27FC236}">
                <a16:creationId xmlns:a16="http://schemas.microsoft.com/office/drawing/2014/main" id="{5061FB7A-5C9E-4539-9113-7A81F6B2E2D7}"/>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02" name="note_box_70_result">
            <a:extLst>
              <a:ext uri="{FF2B5EF4-FFF2-40B4-BE49-F238E27FC236}">
                <a16:creationId xmlns:a16="http://schemas.microsoft.com/office/drawing/2014/main" id="{8C7D9E7D-8F57-4E0F-8173-55A837C055B4}"/>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303" name="text_71_result">
            <a:extLst>
              <a:ext uri="{FF2B5EF4-FFF2-40B4-BE49-F238E27FC236}">
                <a16:creationId xmlns:a16="http://schemas.microsoft.com/office/drawing/2014/main" id="{6241C1C1-C9DD-4F21-9819-CB2D4CA40833}"/>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304" name="note_box_72_result">
            <a:extLst>
              <a:ext uri="{FF2B5EF4-FFF2-40B4-BE49-F238E27FC236}">
                <a16:creationId xmlns:a16="http://schemas.microsoft.com/office/drawing/2014/main" id="{6C7971D5-E1A1-4174-BB31-BECB6757A7F0}"/>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305" name="text_73_result">
            <a:extLst>
              <a:ext uri="{FF2B5EF4-FFF2-40B4-BE49-F238E27FC236}">
                <a16:creationId xmlns:a16="http://schemas.microsoft.com/office/drawing/2014/main" id="{8EC5E122-179B-46EF-BBB1-BA2CCEE223ED}"/>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306" name="note_box_74_result">
            <a:extLst>
              <a:ext uri="{FF2B5EF4-FFF2-40B4-BE49-F238E27FC236}">
                <a16:creationId xmlns:a16="http://schemas.microsoft.com/office/drawing/2014/main" id="{304805C6-80AF-4A61-A27B-1026A119927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307" name="text_75_result">
            <a:extLst>
              <a:ext uri="{FF2B5EF4-FFF2-40B4-BE49-F238E27FC236}">
                <a16:creationId xmlns:a16="http://schemas.microsoft.com/office/drawing/2014/main" id="{B52F38AA-B524-49B9-9F75-CE8F15EE544B}"/>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308" name="note_box_76_result">
            <a:extLst>
              <a:ext uri="{FF2B5EF4-FFF2-40B4-BE49-F238E27FC236}">
                <a16:creationId xmlns:a16="http://schemas.microsoft.com/office/drawing/2014/main" id="{7DD331A4-5D34-46B6-B8F4-3A437D80CCF6}"/>
              </a:ext>
            </a:extLst>
          </p:cNvPr>
          <p:cNvSpPr>
            <a:spLocks noGrp="1"/>
          </p:cNvSpPr>
          <p:nvPr/>
        </p:nvSpPr>
        <p:spPr>
          <a:xfrm>
            <a:off x="495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09" name="equation_77_result" descr="\phi_0(x)">
                <a:extLst>
                  <a:ext uri="{FF2B5EF4-FFF2-40B4-BE49-F238E27FC236}">
                    <a16:creationId xmlns:a16="http://schemas.microsoft.com/office/drawing/2014/main" id="{C3D7EA5A-0F01-410A-B361-B80C064D1ACD}"/>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09" name="equation_77_result" descr="\phi_0(x)">
                <a:extLst>
                  <a:ext uri="{FF2B5EF4-FFF2-40B4-BE49-F238E27FC236}">
                    <a16:creationId xmlns:a16="http://schemas.microsoft.com/office/drawing/2014/main" id="{C3D7EA5A-0F01-410A-B361-B80C064D1ACD}"/>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0" name="equation_78_result" descr="2">
                <a:extLst>
                  <a:ext uri="{FF2B5EF4-FFF2-40B4-BE49-F238E27FC236}">
                    <a16:creationId xmlns:a16="http://schemas.microsoft.com/office/drawing/2014/main" id="{FA22F7B1-C00A-4D3A-A108-ECA7B074125F}"/>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2</m:t>
                      </m:r>
                    </m:oMath>
                  </m:oMathPara>
                </a14:m>
                <a:endParaRPr lang="en-GB" sz="2000"/>
              </a:p>
            </p:txBody>
          </p:sp>
        </mc:Choice>
        <mc:Fallback xmlns="">
          <p:sp>
            <p:nvSpPr>
              <p:cNvPr id="310" name="equation_78_result" descr="2">
                <a:extLst>
                  <a:ext uri="{FF2B5EF4-FFF2-40B4-BE49-F238E27FC236}">
                    <a16:creationId xmlns:a16="http://schemas.microsoft.com/office/drawing/2014/main" id="{FA22F7B1-C00A-4D3A-A108-ECA7B074125F}"/>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311" name="note_box_79_result">
            <a:extLst>
              <a:ext uri="{FF2B5EF4-FFF2-40B4-BE49-F238E27FC236}">
                <a16:creationId xmlns:a16="http://schemas.microsoft.com/office/drawing/2014/main" id="{CDC0CDBF-86B5-4BB0-B7B0-6099D1BFC788}"/>
              </a:ext>
            </a:extLst>
          </p:cNvPr>
          <p:cNvSpPr>
            <a:spLocks noGrp="1"/>
          </p:cNvSpPr>
          <p:nvPr/>
        </p:nvSpPr>
        <p:spPr>
          <a:xfrm>
            <a:off x="21717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12" name="equation_80_result" descr="a_1(x)">
                <a:extLst>
                  <a:ext uri="{FF2B5EF4-FFF2-40B4-BE49-F238E27FC236}">
                    <a16:creationId xmlns:a16="http://schemas.microsoft.com/office/drawing/2014/main" id="{E19C667D-2D34-479F-9F85-69A33F681D55}"/>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312" name="equation_80_result" descr="a_1(x)">
                <a:extLst>
                  <a:ext uri="{FF2B5EF4-FFF2-40B4-BE49-F238E27FC236}">
                    <a16:creationId xmlns:a16="http://schemas.microsoft.com/office/drawing/2014/main" id="{E19C667D-2D34-479F-9F85-69A33F681D55}"/>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3" name="equation_81_result" descr="3">
                <a:extLst>
                  <a:ext uri="{FF2B5EF4-FFF2-40B4-BE49-F238E27FC236}">
                    <a16:creationId xmlns:a16="http://schemas.microsoft.com/office/drawing/2014/main" id="{2C2E2B87-2874-40FC-B1C8-862472C0C737}"/>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313" name="equation_81_result" descr="3">
                <a:extLst>
                  <a:ext uri="{FF2B5EF4-FFF2-40B4-BE49-F238E27FC236}">
                    <a16:creationId xmlns:a16="http://schemas.microsoft.com/office/drawing/2014/main" id="{2C2E2B87-2874-40FC-B1C8-862472C0C737}"/>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314" name="line_82_result">
            <a:extLst>
              <a:ext uri="{FF2B5EF4-FFF2-40B4-BE49-F238E27FC236}">
                <a16:creationId xmlns:a16="http://schemas.microsoft.com/office/drawing/2014/main" id="{56AF9DCB-8D10-4C71-AFE9-145762CFD3FD}"/>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315" name="text_83_result">
            <a:extLst>
              <a:ext uri="{FF2B5EF4-FFF2-40B4-BE49-F238E27FC236}">
                <a16:creationId xmlns:a16="http://schemas.microsoft.com/office/drawing/2014/main" id="{2890A526-22F2-4113-8A93-92E6FF721449}"/>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16" name="note_box_84_result">
            <a:extLst>
              <a:ext uri="{FF2B5EF4-FFF2-40B4-BE49-F238E27FC236}">
                <a16:creationId xmlns:a16="http://schemas.microsoft.com/office/drawing/2014/main" id="{532D583A-0F89-4146-AC1B-BF662D445206}"/>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17" name="equation_85_result" descr="\phi_1(x)">
                <a:extLst>
                  <a:ext uri="{FF2B5EF4-FFF2-40B4-BE49-F238E27FC236}">
                    <a16:creationId xmlns:a16="http://schemas.microsoft.com/office/drawing/2014/main" id="{DEB421B8-3AD2-45F5-AA9E-0A74EE6DC1E6}"/>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17" name="equation_85_result" descr="\phi_1(x)">
                <a:extLst>
                  <a:ext uri="{FF2B5EF4-FFF2-40B4-BE49-F238E27FC236}">
                    <a16:creationId xmlns:a16="http://schemas.microsoft.com/office/drawing/2014/main" id="{DEB421B8-3AD2-45F5-AA9E-0A74EE6DC1E6}"/>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8" name="equation_86_result" descr="3">
                <a:extLst>
                  <a:ext uri="{FF2B5EF4-FFF2-40B4-BE49-F238E27FC236}">
                    <a16:creationId xmlns:a16="http://schemas.microsoft.com/office/drawing/2014/main" id="{D3B1A911-9431-4D96-9AEE-1B530A6B034C}"/>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18" name="equation_86_result" descr="3">
                <a:extLst>
                  <a:ext uri="{FF2B5EF4-FFF2-40B4-BE49-F238E27FC236}">
                    <a16:creationId xmlns:a16="http://schemas.microsoft.com/office/drawing/2014/main" id="{D3B1A911-9431-4D96-9AEE-1B530A6B034C}"/>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319" name="line_87_result">
            <a:extLst>
              <a:ext uri="{FF2B5EF4-FFF2-40B4-BE49-F238E27FC236}">
                <a16:creationId xmlns:a16="http://schemas.microsoft.com/office/drawing/2014/main" id="{715CE8FD-3659-4702-A7B0-A9A7876972C1}"/>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320" name="text_88_result">
            <a:extLst>
              <a:ext uri="{FF2B5EF4-FFF2-40B4-BE49-F238E27FC236}">
                <a16:creationId xmlns:a16="http://schemas.microsoft.com/office/drawing/2014/main" id="{E85972B2-CF11-42AF-8472-32CC250A69D8}"/>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21" name="note_box_89_result">
            <a:extLst>
              <a:ext uri="{FF2B5EF4-FFF2-40B4-BE49-F238E27FC236}">
                <a16:creationId xmlns:a16="http://schemas.microsoft.com/office/drawing/2014/main" id="{9E3C0764-BA15-4DF3-AB9D-9C9D09EE0927}"/>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22" name="equation_90_result" descr="a_2(x)">
                <a:extLst>
                  <a:ext uri="{FF2B5EF4-FFF2-40B4-BE49-F238E27FC236}">
                    <a16:creationId xmlns:a16="http://schemas.microsoft.com/office/drawing/2014/main" id="{592EFD6E-C6A2-4044-9156-8E1FDB71F6D7}"/>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22" name="equation_90_result" descr="a_2(x)">
                <a:extLst>
                  <a:ext uri="{FF2B5EF4-FFF2-40B4-BE49-F238E27FC236}">
                    <a16:creationId xmlns:a16="http://schemas.microsoft.com/office/drawing/2014/main" id="{592EFD6E-C6A2-4044-9156-8E1FDB71F6D7}"/>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3" name="equation_91_result" descr="5">
                <a:extLst>
                  <a:ext uri="{FF2B5EF4-FFF2-40B4-BE49-F238E27FC236}">
                    <a16:creationId xmlns:a16="http://schemas.microsoft.com/office/drawing/2014/main" id="{24A09F09-3D53-4DCB-AC50-3C56CCB047C8}"/>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23" name="equation_91_result" descr="5">
                <a:extLst>
                  <a:ext uri="{FF2B5EF4-FFF2-40B4-BE49-F238E27FC236}">
                    <a16:creationId xmlns:a16="http://schemas.microsoft.com/office/drawing/2014/main" id="{24A09F09-3D53-4DCB-AC50-3C56CCB047C8}"/>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324" name="line_92_result">
            <a:extLst>
              <a:ext uri="{FF2B5EF4-FFF2-40B4-BE49-F238E27FC236}">
                <a16:creationId xmlns:a16="http://schemas.microsoft.com/office/drawing/2014/main" id="{01D7835C-04FC-4491-B825-4BC860A1BA93}"/>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325" name="text_93_result">
            <a:extLst>
              <a:ext uri="{FF2B5EF4-FFF2-40B4-BE49-F238E27FC236}">
                <a16:creationId xmlns:a16="http://schemas.microsoft.com/office/drawing/2014/main" id="{E34C3A12-0521-409D-B19A-A4CB1352C7EF}"/>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26" name="note_box_94_result">
            <a:extLst>
              <a:ext uri="{FF2B5EF4-FFF2-40B4-BE49-F238E27FC236}">
                <a16:creationId xmlns:a16="http://schemas.microsoft.com/office/drawing/2014/main" id="{B24E6096-EF75-4EA7-9CBB-068460BDA651}"/>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27" name="equation_95_result" descr="\phi_2(x)">
                <a:extLst>
                  <a:ext uri="{FF2B5EF4-FFF2-40B4-BE49-F238E27FC236}">
                    <a16:creationId xmlns:a16="http://schemas.microsoft.com/office/drawing/2014/main" id="{F9A55D0C-92FB-4823-95F1-17CBF0D5E514}"/>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27" name="equation_95_result" descr="\phi_2(x)">
                <a:extLst>
                  <a:ext uri="{FF2B5EF4-FFF2-40B4-BE49-F238E27FC236}">
                    <a16:creationId xmlns:a16="http://schemas.microsoft.com/office/drawing/2014/main" id="{F9A55D0C-92FB-4823-95F1-17CBF0D5E514}"/>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8" name="equation_96_result" descr="5">
                <a:extLst>
                  <a:ext uri="{FF2B5EF4-FFF2-40B4-BE49-F238E27FC236}">
                    <a16:creationId xmlns:a16="http://schemas.microsoft.com/office/drawing/2014/main" id="{E6EFB259-5213-4591-8B46-55615002B257}"/>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328" name="equation_96_result" descr="5">
                <a:extLst>
                  <a:ext uri="{FF2B5EF4-FFF2-40B4-BE49-F238E27FC236}">
                    <a16:creationId xmlns:a16="http://schemas.microsoft.com/office/drawing/2014/main" id="{E6EFB259-5213-4591-8B46-55615002B257}"/>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329" name="line_97_result">
            <a:extLst>
              <a:ext uri="{FF2B5EF4-FFF2-40B4-BE49-F238E27FC236}">
                <a16:creationId xmlns:a16="http://schemas.microsoft.com/office/drawing/2014/main" id="{5BFA6E4C-CAFE-4629-B705-528B697FBE8B}"/>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330" name="text_98_result">
            <a:extLst>
              <a:ext uri="{FF2B5EF4-FFF2-40B4-BE49-F238E27FC236}">
                <a16:creationId xmlns:a16="http://schemas.microsoft.com/office/drawing/2014/main" id="{B85ABC3A-3D0C-473E-897C-120BE51D5076}"/>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331" name="note_box_99_result">
            <a:extLst>
              <a:ext uri="{FF2B5EF4-FFF2-40B4-BE49-F238E27FC236}">
                <a16:creationId xmlns:a16="http://schemas.microsoft.com/office/drawing/2014/main" id="{2C1AC8A9-E1E7-4B38-8E34-3EA04AFAAE8C}"/>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2" name="equation_100_result" descr="a_3(x)">
                <a:extLst>
                  <a:ext uri="{FF2B5EF4-FFF2-40B4-BE49-F238E27FC236}">
                    <a16:creationId xmlns:a16="http://schemas.microsoft.com/office/drawing/2014/main" id="{D09B6486-EE40-4C08-91E5-BF5DA683DA67}"/>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332" name="equation_100_result" descr="a_3(x)">
                <a:extLst>
                  <a:ext uri="{FF2B5EF4-FFF2-40B4-BE49-F238E27FC236}">
                    <a16:creationId xmlns:a16="http://schemas.microsoft.com/office/drawing/2014/main" id="{D09B6486-EE40-4C08-91E5-BF5DA683DA67}"/>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3" name="equation_101_result" descr="-3">
                <a:extLst>
                  <a:ext uri="{FF2B5EF4-FFF2-40B4-BE49-F238E27FC236}">
                    <a16:creationId xmlns:a16="http://schemas.microsoft.com/office/drawing/2014/main" id="{3DBAFBF5-FF16-4008-B723-17AD15F7E1E0}"/>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333" name="equation_101_result" descr="-3">
                <a:extLst>
                  <a:ext uri="{FF2B5EF4-FFF2-40B4-BE49-F238E27FC236}">
                    <a16:creationId xmlns:a16="http://schemas.microsoft.com/office/drawing/2014/main" id="{3DBAFBF5-FF16-4008-B723-17AD15F7E1E0}"/>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334" name="line_102_result">
            <a:extLst>
              <a:ext uri="{FF2B5EF4-FFF2-40B4-BE49-F238E27FC236}">
                <a16:creationId xmlns:a16="http://schemas.microsoft.com/office/drawing/2014/main" id="{032F38B4-405E-4C74-8C15-15443516555F}"/>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335" name="text_103_result">
            <a:extLst>
              <a:ext uri="{FF2B5EF4-FFF2-40B4-BE49-F238E27FC236}">
                <a16:creationId xmlns:a16="http://schemas.microsoft.com/office/drawing/2014/main" id="{9FA36A9C-25A2-412C-967D-F21DCE56759F}"/>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336" name="note_box_104_result">
            <a:extLst>
              <a:ext uri="{FF2B5EF4-FFF2-40B4-BE49-F238E27FC236}">
                <a16:creationId xmlns:a16="http://schemas.microsoft.com/office/drawing/2014/main" id="{A5F28E2C-466B-4483-A0F4-4409770E2619}"/>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37" name="equation_105_result" descr="\mathcal{L}_{\mathrm{sq}}">
                <a:extLst>
                  <a:ext uri="{FF2B5EF4-FFF2-40B4-BE49-F238E27FC236}">
                    <a16:creationId xmlns:a16="http://schemas.microsoft.com/office/drawing/2014/main" id="{768B5BD6-5C4C-4B8F-9C83-9490A68F52A4}"/>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337" name="equation_105_result" descr="\mathcal{L}_{\mathrm{sq}}">
                <a:extLst>
                  <a:ext uri="{FF2B5EF4-FFF2-40B4-BE49-F238E27FC236}">
                    <a16:creationId xmlns:a16="http://schemas.microsoft.com/office/drawing/2014/main" id="{768B5BD6-5C4C-4B8F-9C83-9490A68F52A4}"/>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8" name="equation_106_result" descr="1">
                <a:extLst>
                  <a:ext uri="{FF2B5EF4-FFF2-40B4-BE49-F238E27FC236}">
                    <a16:creationId xmlns:a16="http://schemas.microsoft.com/office/drawing/2014/main" id="{8020E0D7-2520-44C0-AD41-5EF80F831C7D}"/>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338" name="equation_106_result" descr="1">
                <a:extLst>
                  <a:ext uri="{FF2B5EF4-FFF2-40B4-BE49-F238E27FC236}">
                    <a16:creationId xmlns:a16="http://schemas.microsoft.com/office/drawing/2014/main" id="{8020E0D7-2520-44C0-AD41-5EF80F831C7D}"/>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339" name="line_107_result">
            <a:extLst>
              <a:ext uri="{FF2B5EF4-FFF2-40B4-BE49-F238E27FC236}">
                <a16:creationId xmlns:a16="http://schemas.microsoft.com/office/drawing/2014/main" id="{7B6FD958-A297-4FBA-8A3D-59EA1EC8D861}"/>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340" name="text_108_result">
            <a:extLst>
              <a:ext uri="{FF2B5EF4-FFF2-40B4-BE49-F238E27FC236}">
                <a16:creationId xmlns:a16="http://schemas.microsoft.com/office/drawing/2014/main" id="{CF37FB86-9E1E-4F0E-92BD-1E5CD80762C6}"/>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341" name="note_box_109_result">
            <a:extLst>
              <a:ext uri="{FF2B5EF4-FFF2-40B4-BE49-F238E27FC236}">
                <a16:creationId xmlns:a16="http://schemas.microsoft.com/office/drawing/2014/main" id="{F393DC2E-EBD7-4DF5-AFA3-E6B409D10274}"/>
              </a:ext>
            </a:extLst>
          </p:cNvPr>
          <p:cNvSpPr>
            <a:spLocks noGrp="1"/>
          </p:cNvSpPr>
          <p:nvPr/>
        </p:nvSpPr>
        <p:spPr>
          <a:xfrm>
            <a:off x="29337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42" name="equation_110_result" descr="w_2=2">
                <a:extLst>
                  <a:ext uri="{FF2B5EF4-FFF2-40B4-BE49-F238E27FC236}">
                    <a16:creationId xmlns:a16="http://schemas.microsoft.com/office/drawing/2014/main" id="{2D16FCBA-786D-4B36-B6FA-D30D24F9B5AD}"/>
                  </a:ext>
                </a:extLst>
              </p:cNvPr>
              <p:cNvSpPr>
                <a:spLocks noGrp="1"/>
              </p:cNvSpPr>
              <p:nvPr/>
            </p:nvSpPr>
            <p:spPr>
              <a:xfrm>
                <a:off x="29622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2</m:t>
                          </m:r>
                        </m:sub>
                      </m:sSub>
                      <m:r>
                        <a:rPr lang="en-GB" sz="2000">
                          <a:solidFill>
                            <a:srgbClr val="235C99"/>
                          </a:solidFill>
                          <a:latin typeface="Cambria Math"/>
                          <a:ea typeface="Cambria Math"/>
                          <a:cs typeface="Cambria Math"/>
                        </a:rPr>
                        <m:t>=2</m:t>
                      </m:r>
                    </m:oMath>
                  </m:oMathPara>
                </a14:m>
                <a:endParaRPr lang="en-GB" sz="2000"/>
              </a:p>
            </p:txBody>
          </p:sp>
        </mc:Choice>
        <mc:Fallback xmlns="">
          <p:sp>
            <p:nvSpPr>
              <p:cNvPr id="342" name="equation_110_result" descr="w_2=2">
                <a:extLst>
                  <a:ext uri="{FF2B5EF4-FFF2-40B4-BE49-F238E27FC236}">
                    <a16:creationId xmlns:a16="http://schemas.microsoft.com/office/drawing/2014/main" id="{2D16FCBA-786D-4B36-B6FA-D30D24F9B5AD}"/>
                  </a:ext>
                </a:extLst>
              </p:cNvPr>
              <p:cNvSpPr>
                <a:spLocks noGrp="1" noRot="1" noChangeAspect="1" noMove="1" noResize="1" noEditPoints="1" noAdjustHandles="1" noChangeArrowheads="1" noChangeShapeType="1" noTextEdit="1"/>
              </p:cNvSpPr>
              <p:nvPr/>
            </p:nvSpPr>
            <p:spPr>
              <a:xfrm>
                <a:off x="2962275" y="2867025"/>
                <a:ext cx="1085850" cy="247650"/>
              </a:xfrm>
              <a:prstGeom prst="rect">
                <a:avLst/>
              </a:prstGeom>
              <a:blipFill>
                <a:blip r:embed="rId16"/>
                <a:stretch>
                  <a:fillRect t="-2439" b="-26829"/>
                </a:stretch>
              </a:blipFill>
              <a:ln w="0">
                <a:noFill/>
              </a:ln>
            </p:spPr>
            <p:txBody>
              <a:bodyPr/>
              <a:lstStyle/>
              <a:p>
                <a:r>
                  <a:rPr lang="it-IT">
                    <a:noFill/>
                  </a:rPr>
                  <a:t> </a:t>
                </a:r>
              </a:p>
            </p:txBody>
          </p:sp>
        </mc:Fallback>
      </mc:AlternateContent>
      <p:sp>
        <p:nvSpPr>
          <p:cNvPr id="343" name="line_111_result">
            <a:extLst>
              <a:ext uri="{FF2B5EF4-FFF2-40B4-BE49-F238E27FC236}">
                <a16:creationId xmlns:a16="http://schemas.microsoft.com/office/drawing/2014/main" id="{122DDDE2-A0ED-44FE-82BE-9CD6446FBEC9}"/>
              </a:ext>
            </a:extLst>
          </p:cNvPr>
          <p:cNvSpPr>
            <a:spLocks noGrp="1"/>
          </p:cNvSpPr>
          <p:nvPr/>
        </p:nvSpPr>
        <p:spPr>
          <a:xfrm>
            <a:off x="27813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344" name="line_112_result">
            <a:extLst>
              <a:ext uri="{FF2B5EF4-FFF2-40B4-BE49-F238E27FC236}">
                <a16:creationId xmlns:a16="http://schemas.microsoft.com/office/drawing/2014/main" id="{327C9C0B-40F3-4AB9-8ABD-089B9B2D1C30}"/>
              </a:ext>
            </a:extLst>
          </p:cNvPr>
          <p:cNvSpPr>
            <a:spLocks noGrp="1"/>
          </p:cNvSpPr>
          <p:nvPr/>
        </p:nvSpPr>
        <p:spPr>
          <a:xfrm>
            <a:off x="3505200" y="3124200"/>
            <a:ext cx="476" cy="95250"/>
          </a:xfrm>
          <a:prstGeom prst="line">
            <a:avLst/>
          </a:prstGeom>
          <a:noFill/>
          <a:ln w="14288">
            <a:solidFill>
              <a:srgbClr val="235C99"/>
            </a:solidFill>
            <a:prstDash val="dash"/>
            <a:tailEnd type="triangle" w="sm" len="sm"/>
          </a:ln>
        </p:spPr>
        <p:txBody>
          <a:bodyPr/>
          <a:lstStyle/>
          <a:p>
            <a:endParaRPr lang="it-IT"/>
          </a:p>
        </p:txBody>
      </p:sp>
      <p:sp>
        <p:nvSpPr>
          <p:cNvPr id="345" name="line_113_result">
            <a:extLst>
              <a:ext uri="{FF2B5EF4-FFF2-40B4-BE49-F238E27FC236}">
                <a16:creationId xmlns:a16="http://schemas.microsoft.com/office/drawing/2014/main" id="{D1E7BE58-576A-4E62-AA62-F5866E3607E3}"/>
              </a:ext>
            </a:extLst>
          </p:cNvPr>
          <p:cNvSpPr>
            <a:spLocks noGrp="1"/>
          </p:cNvSpPr>
          <p:nvPr/>
        </p:nvSpPr>
        <p:spPr>
          <a:xfrm flipH="1">
            <a:off x="44386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346" name="note_box_114_result">
            <a:extLst>
              <a:ext uri="{FF2B5EF4-FFF2-40B4-BE49-F238E27FC236}">
                <a16:creationId xmlns:a16="http://schemas.microsoft.com/office/drawing/2014/main" id="{8870178C-5DD4-43D3-B301-08F69FB36CFF}"/>
              </a:ext>
            </a:extLst>
          </p:cNvPr>
          <p:cNvSpPr>
            <a:spLocks noGrp="1"/>
          </p:cNvSpPr>
          <p:nvPr/>
        </p:nvSpPr>
        <p:spPr>
          <a:xfrm>
            <a:off x="11430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47" name="equation_115_result" descr="J'_{1}(a_1(x))">
                <a:extLst>
                  <a:ext uri="{FF2B5EF4-FFF2-40B4-BE49-F238E27FC236}">
                    <a16:creationId xmlns:a16="http://schemas.microsoft.com/office/drawing/2014/main" id="{B2065F6D-A6A5-4A2A-B511-7F384C0D2510}"/>
                  </a:ext>
                </a:extLst>
              </p:cNvPr>
              <p:cNvSpPr>
                <a:spLocks noGrp="1"/>
              </p:cNvSpPr>
              <p:nvPr/>
            </p:nvSpPr>
            <p:spPr>
              <a:xfrm>
                <a:off x="14287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a:p>
            </p:txBody>
          </p:sp>
        </mc:Choice>
        <mc:Fallback xmlns="">
          <p:sp>
            <p:nvSpPr>
              <p:cNvPr id="347" name="equation_115_result" descr="J'_{1}(3)">
                <a:extLst>
                  <a:ext uri="{FF2B5EF4-FFF2-40B4-BE49-F238E27FC236}">
                    <a16:creationId xmlns:a16="http://schemas.microsoft.com/office/drawing/2014/main" id="{B2065F6D-A6A5-4A2A-B511-7F384C0D2510}"/>
                  </a:ext>
                </a:extLst>
              </p:cNvPr>
              <p:cNvSpPr>
                <a:spLocks noGrp="1" noRot="1" noChangeAspect="1" noMove="1" noResize="1" noEditPoints="1" noAdjustHandles="1" noChangeArrowheads="1" noChangeShapeType="1" noTextEdit="1"/>
              </p:cNvSpPr>
              <p:nvPr/>
            </p:nvSpPr>
            <p:spPr>
              <a:xfrm>
                <a:off x="1428750" y="3208338"/>
                <a:ext cx="2705100" cy="431800"/>
              </a:xfrm>
              <a:prstGeom prst="rect">
                <a:avLst/>
              </a:prstGeom>
              <a:blipFill>
                <a:blip r:embed="rId25"/>
                <a:stretch>
                  <a:fillRect b="-704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8" name="equation_116_result" descr="=4">
                <a:extLst>
                  <a:ext uri="{FF2B5EF4-FFF2-40B4-BE49-F238E27FC236}">
                    <a16:creationId xmlns:a16="http://schemas.microsoft.com/office/drawing/2014/main" id="{39F1719F-F060-4D35-8423-D2FF453494E7}"/>
                  </a:ext>
                </a:extLst>
              </p:cNvPr>
              <p:cNvSpPr>
                <a:spLocks noGrp="1"/>
              </p:cNvSpPr>
              <p:nvPr/>
            </p:nvSpPr>
            <p:spPr>
              <a:xfrm>
                <a:off x="14287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=4</m:t>
                      </m:r>
                    </m:oMath>
                  </m:oMathPara>
                </a14:m>
                <a:endParaRPr lang="en-GB" sz="2000"/>
              </a:p>
            </p:txBody>
          </p:sp>
        </mc:Choice>
        <mc:Fallback xmlns="">
          <p:sp>
            <p:nvSpPr>
              <p:cNvPr id="348" name="equation_116_result" descr="=J'_{2}(5)\,w_2\,\mathrm{step}(3)">
                <a:extLst>
                  <a:ext uri="{FF2B5EF4-FFF2-40B4-BE49-F238E27FC236}">
                    <a16:creationId xmlns:a16="http://schemas.microsoft.com/office/drawing/2014/main" id="{39F1719F-F060-4D35-8423-D2FF453494E7}"/>
                  </a:ext>
                </a:extLst>
              </p:cNvPr>
              <p:cNvSpPr>
                <a:spLocks noGrp="1" noRot="1" noChangeAspect="1" noMove="1" noResize="1" noEditPoints="1" noAdjustHandles="1" noChangeArrowheads="1" noChangeShapeType="1" noTextEdit="1"/>
              </p:cNvSpPr>
              <p:nvPr/>
            </p:nvSpPr>
            <p:spPr>
              <a:xfrm>
                <a:off x="1428750" y="3568033"/>
                <a:ext cx="2705100" cy="350584"/>
              </a:xfrm>
              <a:prstGeom prst="rect">
                <a:avLst/>
              </a:prstGeom>
              <a:blipFill>
                <a:blip r:embed="rId26"/>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9" name="equation_117_result">
                <a:extLst>
                  <a:ext uri="{FF2B5EF4-FFF2-40B4-BE49-F238E27FC236}">
                    <a16:creationId xmlns:a16="http://schemas.microsoft.com/office/drawing/2014/main" id="{E7B3BE09-1732-44FB-92A1-0E143BE39778}"/>
                  </a:ext>
                </a:extLst>
              </p:cNvPr>
              <p:cNvSpPr>
                <a:spLocks noGrp="1"/>
              </p:cNvSpPr>
              <p:nvPr/>
            </p:nvSpPr>
            <p:spPr>
              <a:xfrm>
                <a:off x="14287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349" name="equation_117_result" descr="=2(2)(1)=4">
                <a:extLst>
                  <a:ext uri="{FF2B5EF4-FFF2-40B4-BE49-F238E27FC236}">
                    <a16:creationId xmlns:a16="http://schemas.microsoft.com/office/drawing/2014/main" id="{E7B3BE09-1732-44FB-92A1-0E143BE39778}"/>
                  </a:ext>
                </a:extLst>
              </p:cNvPr>
              <p:cNvSpPr>
                <a:spLocks noGrp="1" noRot="1" noChangeAspect="1" noMove="1" noResize="1" noEditPoints="1" noAdjustHandles="1" noChangeArrowheads="1" noChangeShapeType="1" noTextEdit="1"/>
              </p:cNvSpPr>
              <p:nvPr/>
            </p:nvSpPr>
            <p:spPr>
              <a:xfrm>
                <a:off x="1428750" y="3905250"/>
                <a:ext cx="2705100" cy="295275"/>
              </a:xfrm>
              <a:prstGeom prst="rect">
                <a:avLst/>
              </a:prstGeom>
              <a:blipFill>
                <a:blip r:embed="rId28"/>
                <a:stretch>
                  <a:fillRect t="-14583" b="-54167"/>
                </a:stretch>
              </a:blipFill>
              <a:ln w="0">
                <a:noFill/>
              </a:ln>
            </p:spPr>
            <p:txBody>
              <a:bodyPr/>
              <a:lstStyle/>
              <a:p>
                <a:r>
                  <a:rPr lang="it-IT">
                    <a:noFill/>
                  </a:rPr>
                  <a:t> </a:t>
                </a:r>
              </a:p>
            </p:txBody>
          </p:sp>
        </mc:Fallback>
      </mc:AlternateContent>
      <p:sp>
        <p:nvSpPr>
          <p:cNvPr id="350" name="note_box_118_result">
            <a:extLst>
              <a:ext uri="{FF2B5EF4-FFF2-40B4-BE49-F238E27FC236}">
                <a16:creationId xmlns:a16="http://schemas.microsoft.com/office/drawing/2014/main" id="{15033B2A-E242-4AB2-988C-FA22D7A9792D}"/>
              </a:ext>
            </a:extLst>
          </p:cNvPr>
          <p:cNvSpPr>
            <a:spLocks noGrp="1"/>
          </p:cNvSpPr>
          <p:nvPr/>
        </p:nvSpPr>
        <p:spPr>
          <a:xfrm>
            <a:off x="12573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1" name="equation_119_result" descr="\frac{\partial\mathcal{L}_{\mathrm{sq}}}{\partial w_1}=?">
                <a:extLst>
                  <a:ext uri="{FF2B5EF4-FFF2-40B4-BE49-F238E27FC236}">
                    <a16:creationId xmlns:a16="http://schemas.microsoft.com/office/drawing/2014/main" id="{FB2FE468-12B7-4B4A-9B16-AF4F92B03516}"/>
                  </a:ext>
                </a:extLst>
              </p:cNvPr>
              <p:cNvSpPr>
                <a:spLocks noGrp="1"/>
              </p:cNvSpPr>
              <p:nvPr/>
            </p:nvSpPr>
            <p:spPr>
              <a:xfrm>
                <a:off x="13525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1" name="equation_119_result" descr="\frac{\partial\mathcal{L}_{\mathrm{sq}}}{\partial w_1}=?">
                <a:extLst>
                  <a:ext uri="{FF2B5EF4-FFF2-40B4-BE49-F238E27FC236}">
                    <a16:creationId xmlns:a16="http://schemas.microsoft.com/office/drawing/2014/main" id="{FB2FE468-12B7-4B4A-9B16-AF4F92B03516}"/>
                  </a:ext>
                </a:extLst>
              </p:cNvPr>
              <p:cNvSpPr>
                <a:spLocks noGrp="1" noRot="1" noChangeAspect="1" noMove="1" noResize="1" noEditPoints="1" noAdjustHandles="1" noChangeArrowheads="1" noChangeShapeType="1" noTextEdit="1"/>
              </p:cNvSpPr>
              <p:nvPr/>
            </p:nvSpPr>
            <p:spPr>
              <a:xfrm>
                <a:off x="1352550" y="4410075"/>
                <a:ext cx="2857500" cy="904875"/>
              </a:xfrm>
              <a:prstGeom prst="rect">
                <a:avLst/>
              </a:prstGeom>
              <a:blipFill>
                <a:blip r:embed="rId18"/>
                <a:stretch>
                  <a:fillRect/>
                </a:stretch>
              </a:blipFill>
              <a:ln w="0">
                <a:noFill/>
              </a:ln>
            </p:spPr>
            <p:txBody>
              <a:bodyPr/>
              <a:lstStyle/>
              <a:p>
                <a:r>
                  <a:rPr lang="it-IT">
                    <a:noFill/>
                  </a:rPr>
                  <a:t> </a:t>
                </a:r>
              </a:p>
            </p:txBody>
          </p:sp>
        </mc:Fallback>
      </mc:AlternateContent>
      <p:sp>
        <p:nvSpPr>
          <p:cNvPr id="352" name="note_box_120_result">
            <a:extLst>
              <a:ext uri="{FF2B5EF4-FFF2-40B4-BE49-F238E27FC236}">
                <a16:creationId xmlns:a16="http://schemas.microsoft.com/office/drawing/2014/main" id="{25EC7EE4-C4D5-49F0-9673-9352115DCFC8}"/>
              </a:ext>
            </a:extLst>
          </p:cNvPr>
          <p:cNvSpPr>
            <a:spLocks noGrp="1"/>
          </p:cNvSpPr>
          <p:nvPr/>
        </p:nvSpPr>
        <p:spPr>
          <a:xfrm>
            <a:off x="12573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53" name="equation_121_result" descr="\frac{\partial\mathcal{L}_{\mathrm{sq}}}{\partial b_1}=?">
                <a:extLst>
                  <a:ext uri="{FF2B5EF4-FFF2-40B4-BE49-F238E27FC236}">
                    <a16:creationId xmlns:a16="http://schemas.microsoft.com/office/drawing/2014/main" id="{7D19C7E9-C788-45F5-A140-06F78B296E02}"/>
                  </a:ext>
                </a:extLst>
              </p:cNvPr>
              <p:cNvSpPr>
                <a:spLocks noGrp="1"/>
              </p:cNvSpPr>
              <p:nvPr/>
            </p:nvSpPr>
            <p:spPr>
              <a:xfrm>
                <a:off x="13525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1</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oMath>
                  </m:oMathPara>
                </a14:m>
                <a:endParaRPr lang="en-GB" sz="2000"/>
              </a:p>
            </p:txBody>
          </p:sp>
        </mc:Choice>
        <mc:Fallback xmlns="">
          <p:sp>
            <p:nvSpPr>
              <p:cNvPr id="353" name="equation_121_result" descr="\frac{\partial\mathcal{L}_{\mathrm{sq}}}{\partial b_1}=?">
                <a:extLst>
                  <a:ext uri="{FF2B5EF4-FFF2-40B4-BE49-F238E27FC236}">
                    <a16:creationId xmlns:a16="http://schemas.microsoft.com/office/drawing/2014/main" id="{7D19C7E9-C788-45F5-A140-06F78B296E02}"/>
                  </a:ext>
                </a:extLst>
              </p:cNvPr>
              <p:cNvSpPr>
                <a:spLocks noGrp="1" noRot="1" noChangeAspect="1" noMove="1" noResize="1" noEditPoints="1" noAdjustHandles="1" noChangeArrowheads="1" noChangeShapeType="1" noTextEdit="1"/>
              </p:cNvSpPr>
              <p:nvPr/>
            </p:nvSpPr>
            <p:spPr>
              <a:xfrm>
                <a:off x="1352550" y="5514975"/>
                <a:ext cx="2857500" cy="581025"/>
              </a:xfrm>
              <a:prstGeom prst="rect">
                <a:avLst/>
              </a:prstGeom>
              <a:blipFill>
                <a:blip r:embed="rIdFit_18_equation_121"/>
                <a:stretch>
                  <a:fillRect b="-3158"/>
                </a:stretch>
              </a:blipFill>
              <a:ln w="0">
                <a:noFill/>
              </a:ln>
            </p:spPr>
            <p:txBody>
              <a:bodyPr/>
              <a:lstStyle/>
              <a:p>
                <a:r>
                  <a:rPr lang="it-IT">
                    <a:noFill/>
                  </a:rPr>
                  <a:t> </a:t>
                </a:r>
              </a:p>
            </p:txBody>
          </p:sp>
        </mc:Fallback>
      </mc:AlternateContent>
      <p:sp>
        <p:nvSpPr>
          <p:cNvPr id="354" name="note_brace_122_result">
            <a:extLst>
              <a:ext uri="{FF2B5EF4-FFF2-40B4-BE49-F238E27FC236}">
                <a16:creationId xmlns:a16="http://schemas.microsoft.com/office/drawing/2014/main" id="{31C2C5C4-EE96-4600-A3F6-9C4F082B84A8}"/>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55" name="text_123_result">
            <a:extLst>
              <a:ext uri="{FF2B5EF4-FFF2-40B4-BE49-F238E27FC236}">
                <a16:creationId xmlns:a16="http://schemas.microsoft.com/office/drawing/2014/main" id="{F9ED2852-AF48-44ED-BA73-2A8489C01536}"/>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56" name="note_box_124_result">
            <a:extLst>
              <a:ext uri="{FF2B5EF4-FFF2-40B4-BE49-F238E27FC236}">
                <a16:creationId xmlns:a16="http://schemas.microsoft.com/office/drawing/2014/main" id="{999D158B-9F7F-48AD-ABBF-B1E87DC0E652}"/>
              </a:ext>
            </a:extLst>
          </p:cNvPr>
          <p:cNvSpPr>
            <a:spLocks noGrp="1"/>
          </p:cNvSpPr>
          <p:nvPr/>
        </p:nvSpPr>
        <p:spPr>
          <a:xfrm>
            <a:off x="47053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57" name="equation_125_result" descr="J'_{2}(a_2(x))=2">
                <a:extLst>
                  <a:ext uri="{FF2B5EF4-FFF2-40B4-BE49-F238E27FC236}">
                    <a16:creationId xmlns:a16="http://schemas.microsoft.com/office/drawing/2014/main" id="{9F45788C-FA75-48AD-85F9-ADBB6FFDB1C0}"/>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a:p>
            </p:txBody>
          </p:sp>
        </mc:Choice>
        <mc:Fallback xmlns="">
          <p:sp>
            <p:nvSpPr>
              <p:cNvPr id="357" name="equation_125_result" descr="J'_{2}(5)=2">
                <a:extLst>
                  <a:ext uri="{FF2B5EF4-FFF2-40B4-BE49-F238E27FC236}">
                    <a16:creationId xmlns:a16="http://schemas.microsoft.com/office/drawing/2014/main" id="{9F45788C-FA75-48AD-85F9-ADBB6FFDB1C0}"/>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19"/>
                <a:stretch>
                  <a:fillRect b="-5479"/>
                </a:stretch>
              </a:blipFill>
              <a:ln w="0">
                <a:noFill/>
              </a:ln>
            </p:spPr>
            <p:txBody>
              <a:bodyPr/>
              <a:lstStyle/>
              <a:p>
                <a:r>
                  <a:rPr lang="it-IT">
                    <a:noFill/>
                  </a:rPr>
                  <a:t> </a:t>
                </a:r>
              </a:p>
            </p:txBody>
          </p:sp>
        </mc:Fallback>
      </mc:AlternateContent>
      <p:sp>
        <p:nvSpPr>
          <p:cNvPr id="358" name="text_126_result">
            <a:extLst>
              <a:ext uri="{FF2B5EF4-FFF2-40B4-BE49-F238E27FC236}">
                <a16:creationId xmlns:a16="http://schemas.microsoft.com/office/drawing/2014/main" id="{FBF9AAB7-7FE8-460E-A272-13B03B286D4F}"/>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359" name="note_box_127_result">
            <a:extLst>
              <a:ext uri="{FF2B5EF4-FFF2-40B4-BE49-F238E27FC236}">
                <a16:creationId xmlns:a16="http://schemas.microsoft.com/office/drawing/2014/main" id="{2BA06BB9-E33F-444E-BF35-62AC6BEB8B1C}"/>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0" name="equation_128_result" descr="\frac{\partial\mathcal{L}_{\mathrm{sq}}}{\partial w_2}=6">
                <a:extLst>
                  <a:ext uri="{FF2B5EF4-FFF2-40B4-BE49-F238E27FC236}">
                    <a16:creationId xmlns:a16="http://schemas.microsoft.com/office/drawing/2014/main" id="{543328CE-268D-4C63-8E40-E358FB868750}"/>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=6</m:t>
                      </m:r>
                    </m:oMath>
                  </m:oMathPara>
                </a14:m>
                <a:endParaRPr lang="en-GB" sz="2000"/>
              </a:p>
            </p:txBody>
          </p:sp>
        </mc:Choice>
        <mc:Fallback xmlns="">
          <p:sp>
            <p:nvSpPr>
              <p:cNvPr id="360" name="equation_128_result" descr="\frac{\partial\mathcal{L}_{\mathrm{sq}}}{\partial w_2}=6">
                <a:extLst>
                  <a:ext uri="{FF2B5EF4-FFF2-40B4-BE49-F238E27FC236}">
                    <a16:creationId xmlns:a16="http://schemas.microsoft.com/office/drawing/2014/main" id="{543328CE-268D-4C63-8E40-E358FB868750}"/>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21"/>
                <a:stretch>
                  <a:fillRect/>
                </a:stretch>
              </a:blipFill>
              <a:ln w="0">
                <a:noFill/>
              </a:ln>
            </p:spPr>
            <p:txBody>
              <a:bodyPr/>
              <a:lstStyle/>
              <a:p>
                <a:r>
                  <a:rPr lang="it-IT">
                    <a:noFill/>
                  </a:rPr>
                  <a:t> </a:t>
                </a:r>
              </a:p>
            </p:txBody>
          </p:sp>
        </mc:Fallback>
      </mc:AlternateContent>
      <p:sp>
        <p:nvSpPr>
          <p:cNvPr id="361" name="note_box_129_result">
            <a:extLst>
              <a:ext uri="{FF2B5EF4-FFF2-40B4-BE49-F238E27FC236}">
                <a16:creationId xmlns:a16="http://schemas.microsoft.com/office/drawing/2014/main" id="{7E2EFAD8-B739-4A38-B4D9-5FB6122C0B87}"/>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2" name="equation_130_result" descr="\frac{\partial\mathcal{L}_{\mathrm{sq}}}{\partial b_2}=2">
                <a:extLst>
                  <a:ext uri="{FF2B5EF4-FFF2-40B4-BE49-F238E27FC236}">
                    <a16:creationId xmlns:a16="http://schemas.microsoft.com/office/drawing/2014/main" id="{64CAE984-8CC0-4F92-A193-622F71D86EA7}"/>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362" name="equation_130_result" descr="\frac{\partial\mathcal{L}_{\mathrm{sq}}}{\partial b_2}=2">
                <a:extLst>
                  <a:ext uri="{FF2B5EF4-FFF2-40B4-BE49-F238E27FC236}">
                    <a16:creationId xmlns:a16="http://schemas.microsoft.com/office/drawing/2014/main" id="{64CAE984-8CC0-4F92-A193-622F71D86EA7}"/>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8_equation_130"/>
                <a:stretch>
                  <a:fillRect b="-3158"/>
                </a:stretch>
              </a:blipFill>
              <a:ln w="0">
                <a:noFill/>
              </a:ln>
            </p:spPr>
            <p:txBody>
              <a:bodyPr/>
              <a:lstStyle/>
              <a:p>
                <a:r>
                  <a:rPr lang="it-IT">
                    <a:noFill/>
                  </a:rPr>
                  <a:t> </a:t>
                </a:r>
              </a:p>
            </p:txBody>
          </p:sp>
        </mc:Fallback>
      </mc:AlternateContent>
      <p:sp>
        <p:nvSpPr>
          <p:cNvPr id="363" name="note_brace_131_result">
            <a:extLst>
              <a:ext uri="{FF2B5EF4-FFF2-40B4-BE49-F238E27FC236}">
                <a16:creationId xmlns:a16="http://schemas.microsoft.com/office/drawing/2014/main" id="{8658D3E7-0F74-4112-8E5F-8D718CA310DA}"/>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64" name="text_132_result">
            <a:extLst>
              <a:ext uri="{FF2B5EF4-FFF2-40B4-BE49-F238E27FC236}">
                <a16:creationId xmlns:a16="http://schemas.microsoft.com/office/drawing/2014/main" id="{BA2A4C4A-F2C2-48B9-819D-AECC2E144ED8}"/>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365" name="note_box_133_result">
            <a:extLst>
              <a:ext uri="{FF2B5EF4-FFF2-40B4-BE49-F238E27FC236}">
                <a16:creationId xmlns:a16="http://schemas.microsoft.com/office/drawing/2014/main" id="{CB001A73-5E4C-4129-A091-23EBB77BB9B1}"/>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6" name="equation_134_result" descr="J'_{3}(a_3(x))=-2">
                <a:extLst>
                  <a:ext uri="{FF2B5EF4-FFF2-40B4-BE49-F238E27FC236}">
                    <a16:creationId xmlns:a16="http://schemas.microsoft.com/office/drawing/2014/main" id="{C620DDFF-C3DB-4540-8D9B-033DCCDC2D6C}"/>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r>
                        <a:rPr lang="en-GB" sz="2000">
                          <a:solidFill>
                            <a:srgbClr val="A5AAB0"/>
                          </a:solidFill>
                          <a:latin typeface="Cambria Math"/>
                          <a:ea typeface="Cambria Math"/>
                          <a:cs typeface="Cambria Math"/>
                        </a:rPr>
                        <m:t>=−2</m:t>
                      </m:r>
                    </m:oMath>
                  </m:oMathPara>
                </a14:m>
                <a:endParaRPr lang="en-GB" sz="2000"/>
              </a:p>
            </p:txBody>
          </p:sp>
        </mc:Choice>
        <mc:Fallback xmlns="">
          <p:sp>
            <p:nvSpPr>
              <p:cNvPr id="366" name="equation_134_result" descr="J'_{3}(-3)=-2">
                <a:extLst>
                  <a:ext uri="{FF2B5EF4-FFF2-40B4-BE49-F238E27FC236}">
                    <a16:creationId xmlns:a16="http://schemas.microsoft.com/office/drawing/2014/main" id="{C620DDFF-C3DB-4540-8D9B-033DCCDC2D6C}"/>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22"/>
                <a:stretch>
                  <a:fillRect b="-5479"/>
                </a:stretch>
              </a:blipFill>
              <a:ln w="0">
                <a:noFill/>
              </a:ln>
            </p:spPr>
            <p:txBody>
              <a:bodyPr/>
              <a:lstStyle/>
              <a:p>
                <a:r>
                  <a:rPr lang="it-IT">
                    <a:noFill/>
                  </a:rPr>
                  <a:t> </a:t>
                </a:r>
              </a:p>
            </p:txBody>
          </p:sp>
        </mc:Fallback>
      </mc:AlternateContent>
      <p:sp>
        <p:nvSpPr>
          <p:cNvPr id="367" name="text_135_result">
            <a:extLst>
              <a:ext uri="{FF2B5EF4-FFF2-40B4-BE49-F238E27FC236}">
                <a16:creationId xmlns:a16="http://schemas.microsoft.com/office/drawing/2014/main" id="{1A495510-7A6A-452D-81E5-AC9EC62BED22}"/>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368" name="note_box_136_result">
            <a:extLst>
              <a:ext uri="{FF2B5EF4-FFF2-40B4-BE49-F238E27FC236}">
                <a16:creationId xmlns:a16="http://schemas.microsoft.com/office/drawing/2014/main" id="{452948FF-6CAF-4BA1-9DB5-42905B864A56}"/>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69" name="equation_137_result" descr="\frac{\partial\mathcal{L}_{\mathrm{sq}}}{\partial w_3}=-10">
                <a:extLst>
                  <a:ext uri="{FF2B5EF4-FFF2-40B4-BE49-F238E27FC236}">
                    <a16:creationId xmlns:a16="http://schemas.microsoft.com/office/drawing/2014/main" id="{EFE8C873-5364-4267-A600-ED0DF85654B5}"/>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369" name="equation_137_result" descr="\frac{\partial\mathcal{L}_{\mathrm{sq}}}{\partial w_3}=-10">
                <a:extLst>
                  <a:ext uri="{FF2B5EF4-FFF2-40B4-BE49-F238E27FC236}">
                    <a16:creationId xmlns:a16="http://schemas.microsoft.com/office/drawing/2014/main" id="{EFE8C873-5364-4267-A600-ED0DF85654B5}"/>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370" name="note_box_138_result">
            <a:extLst>
              <a:ext uri="{FF2B5EF4-FFF2-40B4-BE49-F238E27FC236}">
                <a16:creationId xmlns:a16="http://schemas.microsoft.com/office/drawing/2014/main" id="{56BC6661-F37F-4C92-9F33-EF3C2C2FF1AC}"/>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1" name="equation_139_result" descr="\frac{\partial\mathcal{L}_{\mathrm{sq}}}{\partial b_3}=-2">
                <a:extLst>
                  <a:ext uri="{FF2B5EF4-FFF2-40B4-BE49-F238E27FC236}">
                    <a16:creationId xmlns:a16="http://schemas.microsoft.com/office/drawing/2014/main" id="{AF36BD88-F542-49D1-994E-4019D4157639}"/>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371" name="equation_139_result" descr="\frac{\partial\mathcal{L}_{\mathrm{sq}}}{\partial b_3}=-2">
                <a:extLst>
                  <a:ext uri="{FF2B5EF4-FFF2-40B4-BE49-F238E27FC236}">
                    <a16:creationId xmlns:a16="http://schemas.microsoft.com/office/drawing/2014/main" id="{AF36BD88-F542-49D1-994E-4019D4157639}"/>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8_equation_139"/>
                <a:stretch>
                  <a:fillRect b="-3158"/>
                </a:stretch>
              </a:blipFill>
              <a:ln w="0">
                <a:noFill/>
              </a:ln>
            </p:spPr>
            <p:txBody>
              <a:bodyPr/>
              <a:lstStyle/>
              <a:p>
                <a:r>
                  <a:rPr lang="it-IT">
                    <a:noFill/>
                  </a:rPr>
                  <a:t> </a:t>
                </a:r>
              </a:p>
            </p:txBody>
          </p:sp>
        </mc:Fallback>
      </mc:AlternateContent>
      <p:sp>
        <p:nvSpPr>
          <p:cNvPr id="372" name="note_brace_140_result">
            <a:extLst>
              <a:ext uri="{FF2B5EF4-FFF2-40B4-BE49-F238E27FC236}">
                <a16:creationId xmlns:a16="http://schemas.microsoft.com/office/drawing/2014/main" id="{69D89AE0-9EF4-4C41-AB93-A876FC997A93}"/>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373" name="text_141_result">
            <a:extLst>
              <a:ext uri="{FF2B5EF4-FFF2-40B4-BE49-F238E27FC236}">
                <a16:creationId xmlns:a16="http://schemas.microsoft.com/office/drawing/2014/main" id="{71DC5981-E555-488F-9F2B-14C36E52E7DF}"/>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46" name="shape_142">
            <a:extLst>
              <a:ext uri="{FF2B5EF4-FFF2-40B4-BE49-F238E27FC236}">
                <a16:creationId xmlns:a16="http://schemas.microsoft.com/office/drawing/2014/main" id="{2098FF42-4C09-4341-B8B1-095E68ED9A06}"/>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47" name="note_box_143">
            <a:extLst>
              <a:ext uri="{FF2B5EF4-FFF2-40B4-BE49-F238E27FC236}">
                <a16:creationId xmlns:a16="http://schemas.microsoft.com/office/drawing/2014/main" id="{78D9B5BC-664E-41DA-979F-FFB89C404D7C}"/>
              </a:ext>
            </a:extLst>
          </p:cNvPr>
          <p:cNvSpPr>
            <a:spLocks noGrp="1"/>
          </p:cNvSpPr>
          <p:nvPr/>
        </p:nvSpPr>
        <p:spPr>
          <a:xfrm>
            <a:off x="495300" y="1809750"/>
            <a:ext cx="123825" cy="95250"/>
          </a:xfrm>
          <a:prstGeom prst="roundRect">
            <a:avLst>
              <a:gd name="adj" fmla="val 5000"/>
            </a:avLst>
          </a:prstGeom>
          <a:noFill/>
          <a:ln w="14288">
            <a:solidFill>
              <a:srgbClr val="235C99"/>
            </a:solidFill>
          </a:ln>
        </p:spPr>
        <p:txBody>
          <a:bodyPr/>
          <a:lstStyle/>
          <a:p>
            <a:endParaRPr lang="it-IT"/>
          </a:p>
        </p:txBody>
      </p:sp>
      <p:sp>
        <p:nvSpPr>
          <p:cNvPr id="148" name="text_144">
            <a:extLst>
              <a:ext uri="{FF2B5EF4-FFF2-40B4-BE49-F238E27FC236}">
                <a16:creationId xmlns:a16="http://schemas.microsoft.com/office/drawing/2014/main" id="{3B362D48-F82D-4429-9F99-0A1A00FA2AAC}"/>
              </a:ext>
            </a:extLst>
          </p:cNvPr>
          <p:cNvSpPr>
            <a:spLocks noGrp="1"/>
          </p:cNvSpPr>
          <p:nvPr/>
        </p:nvSpPr>
        <p:spPr>
          <a:xfrm>
            <a:off x="704850" y="1762125"/>
            <a:ext cx="2857500" cy="238125"/>
          </a:xfrm>
          <a:prstGeom prst="rect">
            <a:avLst/>
          </a:prstGeom>
          <a:noFill/>
          <a:ln w="0">
            <a:noFill/>
          </a:ln>
        </p:spPr>
        <p:txBody>
          <a:bodyPr anchor="ctr">
            <a:noAutofit/>
          </a:bodyPr>
          <a:lstStyle>
            <a:defPPr algn="l">
              <a:defRPr sz="1350" b="0">
                <a:solidFill>
                  <a:srgbClr val="235C99"/>
                </a:solidFill>
                <a:latin typeface="DejaVu Sans"/>
                <a:ea typeface="DejaVu Sans"/>
                <a:cs typeface="DejaVu Sans"/>
              </a:defRPr>
            </a:defPPr>
          </a:lstStyle>
          <a:p>
            <a:pPr algn="l">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49" name="note_box_145">
            <a:extLst>
              <a:ext uri="{FF2B5EF4-FFF2-40B4-BE49-F238E27FC236}">
                <a16:creationId xmlns:a16="http://schemas.microsoft.com/office/drawing/2014/main" id="{3769CEBC-A318-4B35-B58C-FBD37A79DFFC}"/>
              </a:ext>
            </a:extLst>
          </p:cNvPr>
          <p:cNvSpPr>
            <a:spLocks noGrp="1"/>
          </p:cNvSpPr>
          <p:nvPr/>
        </p:nvSpPr>
        <p:spPr>
          <a:xfrm>
            <a:off x="4238625" y="1809750"/>
            <a:ext cx="123825" cy="95250"/>
          </a:xfrm>
          <a:prstGeom prst="roundRect">
            <a:avLst>
              <a:gd name="adj" fmla="val 5000"/>
            </a:avLst>
          </a:prstGeom>
          <a:noFill/>
          <a:ln w="14288">
            <a:solidFill>
              <a:srgbClr val="AB4910"/>
            </a:solidFill>
          </a:ln>
        </p:spPr>
        <p:txBody>
          <a:bodyPr/>
          <a:lstStyle/>
          <a:p>
            <a:endParaRPr lang="it-IT"/>
          </a:p>
        </p:txBody>
      </p:sp>
      <p:sp>
        <p:nvSpPr>
          <p:cNvPr id="150" name="text_146">
            <a:extLst>
              <a:ext uri="{FF2B5EF4-FFF2-40B4-BE49-F238E27FC236}">
                <a16:creationId xmlns:a16="http://schemas.microsoft.com/office/drawing/2014/main" id="{E91F8DD6-FB13-42BB-9D92-B09DA1EB166E}"/>
              </a:ext>
            </a:extLst>
          </p:cNvPr>
          <p:cNvSpPr>
            <a:spLocks noGrp="1"/>
          </p:cNvSpPr>
          <p:nvPr/>
        </p:nvSpPr>
        <p:spPr>
          <a:xfrm>
            <a:off x="4448175" y="1762125"/>
            <a:ext cx="3476625" cy="238125"/>
          </a:xfrm>
          <a:prstGeom prst="rect">
            <a:avLst/>
          </a:prstGeom>
          <a:noFill/>
          <a:ln w="0">
            <a:noFill/>
          </a:ln>
        </p:spPr>
        <p:txBody>
          <a:bodyPr anchor="ctr">
            <a:noAutofit/>
          </a:bodyPr>
          <a:lstStyle>
            <a:defPPr algn="l">
              <a:defRPr sz="1350" b="0">
                <a:solidFill>
                  <a:srgbClr val="AB4910"/>
                </a:solidFill>
                <a:latin typeface="DejaVu Sans"/>
                <a:ea typeface="DejaVu Sans"/>
                <a:cs typeface="DejaVu Sans"/>
              </a:defRPr>
            </a:defPPr>
          </a:lstStyle>
          <a:p>
            <a:pPr algn="l">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derivative</a:t>
            </a:r>
          </a:p>
        </p:txBody>
      </p:sp>
      <p:sp>
        <p:nvSpPr>
          <p:cNvPr id="151" name="note_box_147">
            <a:extLst>
              <a:ext uri="{FF2B5EF4-FFF2-40B4-BE49-F238E27FC236}">
                <a16:creationId xmlns:a16="http://schemas.microsoft.com/office/drawing/2014/main" id="{9A684E6C-4E9F-4FEE-9A21-2E554753D9A6}"/>
              </a:ext>
            </a:extLst>
          </p:cNvPr>
          <p:cNvSpPr>
            <a:spLocks noGrp="1"/>
          </p:cNvSpPr>
          <p:nvPr/>
        </p:nvSpPr>
        <p:spPr>
          <a:xfrm>
            <a:off x="8924925" y="1809750"/>
            <a:ext cx="123825" cy="95250"/>
          </a:xfrm>
          <a:prstGeom prst="roundRect">
            <a:avLst>
              <a:gd name="adj" fmla="val 5000"/>
            </a:avLst>
          </a:prstGeom>
          <a:noFill/>
          <a:ln w="14288">
            <a:solidFill>
              <a:srgbClr val="AF1B29"/>
            </a:solidFill>
          </a:ln>
        </p:spPr>
        <p:txBody>
          <a:bodyPr/>
          <a:lstStyle/>
          <a:p>
            <a:endParaRPr lang="it-IT"/>
          </a:p>
        </p:txBody>
      </p:sp>
      <p:sp>
        <p:nvSpPr>
          <p:cNvPr id="152" name="text_148">
            <a:extLst>
              <a:ext uri="{FF2B5EF4-FFF2-40B4-BE49-F238E27FC236}">
                <a16:creationId xmlns:a16="http://schemas.microsoft.com/office/drawing/2014/main" id="{055F2436-BF32-4E03-B5A3-E51AA03BD1B5}"/>
              </a:ext>
            </a:extLst>
          </p:cNvPr>
          <p:cNvSpPr>
            <a:spLocks noGrp="1"/>
          </p:cNvSpPr>
          <p:nvPr/>
        </p:nvSpPr>
        <p:spPr>
          <a:xfrm>
            <a:off x="9134475" y="1762125"/>
            <a:ext cx="2647950" cy="238125"/>
          </a:xfrm>
          <a:prstGeom prst="rect">
            <a:avLst/>
          </a:prstGeom>
          <a:noFill/>
          <a:ln w="0">
            <a:noFill/>
          </a:ln>
        </p:spPr>
        <p:txBody>
          <a:bodyPr anchor="ctr">
            <a:noAutofit/>
          </a:bodyPr>
          <a:lstStyle>
            <a:defPPr algn="l">
              <a:defRPr sz="1350" b="0">
                <a:solidFill>
                  <a:srgbClr val="AF1B29"/>
                </a:solidFill>
                <a:latin typeface="DejaVu Sans"/>
                <a:ea typeface="DejaVu Sans"/>
                <a:cs typeface="DejaVu Sans"/>
              </a:defRPr>
            </a:defPPr>
          </a:lstStyle>
          <a:p>
            <a:pPr algn="l">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53" name="note_box_149">
            <a:extLst>
              <a:ext uri="{FF2B5EF4-FFF2-40B4-BE49-F238E27FC236}">
                <a16:creationId xmlns:a16="http://schemas.microsoft.com/office/drawing/2014/main" id="{620B7178-CF81-4C57-A638-82E19E9F1C36}"/>
              </a:ext>
            </a:extLst>
          </p:cNvPr>
          <p:cNvSpPr>
            <a:spLocks noGrp="1"/>
          </p:cNvSpPr>
          <p:nvPr/>
        </p:nvSpPr>
        <p:spPr>
          <a:xfrm>
            <a:off x="4953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54" name="equation_150" descr="\phi_0(x)">
                <a:extLst>
                  <a:ext uri="{FF2B5EF4-FFF2-40B4-BE49-F238E27FC236}">
                    <a16:creationId xmlns:a16="http://schemas.microsoft.com/office/drawing/2014/main" id="{D83C1C01-B922-43EF-916F-D243A7B02EDF}"/>
                  </a:ext>
                </a:extLst>
              </p:cNvPr>
              <p:cNvSpPr>
                <a:spLocks noGrp="1"/>
              </p:cNvSpPr>
              <p:nvPr/>
            </p:nvSpPr>
            <p:spPr>
              <a:xfrm>
                <a:off x="533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𝜙</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54" name="equation_150" descr="\phi_0(x)">
                <a:extLst>
                  <a:ext uri="{FF2B5EF4-FFF2-40B4-BE49-F238E27FC236}">
                    <a16:creationId xmlns:a16="http://schemas.microsoft.com/office/drawing/2014/main" id="{D83C1C01-B922-43EF-916F-D243A7B02EDF}"/>
                  </a:ext>
                </a:extLst>
              </p:cNvPr>
              <p:cNvSpPr>
                <a:spLocks noGrp="1" noRot="1" noChangeAspect="1" noMove="1" noResize="1" noEditPoints="1" noAdjustHandles="1" noChangeArrowheads="1" noChangeShapeType="1" noTextEdit="1"/>
              </p:cNvSpPr>
              <p:nvPr/>
            </p:nvSpPr>
            <p:spPr>
              <a:xfrm>
                <a:off x="533400" y="2228850"/>
                <a:ext cx="1143000" cy="238125"/>
              </a:xfrm>
              <a:prstGeom prst="rect">
                <a:avLst/>
              </a:prstGeom>
              <a:blipFill>
                <a:blip r:embed="rId3"/>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5" name="equation_151" descr="2">
                <a:extLst>
                  <a:ext uri="{FF2B5EF4-FFF2-40B4-BE49-F238E27FC236}">
                    <a16:creationId xmlns:a16="http://schemas.microsoft.com/office/drawing/2014/main" id="{D76481F1-7D36-40B6-8D25-02444E12EB7D}"/>
                  </a:ext>
                </a:extLst>
              </p:cNvPr>
              <p:cNvSpPr>
                <a:spLocks noGrp="1"/>
              </p:cNvSpPr>
              <p:nvPr/>
            </p:nvSpPr>
            <p:spPr>
              <a:xfrm>
                <a:off x="533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2</m:t>
                      </m:r>
                    </m:oMath>
                  </m:oMathPara>
                </a14:m>
                <a:endParaRPr lang="en-GB" sz="2000"/>
              </a:p>
            </p:txBody>
          </p:sp>
        </mc:Choice>
        <mc:Fallback xmlns="">
          <p:sp>
            <p:nvSpPr>
              <p:cNvPr id="155" name="equation_151" descr="2">
                <a:extLst>
                  <a:ext uri="{FF2B5EF4-FFF2-40B4-BE49-F238E27FC236}">
                    <a16:creationId xmlns:a16="http://schemas.microsoft.com/office/drawing/2014/main" id="{D76481F1-7D36-40B6-8D25-02444E12EB7D}"/>
                  </a:ext>
                </a:extLst>
              </p:cNvPr>
              <p:cNvSpPr>
                <a:spLocks noGrp="1" noRot="1" noChangeAspect="1" noMove="1" noResize="1" noEditPoints="1" noAdjustHandles="1" noChangeArrowheads="1" noChangeShapeType="1" noTextEdit="1"/>
              </p:cNvSpPr>
              <p:nvPr/>
            </p:nvSpPr>
            <p:spPr>
              <a:xfrm>
                <a:off x="533400" y="2476500"/>
                <a:ext cx="1143000" cy="257175"/>
              </a:xfrm>
              <a:prstGeom prst="rect">
                <a:avLst/>
              </a:prstGeom>
              <a:blipFill>
                <a:blip r:embed="rId4"/>
                <a:stretch>
                  <a:fillRect t="-4762" b="-26190"/>
                </a:stretch>
              </a:blipFill>
              <a:ln w="0">
                <a:noFill/>
              </a:ln>
            </p:spPr>
            <p:txBody>
              <a:bodyPr/>
              <a:lstStyle/>
              <a:p>
                <a:r>
                  <a:rPr lang="it-IT">
                    <a:noFill/>
                  </a:rPr>
                  <a:t> </a:t>
                </a:r>
              </a:p>
            </p:txBody>
          </p:sp>
        </mc:Fallback>
      </mc:AlternateContent>
      <p:sp>
        <p:nvSpPr>
          <p:cNvPr id="156" name="note_box_152">
            <a:extLst>
              <a:ext uri="{FF2B5EF4-FFF2-40B4-BE49-F238E27FC236}">
                <a16:creationId xmlns:a16="http://schemas.microsoft.com/office/drawing/2014/main" id="{9DC757F6-F43F-41D8-89D1-6F1F5F214EB3}"/>
              </a:ext>
            </a:extLst>
          </p:cNvPr>
          <p:cNvSpPr>
            <a:spLocks noGrp="1"/>
          </p:cNvSpPr>
          <p:nvPr/>
        </p:nvSpPr>
        <p:spPr>
          <a:xfrm>
            <a:off x="2171700" y="2209800"/>
            <a:ext cx="1219200" cy="5524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57" name="equation_153" descr="a_1(x)">
                <a:extLst>
                  <a:ext uri="{FF2B5EF4-FFF2-40B4-BE49-F238E27FC236}">
                    <a16:creationId xmlns:a16="http://schemas.microsoft.com/office/drawing/2014/main" id="{8FC36200-0E3F-475C-97B4-BADFCC5000FD}"/>
                  </a:ext>
                </a:extLst>
              </p:cNvPr>
              <p:cNvSpPr>
                <a:spLocks noGrp="1"/>
              </p:cNvSpPr>
              <p:nvPr/>
            </p:nvSpPr>
            <p:spPr>
              <a:xfrm>
                <a:off x="2209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oMath>
                  </m:oMathPara>
                </a14:m>
                <a:endParaRPr lang="en-GB" sz="2000"/>
              </a:p>
            </p:txBody>
          </p:sp>
        </mc:Choice>
        <mc:Fallback xmlns="">
          <p:sp>
            <p:nvSpPr>
              <p:cNvPr id="157" name="equation_153" descr="a_1(x)">
                <a:extLst>
                  <a:ext uri="{FF2B5EF4-FFF2-40B4-BE49-F238E27FC236}">
                    <a16:creationId xmlns:a16="http://schemas.microsoft.com/office/drawing/2014/main" id="{8FC36200-0E3F-475C-97B4-BADFCC5000FD}"/>
                  </a:ext>
                </a:extLst>
              </p:cNvPr>
              <p:cNvSpPr>
                <a:spLocks noGrp="1" noRot="1" noChangeAspect="1" noMove="1" noResize="1" noEditPoints="1" noAdjustHandles="1" noChangeArrowheads="1" noChangeShapeType="1" noTextEdit="1"/>
              </p:cNvSpPr>
              <p:nvPr/>
            </p:nvSpPr>
            <p:spPr>
              <a:xfrm>
                <a:off x="2209800" y="2228850"/>
                <a:ext cx="1143000" cy="238125"/>
              </a:xfrm>
              <a:prstGeom prst="rect">
                <a:avLst/>
              </a:prstGeom>
              <a:blipFill>
                <a:blip r:embed="rId5"/>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8" name="equation_154" descr="3">
                <a:extLst>
                  <a:ext uri="{FF2B5EF4-FFF2-40B4-BE49-F238E27FC236}">
                    <a16:creationId xmlns:a16="http://schemas.microsoft.com/office/drawing/2014/main" id="{89165329-043E-4A0D-ADF7-5D638E9172C7}"/>
                  </a:ext>
                </a:extLst>
              </p:cNvPr>
              <p:cNvSpPr>
                <a:spLocks noGrp="1"/>
              </p:cNvSpPr>
              <p:nvPr/>
            </p:nvSpPr>
            <p:spPr>
              <a:xfrm>
                <a:off x="2209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3</m:t>
                      </m:r>
                    </m:oMath>
                  </m:oMathPara>
                </a14:m>
                <a:endParaRPr lang="en-GB" sz="2000"/>
              </a:p>
            </p:txBody>
          </p:sp>
        </mc:Choice>
        <mc:Fallback xmlns="">
          <p:sp>
            <p:nvSpPr>
              <p:cNvPr id="158" name="equation_154" descr="3">
                <a:extLst>
                  <a:ext uri="{FF2B5EF4-FFF2-40B4-BE49-F238E27FC236}">
                    <a16:creationId xmlns:a16="http://schemas.microsoft.com/office/drawing/2014/main" id="{89165329-043E-4A0D-ADF7-5D638E9172C7}"/>
                  </a:ext>
                </a:extLst>
              </p:cNvPr>
              <p:cNvSpPr>
                <a:spLocks noGrp="1" noRot="1" noChangeAspect="1" noMove="1" noResize="1" noEditPoints="1" noAdjustHandles="1" noChangeArrowheads="1" noChangeShapeType="1" noTextEdit="1"/>
              </p:cNvSpPr>
              <p:nvPr/>
            </p:nvSpPr>
            <p:spPr>
              <a:xfrm>
                <a:off x="2209800" y="2476500"/>
                <a:ext cx="1143000" cy="257175"/>
              </a:xfrm>
              <a:prstGeom prst="rect">
                <a:avLst/>
              </a:prstGeom>
              <a:blipFill>
                <a:blip r:embed="rId6"/>
                <a:stretch>
                  <a:fillRect t="-4762" b="-26190"/>
                </a:stretch>
              </a:blipFill>
              <a:ln w="0">
                <a:noFill/>
              </a:ln>
            </p:spPr>
            <p:txBody>
              <a:bodyPr/>
              <a:lstStyle/>
              <a:p>
                <a:r>
                  <a:rPr lang="it-IT">
                    <a:noFill/>
                  </a:rPr>
                  <a:t> </a:t>
                </a:r>
              </a:p>
            </p:txBody>
          </p:sp>
        </mc:Fallback>
      </mc:AlternateContent>
      <p:sp>
        <p:nvSpPr>
          <p:cNvPr id="159" name="line_155">
            <a:extLst>
              <a:ext uri="{FF2B5EF4-FFF2-40B4-BE49-F238E27FC236}">
                <a16:creationId xmlns:a16="http://schemas.microsoft.com/office/drawing/2014/main" id="{938B52FD-5940-43F1-93EE-5CB065F63827}"/>
              </a:ext>
            </a:extLst>
          </p:cNvPr>
          <p:cNvSpPr>
            <a:spLocks noGrp="1"/>
          </p:cNvSpPr>
          <p:nvPr/>
        </p:nvSpPr>
        <p:spPr>
          <a:xfrm>
            <a:off x="1714500" y="2486025"/>
            <a:ext cx="438150" cy="476"/>
          </a:xfrm>
          <a:prstGeom prst="line">
            <a:avLst/>
          </a:prstGeom>
          <a:noFill/>
          <a:ln w="11430">
            <a:solidFill>
              <a:srgbClr val="D0D3D8"/>
            </a:solidFill>
            <a:tailEnd type="triangle" w="sm" len="sm"/>
          </a:ln>
        </p:spPr>
        <p:txBody>
          <a:bodyPr/>
          <a:lstStyle/>
          <a:p>
            <a:endParaRPr lang="it-IT"/>
          </a:p>
        </p:txBody>
      </p:sp>
      <p:sp>
        <p:nvSpPr>
          <p:cNvPr id="160" name="text_156">
            <a:extLst>
              <a:ext uri="{FF2B5EF4-FFF2-40B4-BE49-F238E27FC236}">
                <a16:creationId xmlns:a16="http://schemas.microsoft.com/office/drawing/2014/main" id="{0418B701-EEE5-482B-892D-65D333FDB64E}"/>
              </a:ext>
            </a:extLst>
          </p:cNvPr>
          <p:cNvSpPr>
            <a:spLocks noGrp="1"/>
          </p:cNvSpPr>
          <p:nvPr/>
        </p:nvSpPr>
        <p:spPr>
          <a:xfrm>
            <a:off x="1571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61" name="note_box_157">
            <a:extLst>
              <a:ext uri="{FF2B5EF4-FFF2-40B4-BE49-F238E27FC236}">
                <a16:creationId xmlns:a16="http://schemas.microsoft.com/office/drawing/2014/main" id="{F022E5AA-DBEF-4EE0-B4C7-E54A53A53E5A}"/>
              </a:ext>
            </a:extLst>
          </p:cNvPr>
          <p:cNvSpPr>
            <a:spLocks noGrp="1"/>
          </p:cNvSpPr>
          <p:nvPr/>
        </p:nvSpPr>
        <p:spPr>
          <a:xfrm>
            <a:off x="38481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62" name="equation_158" descr="\phi_1(x)">
                <a:extLst>
                  <a:ext uri="{FF2B5EF4-FFF2-40B4-BE49-F238E27FC236}">
                    <a16:creationId xmlns:a16="http://schemas.microsoft.com/office/drawing/2014/main" id="{358D1ACA-F600-46F1-A4AE-630B4829B9EE}"/>
                  </a:ext>
                </a:extLst>
              </p:cNvPr>
              <p:cNvSpPr>
                <a:spLocks noGrp="1"/>
              </p:cNvSpPr>
              <p:nvPr/>
            </p:nvSpPr>
            <p:spPr>
              <a:xfrm>
                <a:off x="38862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62" name="equation_158" descr="\phi_1(x)">
                <a:extLst>
                  <a:ext uri="{FF2B5EF4-FFF2-40B4-BE49-F238E27FC236}">
                    <a16:creationId xmlns:a16="http://schemas.microsoft.com/office/drawing/2014/main" id="{358D1ACA-F600-46F1-A4AE-630B4829B9EE}"/>
                  </a:ext>
                </a:extLst>
              </p:cNvPr>
              <p:cNvSpPr>
                <a:spLocks noGrp="1" noRot="1" noChangeAspect="1" noMove="1" noResize="1" noEditPoints="1" noAdjustHandles="1" noChangeArrowheads="1" noChangeShapeType="1" noTextEdit="1"/>
              </p:cNvSpPr>
              <p:nvPr/>
            </p:nvSpPr>
            <p:spPr>
              <a:xfrm>
                <a:off x="3886200" y="2228850"/>
                <a:ext cx="1143000" cy="238125"/>
              </a:xfrm>
              <a:prstGeom prst="rect">
                <a:avLst/>
              </a:prstGeom>
              <a:blipFill>
                <a:blip r:embed="rId7"/>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3" name="equation_159" descr="3">
                <a:extLst>
                  <a:ext uri="{FF2B5EF4-FFF2-40B4-BE49-F238E27FC236}">
                    <a16:creationId xmlns:a16="http://schemas.microsoft.com/office/drawing/2014/main" id="{EE758A34-9ABA-4620-86A1-7A10C5C625CC}"/>
                  </a:ext>
                </a:extLst>
              </p:cNvPr>
              <p:cNvSpPr>
                <a:spLocks noGrp="1"/>
              </p:cNvSpPr>
              <p:nvPr/>
            </p:nvSpPr>
            <p:spPr>
              <a:xfrm>
                <a:off x="38862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63" name="equation_159" descr="3">
                <a:extLst>
                  <a:ext uri="{FF2B5EF4-FFF2-40B4-BE49-F238E27FC236}">
                    <a16:creationId xmlns:a16="http://schemas.microsoft.com/office/drawing/2014/main" id="{EE758A34-9ABA-4620-86A1-7A10C5C625CC}"/>
                  </a:ext>
                </a:extLst>
              </p:cNvPr>
              <p:cNvSpPr>
                <a:spLocks noGrp="1" noRot="1" noChangeAspect="1" noMove="1" noResize="1" noEditPoints="1" noAdjustHandles="1" noChangeArrowheads="1" noChangeShapeType="1" noTextEdit="1"/>
              </p:cNvSpPr>
              <p:nvPr/>
            </p:nvSpPr>
            <p:spPr>
              <a:xfrm>
                <a:off x="3886200" y="2476500"/>
                <a:ext cx="1143000" cy="257175"/>
              </a:xfrm>
              <a:prstGeom prst="rect">
                <a:avLst/>
              </a:prstGeom>
              <a:blipFill>
                <a:blip r:embed="rId8"/>
                <a:stretch>
                  <a:fillRect t="-4762" b="-26190"/>
                </a:stretch>
              </a:blipFill>
              <a:ln w="0">
                <a:noFill/>
              </a:ln>
            </p:spPr>
            <p:txBody>
              <a:bodyPr/>
              <a:lstStyle/>
              <a:p>
                <a:r>
                  <a:rPr lang="it-IT">
                    <a:noFill/>
                  </a:rPr>
                  <a:t> </a:t>
                </a:r>
              </a:p>
            </p:txBody>
          </p:sp>
        </mc:Fallback>
      </mc:AlternateContent>
      <p:sp>
        <p:nvSpPr>
          <p:cNvPr id="164" name="line_160">
            <a:extLst>
              <a:ext uri="{FF2B5EF4-FFF2-40B4-BE49-F238E27FC236}">
                <a16:creationId xmlns:a16="http://schemas.microsoft.com/office/drawing/2014/main" id="{B6EF13BB-ACC6-4981-881A-DD5F6EC968F8}"/>
              </a:ext>
            </a:extLst>
          </p:cNvPr>
          <p:cNvSpPr>
            <a:spLocks noGrp="1"/>
          </p:cNvSpPr>
          <p:nvPr/>
        </p:nvSpPr>
        <p:spPr>
          <a:xfrm>
            <a:off x="3390900" y="2486025"/>
            <a:ext cx="438150" cy="476"/>
          </a:xfrm>
          <a:prstGeom prst="line">
            <a:avLst/>
          </a:prstGeom>
          <a:noFill/>
          <a:ln w="11430">
            <a:solidFill>
              <a:srgbClr val="D0D3D8"/>
            </a:solidFill>
            <a:tailEnd type="triangle" w="sm" len="sm"/>
          </a:ln>
        </p:spPr>
        <p:txBody>
          <a:bodyPr/>
          <a:lstStyle/>
          <a:p>
            <a:endParaRPr lang="it-IT"/>
          </a:p>
        </p:txBody>
      </p:sp>
      <p:sp>
        <p:nvSpPr>
          <p:cNvPr id="165" name="text_161">
            <a:extLst>
              <a:ext uri="{FF2B5EF4-FFF2-40B4-BE49-F238E27FC236}">
                <a16:creationId xmlns:a16="http://schemas.microsoft.com/office/drawing/2014/main" id="{54CCAED9-9AE6-4B1E-8F7F-F9274A10BD84}"/>
              </a:ext>
            </a:extLst>
          </p:cNvPr>
          <p:cNvSpPr>
            <a:spLocks noGrp="1"/>
          </p:cNvSpPr>
          <p:nvPr/>
        </p:nvSpPr>
        <p:spPr>
          <a:xfrm>
            <a:off x="32480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66" name="note_box_162">
            <a:extLst>
              <a:ext uri="{FF2B5EF4-FFF2-40B4-BE49-F238E27FC236}">
                <a16:creationId xmlns:a16="http://schemas.microsoft.com/office/drawing/2014/main" id="{D6CDCA55-9F05-4A56-94C1-B1AFC572B42A}"/>
              </a:ext>
            </a:extLst>
          </p:cNvPr>
          <p:cNvSpPr>
            <a:spLocks noGrp="1"/>
          </p:cNvSpPr>
          <p:nvPr/>
        </p:nvSpPr>
        <p:spPr>
          <a:xfrm>
            <a:off x="55245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67" name="equation_163" descr="a_2(x)">
                <a:extLst>
                  <a:ext uri="{FF2B5EF4-FFF2-40B4-BE49-F238E27FC236}">
                    <a16:creationId xmlns:a16="http://schemas.microsoft.com/office/drawing/2014/main" id="{C451EE86-67B5-4589-BACA-6C736DE43CFB}"/>
                  </a:ext>
                </a:extLst>
              </p:cNvPr>
              <p:cNvSpPr>
                <a:spLocks noGrp="1"/>
              </p:cNvSpPr>
              <p:nvPr/>
            </p:nvSpPr>
            <p:spPr>
              <a:xfrm>
                <a:off x="55626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67" name="equation_163" descr="a_2(x)">
                <a:extLst>
                  <a:ext uri="{FF2B5EF4-FFF2-40B4-BE49-F238E27FC236}">
                    <a16:creationId xmlns:a16="http://schemas.microsoft.com/office/drawing/2014/main" id="{C451EE86-67B5-4589-BACA-6C736DE43CFB}"/>
                  </a:ext>
                </a:extLst>
              </p:cNvPr>
              <p:cNvSpPr>
                <a:spLocks noGrp="1" noRot="1" noChangeAspect="1" noMove="1" noResize="1" noEditPoints="1" noAdjustHandles="1" noChangeArrowheads="1" noChangeShapeType="1" noTextEdit="1"/>
              </p:cNvSpPr>
              <p:nvPr/>
            </p:nvSpPr>
            <p:spPr>
              <a:xfrm>
                <a:off x="5562600" y="2228850"/>
                <a:ext cx="1143000" cy="238125"/>
              </a:xfrm>
              <a:prstGeom prst="rect">
                <a:avLst/>
              </a:prstGeom>
              <a:blipFill>
                <a:blip r:embed="rId9"/>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8" name="equation_164" descr="5">
                <a:extLst>
                  <a:ext uri="{FF2B5EF4-FFF2-40B4-BE49-F238E27FC236}">
                    <a16:creationId xmlns:a16="http://schemas.microsoft.com/office/drawing/2014/main" id="{6A2BAA23-9B64-446C-83EC-10DDD2754FF2}"/>
                  </a:ext>
                </a:extLst>
              </p:cNvPr>
              <p:cNvSpPr>
                <a:spLocks noGrp="1"/>
              </p:cNvSpPr>
              <p:nvPr/>
            </p:nvSpPr>
            <p:spPr>
              <a:xfrm>
                <a:off x="55626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68" name="equation_164" descr="5">
                <a:extLst>
                  <a:ext uri="{FF2B5EF4-FFF2-40B4-BE49-F238E27FC236}">
                    <a16:creationId xmlns:a16="http://schemas.microsoft.com/office/drawing/2014/main" id="{6A2BAA23-9B64-446C-83EC-10DDD2754FF2}"/>
                  </a:ext>
                </a:extLst>
              </p:cNvPr>
              <p:cNvSpPr>
                <a:spLocks noGrp="1" noRot="1" noChangeAspect="1" noMove="1" noResize="1" noEditPoints="1" noAdjustHandles="1" noChangeArrowheads="1" noChangeShapeType="1" noTextEdit="1"/>
              </p:cNvSpPr>
              <p:nvPr/>
            </p:nvSpPr>
            <p:spPr>
              <a:xfrm>
                <a:off x="55626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169" name="line_165">
            <a:extLst>
              <a:ext uri="{FF2B5EF4-FFF2-40B4-BE49-F238E27FC236}">
                <a16:creationId xmlns:a16="http://schemas.microsoft.com/office/drawing/2014/main" id="{A06484BB-4610-4B51-8740-12589DA29014}"/>
              </a:ext>
            </a:extLst>
          </p:cNvPr>
          <p:cNvSpPr>
            <a:spLocks noGrp="1"/>
          </p:cNvSpPr>
          <p:nvPr/>
        </p:nvSpPr>
        <p:spPr>
          <a:xfrm>
            <a:off x="5067300" y="2486025"/>
            <a:ext cx="438150" cy="476"/>
          </a:xfrm>
          <a:prstGeom prst="line">
            <a:avLst/>
          </a:prstGeom>
          <a:noFill/>
          <a:ln w="11430">
            <a:solidFill>
              <a:srgbClr val="D0D3D8"/>
            </a:solidFill>
            <a:tailEnd type="triangle" w="sm" len="sm"/>
          </a:ln>
        </p:spPr>
        <p:txBody>
          <a:bodyPr/>
          <a:lstStyle/>
          <a:p>
            <a:endParaRPr lang="it-IT"/>
          </a:p>
        </p:txBody>
      </p:sp>
      <p:sp>
        <p:nvSpPr>
          <p:cNvPr id="170" name="text_166">
            <a:extLst>
              <a:ext uri="{FF2B5EF4-FFF2-40B4-BE49-F238E27FC236}">
                <a16:creationId xmlns:a16="http://schemas.microsoft.com/office/drawing/2014/main" id="{EE246216-6150-4A10-B999-F734E2DBBEB3}"/>
              </a:ext>
            </a:extLst>
          </p:cNvPr>
          <p:cNvSpPr>
            <a:spLocks noGrp="1"/>
          </p:cNvSpPr>
          <p:nvPr/>
        </p:nvSpPr>
        <p:spPr>
          <a:xfrm>
            <a:off x="49244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71" name="note_box_167">
            <a:extLst>
              <a:ext uri="{FF2B5EF4-FFF2-40B4-BE49-F238E27FC236}">
                <a16:creationId xmlns:a16="http://schemas.microsoft.com/office/drawing/2014/main" id="{D9C85703-3128-4152-A0B1-65CD1C354C69}"/>
              </a:ext>
            </a:extLst>
          </p:cNvPr>
          <p:cNvSpPr>
            <a:spLocks noGrp="1"/>
          </p:cNvSpPr>
          <p:nvPr/>
        </p:nvSpPr>
        <p:spPr>
          <a:xfrm>
            <a:off x="72009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72" name="equation_168" descr="\phi_2(x)">
                <a:extLst>
                  <a:ext uri="{FF2B5EF4-FFF2-40B4-BE49-F238E27FC236}">
                    <a16:creationId xmlns:a16="http://schemas.microsoft.com/office/drawing/2014/main" id="{FC022329-8AFF-4BF8-9F97-DA1C00CF846B}"/>
                  </a:ext>
                </a:extLst>
              </p:cNvPr>
              <p:cNvSpPr>
                <a:spLocks noGrp="1"/>
              </p:cNvSpPr>
              <p:nvPr/>
            </p:nvSpPr>
            <p:spPr>
              <a:xfrm>
                <a:off x="72390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𝜙</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72" name="equation_168" descr="\phi_2(x)">
                <a:extLst>
                  <a:ext uri="{FF2B5EF4-FFF2-40B4-BE49-F238E27FC236}">
                    <a16:creationId xmlns:a16="http://schemas.microsoft.com/office/drawing/2014/main" id="{FC022329-8AFF-4BF8-9F97-DA1C00CF846B}"/>
                  </a:ext>
                </a:extLst>
              </p:cNvPr>
              <p:cNvSpPr>
                <a:spLocks noGrp="1" noRot="1" noChangeAspect="1" noMove="1" noResize="1" noEditPoints="1" noAdjustHandles="1" noChangeArrowheads="1" noChangeShapeType="1" noTextEdit="1"/>
              </p:cNvSpPr>
              <p:nvPr/>
            </p:nvSpPr>
            <p:spPr>
              <a:xfrm>
                <a:off x="7239000" y="2228850"/>
                <a:ext cx="1143000" cy="238125"/>
              </a:xfrm>
              <a:prstGeom prst="rect">
                <a:avLst/>
              </a:prstGeom>
              <a:blipFill>
                <a:blip r:embed="rId11"/>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3" name="equation_169" descr="5">
                <a:extLst>
                  <a:ext uri="{FF2B5EF4-FFF2-40B4-BE49-F238E27FC236}">
                    <a16:creationId xmlns:a16="http://schemas.microsoft.com/office/drawing/2014/main" id="{B9573E2B-9621-47D4-BC33-0E6237322799}"/>
                  </a:ext>
                </a:extLst>
              </p:cNvPr>
              <p:cNvSpPr>
                <a:spLocks noGrp="1"/>
              </p:cNvSpPr>
              <p:nvPr/>
            </p:nvSpPr>
            <p:spPr>
              <a:xfrm>
                <a:off x="72390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5</m:t>
                      </m:r>
                    </m:oMath>
                  </m:oMathPara>
                </a14:m>
                <a:endParaRPr lang="en-GB" sz="2000"/>
              </a:p>
            </p:txBody>
          </p:sp>
        </mc:Choice>
        <mc:Fallback xmlns="">
          <p:sp>
            <p:nvSpPr>
              <p:cNvPr id="173" name="equation_169" descr="5">
                <a:extLst>
                  <a:ext uri="{FF2B5EF4-FFF2-40B4-BE49-F238E27FC236}">
                    <a16:creationId xmlns:a16="http://schemas.microsoft.com/office/drawing/2014/main" id="{B9573E2B-9621-47D4-BC33-0E6237322799}"/>
                  </a:ext>
                </a:extLst>
              </p:cNvPr>
              <p:cNvSpPr>
                <a:spLocks noGrp="1" noRot="1" noChangeAspect="1" noMove="1" noResize="1" noEditPoints="1" noAdjustHandles="1" noChangeArrowheads="1" noChangeShapeType="1" noTextEdit="1"/>
              </p:cNvSpPr>
              <p:nvPr/>
            </p:nvSpPr>
            <p:spPr>
              <a:xfrm>
                <a:off x="7239000" y="2476500"/>
                <a:ext cx="1143000" cy="257175"/>
              </a:xfrm>
              <a:prstGeom prst="rect">
                <a:avLst/>
              </a:prstGeom>
              <a:blipFill>
                <a:blip r:embed="rId10"/>
                <a:stretch>
                  <a:fillRect t="-9524" b="-26190"/>
                </a:stretch>
              </a:blipFill>
              <a:ln w="0">
                <a:noFill/>
              </a:ln>
            </p:spPr>
            <p:txBody>
              <a:bodyPr/>
              <a:lstStyle/>
              <a:p>
                <a:r>
                  <a:rPr lang="it-IT">
                    <a:noFill/>
                  </a:rPr>
                  <a:t> </a:t>
                </a:r>
              </a:p>
            </p:txBody>
          </p:sp>
        </mc:Fallback>
      </mc:AlternateContent>
      <p:sp>
        <p:nvSpPr>
          <p:cNvPr id="174" name="line_170">
            <a:extLst>
              <a:ext uri="{FF2B5EF4-FFF2-40B4-BE49-F238E27FC236}">
                <a16:creationId xmlns:a16="http://schemas.microsoft.com/office/drawing/2014/main" id="{C4282DCC-5855-4054-A0D7-0C3A22125377}"/>
              </a:ext>
            </a:extLst>
          </p:cNvPr>
          <p:cNvSpPr>
            <a:spLocks noGrp="1"/>
          </p:cNvSpPr>
          <p:nvPr/>
        </p:nvSpPr>
        <p:spPr>
          <a:xfrm>
            <a:off x="6743700" y="2486025"/>
            <a:ext cx="438150" cy="476"/>
          </a:xfrm>
          <a:prstGeom prst="line">
            <a:avLst/>
          </a:prstGeom>
          <a:noFill/>
          <a:ln w="11430">
            <a:solidFill>
              <a:srgbClr val="D0D3D8"/>
            </a:solidFill>
            <a:tailEnd type="triangle" w="sm" len="sm"/>
          </a:ln>
        </p:spPr>
        <p:txBody>
          <a:bodyPr/>
          <a:lstStyle/>
          <a:p>
            <a:endParaRPr lang="it-IT"/>
          </a:p>
        </p:txBody>
      </p:sp>
      <p:sp>
        <p:nvSpPr>
          <p:cNvPr id="175" name="text_171">
            <a:extLst>
              <a:ext uri="{FF2B5EF4-FFF2-40B4-BE49-F238E27FC236}">
                <a16:creationId xmlns:a16="http://schemas.microsoft.com/office/drawing/2014/main" id="{C614A31F-416D-46F2-B4A7-FE3B94A244FB}"/>
              </a:ext>
            </a:extLst>
          </p:cNvPr>
          <p:cNvSpPr>
            <a:spLocks noGrp="1"/>
          </p:cNvSpPr>
          <p:nvPr/>
        </p:nvSpPr>
        <p:spPr>
          <a:xfrm>
            <a:off x="66008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ReLU</a:t>
            </a:r>
          </a:p>
        </p:txBody>
      </p:sp>
      <p:sp>
        <p:nvSpPr>
          <p:cNvPr id="176" name="note_box_172">
            <a:extLst>
              <a:ext uri="{FF2B5EF4-FFF2-40B4-BE49-F238E27FC236}">
                <a16:creationId xmlns:a16="http://schemas.microsoft.com/office/drawing/2014/main" id="{53E4E3AB-355F-4715-8BCB-55D81231C96D}"/>
              </a:ext>
            </a:extLst>
          </p:cNvPr>
          <p:cNvSpPr>
            <a:spLocks noGrp="1"/>
          </p:cNvSpPr>
          <p:nvPr/>
        </p:nvSpPr>
        <p:spPr>
          <a:xfrm>
            <a:off x="88773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77" name="equation_173" descr="a_3(x)">
                <a:extLst>
                  <a:ext uri="{FF2B5EF4-FFF2-40B4-BE49-F238E27FC236}">
                    <a16:creationId xmlns:a16="http://schemas.microsoft.com/office/drawing/2014/main" id="{6F8B317F-E2FF-44B4-8F49-1F7A71447511}"/>
                  </a:ext>
                </a:extLst>
              </p:cNvPr>
              <p:cNvSpPr>
                <a:spLocks noGrp="1"/>
              </p:cNvSpPr>
              <p:nvPr/>
            </p:nvSpPr>
            <p:spPr>
              <a:xfrm>
                <a:off x="89154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oMath>
                  </m:oMathPara>
                </a14:m>
                <a:endParaRPr lang="en-GB" sz="2000"/>
              </a:p>
            </p:txBody>
          </p:sp>
        </mc:Choice>
        <mc:Fallback xmlns="">
          <p:sp>
            <p:nvSpPr>
              <p:cNvPr id="177" name="equation_173" descr="a_3(x)">
                <a:extLst>
                  <a:ext uri="{FF2B5EF4-FFF2-40B4-BE49-F238E27FC236}">
                    <a16:creationId xmlns:a16="http://schemas.microsoft.com/office/drawing/2014/main" id="{6F8B317F-E2FF-44B4-8F49-1F7A71447511}"/>
                  </a:ext>
                </a:extLst>
              </p:cNvPr>
              <p:cNvSpPr>
                <a:spLocks noGrp="1" noRot="1" noChangeAspect="1" noMove="1" noResize="1" noEditPoints="1" noAdjustHandles="1" noChangeArrowheads="1" noChangeShapeType="1" noTextEdit="1"/>
              </p:cNvSpPr>
              <p:nvPr/>
            </p:nvSpPr>
            <p:spPr>
              <a:xfrm>
                <a:off x="8915400" y="2228850"/>
                <a:ext cx="1143000" cy="238125"/>
              </a:xfrm>
              <a:prstGeom prst="rect">
                <a:avLst/>
              </a:prstGeom>
              <a:blipFill>
                <a:blip r:embed="rId12"/>
                <a:stretch>
                  <a:fillRect t="-17949" b="-589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8" name="equation_174" descr="-3">
                <a:extLst>
                  <a:ext uri="{FF2B5EF4-FFF2-40B4-BE49-F238E27FC236}">
                    <a16:creationId xmlns:a16="http://schemas.microsoft.com/office/drawing/2014/main" id="{44B574C8-6B1D-4737-BE3C-6C07070CB976}"/>
                  </a:ext>
                </a:extLst>
              </p:cNvPr>
              <p:cNvSpPr>
                <a:spLocks noGrp="1"/>
              </p:cNvSpPr>
              <p:nvPr/>
            </p:nvSpPr>
            <p:spPr>
              <a:xfrm>
                <a:off x="89154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−3</m:t>
                      </m:r>
                    </m:oMath>
                  </m:oMathPara>
                </a14:m>
                <a:endParaRPr lang="en-GB" sz="2000"/>
              </a:p>
            </p:txBody>
          </p:sp>
        </mc:Choice>
        <mc:Fallback xmlns="">
          <p:sp>
            <p:nvSpPr>
              <p:cNvPr id="178" name="equation_174" descr="-3">
                <a:extLst>
                  <a:ext uri="{FF2B5EF4-FFF2-40B4-BE49-F238E27FC236}">
                    <a16:creationId xmlns:a16="http://schemas.microsoft.com/office/drawing/2014/main" id="{44B574C8-6B1D-4737-BE3C-6C07070CB976}"/>
                  </a:ext>
                </a:extLst>
              </p:cNvPr>
              <p:cNvSpPr>
                <a:spLocks noGrp="1" noRot="1" noChangeAspect="1" noMove="1" noResize="1" noEditPoints="1" noAdjustHandles="1" noChangeArrowheads="1" noChangeShapeType="1" noTextEdit="1"/>
              </p:cNvSpPr>
              <p:nvPr/>
            </p:nvSpPr>
            <p:spPr>
              <a:xfrm>
                <a:off x="8915400" y="2476500"/>
                <a:ext cx="1143000" cy="257175"/>
              </a:xfrm>
              <a:prstGeom prst="rect">
                <a:avLst/>
              </a:prstGeom>
              <a:blipFill>
                <a:blip r:embed="rId13"/>
                <a:stretch>
                  <a:fillRect t="-4762" b="-26190"/>
                </a:stretch>
              </a:blipFill>
              <a:ln w="0">
                <a:noFill/>
              </a:ln>
            </p:spPr>
            <p:txBody>
              <a:bodyPr/>
              <a:lstStyle/>
              <a:p>
                <a:r>
                  <a:rPr lang="it-IT">
                    <a:noFill/>
                  </a:rPr>
                  <a:t> </a:t>
                </a:r>
              </a:p>
            </p:txBody>
          </p:sp>
        </mc:Fallback>
      </mc:AlternateContent>
      <p:sp>
        <p:nvSpPr>
          <p:cNvPr id="179" name="line_175">
            <a:extLst>
              <a:ext uri="{FF2B5EF4-FFF2-40B4-BE49-F238E27FC236}">
                <a16:creationId xmlns:a16="http://schemas.microsoft.com/office/drawing/2014/main" id="{B8875D8D-3DB7-4BCC-A2B8-75E32049C432}"/>
              </a:ext>
            </a:extLst>
          </p:cNvPr>
          <p:cNvSpPr>
            <a:spLocks noGrp="1"/>
          </p:cNvSpPr>
          <p:nvPr/>
        </p:nvSpPr>
        <p:spPr>
          <a:xfrm>
            <a:off x="8420100" y="2486025"/>
            <a:ext cx="438150" cy="476"/>
          </a:xfrm>
          <a:prstGeom prst="line">
            <a:avLst/>
          </a:prstGeom>
          <a:noFill/>
          <a:ln w="11430">
            <a:solidFill>
              <a:srgbClr val="D0D3D8"/>
            </a:solidFill>
            <a:tailEnd type="triangle" w="sm" len="sm"/>
          </a:ln>
        </p:spPr>
        <p:txBody>
          <a:bodyPr/>
          <a:lstStyle/>
          <a:p>
            <a:endParaRPr lang="it-IT"/>
          </a:p>
        </p:txBody>
      </p:sp>
      <p:sp>
        <p:nvSpPr>
          <p:cNvPr id="180" name="text_176">
            <a:extLst>
              <a:ext uri="{FF2B5EF4-FFF2-40B4-BE49-F238E27FC236}">
                <a16:creationId xmlns:a16="http://schemas.microsoft.com/office/drawing/2014/main" id="{A47F2EB8-3959-457E-BAEB-264653B64571}"/>
              </a:ext>
            </a:extLst>
          </p:cNvPr>
          <p:cNvSpPr>
            <a:spLocks noGrp="1"/>
          </p:cNvSpPr>
          <p:nvPr/>
        </p:nvSpPr>
        <p:spPr>
          <a:xfrm>
            <a:off x="82772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affine</a:t>
            </a:r>
          </a:p>
        </p:txBody>
      </p:sp>
      <p:sp>
        <p:nvSpPr>
          <p:cNvPr id="181" name="note_box_177">
            <a:extLst>
              <a:ext uri="{FF2B5EF4-FFF2-40B4-BE49-F238E27FC236}">
                <a16:creationId xmlns:a16="http://schemas.microsoft.com/office/drawing/2014/main" id="{93113DE7-92FD-4808-8423-787C99DB3234}"/>
              </a:ext>
            </a:extLst>
          </p:cNvPr>
          <p:cNvSpPr>
            <a:spLocks noGrp="1"/>
          </p:cNvSpPr>
          <p:nvPr/>
        </p:nvSpPr>
        <p:spPr>
          <a:xfrm>
            <a:off x="10553700" y="2209800"/>
            <a:ext cx="1219200" cy="5524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82" name="equation_178" descr="\mathcal{L}_{\mathrm{sq}}">
                <a:extLst>
                  <a:ext uri="{FF2B5EF4-FFF2-40B4-BE49-F238E27FC236}">
                    <a16:creationId xmlns:a16="http://schemas.microsoft.com/office/drawing/2014/main" id="{50E6A8F0-FDA2-4F70-A96A-279993D1BA0A}"/>
                  </a:ext>
                </a:extLst>
              </p:cNvPr>
              <p:cNvSpPr>
                <a:spLocks noGrp="1"/>
              </p:cNvSpPr>
              <p:nvPr/>
            </p:nvSpPr>
            <p:spPr>
              <a:xfrm>
                <a:off x="10591800" y="2228850"/>
                <a:ext cx="1143000" cy="238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82" name="equation_178" descr="\mathcal{L}_{\mathrm{sq}}">
                <a:extLst>
                  <a:ext uri="{FF2B5EF4-FFF2-40B4-BE49-F238E27FC236}">
                    <a16:creationId xmlns:a16="http://schemas.microsoft.com/office/drawing/2014/main" id="{50E6A8F0-FDA2-4F70-A96A-279993D1BA0A}"/>
                  </a:ext>
                </a:extLst>
              </p:cNvPr>
              <p:cNvSpPr>
                <a:spLocks noGrp="1" noRot="1" noChangeAspect="1" noMove="1" noResize="1" noEditPoints="1" noAdjustHandles="1" noChangeArrowheads="1" noChangeShapeType="1" noTextEdit="1"/>
              </p:cNvSpPr>
              <p:nvPr/>
            </p:nvSpPr>
            <p:spPr>
              <a:xfrm>
                <a:off x="10591800" y="2228850"/>
                <a:ext cx="1143000" cy="238125"/>
              </a:xfrm>
              <a:prstGeom prst="rect">
                <a:avLst/>
              </a:prstGeom>
              <a:blipFill>
                <a:blip r:embed="rId14"/>
                <a:stretch>
                  <a:fillRect t="-10256" b="-4871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3" name="equation_179" descr="1">
                <a:extLst>
                  <a:ext uri="{FF2B5EF4-FFF2-40B4-BE49-F238E27FC236}">
                    <a16:creationId xmlns:a16="http://schemas.microsoft.com/office/drawing/2014/main" id="{80081C46-F0BE-4A3A-8BBB-1A2A9DCB4057}"/>
                  </a:ext>
                </a:extLst>
              </p:cNvPr>
              <p:cNvSpPr>
                <a:spLocks noGrp="1"/>
              </p:cNvSpPr>
              <p:nvPr/>
            </p:nvSpPr>
            <p:spPr>
              <a:xfrm>
                <a:off x="10591800" y="2476500"/>
                <a:ext cx="1143000" cy="257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m:t>
                      </m:r>
                    </m:oMath>
                  </m:oMathPara>
                </a14:m>
                <a:endParaRPr lang="en-GB" sz="2000"/>
              </a:p>
            </p:txBody>
          </p:sp>
        </mc:Choice>
        <mc:Fallback xmlns="">
          <p:sp>
            <p:nvSpPr>
              <p:cNvPr id="183" name="equation_179" descr="1">
                <a:extLst>
                  <a:ext uri="{FF2B5EF4-FFF2-40B4-BE49-F238E27FC236}">
                    <a16:creationId xmlns:a16="http://schemas.microsoft.com/office/drawing/2014/main" id="{80081C46-F0BE-4A3A-8BBB-1A2A9DCB4057}"/>
                  </a:ext>
                </a:extLst>
              </p:cNvPr>
              <p:cNvSpPr>
                <a:spLocks noGrp="1" noRot="1" noChangeAspect="1" noMove="1" noResize="1" noEditPoints="1" noAdjustHandles="1" noChangeArrowheads="1" noChangeShapeType="1" noTextEdit="1"/>
              </p:cNvSpPr>
              <p:nvPr/>
            </p:nvSpPr>
            <p:spPr>
              <a:xfrm>
                <a:off x="10591800" y="2476500"/>
                <a:ext cx="1143000" cy="257175"/>
              </a:xfrm>
              <a:prstGeom prst="rect">
                <a:avLst/>
              </a:prstGeom>
              <a:blipFill>
                <a:blip r:embed="rId15"/>
                <a:stretch>
                  <a:fillRect t="-4762" b="-26190"/>
                </a:stretch>
              </a:blipFill>
              <a:ln w="0">
                <a:noFill/>
              </a:ln>
            </p:spPr>
            <p:txBody>
              <a:bodyPr/>
              <a:lstStyle/>
              <a:p>
                <a:r>
                  <a:rPr lang="it-IT">
                    <a:noFill/>
                  </a:rPr>
                  <a:t> </a:t>
                </a:r>
              </a:p>
            </p:txBody>
          </p:sp>
        </mc:Fallback>
      </mc:AlternateContent>
      <p:sp>
        <p:nvSpPr>
          <p:cNvPr id="184" name="line_180">
            <a:extLst>
              <a:ext uri="{FF2B5EF4-FFF2-40B4-BE49-F238E27FC236}">
                <a16:creationId xmlns:a16="http://schemas.microsoft.com/office/drawing/2014/main" id="{2FF59DB6-253F-46FC-BAA5-BCC0680E3FAF}"/>
              </a:ext>
            </a:extLst>
          </p:cNvPr>
          <p:cNvSpPr>
            <a:spLocks noGrp="1"/>
          </p:cNvSpPr>
          <p:nvPr/>
        </p:nvSpPr>
        <p:spPr>
          <a:xfrm>
            <a:off x="10096500" y="2486025"/>
            <a:ext cx="438150" cy="476"/>
          </a:xfrm>
          <a:prstGeom prst="line">
            <a:avLst/>
          </a:prstGeom>
          <a:noFill/>
          <a:ln w="11430">
            <a:solidFill>
              <a:srgbClr val="D0D3D8"/>
            </a:solidFill>
            <a:tailEnd type="triangle" w="sm" len="sm"/>
          </a:ln>
        </p:spPr>
        <p:txBody>
          <a:bodyPr/>
          <a:lstStyle/>
          <a:p>
            <a:endParaRPr lang="it-IT"/>
          </a:p>
        </p:txBody>
      </p:sp>
      <p:sp>
        <p:nvSpPr>
          <p:cNvPr id="185" name="text_181">
            <a:extLst>
              <a:ext uri="{FF2B5EF4-FFF2-40B4-BE49-F238E27FC236}">
                <a16:creationId xmlns:a16="http://schemas.microsoft.com/office/drawing/2014/main" id="{FEC70F07-6A86-4138-871B-0043AEC6F0AC}"/>
              </a:ext>
            </a:extLst>
          </p:cNvPr>
          <p:cNvSpPr>
            <a:spLocks noGrp="1"/>
          </p:cNvSpPr>
          <p:nvPr/>
        </p:nvSpPr>
        <p:spPr>
          <a:xfrm>
            <a:off x="9953625" y="2000250"/>
            <a:ext cx="742950" cy="171450"/>
          </a:xfrm>
          <a:prstGeom prst="rect">
            <a:avLst/>
          </a:prstGeom>
          <a:noFill/>
          <a:ln w="0">
            <a:noFill/>
          </a:ln>
        </p:spPr>
        <p:txBody>
          <a:bodyPr anchor="ctr">
            <a:noAutofit/>
          </a:bodyPr>
          <a:lstStyle>
            <a:defPPr algn="ctr">
              <a:defRPr sz="1050" b="0">
                <a:solidFill>
                  <a:srgbClr val="A5AAB0"/>
                </a:solidFill>
                <a:latin typeface="DejaVu Sans"/>
                <a:ea typeface="DejaVu Sans"/>
                <a:cs typeface="DejaVu Sans"/>
              </a:defRPr>
            </a:defPPr>
          </a:lstStyle>
          <a:p>
            <a:pPr algn="ctr">
              <a:defRPr sz="1050" b="0">
                <a:solidFill>
                  <a:srgbClr val="A5AAB0"/>
                </a:solidFill>
                <a:latin typeface="DejaVu Sans"/>
                <a:ea typeface="DejaVu Sans"/>
                <a:cs typeface="DejaVu Sans"/>
              </a:defRPr>
            </a:pPr>
            <a:r>
              <a:rPr sz="1050" b="0">
                <a:solidFill>
                  <a:srgbClr val="A5AAB0"/>
                </a:solidFill>
                <a:latin typeface="DejaVu Sans"/>
                <a:ea typeface="DejaVu Sans"/>
                <a:cs typeface="DejaVu Sans"/>
              </a:rPr>
              <a:t>loss</a:t>
            </a:r>
          </a:p>
        </p:txBody>
      </p:sp>
      <p:sp>
        <p:nvSpPr>
          <p:cNvPr id="186" name="note_box_182">
            <a:extLst>
              <a:ext uri="{FF2B5EF4-FFF2-40B4-BE49-F238E27FC236}">
                <a16:creationId xmlns:a16="http://schemas.microsoft.com/office/drawing/2014/main" id="{CDDF6FE2-E902-4765-B981-688FC9F5B352}"/>
              </a:ext>
            </a:extLst>
          </p:cNvPr>
          <p:cNvSpPr>
            <a:spLocks noGrp="1"/>
          </p:cNvSpPr>
          <p:nvPr/>
        </p:nvSpPr>
        <p:spPr>
          <a:xfrm>
            <a:off x="2933700" y="2857500"/>
            <a:ext cx="1143000" cy="26670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87" name="equation_183" descr="w_2=2">
                <a:extLst>
                  <a:ext uri="{FF2B5EF4-FFF2-40B4-BE49-F238E27FC236}">
                    <a16:creationId xmlns:a16="http://schemas.microsoft.com/office/drawing/2014/main" id="{FCE0DE81-B401-4BF7-88B6-BC948782D516}"/>
                  </a:ext>
                </a:extLst>
              </p:cNvPr>
              <p:cNvSpPr>
                <a:spLocks noGrp="1"/>
              </p:cNvSpPr>
              <p:nvPr/>
            </p:nvSpPr>
            <p:spPr>
              <a:xfrm>
                <a:off x="2962275" y="2867025"/>
                <a:ext cx="1085850" cy="247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𝑤</m:t>
                          </m:r>
                        </m:e>
                        <m:sub>
                          <m:r>
                            <a:rPr lang="en-GB" sz="2000">
                              <a:solidFill>
                                <a:srgbClr val="235C99"/>
                              </a:solidFill>
                              <a:latin typeface="Cambria Math"/>
                              <a:ea typeface="Cambria Math"/>
                              <a:cs typeface="Cambria Math"/>
                            </a:rPr>
                            <m:t>2</m:t>
                          </m:r>
                        </m:sub>
                      </m:sSub>
                      <m:r>
                        <a:rPr lang="en-GB" sz="2000">
                          <a:solidFill>
                            <a:srgbClr val="235C99"/>
                          </a:solidFill>
                          <a:latin typeface="Cambria Math"/>
                          <a:ea typeface="Cambria Math"/>
                          <a:cs typeface="Cambria Math"/>
                        </a:rPr>
                        <m:t>=2</m:t>
                      </m:r>
                    </m:oMath>
                  </m:oMathPara>
                </a14:m>
                <a:endParaRPr lang="en-GB" sz="2000"/>
              </a:p>
            </p:txBody>
          </p:sp>
        </mc:Choice>
        <mc:Fallback xmlns="">
          <p:sp>
            <p:nvSpPr>
              <p:cNvPr id="187" name="equation_183" descr="w_2=2">
                <a:extLst>
                  <a:ext uri="{FF2B5EF4-FFF2-40B4-BE49-F238E27FC236}">
                    <a16:creationId xmlns:a16="http://schemas.microsoft.com/office/drawing/2014/main" id="{FCE0DE81-B401-4BF7-88B6-BC948782D516}"/>
                  </a:ext>
                </a:extLst>
              </p:cNvPr>
              <p:cNvSpPr>
                <a:spLocks noGrp="1" noRot="1" noChangeAspect="1" noMove="1" noResize="1" noEditPoints="1" noAdjustHandles="1" noChangeArrowheads="1" noChangeShapeType="1" noTextEdit="1"/>
              </p:cNvSpPr>
              <p:nvPr/>
            </p:nvSpPr>
            <p:spPr>
              <a:xfrm>
                <a:off x="2962275" y="2867025"/>
                <a:ext cx="1085850" cy="247650"/>
              </a:xfrm>
              <a:prstGeom prst="rect">
                <a:avLst/>
              </a:prstGeom>
              <a:blipFill>
                <a:blip r:embed="rId16"/>
                <a:stretch>
                  <a:fillRect t="-2439" b="-26829"/>
                </a:stretch>
              </a:blipFill>
              <a:ln w="0">
                <a:noFill/>
              </a:ln>
            </p:spPr>
            <p:txBody>
              <a:bodyPr/>
              <a:lstStyle/>
              <a:p>
                <a:r>
                  <a:rPr lang="it-IT">
                    <a:noFill/>
                  </a:rPr>
                  <a:t> </a:t>
                </a:r>
              </a:p>
            </p:txBody>
          </p:sp>
        </mc:Fallback>
      </mc:AlternateContent>
      <p:sp>
        <p:nvSpPr>
          <p:cNvPr id="188" name="line_184">
            <a:extLst>
              <a:ext uri="{FF2B5EF4-FFF2-40B4-BE49-F238E27FC236}">
                <a16:creationId xmlns:a16="http://schemas.microsoft.com/office/drawing/2014/main" id="{5858D6DA-8B69-463D-ABBB-F811B828BC06}"/>
              </a:ext>
            </a:extLst>
          </p:cNvPr>
          <p:cNvSpPr>
            <a:spLocks noGrp="1"/>
          </p:cNvSpPr>
          <p:nvPr/>
        </p:nvSpPr>
        <p:spPr>
          <a:xfrm>
            <a:off x="2781300" y="2762250"/>
            <a:ext cx="476" cy="457200"/>
          </a:xfrm>
          <a:prstGeom prst="line">
            <a:avLst/>
          </a:prstGeom>
          <a:noFill/>
          <a:ln w="14288">
            <a:solidFill>
              <a:srgbClr val="235C99"/>
            </a:solidFill>
            <a:prstDash val="dash"/>
            <a:tailEnd type="triangle" w="sm" len="sm"/>
          </a:ln>
        </p:spPr>
        <p:txBody>
          <a:bodyPr/>
          <a:lstStyle/>
          <a:p>
            <a:endParaRPr lang="it-IT"/>
          </a:p>
        </p:txBody>
      </p:sp>
      <p:sp>
        <p:nvSpPr>
          <p:cNvPr id="189" name="line_185">
            <a:extLst>
              <a:ext uri="{FF2B5EF4-FFF2-40B4-BE49-F238E27FC236}">
                <a16:creationId xmlns:a16="http://schemas.microsoft.com/office/drawing/2014/main" id="{AEB9A95C-23D8-4346-A2BA-4D8C1C79C3BB}"/>
              </a:ext>
            </a:extLst>
          </p:cNvPr>
          <p:cNvSpPr>
            <a:spLocks noGrp="1"/>
          </p:cNvSpPr>
          <p:nvPr/>
        </p:nvSpPr>
        <p:spPr>
          <a:xfrm>
            <a:off x="3505200" y="3124200"/>
            <a:ext cx="476" cy="95250"/>
          </a:xfrm>
          <a:prstGeom prst="line">
            <a:avLst/>
          </a:prstGeom>
          <a:noFill/>
          <a:ln w="14288">
            <a:solidFill>
              <a:srgbClr val="235C99"/>
            </a:solidFill>
            <a:prstDash val="dash"/>
            <a:tailEnd type="triangle" w="sm" len="sm"/>
          </a:ln>
        </p:spPr>
        <p:txBody>
          <a:bodyPr/>
          <a:lstStyle/>
          <a:p>
            <a:endParaRPr lang="it-IT"/>
          </a:p>
        </p:txBody>
      </p:sp>
      <p:sp>
        <p:nvSpPr>
          <p:cNvPr id="190" name="line_186">
            <a:extLst>
              <a:ext uri="{FF2B5EF4-FFF2-40B4-BE49-F238E27FC236}">
                <a16:creationId xmlns:a16="http://schemas.microsoft.com/office/drawing/2014/main" id="{0349B234-3337-42B1-A07A-89D46A65836C}"/>
              </a:ext>
            </a:extLst>
          </p:cNvPr>
          <p:cNvSpPr>
            <a:spLocks noGrp="1"/>
          </p:cNvSpPr>
          <p:nvPr/>
        </p:nvSpPr>
        <p:spPr>
          <a:xfrm flipH="1">
            <a:off x="4438650" y="3733800"/>
            <a:ext cx="266700" cy="476"/>
          </a:xfrm>
          <a:prstGeom prst="line">
            <a:avLst/>
          </a:prstGeom>
          <a:noFill/>
          <a:ln w="16193">
            <a:solidFill>
              <a:srgbClr val="235C99"/>
            </a:solidFill>
            <a:prstDash val="dash"/>
            <a:tailEnd type="triangle" w="sm" len="sm"/>
          </a:ln>
        </p:spPr>
        <p:txBody>
          <a:bodyPr/>
          <a:lstStyle/>
          <a:p>
            <a:endParaRPr lang="it-IT"/>
          </a:p>
        </p:txBody>
      </p:sp>
      <p:sp>
        <p:nvSpPr>
          <p:cNvPr id="191" name="line_187">
            <a:extLst>
              <a:ext uri="{FF2B5EF4-FFF2-40B4-BE49-F238E27FC236}">
                <a16:creationId xmlns:a16="http://schemas.microsoft.com/office/drawing/2014/main" id="{90D1C692-0959-4A39-B4CB-41E1EAB82D2E}"/>
              </a:ext>
            </a:extLst>
          </p:cNvPr>
          <p:cNvSpPr>
            <a:spLocks noGrp="1"/>
          </p:cNvSpPr>
          <p:nvPr/>
        </p:nvSpPr>
        <p:spPr>
          <a:xfrm>
            <a:off x="2781300" y="4238625"/>
            <a:ext cx="476" cy="114300"/>
          </a:xfrm>
          <a:prstGeom prst="line">
            <a:avLst/>
          </a:prstGeom>
          <a:noFill/>
          <a:ln w="16193">
            <a:solidFill>
              <a:srgbClr val="AB4910"/>
            </a:solidFill>
            <a:tailEnd type="triangle" w="sm" len="sm"/>
          </a:ln>
        </p:spPr>
        <p:txBody>
          <a:bodyPr/>
          <a:lstStyle/>
          <a:p>
            <a:endParaRPr lang="it-IT"/>
          </a:p>
        </p:txBody>
      </p:sp>
      <p:sp>
        <p:nvSpPr>
          <p:cNvPr id="192" name="line_188">
            <a:extLst>
              <a:ext uri="{FF2B5EF4-FFF2-40B4-BE49-F238E27FC236}">
                <a16:creationId xmlns:a16="http://schemas.microsoft.com/office/drawing/2014/main" id="{B3993480-A943-404E-A9C1-79D161E0FEA7}"/>
              </a:ext>
            </a:extLst>
          </p:cNvPr>
          <p:cNvSpPr>
            <a:spLocks noGrp="1"/>
          </p:cNvSpPr>
          <p:nvPr/>
        </p:nvSpPr>
        <p:spPr>
          <a:xfrm>
            <a:off x="3448050" y="4238625"/>
            <a:ext cx="476" cy="66675"/>
          </a:xfrm>
          <a:prstGeom prst="line">
            <a:avLst/>
          </a:prstGeom>
          <a:noFill/>
          <a:ln w="16193">
            <a:solidFill>
              <a:srgbClr val="AB4910"/>
            </a:solidFill>
          </a:ln>
        </p:spPr>
        <p:txBody>
          <a:bodyPr/>
          <a:lstStyle/>
          <a:p>
            <a:endParaRPr lang="it-IT"/>
          </a:p>
        </p:txBody>
      </p:sp>
      <p:sp>
        <p:nvSpPr>
          <p:cNvPr id="193" name="line_189">
            <a:extLst>
              <a:ext uri="{FF2B5EF4-FFF2-40B4-BE49-F238E27FC236}">
                <a16:creationId xmlns:a16="http://schemas.microsoft.com/office/drawing/2014/main" id="{6E5C013E-349E-47DA-9DD3-0D543915C7CA}"/>
              </a:ext>
            </a:extLst>
          </p:cNvPr>
          <p:cNvSpPr>
            <a:spLocks noGrp="1"/>
          </p:cNvSpPr>
          <p:nvPr/>
        </p:nvSpPr>
        <p:spPr>
          <a:xfrm>
            <a:off x="3448050" y="4305300"/>
            <a:ext cx="1066800" cy="476"/>
          </a:xfrm>
          <a:prstGeom prst="line">
            <a:avLst/>
          </a:prstGeom>
          <a:noFill/>
          <a:ln w="16193">
            <a:solidFill>
              <a:srgbClr val="AB4910"/>
            </a:solidFill>
          </a:ln>
        </p:spPr>
        <p:txBody>
          <a:bodyPr/>
          <a:lstStyle/>
          <a:p>
            <a:endParaRPr lang="it-IT"/>
          </a:p>
        </p:txBody>
      </p:sp>
      <p:sp>
        <p:nvSpPr>
          <p:cNvPr id="194" name="line_190">
            <a:extLst>
              <a:ext uri="{FF2B5EF4-FFF2-40B4-BE49-F238E27FC236}">
                <a16:creationId xmlns:a16="http://schemas.microsoft.com/office/drawing/2014/main" id="{DA1401BA-C59A-4618-97B8-DF06FE48E75C}"/>
              </a:ext>
            </a:extLst>
          </p:cNvPr>
          <p:cNvSpPr>
            <a:spLocks noGrp="1"/>
          </p:cNvSpPr>
          <p:nvPr/>
        </p:nvSpPr>
        <p:spPr>
          <a:xfrm>
            <a:off x="4514850" y="4305300"/>
            <a:ext cx="476" cy="1476375"/>
          </a:xfrm>
          <a:prstGeom prst="line">
            <a:avLst/>
          </a:prstGeom>
          <a:noFill/>
          <a:ln w="16193">
            <a:solidFill>
              <a:srgbClr val="AB4910"/>
            </a:solidFill>
          </a:ln>
        </p:spPr>
        <p:txBody>
          <a:bodyPr/>
          <a:lstStyle/>
          <a:p>
            <a:endParaRPr lang="it-IT"/>
          </a:p>
        </p:txBody>
      </p:sp>
      <p:sp>
        <p:nvSpPr>
          <p:cNvPr id="195" name="line_191">
            <a:extLst>
              <a:ext uri="{FF2B5EF4-FFF2-40B4-BE49-F238E27FC236}">
                <a16:creationId xmlns:a16="http://schemas.microsoft.com/office/drawing/2014/main" id="{37E3D8B8-94EC-4DBC-B7D1-D194BC8C76F4}"/>
              </a:ext>
            </a:extLst>
          </p:cNvPr>
          <p:cNvSpPr>
            <a:spLocks noGrp="1"/>
          </p:cNvSpPr>
          <p:nvPr/>
        </p:nvSpPr>
        <p:spPr>
          <a:xfrm flipH="1">
            <a:off x="4324350" y="5781675"/>
            <a:ext cx="190500" cy="476"/>
          </a:xfrm>
          <a:prstGeom prst="line">
            <a:avLst/>
          </a:prstGeom>
          <a:noFill/>
          <a:ln w="16193">
            <a:solidFill>
              <a:srgbClr val="AB4910"/>
            </a:solidFill>
            <a:tailEnd type="triangle" w="sm" len="sm"/>
          </a:ln>
        </p:spPr>
        <p:txBody>
          <a:bodyPr/>
          <a:lstStyle/>
          <a:p>
            <a:endParaRPr lang="it-IT"/>
          </a:p>
        </p:txBody>
      </p:sp>
      <p:sp>
        <p:nvSpPr>
          <p:cNvPr id="196" name="line_192">
            <a:extLst>
              <a:ext uri="{FF2B5EF4-FFF2-40B4-BE49-F238E27FC236}">
                <a16:creationId xmlns:a16="http://schemas.microsoft.com/office/drawing/2014/main" id="{2B49A387-6083-4895-9E8A-4032E9719C9C}"/>
              </a:ext>
            </a:extLst>
          </p:cNvPr>
          <p:cNvSpPr>
            <a:spLocks noGrp="1"/>
          </p:cNvSpPr>
          <p:nvPr/>
        </p:nvSpPr>
        <p:spPr>
          <a:xfrm>
            <a:off x="1028700" y="2762250"/>
            <a:ext cx="476" cy="2114550"/>
          </a:xfrm>
          <a:prstGeom prst="line">
            <a:avLst/>
          </a:prstGeom>
          <a:noFill/>
          <a:ln w="14288">
            <a:solidFill>
              <a:srgbClr val="235C99"/>
            </a:solidFill>
            <a:prstDash val="dash"/>
          </a:ln>
        </p:spPr>
        <p:txBody>
          <a:bodyPr/>
          <a:lstStyle/>
          <a:p>
            <a:endParaRPr lang="it-IT"/>
          </a:p>
        </p:txBody>
      </p:sp>
      <p:sp>
        <p:nvSpPr>
          <p:cNvPr id="197" name="line_193">
            <a:extLst>
              <a:ext uri="{FF2B5EF4-FFF2-40B4-BE49-F238E27FC236}">
                <a16:creationId xmlns:a16="http://schemas.microsoft.com/office/drawing/2014/main" id="{A74B5DBB-A376-4B53-A721-3E5DE79EFC0B}"/>
              </a:ext>
            </a:extLst>
          </p:cNvPr>
          <p:cNvSpPr>
            <a:spLocks noGrp="1"/>
          </p:cNvSpPr>
          <p:nvPr/>
        </p:nvSpPr>
        <p:spPr>
          <a:xfrm>
            <a:off x="1028700" y="4876800"/>
            <a:ext cx="209550" cy="476"/>
          </a:xfrm>
          <a:prstGeom prst="line">
            <a:avLst/>
          </a:prstGeom>
          <a:noFill/>
          <a:ln w="14288">
            <a:solidFill>
              <a:srgbClr val="235C99"/>
            </a:solidFill>
            <a:prstDash val="dash"/>
            <a:tailEnd type="triangle" w="sm" len="sm"/>
          </a:ln>
        </p:spPr>
        <p:txBody>
          <a:bodyPr/>
          <a:lstStyle/>
          <a:p>
            <a:endParaRPr lang="it-IT"/>
          </a:p>
        </p:txBody>
      </p:sp>
      <p:sp>
        <p:nvSpPr>
          <p:cNvPr id="198" name="note_box_194">
            <a:extLst>
              <a:ext uri="{FF2B5EF4-FFF2-40B4-BE49-F238E27FC236}">
                <a16:creationId xmlns:a16="http://schemas.microsoft.com/office/drawing/2014/main" id="{3426EC5D-1F20-429C-9743-448DA49FAE56}"/>
              </a:ext>
            </a:extLst>
          </p:cNvPr>
          <p:cNvSpPr>
            <a:spLocks noGrp="1"/>
          </p:cNvSpPr>
          <p:nvPr/>
        </p:nvSpPr>
        <p:spPr>
          <a:xfrm>
            <a:off x="1143000" y="3238500"/>
            <a:ext cx="3276600" cy="1000125"/>
          </a:xfrm>
          <a:prstGeom prst="roundRect">
            <a:avLst>
              <a:gd name="adj" fmla="val 5000"/>
            </a:avLst>
          </a:prstGeom>
          <a:no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99" name="equation_195" descr="J'_{1}(a_1(x))">
                <a:extLst>
                  <a:ext uri="{FF2B5EF4-FFF2-40B4-BE49-F238E27FC236}">
                    <a16:creationId xmlns:a16="http://schemas.microsoft.com/office/drawing/2014/main" id="{DE1A74B0-6327-49D2-8137-F2370264CF92}"/>
                  </a:ext>
                </a:extLst>
              </p:cNvPr>
              <p:cNvSpPr>
                <a:spLocks noGrp="1"/>
              </p:cNvSpPr>
              <p:nvPr/>
            </p:nvSpPr>
            <p:spPr>
              <a:xfrm>
                <a:off x="1428750" y="3208338"/>
                <a:ext cx="2705100" cy="431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B4910"/>
                              </a:solidFill>
                              <a:latin typeface="Cambria Math"/>
                              <a:ea typeface="Cambria Math"/>
                              <a:cs typeface="Cambria Math"/>
                            </a:rPr>
                          </m:ctrlPr>
                        </m:sSubSup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up>
                          <m:r>
                            <a:rPr lang="en-GB" sz="2000">
                              <a:solidFill>
                                <a:srgbClr val="AB4910"/>
                              </a:solidFill>
                              <a:latin typeface="Cambria Math"/>
                              <a:ea typeface="Cambria Math"/>
                              <a:cs typeface="Cambria Math"/>
                            </a:rPr>
                            <m:t>′</m:t>
                          </m:r>
                        </m:sup>
                      </m:sSubSup>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𝑎</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𝑥</m:t>
                              </m:r>
                            </m:e>
                          </m:d>
                        </m:e>
                      </m:d>
                    </m:oMath>
                  </m:oMathPara>
                </a14:m>
                <a:endParaRPr lang="en-GB" sz="2000" dirty="0"/>
              </a:p>
            </p:txBody>
          </p:sp>
        </mc:Choice>
        <mc:Fallback xmlns="">
          <p:sp>
            <p:nvSpPr>
              <p:cNvPr id="199" name="equation_195" descr="J'_{1}(a_1(x))">
                <a:extLst>
                  <a:ext uri="{FF2B5EF4-FFF2-40B4-BE49-F238E27FC236}">
                    <a16:creationId xmlns:a16="http://schemas.microsoft.com/office/drawing/2014/main" id="{DE1A74B0-6327-49D2-8137-F2370264CF92}"/>
                  </a:ext>
                </a:extLst>
              </p:cNvPr>
              <p:cNvSpPr>
                <a:spLocks noGrp="1" noRot="1" noChangeAspect="1" noMove="1" noResize="1" noEditPoints="1" noAdjustHandles="1" noChangeArrowheads="1" noChangeShapeType="1" noTextEdit="1"/>
              </p:cNvSpPr>
              <p:nvPr/>
            </p:nvSpPr>
            <p:spPr>
              <a:xfrm>
                <a:off x="1428750" y="3208338"/>
                <a:ext cx="2705100" cy="431800"/>
              </a:xfrm>
              <a:prstGeom prst="rect">
                <a:avLst/>
              </a:prstGeom>
              <a:blipFill>
                <a:blip r:embed="rId29"/>
                <a:stretch>
                  <a:fillRect b="-845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0" name="equation_196" descr="=4">
                <a:extLst>
                  <a:ext uri="{FF2B5EF4-FFF2-40B4-BE49-F238E27FC236}">
                    <a16:creationId xmlns:a16="http://schemas.microsoft.com/office/drawing/2014/main" id="{45030B45-E0A5-4E0A-884A-B1506F2F4292}"/>
                  </a:ext>
                </a:extLst>
              </p:cNvPr>
              <p:cNvSpPr>
                <a:spLocks noGrp="1"/>
              </p:cNvSpPr>
              <p:nvPr/>
            </p:nvSpPr>
            <p:spPr>
              <a:xfrm>
                <a:off x="1428750" y="3568033"/>
                <a:ext cx="2705100" cy="35058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=4</m:t>
                      </m:r>
                    </m:oMath>
                  </m:oMathPara>
                </a14:m>
                <a:endParaRPr lang="en-GB" sz="2000" dirty="0"/>
              </a:p>
            </p:txBody>
          </p:sp>
        </mc:Choice>
        <mc:Fallback xmlns="">
          <p:sp>
            <p:nvSpPr>
              <p:cNvPr id="200" name="equation_196" descr="=J'_{2}(5)\,w_2\,\mathrm{step}(3)">
                <a:extLst>
                  <a:ext uri="{FF2B5EF4-FFF2-40B4-BE49-F238E27FC236}">
                    <a16:creationId xmlns:a16="http://schemas.microsoft.com/office/drawing/2014/main" id="{45030B45-E0A5-4E0A-884A-B1506F2F4292}"/>
                  </a:ext>
                </a:extLst>
              </p:cNvPr>
              <p:cNvSpPr>
                <a:spLocks noGrp="1" noRot="1" noChangeAspect="1" noMove="1" noResize="1" noEditPoints="1" noAdjustHandles="1" noChangeArrowheads="1" noChangeShapeType="1" noTextEdit="1"/>
              </p:cNvSpPr>
              <p:nvPr/>
            </p:nvSpPr>
            <p:spPr>
              <a:xfrm>
                <a:off x="1428750" y="3568033"/>
                <a:ext cx="2705100" cy="350584"/>
              </a:xfrm>
              <a:prstGeom prst="rect">
                <a:avLst/>
              </a:prstGeom>
              <a:blipFill>
                <a:blip r:embed="rId26"/>
                <a:stretch>
                  <a:fillRect b="-2069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1" name="equation_197">
                <a:extLst>
                  <a:ext uri="{FF2B5EF4-FFF2-40B4-BE49-F238E27FC236}">
                    <a16:creationId xmlns:a16="http://schemas.microsoft.com/office/drawing/2014/main" id="{D6402933-C328-4FE5-AD08-271913E99537}"/>
                  </a:ext>
                </a:extLst>
              </p:cNvPr>
              <p:cNvSpPr>
                <a:spLocks noGrp="1"/>
              </p:cNvSpPr>
              <p:nvPr/>
            </p:nvSpPr>
            <p:spPr>
              <a:xfrm>
                <a:off x="1428750" y="3905250"/>
                <a:ext cx="2705100" cy="295275"/>
              </a:xfrm>
              <a:prstGeom prst="rect">
                <a:avLst/>
              </a:prstGeom>
              <a:noFill/>
              <a:ln w="0">
                <a:noFill/>
              </a:ln>
            </p:spPr>
            <p:txBody>
              <a:bodyPr vertOverflow="overflow" horzOverflow="overflow" wrap="none" lIns="0" tIns="0" rIns="0" bIns="0" anchor="ctr">
                <a:noAutofit/>
              </a:bodyPr>
              <a:lstStyle/>
              <a:p>
                <a:pPr algn="ctr"/>
                <a:endParaRPr/>
              </a:p>
            </p:txBody>
          </p:sp>
        </mc:Choice>
        <mc:Fallback xmlns="">
          <p:sp>
            <p:nvSpPr>
              <p:cNvPr id="201" name="equation_197" descr="=2(2)(1)=4">
                <a:extLst>
                  <a:ext uri="{FF2B5EF4-FFF2-40B4-BE49-F238E27FC236}">
                    <a16:creationId xmlns:a16="http://schemas.microsoft.com/office/drawing/2014/main" id="{D6402933-C328-4FE5-AD08-271913E99537}"/>
                  </a:ext>
                </a:extLst>
              </p:cNvPr>
              <p:cNvSpPr>
                <a:spLocks noGrp="1" noRot="1" noChangeAspect="1" noMove="1" noResize="1" noEditPoints="1" noAdjustHandles="1" noChangeArrowheads="1" noChangeShapeType="1" noTextEdit="1"/>
              </p:cNvSpPr>
              <p:nvPr/>
            </p:nvSpPr>
            <p:spPr>
              <a:xfrm>
                <a:off x="1428750" y="3905250"/>
                <a:ext cx="2705100" cy="295275"/>
              </a:xfrm>
              <a:prstGeom prst="rect">
                <a:avLst/>
              </a:prstGeom>
              <a:blipFill>
                <a:blip r:embed="rId30"/>
                <a:stretch>
                  <a:fillRect b="-8333"/>
                </a:stretch>
              </a:blipFill>
              <a:ln w="0">
                <a:noFill/>
              </a:ln>
            </p:spPr>
            <p:txBody>
              <a:bodyPr/>
              <a:lstStyle/>
              <a:p>
                <a:r>
                  <a:rPr lang="it-IT">
                    <a:noFill/>
                  </a:rPr>
                  <a:t> </a:t>
                </a:r>
              </a:p>
            </p:txBody>
          </p:sp>
        </mc:Fallback>
      </mc:AlternateContent>
      <p:sp>
        <p:nvSpPr>
          <p:cNvPr id="202" name="note_box_198">
            <a:extLst>
              <a:ext uri="{FF2B5EF4-FFF2-40B4-BE49-F238E27FC236}">
                <a16:creationId xmlns:a16="http://schemas.microsoft.com/office/drawing/2014/main" id="{16607459-8E56-499B-8EDB-47AD611A4209}"/>
              </a:ext>
            </a:extLst>
          </p:cNvPr>
          <p:cNvSpPr>
            <a:spLocks noGrp="1"/>
          </p:cNvSpPr>
          <p:nvPr/>
        </p:nvSpPr>
        <p:spPr>
          <a:xfrm>
            <a:off x="1257300" y="4371975"/>
            <a:ext cx="3048000" cy="98107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03" name="equation_199" descr="\frac{\partial\mathcal{L}_{\mathrm{sq}}}{\partial w_1}=J'_{1}(a_1(x))\,\phi_0(x)">
                <a:extLst>
                  <a:ext uri="{FF2B5EF4-FFF2-40B4-BE49-F238E27FC236}">
                    <a16:creationId xmlns:a16="http://schemas.microsoft.com/office/drawing/2014/main" id="{069DB94B-722C-4326-B4E2-5F728911F418}"/>
                  </a:ext>
                </a:extLst>
              </p:cNvPr>
              <p:cNvSpPr>
                <a:spLocks noGrp="1"/>
              </p:cNvSpPr>
              <p:nvPr/>
            </p:nvSpPr>
            <p:spPr>
              <a:xfrm>
                <a:off x="1352550" y="4393025"/>
                <a:ext cx="2857500" cy="634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𝑤</m:t>
                              </m:r>
                            </m:e>
                            <m:sub>
                              <m:r>
                                <a:rPr lang="en-GB" sz="2000">
                                  <a:solidFill>
                                    <a:srgbClr val="AF1B29"/>
                                  </a:solidFill>
                                  <a:latin typeface="Cambria Math"/>
                                  <a:ea typeface="Cambria Math"/>
                                  <a:cs typeface="Cambria Math"/>
                                </a:rPr>
                                <m:t>1</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1</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1</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en-GB" sz="2000">
                          <a:solidFill>
                            <a:srgbClr val="AF1B29"/>
                          </a:solidFill>
                          <a:latin typeface="Cambria Math"/>
                          <a:ea typeface="Cambria Math"/>
                          <a:cs typeface="Cambria Math"/>
                        </a:rPr>
                        <m:t> </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𝜙</m:t>
                          </m:r>
                        </m:e>
                        <m:sub>
                          <m:r>
                            <a:rPr lang="en-GB" sz="2000">
                              <a:solidFill>
                                <a:srgbClr val="AF1B29"/>
                              </a:solidFill>
                              <a:latin typeface="Cambria Math"/>
                              <a:ea typeface="Cambria Math"/>
                              <a:cs typeface="Cambria Math"/>
                            </a:rPr>
                            <m:t>0</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oMath>
                  </m:oMathPara>
                </a14:m>
                <a:endParaRPr lang="en-GB" sz="2000" dirty="0"/>
              </a:p>
            </p:txBody>
          </p:sp>
        </mc:Choice>
        <mc:Fallback xmlns="">
          <p:sp>
            <p:nvSpPr>
              <p:cNvPr id="203" name="equation_199" descr="\frac{\partial\mathcal{L}_{\mathrm{sq}}}{\partial w_1}=J'_{1}(a_1(x))\,\phi_0(x)">
                <a:extLst>
                  <a:ext uri="{FF2B5EF4-FFF2-40B4-BE49-F238E27FC236}">
                    <a16:creationId xmlns:a16="http://schemas.microsoft.com/office/drawing/2014/main" id="{069DB94B-722C-4326-B4E2-5F728911F418}"/>
                  </a:ext>
                </a:extLst>
              </p:cNvPr>
              <p:cNvSpPr>
                <a:spLocks noGrp="1" noRot="1" noChangeAspect="1" noMove="1" noResize="1" noEditPoints="1" noAdjustHandles="1" noChangeArrowheads="1" noChangeShapeType="1" noTextEdit="1"/>
              </p:cNvSpPr>
              <p:nvPr/>
            </p:nvSpPr>
            <p:spPr>
              <a:xfrm>
                <a:off x="1352550" y="4393025"/>
                <a:ext cx="2857500" cy="634175"/>
              </a:xfrm>
              <a:prstGeom prst="rect">
                <a:avLst/>
              </a:prstGeom>
              <a:blipFill>
                <a:blip r:embed="rId31"/>
                <a:stretch>
                  <a:fillRect l="-2985" r="-213" b="-19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4" name="equation_200" descr="=4(2)=8">
                <a:extLst>
                  <a:ext uri="{FF2B5EF4-FFF2-40B4-BE49-F238E27FC236}">
                    <a16:creationId xmlns:a16="http://schemas.microsoft.com/office/drawing/2014/main" id="{2A03B4E9-0A6D-45AC-B715-DDE17273055E}"/>
                  </a:ext>
                </a:extLst>
              </p:cNvPr>
              <p:cNvSpPr>
                <a:spLocks noGrp="1"/>
              </p:cNvSpPr>
              <p:nvPr/>
            </p:nvSpPr>
            <p:spPr>
              <a:xfrm>
                <a:off x="1352550" y="5029200"/>
                <a:ext cx="2857500" cy="2762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smtClean="0">
                          <a:solidFill>
                            <a:srgbClr val="AF1B29"/>
                          </a:solidFill>
                          <a:latin typeface="Cambria Math"/>
                          <a:ea typeface="Cambria Math"/>
                          <a:cs typeface="Cambria Math"/>
                        </a:rPr>
                        <m:t>=4</m:t>
                      </m:r>
                      <m:r>
                        <a:rPr lang="it-IT" sz="2000" b="0" i="1" smtClean="0">
                          <a:solidFill>
                            <a:srgbClr val="AF1B29"/>
                          </a:solidFill>
                          <a:latin typeface="Cambria Math" panose="02040503050406030204" pitchFamily="18" charset="0"/>
                          <a:ea typeface="Cambria Math"/>
                          <a:cs typeface="Cambria Math"/>
                        </a:rPr>
                        <m:t>⋅2</m:t>
                      </m:r>
                      <m:r>
                        <a:rPr lang="en-GB" sz="2000">
                          <a:solidFill>
                            <a:srgbClr val="AF1B29"/>
                          </a:solidFill>
                          <a:latin typeface="Cambria Math"/>
                          <a:ea typeface="Cambria Math"/>
                          <a:cs typeface="Cambria Math"/>
                        </a:rPr>
                        <m:t>=8</m:t>
                      </m:r>
                    </m:oMath>
                  </m:oMathPara>
                </a14:m>
                <a:endParaRPr lang="en-GB" sz="2000" dirty="0"/>
              </a:p>
            </p:txBody>
          </p:sp>
        </mc:Choice>
        <mc:Fallback xmlns="">
          <p:sp>
            <p:nvSpPr>
              <p:cNvPr id="204" name="equation_200" descr="=4(2)=8">
                <a:extLst>
                  <a:ext uri="{FF2B5EF4-FFF2-40B4-BE49-F238E27FC236}">
                    <a16:creationId xmlns:a16="http://schemas.microsoft.com/office/drawing/2014/main" id="{2A03B4E9-0A6D-45AC-B715-DDE17273055E}"/>
                  </a:ext>
                </a:extLst>
              </p:cNvPr>
              <p:cNvSpPr>
                <a:spLocks noGrp="1" noRot="1" noChangeAspect="1" noMove="1" noResize="1" noEditPoints="1" noAdjustHandles="1" noChangeArrowheads="1" noChangeShapeType="1" noTextEdit="1"/>
              </p:cNvSpPr>
              <p:nvPr/>
            </p:nvSpPr>
            <p:spPr>
              <a:xfrm>
                <a:off x="1352550" y="5029200"/>
                <a:ext cx="2857500" cy="276225"/>
              </a:xfrm>
              <a:prstGeom prst="rect">
                <a:avLst/>
              </a:prstGeom>
              <a:blipFill>
                <a:blip r:embed="rId32"/>
                <a:stretch>
                  <a:fillRect b="-13333"/>
                </a:stretch>
              </a:blipFill>
              <a:ln w="0">
                <a:noFill/>
              </a:ln>
            </p:spPr>
            <p:txBody>
              <a:bodyPr/>
              <a:lstStyle/>
              <a:p>
                <a:r>
                  <a:rPr lang="it-IT">
                    <a:noFill/>
                  </a:rPr>
                  <a:t> </a:t>
                </a:r>
              </a:p>
            </p:txBody>
          </p:sp>
        </mc:Fallback>
      </mc:AlternateContent>
      <p:sp>
        <p:nvSpPr>
          <p:cNvPr id="205" name="note_box_201">
            <a:extLst>
              <a:ext uri="{FF2B5EF4-FFF2-40B4-BE49-F238E27FC236}">
                <a16:creationId xmlns:a16="http://schemas.microsoft.com/office/drawing/2014/main" id="{FB494557-6FB8-4C5E-90D3-BB55481FE1F9}"/>
              </a:ext>
            </a:extLst>
          </p:cNvPr>
          <p:cNvSpPr>
            <a:spLocks noGrp="1"/>
          </p:cNvSpPr>
          <p:nvPr/>
        </p:nvSpPr>
        <p:spPr>
          <a:xfrm>
            <a:off x="1257300" y="5438775"/>
            <a:ext cx="3048000" cy="695325"/>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06" name="equation_202" descr="\frac{\partial\mathcal{L}_{\mathrm{sq}}}{\partial b_1}=J'_{1}(a_1(x))">
                <a:extLst>
                  <a:ext uri="{FF2B5EF4-FFF2-40B4-BE49-F238E27FC236}">
                    <a16:creationId xmlns:a16="http://schemas.microsoft.com/office/drawing/2014/main" id="{35923A1F-BF80-49C9-AA09-768861EE12BD}"/>
                  </a:ext>
                </a:extLst>
              </p:cNvPr>
              <p:cNvSpPr>
                <a:spLocks noGrp="1"/>
              </p:cNvSpPr>
              <p:nvPr/>
            </p:nvSpPr>
            <p:spPr>
              <a:xfrm>
                <a:off x="1364742" y="5467349"/>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1</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1</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1</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r>
                        <a:rPr lang="it-IT" sz="2000" b="0" i="1" smtClean="0">
                          <a:solidFill>
                            <a:srgbClr val="AF1B29"/>
                          </a:solidFill>
                          <a:latin typeface="Cambria Math" panose="02040503050406030204" pitchFamily="18" charset="0"/>
                          <a:ea typeface="Cambria Math"/>
                          <a:cs typeface="Cambria Math"/>
                        </a:rPr>
                        <m:t>=4</m:t>
                      </m:r>
                    </m:oMath>
                  </m:oMathPara>
                </a14:m>
                <a:endParaRPr lang="en-GB" sz="2000" dirty="0"/>
              </a:p>
            </p:txBody>
          </p:sp>
        </mc:Choice>
        <mc:Fallback xmlns="">
          <p:sp>
            <p:nvSpPr>
              <p:cNvPr id="206" name="equation_202" descr="\frac{\partial\mathcal{L}_{\mathrm{sq}}}{\partial b_1}=J'_{1}(a_1(x))">
                <a:extLst>
                  <a:ext uri="{FF2B5EF4-FFF2-40B4-BE49-F238E27FC236}">
                    <a16:creationId xmlns:a16="http://schemas.microsoft.com/office/drawing/2014/main" id="{35923A1F-BF80-49C9-AA09-768861EE12BD}"/>
                  </a:ext>
                </a:extLst>
              </p:cNvPr>
              <p:cNvSpPr>
                <a:spLocks noGrp="1" noRot="1" noChangeAspect="1" noMove="1" noResize="1" noEditPoints="1" noAdjustHandles="1" noChangeArrowheads="1" noChangeShapeType="1" noTextEdit="1"/>
              </p:cNvSpPr>
              <p:nvPr/>
            </p:nvSpPr>
            <p:spPr>
              <a:xfrm>
                <a:off x="1364742" y="5467349"/>
                <a:ext cx="2857500" cy="581025"/>
              </a:xfrm>
              <a:prstGeom prst="rect">
                <a:avLst/>
              </a:prstGeom>
              <a:blipFill>
                <a:blip r:embed="rId33"/>
                <a:stretch>
                  <a:fillRect b="-6316"/>
                </a:stretch>
              </a:blipFill>
              <a:ln w="0">
                <a:noFill/>
              </a:ln>
            </p:spPr>
            <p:txBody>
              <a:bodyPr/>
              <a:lstStyle/>
              <a:p>
                <a:r>
                  <a:rPr lang="it-IT">
                    <a:noFill/>
                  </a:rPr>
                  <a:t> </a:t>
                </a:r>
              </a:p>
            </p:txBody>
          </p:sp>
        </mc:Fallback>
      </mc:AlternateContent>
      <p:sp>
        <p:nvSpPr>
          <p:cNvPr id="207" name="note_brace_203">
            <a:extLst>
              <a:ext uri="{FF2B5EF4-FFF2-40B4-BE49-F238E27FC236}">
                <a16:creationId xmlns:a16="http://schemas.microsoft.com/office/drawing/2014/main" id="{32B63E5B-7D38-4510-BDC8-A89C521B48EE}"/>
              </a:ext>
            </a:extLst>
          </p:cNvPr>
          <p:cNvSpPr>
            <a:spLocks noGrp="1"/>
          </p:cNvSpPr>
          <p:nvPr/>
        </p:nvSpPr>
        <p:spPr>
          <a:xfrm>
            <a:off x="13525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08" name="text_204">
            <a:extLst>
              <a:ext uri="{FF2B5EF4-FFF2-40B4-BE49-F238E27FC236}">
                <a16:creationId xmlns:a16="http://schemas.microsoft.com/office/drawing/2014/main" id="{0C2B4BA9-76B8-446B-9AF0-2289C105FC0B}"/>
              </a:ext>
            </a:extLst>
          </p:cNvPr>
          <p:cNvSpPr>
            <a:spLocks noGrp="1"/>
          </p:cNvSpPr>
          <p:nvPr/>
        </p:nvSpPr>
        <p:spPr>
          <a:xfrm>
            <a:off x="13525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09" name="note_box_205">
            <a:extLst>
              <a:ext uri="{FF2B5EF4-FFF2-40B4-BE49-F238E27FC236}">
                <a16:creationId xmlns:a16="http://schemas.microsoft.com/office/drawing/2014/main" id="{8DCB8108-7E34-457D-A474-6081224B2B0B}"/>
              </a:ext>
            </a:extLst>
          </p:cNvPr>
          <p:cNvSpPr>
            <a:spLocks noGrp="1"/>
          </p:cNvSpPr>
          <p:nvPr/>
        </p:nvSpPr>
        <p:spPr>
          <a:xfrm>
            <a:off x="4705350" y="3238500"/>
            <a:ext cx="2857500" cy="100012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10" name="equation_206" descr="J'_{2}(a_2(x))=2">
                <a:extLst>
                  <a:ext uri="{FF2B5EF4-FFF2-40B4-BE49-F238E27FC236}">
                    <a16:creationId xmlns:a16="http://schemas.microsoft.com/office/drawing/2014/main" id="{94D81623-12B0-4DD5-9E70-DCBC42085EAC}"/>
                  </a:ext>
                </a:extLst>
              </p:cNvPr>
              <p:cNvSpPr>
                <a:spLocks noGrp="1"/>
              </p:cNvSpPr>
              <p:nvPr/>
            </p:nvSpPr>
            <p:spPr>
              <a:xfrm>
                <a:off x="47815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m:t>
                          </m:r>
                        </m:sup>
                      </m:sSubSup>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𝑎</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𝑥</m:t>
                              </m:r>
                            </m:e>
                          </m:d>
                        </m:e>
                      </m:d>
                      <m:r>
                        <a:rPr lang="en-GB" sz="2000">
                          <a:solidFill>
                            <a:srgbClr val="235C99"/>
                          </a:solidFill>
                          <a:latin typeface="Cambria Math"/>
                          <a:ea typeface="Cambria Math"/>
                          <a:cs typeface="Cambria Math"/>
                        </a:rPr>
                        <m:t>=2</m:t>
                      </m:r>
                    </m:oMath>
                  </m:oMathPara>
                </a14:m>
                <a:endParaRPr lang="en-GB" sz="2000" dirty="0"/>
              </a:p>
            </p:txBody>
          </p:sp>
        </mc:Choice>
        <mc:Fallback xmlns="">
          <p:sp>
            <p:nvSpPr>
              <p:cNvPr id="210" name="equation_206" descr="J'_{2}(a_2(x))=2">
                <a:extLst>
                  <a:ext uri="{FF2B5EF4-FFF2-40B4-BE49-F238E27FC236}">
                    <a16:creationId xmlns:a16="http://schemas.microsoft.com/office/drawing/2014/main" id="{94D81623-12B0-4DD5-9E70-DCBC42085EAC}"/>
                  </a:ext>
                </a:extLst>
              </p:cNvPr>
              <p:cNvSpPr>
                <a:spLocks noGrp="1" noRot="1" noChangeAspect="1" noMove="1" noResize="1" noEditPoints="1" noAdjustHandles="1" noChangeArrowheads="1" noChangeShapeType="1" noTextEdit="1"/>
              </p:cNvSpPr>
              <p:nvPr/>
            </p:nvSpPr>
            <p:spPr>
              <a:xfrm>
                <a:off x="4781550" y="3309430"/>
                <a:ext cx="2705100" cy="448691"/>
              </a:xfrm>
              <a:prstGeom prst="rect">
                <a:avLst/>
              </a:prstGeom>
              <a:blipFill>
                <a:blip r:embed="rId34"/>
                <a:stretch>
                  <a:fillRect b="-6849"/>
                </a:stretch>
              </a:blipFill>
              <a:ln w="0">
                <a:noFill/>
              </a:ln>
            </p:spPr>
            <p:txBody>
              <a:bodyPr/>
              <a:lstStyle/>
              <a:p>
                <a:r>
                  <a:rPr lang="it-IT">
                    <a:noFill/>
                  </a:rPr>
                  <a:t> </a:t>
                </a:r>
              </a:p>
            </p:txBody>
          </p:sp>
        </mc:Fallback>
      </mc:AlternateContent>
      <p:sp>
        <p:nvSpPr>
          <p:cNvPr id="211" name="text_207">
            <a:extLst>
              <a:ext uri="{FF2B5EF4-FFF2-40B4-BE49-F238E27FC236}">
                <a16:creationId xmlns:a16="http://schemas.microsoft.com/office/drawing/2014/main" id="{4B4D9D24-EC26-44BC-9483-4DAA14A83870}"/>
              </a:ext>
            </a:extLst>
          </p:cNvPr>
          <p:cNvSpPr>
            <a:spLocks noGrp="1"/>
          </p:cNvSpPr>
          <p:nvPr/>
        </p:nvSpPr>
        <p:spPr>
          <a:xfrm>
            <a:off x="4781550" y="3781425"/>
            <a:ext cx="2705100" cy="28575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212" name="note_box_208">
            <a:extLst>
              <a:ext uri="{FF2B5EF4-FFF2-40B4-BE49-F238E27FC236}">
                <a16:creationId xmlns:a16="http://schemas.microsoft.com/office/drawing/2014/main" id="{86A29F9F-C8D6-4167-86A4-4CDEB0F75A38}"/>
              </a:ext>
            </a:extLst>
          </p:cNvPr>
          <p:cNvSpPr>
            <a:spLocks noGrp="1"/>
          </p:cNvSpPr>
          <p:nvPr/>
        </p:nvSpPr>
        <p:spPr>
          <a:xfrm>
            <a:off x="4610100" y="4371975"/>
            <a:ext cx="30480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3" name="equation_209" descr="\frac{\partial\mathcal{L}_{\mathrm{sq}}}{\partial w_2}=6">
                <a:extLst>
                  <a:ext uri="{FF2B5EF4-FFF2-40B4-BE49-F238E27FC236}">
                    <a16:creationId xmlns:a16="http://schemas.microsoft.com/office/drawing/2014/main" id="{C11B0E8D-BA23-43F8-BA8C-358CD798D9D8}"/>
                  </a:ext>
                </a:extLst>
              </p:cNvPr>
              <p:cNvSpPr>
                <a:spLocks noGrp="1"/>
              </p:cNvSpPr>
              <p:nvPr/>
            </p:nvSpPr>
            <p:spPr>
              <a:xfrm>
                <a:off x="4705350" y="4410075"/>
                <a:ext cx="28575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=6</m:t>
                      </m:r>
                    </m:oMath>
                  </m:oMathPara>
                </a14:m>
                <a:endParaRPr lang="en-GB" sz="2000" dirty="0"/>
              </a:p>
            </p:txBody>
          </p:sp>
        </mc:Choice>
        <mc:Fallback xmlns="">
          <p:sp>
            <p:nvSpPr>
              <p:cNvPr id="213" name="equation_209" descr="\frac{\partial\mathcal{L}_{\mathrm{sq}}}{\partial w_2}=6">
                <a:extLst>
                  <a:ext uri="{FF2B5EF4-FFF2-40B4-BE49-F238E27FC236}">
                    <a16:creationId xmlns:a16="http://schemas.microsoft.com/office/drawing/2014/main" id="{C11B0E8D-BA23-43F8-BA8C-358CD798D9D8}"/>
                  </a:ext>
                </a:extLst>
              </p:cNvPr>
              <p:cNvSpPr>
                <a:spLocks noGrp="1" noRot="1" noChangeAspect="1" noMove="1" noResize="1" noEditPoints="1" noAdjustHandles="1" noChangeArrowheads="1" noChangeShapeType="1" noTextEdit="1"/>
              </p:cNvSpPr>
              <p:nvPr/>
            </p:nvSpPr>
            <p:spPr>
              <a:xfrm>
                <a:off x="4705350" y="4410075"/>
                <a:ext cx="2857500" cy="904875"/>
              </a:xfrm>
              <a:prstGeom prst="rect">
                <a:avLst/>
              </a:prstGeom>
              <a:blipFill>
                <a:blip r:embed="rId35"/>
                <a:stretch>
                  <a:fillRect/>
                </a:stretch>
              </a:blipFill>
              <a:ln w="0">
                <a:noFill/>
              </a:ln>
            </p:spPr>
            <p:txBody>
              <a:bodyPr/>
              <a:lstStyle/>
              <a:p>
                <a:r>
                  <a:rPr lang="it-IT">
                    <a:noFill/>
                  </a:rPr>
                  <a:t> </a:t>
                </a:r>
              </a:p>
            </p:txBody>
          </p:sp>
        </mc:Fallback>
      </mc:AlternateContent>
      <p:sp>
        <p:nvSpPr>
          <p:cNvPr id="214" name="note_box_210">
            <a:extLst>
              <a:ext uri="{FF2B5EF4-FFF2-40B4-BE49-F238E27FC236}">
                <a16:creationId xmlns:a16="http://schemas.microsoft.com/office/drawing/2014/main" id="{DD8DF22A-4AF2-4101-B3DF-2C7916E96AF6}"/>
              </a:ext>
            </a:extLst>
          </p:cNvPr>
          <p:cNvSpPr>
            <a:spLocks noGrp="1"/>
          </p:cNvSpPr>
          <p:nvPr/>
        </p:nvSpPr>
        <p:spPr>
          <a:xfrm>
            <a:off x="4610100" y="5438775"/>
            <a:ext cx="30480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5" name="equation_211" descr="\frac{\partial\mathcal{L}_{\mathrm{sq}}}{\partial b_2}=2">
                <a:extLst>
                  <a:ext uri="{FF2B5EF4-FFF2-40B4-BE49-F238E27FC236}">
                    <a16:creationId xmlns:a16="http://schemas.microsoft.com/office/drawing/2014/main" id="{B210B3A8-7A06-451D-AD0C-02F6340D9273}"/>
                  </a:ext>
                </a:extLst>
              </p:cNvPr>
              <p:cNvSpPr>
                <a:spLocks noGrp="1"/>
              </p:cNvSpPr>
              <p:nvPr/>
            </p:nvSpPr>
            <p:spPr>
              <a:xfrm>
                <a:off x="4705350" y="5467350"/>
                <a:ext cx="28575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dirty="0"/>
              </a:p>
            </p:txBody>
          </p:sp>
        </mc:Choice>
        <mc:Fallback xmlns="">
          <p:sp>
            <p:nvSpPr>
              <p:cNvPr id="215" name="equation_211" descr="\frac{\partial\mathcal{L}_{\mathrm{sq}}}{\partial b_2}=2">
                <a:extLst>
                  <a:ext uri="{FF2B5EF4-FFF2-40B4-BE49-F238E27FC236}">
                    <a16:creationId xmlns:a16="http://schemas.microsoft.com/office/drawing/2014/main" id="{B210B3A8-7A06-451D-AD0C-02F6340D9273}"/>
                  </a:ext>
                </a:extLst>
              </p:cNvPr>
              <p:cNvSpPr>
                <a:spLocks noGrp="1" noRot="1" noChangeAspect="1" noMove="1" noResize="1" noEditPoints="1" noAdjustHandles="1" noChangeArrowheads="1" noChangeShapeType="1" noTextEdit="1"/>
              </p:cNvSpPr>
              <p:nvPr/>
            </p:nvSpPr>
            <p:spPr>
              <a:xfrm>
                <a:off x="4705350" y="5514975"/>
                <a:ext cx="2857500" cy="581025"/>
              </a:xfrm>
              <a:prstGeom prst="rect">
                <a:avLst/>
              </a:prstGeom>
              <a:blipFill>
                <a:blip r:embed="rIdFit_18_equation_211"/>
                <a:stretch>
                  <a:fillRect b="-3158"/>
                </a:stretch>
              </a:blipFill>
              <a:ln w="0">
                <a:noFill/>
              </a:ln>
            </p:spPr>
            <p:txBody>
              <a:bodyPr/>
              <a:lstStyle/>
              <a:p>
                <a:r>
                  <a:rPr lang="it-IT">
                    <a:noFill/>
                  </a:rPr>
                  <a:t> </a:t>
                </a:r>
              </a:p>
            </p:txBody>
          </p:sp>
        </mc:Fallback>
      </mc:AlternateContent>
      <p:sp>
        <p:nvSpPr>
          <p:cNvPr id="216" name="note_brace_212">
            <a:extLst>
              <a:ext uri="{FF2B5EF4-FFF2-40B4-BE49-F238E27FC236}">
                <a16:creationId xmlns:a16="http://schemas.microsoft.com/office/drawing/2014/main" id="{F3BA4850-2B3C-4990-BCFB-4133A42F9C89}"/>
              </a:ext>
            </a:extLst>
          </p:cNvPr>
          <p:cNvSpPr>
            <a:spLocks noGrp="1"/>
          </p:cNvSpPr>
          <p:nvPr/>
        </p:nvSpPr>
        <p:spPr>
          <a:xfrm>
            <a:off x="47053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17" name="text_213">
            <a:extLst>
              <a:ext uri="{FF2B5EF4-FFF2-40B4-BE49-F238E27FC236}">
                <a16:creationId xmlns:a16="http://schemas.microsoft.com/office/drawing/2014/main" id="{2239C872-5C4F-44FF-904C-8D0254615119}"/>
              </a:ext>
            </a:extLst>
          </p:cNvPr>
          <p:cNvSpPr>
            <a:spLocks noGrp="1"/>
          </p:cNvSpPr>
          <p:nvPr/>
        </p:nvSpPr>
        <p:spPr>
          <a:xfrm>
            <a:off x="47053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2</a:t>
            </a:r>
          </a:p>
        </p:txBody>
      </p:sp>
      <p:sp>
        <p:nvSpPr>
          <p:cNvPr id="218" name="note_box_214">
            <a:extLst>
              <a:ext uri="{FF2B5EF4-FFF2-40B4-BE49-F238E27FC236}">
                <a16:creationId xmlns:a16="http://schemas.microsoft.com/office/drawing/2014/main" id="{F090E773-59E1-47A2-857B-CCAB4EC484FB}"/>
              </a:ext>
            </a:extLst>
          </p:cNvPr>
          <p:cNvSpPr>
            <a:spLocks noGrp="1"/>
          </p:cNvSpPr>
          <p:nvPr/>
        </p:nvSpPr>
        <p:spPr>
          <a:xfrm>
            <a:off x="8058150" y="3238500"/>
            <a:ext cx="2857500" cy="10001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19" name="equation_215" descr="J'_{3}(a_3(x))=-2">
                <a:extLst>
                  <a:ext uri="{FF2B5EF4-FFF2-40B4-BE49-F238E27FC236}">
                    <a16:creationId xmlns:a16="http://schemas.microsoft.com/office/drawing/2014/main" id="{C0331C11-2C7A-45D8-8BAB-67A407CE5374}"/>
                  </a:ext>
                </a:extLst>
              </p:cNvPr>
              <p:cNvSpPr>
                <a:spLocks noGrp="1"/>
              </p:cNvSpPr>
              <p:nvPr/>
            </p:nvSpPr>
            <p:spPr>
              <a:xfrm>
                <a:off x="8134350" y="3309430"/>
                <a:ext cx="2705100" cy="44869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3</m:t>
                          </m:r>
                        </m:sub>
                        <m:sup>
                          <m:r>
                            <a:rPr lang="en-GB" sz="2000">
                              <a:solidFill>
                                <a:srgbClr val="A5AAB0"/>
                              </a:solidFill>
                              <a:latin typeface="Cambria Math"/>
                              <a:ea typeface="Cambria Math"/>
                              <a:cs typeface="Cambria Math"/>
                            </a:rPr>
                            <m:t>′</m:t>
                          </m:r>
                        </m:sup>
                      </m:sSubSup>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𝑎</m:t>
                              </m:r>
                            </m:e>
                            <m:sub>
                              <m:r>
                                <a:rPr lang="en-GB" sz="2000">
                                  <a:solidFill>
                                    <a:srgbClr val="A5AAB0"/>
                                  </a:solidFill>
                                  <a:latin typeface="Cambria Math"/>
                                  <a:ea typeface="Cambria Math"/>
                                  <a:cs typeface="Cambria Math"/>
                                </a:rPr>
                                <m:t>3</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𝑥</m:t>
                              </m:r>
                            </m:e>
                          </m:d>
                        </m:e>
                      </m:d>
                      <m:r>
                        <a:rPr lang="en-GB" sz="2000">
                          <a:solidFill>
                            <a:srgbClr val="A5AAB0"/>
                          </a:solidFill>
                          <a:latin typeface="Cambria Math"/>
                          <a:ea typeface="Cambria Math"/>
                          <a:cs typeface="Cambria Math"/>
                        </a:rPr>
                        <m:t>=−2</m:t>
                      </m:r>
                    </m:oMath>
                  </m:oMathPara>
                </a14:m>
                <a:endParaRPr lang="en-GB" sz="2000" dirty="0"/>
              </a:p>
            </p:txBody>
          </p:sp>
        </mc:Choice>
        <mc:Fallback xmlns="">
          <p:sp>
            <p:nvSpPr>
              <p:cNvPr id="219" name="equation_215" descr="J'_{3}(a_3(x))=-2">
                <a:extLst>
                  <a:ext uri="{FF2B5EF4-FFF2-40B4-BE49-F238E27FC236}">
                    <a16:creationId xmlns:a16="http://schemas.microsoft.com/office/drawing/2014/main" id="{C0331C11-2C7A-45D8-8BAB-67A407CE5374}"/>
                  </a:ext>
                </a:extLst>
              </p:cNvPr>
              <p:cNvSpPr>
                <a:spLocks noGrp="1" noRot="1" noChangeAspect="1" noMove="1" noResize="1" noEditPoints="1" noAdjustHandles="1" noChangeArrowheads="1" noChangeShapeType="1" noTextEdit="1"/>
              </p:cNvSpPr>
              <p:nvPr/>
            </p:nvSpPr>
            <p:spPr>
              <a:xfrm>
                <a:off x="8134350" y="3309430"/>
                <a:ext cx="2705100" cy="448691"/>
              </a:xfrm>
              <a:prstGeom prst="rect">
                <a:avLst/>
              </a:prstGeom>
              <a:blipFill>
                <a:blip r:embed="rId36"/>
                <a:stretch>
                  <a:fillRect b="-6849"/>
                </a:stretch>
              </a:blipFill>
              <a:ln w="0">
                <a:noFill/>
              </a:ln>
            </p:spPr>
            <p:txBody>
              <a:bodyPr/>
              <a:lstStyle/>
              <a:p>
                <a:r>
                  <a:rPr lang="it-IT">
                    <a:noFill/>
                  </a:rPr>
                  <a:t> </a:t>
                </a:r>
              </a:p>
            </p:txBody>
          </p:sp>
        </mc:Fallback>
      </mc:AlternateContent>
      <p:sp>
        <p:nvSpPr>
          <p:cNvPr id="220" name="text_216">
            <a:extLst>
              <a:ext uri="{FF2B5EF4-FFF2-40B4-BE49-F238E27FC236}">
                <a16:creationId xmlns:a16="http://schemas.microsoft.com/office/drawing/2014/main" id="{B9EFA02B-A1A4-47C5-9E88-1A11C4082F29}"/>
              </a:ext>
            </a:extLst>
          </p:cNvPr>
          <p:cNvSpPr>
            <a:spLocks noGrp="1"/>
          </p:cNvSpPr>
          <p:nvPr/>
        </p:nvSpPr>
        <p:spPr>
          <a:xfrm>
            <a:off x="8134350" y="3781425"/>
            <a:ext cx="2705100" cy="285750"/>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221" name="note_box_217">
            <a:extLst>
              <a:ext uri="{FF2B5EF4-FFF2-40B4-BE49-F238E27FC236}">
                <a16:creationId xmlns:a16="http://schemas.microsoft.com/office/drawing/2014/main" id="{215A6CC9-46AC-488D-8A65-97548BF481DA}"/>
              </a:ext>
            </a:extLst>
          </p:cNvPr>
          <p:cNvSpPr>
            <a:spLocks noGrp="1"/>
          </p:cNvSpPr>
          <p:nvPr/>
        </p:nvSpPr>
        <p:spPr>
          <a:xfrm>
            <a:off x="7886700" y="4371975"/>
            <a:ext cx="3200400" cy="98107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22" name="equation_218" descr="\frac{\partial\mathcal{L}_{\mathrm{sq}}}{\partial w_3}=-10">
                <a:extLst>
                  <a:ext uri="{FF2B5EF4-FFF2-40B4-BE49-F238E27FC236}">
                    <a16:creationId xmlns:a16="http://schemas.microsoft.com/office/drawing/2014/main" id="{75C380F2-D4AE-4BA0-A8E1-9EDD27C17624}"/>
                  </a:ext>
                </a:extLst>
              </p:cNvPr>
              <p:cNvSpPr>
                <a:spLocks noGrp="1"/>
              </p:cNvSpPr>
              <p:nvPr/>
            </p:nvSpPr>
            <p:spPr>
              <a:xfrm>
                <a:off x="7943850" y="4410075"/>
                <a:ext cx="3086100" cy="904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𝑤</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=−10</m:t>
                      </m:r>
                    </m:oMath>
                  </m:oMathPara>
                </a14:m>
                <a:endParaRPr lang="en-GB" sz="2000"/>
              </a:p>
            </p:txBody>
          </p:sp>
        </mc:Choice>
        <mc:Fallback xmlns="">
          <p:sp>
            <p:nvSpPr>
              <p:cNvPr id="222" name="equation_218" descr="\frac{\partial\mathcal{L}_{\mathrm{sq}}}{\partial w_3}=-10">
                <a:extLst>
                  <a:ext uri="{FF2B5EF4-FFF2-40B4-BE49-F238E27FC236}">
                    <a16:creationId xmlns:a16="http://schemas.microsoft.com/office/drawing/2014/main" id="{75C380F2-D4AE-4BA0-A8E1-9EDD27C17624}"/>
                  </a:ext>
                </a:extLst>
              </p:cNvPr>
              <p:cNvSpPr>
                <a:spLocks noGrp="1" noRot="1" noChangeAspect="1" noMove="1" noResize="1" noEditPoints="1" noAdjustHandles="1" noChangeArrowheads="1" noChangeShapeType="1" noTextEdit="1"/>
              </p:cNvSpPr>
              <p:nvPr/>
            </p:nvSpPr>
            <p:spPr>
              <a:xfrm>
                <a:off x="8058150" y="4410075"/>
                <a:ext cx="2857500" cy="904875"/>
              </a:xfrm>
              <a:prstGeom prst="rect">
                <a:avLst/>
              </a:prstGeom>
              <a:blipFill>
                <a:blip r:embed="rId24"/>
                <a:stretch>
                  <a:fillRect/>
                </a:stretch>
              </a:blipFill>
              <a:ln w="0">
                <a:noFill/>
              </a:ln>
            </p:spPr>
            <p:txBody>
              <a:bodyPr/>
              <a:lstStyle/>
              <a:p>
                <a:r>
                  <a:rPr lang="it-IT">
                    <a:noFill/>
                  </a:rPr>
                  <a:t> </a:t>
                </a:r>
              </a:p>
            </p:txBody>
          </p:sp>
        </mc:Fallback>
      </mc:AlternateContent>
      <p:sp>
        <p:nvSpPr>
          <p:cNvPr id="223" name="note_box_219">
            <a:extLst>
              <a:ext uri="{FF2B5EF4-FFF2-40B4-BE49-F238E27FC236}">
                <a16:creationId xmlns:a16="http://schemas.microsoft.com/office/drawing/2014/main" id="{33CADFF1-3C00-4D23-B6A5-0F89D0783623}"/>
              </a:ext>
            </a:extLst>
          </p:cNvPr>
          <p:cNvSpPr>
            <a:spLocks noGrp="1"/>
          </p:cNvSpPr>
          <p:nvPr/>
        </p:nvSpPr>
        <p:spPr>
          <a:xfrm>
            <a:off x="7886700" y="5438775"/>
            <a:ext cx="3200400" cy="695325"/>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224" name="equation_220" descr="\frac{\partial\mathcal{L}_{\mathrm{sq}}}{\partial b_3}=-2">
                <a:extLst>
                  <a:ext uri="{FF2B5EF4-FFF2-40B4-BE49-F238E27FC236}">
                    <a16:creationId xmlns:a16="http://schemas.microsoft.com/office/drawing/2014/main" id="{07E41AF5-3931-444E-AF72-1C8CD8F70C9C}"/>
                  </a:ext>
                </a:extLst>
              </p:cNvPr>
              <p:cNvSpPr>
                <a:spLocks noGrp="1"/>
              </p:cNvSpPr>
              <p:nvPr/>
            </p:nvSpPr>
            <p:spPr>
              <a:xfrm>
                <a:off x="7943850" y="5467350"/>
                <a:ext cx="3086100" cy="581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5AAB0"/>
                              </a:solidFill>
                              <a:latin typeface="Cambria Math"/>
                              <a:ea typeface="Cambria Math"/>
                              <a:cs typeface="Cambria Math"/>
                            </a:rPr>
                          </m:ctrlPr>
                        </m:fPr>
                        <m:num>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num>
                        <m:den>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3</m:t>
                              </m:r>
                            </m:sub>
                          </m:sSub>
                        </m:den>
                      </m:f>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=−2</m:t>
                      </m:r>
                    </m:oMath>
                  </m:oMathPara>
                </a14:m>
                <a:endParaRPr lang="en-GB" sz="2000"/>
              </a:p>
            </p:txBody>
          </p:sp>
        </mc:Choice>
        <mc:Fallback xmlns="">
          <p:sp>
            <p:nvSpPr>
              <p:cNvPr id="224" name="equation_220" descr="\frac{\partial\mathcal{L}_{\mathrm{sq}}}{\partial b_3}=-2">
                <a:extLst>
                  <a:ext uri="{FF2B5EF4-FFF2-40B4-BE49-F238E27FC236}">
                    <a16:creationId xmlns:a16="http://schemas.microsoft.com/office/drawing/2014/main" id="{07E41AF5-3931-444E-AF72-1C8CD8F70C9C}"/>
                  </a:ext>
                </a:extLst>
              </p:cNvPr>
              <p:cNvSpPr>
                <a:spLocks noGrp="1" noRot="1" noChangeAspect="1" noMove="1" noResize="1" noEditPoints="1" noAdjustHandles="1" noChangeArrowheads="1" noChangeShapeType="1" noTextEdit="1"/>
              </p:cNvSpPr>
              <p:nvPr/>
            </p:nvSpPr>
            <p:spPr>
              <a:xfrm>
                <a:off x="8058150" y="5514975"/>
                <a:ext cx="2857500" cy="581025"/>
              </a:xfrm>
              <a:prstGeom prst="rect">
                <a:avLst/>
              </a:prstGeom>
              <a:blipFill>
                <a:blip r:embed="rIdFit_18_equation_220"/>
                <a:stretch>
                  <a:fillRect b="-3158"/>
                </a:stretch>
              </a:blipFill>
              <a:ln w="0">
                <a:noFill/>
              </a:ln>
            </p:spPr>
            <p:txBody>
              <a:bodyPr/>
              <a:lstStyle/>
              <a:p>
                <a:r>
                  <a:rPr lang="it-IT">
                    <a:noFill/>
                  </a:rPr>
                  <a:t> </a:t>
                </a:r>
              </a:p>
            </p:txBody>
          </p:sp>
        </mc:Fallback>
      </mc:AlternateContent>
      <p:sp>
        <p:nvSpPr>
          <p:cNvPr id="225" name="note_brace_221">
            <a:extLst>
              <a:ext uri="{FF2B5EF4-FFF2-40B4-BE49-F238E27FC236}">
                <a16:creationId xmlns:a16="http://schemas.microsoft.com/office/drawing/2014/main" id="{88E25152-90D9-4642-865A-1DAE0454C358}"/>
              </a:ext>
            </a:extLst>
          </p:cNvPr>
          <p:cNvSpPr>
            <a:spLocks noGrp="1"/>
          </p:cNvSpPr>
          <p:nvPr/>
        </p:nvSpPr>
        <p:spPr>
          <a:xfrm>
            <a:off x="8058150" y="6181725"/>
            <a:ext cx="2857500" cy="95250"/>
          </a:xfrm>
          <a:custGeom>
            <a:avLst/>
            <a:gdLst/>
            <a:ahLst/>
            <a:cxnLst/>
            <a:rect l="0" t="0" r="0" b="0"/>
            <a:pathLst>
              <a:path w="2857500" h="95250">
                <a:moveTo>
                  <a:pt x="0" y="0"/>
                </a:moveTo>
                <a:cubicBezTo>
                  <a:pt x="0" y="85725"/>
                  <a:pt x="57150" y="57150"/>
                  <a:pt x="114300" y="57150"/>
                </a:cubicBezTo>
                <a:lnTo>
                  <a:pt x="1314450" y="57150"/>
                </a:lnTo>
                <a:cubicBezTo>
                  <a:pt x="1390650" y="57150"/>
                  <a:pt x="1400175" y="57150"/>
                  <a:pt x="1428750" y="95250"/>
                </a:cubicBezTo>
                <a:cubicBezTo>
                  <a:pt x="1457325" y="57150"/>
                  <a:pt x="1466850" y="57150"/>
                  <a:pt x="1543050" y="57150"/>
                </a:cubicBezTo>
                <a:lnTo>
                  <a:pt x="2743200" y="57150"/>
                </a:lnTo>
                <a:cubicBezTo>
                  <a:pt x="2800350" y="57150"/>
                  <a:pt x="2857500" y="85725"/>
                  <a:pt x="2857500" y="0"/>
                </a:cubicBezTo>
              </a:path>
            </a:pathLst>
          </a:custGeom>
          <a:noFill/>
          <a:ln w="14288">
            <a:solidFill>
              <a:srgbClr val="A5AAB0"/>
            </a:solidFill>
          </a:ln>
        </p:spPr>
        <p:txBody>
          <a:bodyPr/>
          <a:lstStyle/>
          <a:p>
            <a:endParaRPr lang="it-IT"/>
          </a:p>
        </p:txBody>
      </p:sp>
      <p:sp>
        <p:nvSpPr>
          <p:cNvPr id="226" name="text_222">
            <a:extLst>
              <a:ext uri="{FF2B5EF4-FFF2-40B4-BE49-F238E27FC236}">
                <a16:creationId xmlns:a16="http://schemas.microsoft.com/office/drawing/2014/main" id="{E1C644F3-0470-4CA1-AD6A-ED714C637E7B}"/>
              </a:ext>
            </a:extLst>
          </p:cNvPr>
          <p:cNvSpPr>
            <a:spLocks noGrp="1"/>
          </p:cNvSpPr>
          <p:nvPr/>
        </p:nvSpPr>
        <p:spPr>
          <a:xfrm>
            <a:off x="8058150" y="6286500"/>
            <a:ext cx="2857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Tree>
    <p:extLst>
      <p:ext uri="{BB962C8B-B14F-4D97-AF65-F5344CB8AC3E}">
        <p14:creationId xmlns:p14="http://schemas.microsoft.com/office/powerpoint/2010/main" val="200028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9"/>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20"/>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3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3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3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3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3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4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4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4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2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2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3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3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3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3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34"/>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3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3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3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3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3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4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4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4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4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4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4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46"/>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47"/>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4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49"/>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5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5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25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5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5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5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5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5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5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5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26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261"/>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262"/>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263"/>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26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265"/>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66"/>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267"/>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26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6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7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271"/>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272"/>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27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274"/>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275"/>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276"/>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277"/>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278"/>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279"/>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280"/>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281"/>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282"/>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283"/>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284"/>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285"/>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286"/>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87"/>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88"/>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289"/>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290"/>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291"/>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292"/>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293"/>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294"/>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295"/>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296"/>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297"/>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298"/>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299"/>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300"/>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301"/>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302"/>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303"/>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304"/>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305"/>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306"/>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307"/>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308"/>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309"/>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310"/>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311"/>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312"/>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313"/>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314"/>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315"/>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316"/>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317"/>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318"/>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319"/>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320"/>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321"/>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322"/>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323"/>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324"/>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325"/>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326"/>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327"/>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328"/>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329"/>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330"/>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331"/>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332"/>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333"/>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334"/>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335"/>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336"/>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337"/>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338"/>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339"/>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340"/>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341"/>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342"/>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343"/>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344"/>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345"/>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346"/>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347"/>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348"/>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349"/>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350"/>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351"/>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352"/>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353"/>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354"/>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355"/>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356"/>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357"/>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358"/>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359"/>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360"/>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361"/>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362"/>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363"/>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364"/>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365"/>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366"/>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367"/>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368"/>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369"/>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370"/>
                                        </p:tgtEl>
                                        <p:attrNameLst>
                                          <p:attrName>style.visibility</p:attrName>
                                        </p:attrNameLst>
                                      </p:cBhvr>
                                      <p:to>
                                        <p:strVal val="visible"/>
                                      </p:to>
                                    </p:set>
                                  </p:childTnLst>
                                </p:cTn>
                              </p:par>
                              <p:par>
                                <p:cTn id="441" presetID="1" presetClass="entr" presetSubtype="0" fill="hold" grpId="0" nodeType="withEffect">
                                  <p:stCondLst>
                                    <p:cond delay="0"/>
                                  </p:stCondLst>
                                  <p:childTnLst>
                                    <p:set>
                                      <p:cBhvr>
                                        <p:cTn id="442" dur="1" fill="hold">
                                          <p:stCondLst>
                                            <p:cond delay="0"/>
                                          </p:stCondLst>
                                        </p:cTn>
                                        <p:tgtEl>
                                          <p:spTgt spid="371"/>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372"/>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373"/>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presetSubtype="0" fill="hold" grpId="0" nodeType="clickEffect">
                                  <p:stCondLst>
                                    <p:cond delay="0"/>
                                  </p:stCondLst>
                                  <p:childTnLst>
                                    <p:set>
                                      <p:cBhvr>
                                        <p:cTn id="450" dur="1" fill="hold">
                                          <p:stCondLst>
                                            <p:cond delay="0"/>
                                          </p:stCondLst>
                                        </p:cTn>
                                        <p:tgtEl>
                                          <p:spTgt spid="146"/>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147"/>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148"/>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149"/>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150"/>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151"/>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152"/>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153"/>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154"/>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155"/>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156"/>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157"/>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158"/>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159"/>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160"/>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161"/>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162"/>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163"/>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164"/>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165"/>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166"/>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167"/>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168"/>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169"/>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170"/>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171"/>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172"/>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173"/>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174"/>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175"/>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176"/>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177"/>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178"/>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179"/>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180"/>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181"/>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182"/>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183"/>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184"/>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185"/>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186"/>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187"/>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188"/>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189"/>
                                        </p:tgtEl>
                                        <p:attrNameLst>
                                          <p:attrName>style.visibility</p:attrName>
                                        </p:attrNameLst>
                                      </p:cBhvr>
                                      <p:to>
                                        <p:strVal val="visible"/>
                                      </p:to>
                                    </p:set>
                                  </p:childTnLst>
                                </p:cTn>
                              </p:par>
                              <p:par>
                                <p:cTn id="537" presetID="1" presetClass="entr" presetSubtype="0" fill="hold" grpId="0" nodeType="withEffect">
                                  <p:stCondLst>
                                    <p:cond delay="0"/>
                                  </p:stCondLst>
                                  <p:childTnLst>
                                    <p:set>
                                      <p:cBhvr>
                                        <p:cTn id="538" dur="1" fill="hold">
                                          <p:stCondLst>
                                            <p:cond delay="0"/>
                                          </p:stCondLst>
                                        </p:cTn>
                                        <p:tgtEl>
                                          <p:spTgt spid="190"/>
                                        </p:tgtEl>
                                        <p:attrNameLst>
                                          <p:attrName>style.visibility</p:attrName>
                                        </p:attrNameLst>
                                      </p:cBhvr>
                                      <p:to>
                                        <p:strVal val="visible"/>
                                      </p:to>
                                    </p:set>
                                  </p:childTnLst>
                                </p:cTn>
                              </p:par>
                              <p:par>
                                <p:cTn id="539" presetID="1" presetClass="entr" presetSubtype="0" fill="hold" grpId="0" nodeType="withEffect">
                                  <p:stCondLst>
                                    <p:cond delay="0"/>
                                  </p:stCondLst>
                                  <p:childTnLst>
                                    <p:set>
                                      <p:cBhvr>
                                        <p:cTn id="540" dur="1" fill="hold">
                                          <p:stCondLst>
                                            <p:cond delay="0"/>
                                          </p:stCondLst>
                                        </p:cTn>
                                        <p:tgtEl>
                                          <p:spTgt spid="191"/>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192"/>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193"/>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194"/>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195"/>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196"/>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197"/>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198"/>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199"/>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200"/>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201"/>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202"/>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203"/>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204"/>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205"/>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206"/>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207"/>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208"/>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209"/>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210"/>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211"/>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212"/>
                                        </p:tgtEl>
                                        <p:attrNameLst>
                                          <p:attrName>style.visibility</p:attrName>
                                        </p:attrNameLst>
                                      </p:cBhvr>
                                      <p:to>
                                        <p:strVal val="visible"/>
                                      </p:to>
                                    </p:set>
                                  </p:childTnLst>
                                </p:cTn>
                              </p:par>
                              <p:par>
                                <p:cTn id="583" presetID="1" presetClass="entr" presetSubtype="0" fill="hold" grpId="0" nodeType="withEffect">
                                  <p:stCondLst>
                                    <p:cond delay="0"/>
                                  </p:stCondLst>
                                  <p:childTnLst>
                                    <p:set>
                                      <p:cBhvr>
                                        <p:cTn id="584" dur="1" fill="hold">
                                          <p:stCondLst>
                                            <p:cond delay="0"/>
                                          </p:stCondLst>
                                        </p:cTn>
                                        <p:tgtEl>
                                          <p:spTgt spid="213"/>
                                        </p:tgtEl>
                                        <p:attrNameLst>
                                          <p:attrName>style.visibility</p:attrName>
                                        </p:attrNameLst>
                                      </p:cBhvr>
                                      <p:to>
                                        <p:strVal val="visible"/>
                                      </p:to>
                                    </p:set>
                                  </p:childTnLst>
                                </p:cTn>
                              </p:par>
                              <p:par>
                                <p:cTn id="585" presetID="1" presetClass="entr" presetSubtype="0" fill="hold" grpId="0" nodeType="withEffect">
                                  <p:stCondLst>
                                    <p:cond delay="0"/>
                                  </p:stCondLst>
                                  <p:childTnLst>
                                    <p:set>
                                      <p:cBhvr>
                                        <p:cTn id="586" dur="1" fill="hold">
                                          <p:stCondLst>
                                            <p:cond delay="0"/>
                                          </p:stCondLst>
                                        </p:cTn>
                                        <p:tgtEl>
                                          <p:spTgt spid="214"/>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215"/>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216"/>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217"/>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218"/>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219"/>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220"/>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221"/>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222"/>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223"/>
                                        </p:tgtEl>
                                        <p:attrNameLst>
                                          <p:attrName>style.visibility</p:attrName>
                                        </p:attrNameLst>
                                      </p:cBhvr>
                                      <p:to>
                                        <p:strVal val="visible"/>
                                      </p:to>
                                    </p:set>
                                  </p:childTnLst>
                                </p:cTn>
                              </p:par>
                              <p:par>
                                <p:cTn id="605" presetID="1" presetClass="entr" presetSubtype="0" fill="hold" grpId="0" nodeType="withEffect">
                                  <p:stCondLst>
                                    <p:cond delay="0"/>
                                  </p:stCondLst>
                                  <p:childTnLst>
                                    <p:set>
                                      <p:cBhvr>
                                        <p:cTn id="606" dur="1" fill="hold">
                                          <p:stCondLst>
                                            <p:cond delay="0"/>
                                          </p:stCondLst>
                                        </p:cTn>
                                        <p:tgtEl>
                                          <p:spTgt spid="224"/>
                                        </p:tgtEl>
                                        <p:attrNameLst>
                                          <p:attrName>style.visibility</p:attrName>
                                        </p:attrNameLst>
                                      </p:cBhvr>
                                      <p:to>
                                        <p:strVal val="visible"/>
                                      </p:to>
                                    </p:set>
                                  </p:childTnLst>
                                </p:cTn>
                              </p:par>
                              <p:par>
                                <p:cTn id="607" presetID="1" presetClass="entr" presetSubtype="0" fill="hold" grpId="0" nodeType="withEffect">
                                  <p:stCondLst>
                                    <p:cond delay="0"/>
                                  </p:stCondLst>
                                  <p:childTnLst>
                                    <p:set>
                                      <p:cBhvr>
                                        <p:cTn id="608" dur="1" fill="hold">
                                          <p:stCondLst>
                                            <p:cond delay="0"/>
                                          </p:stCondLst>
                                        </p:cTn>
                                        <p:tgtEl>
                                          <p:spTgt spid="225"/>
                                        </p:tgtEl>
                                        <p:attrNameLst>
                                          <p:attrName>style.visibility</p:attrName>
                                        </p:attrNameLst>
                                      </p:cBhvr>
                                      <p:to>
                                        <p:strVal val="visible"/>
                                      </p:to>
                                    </p:set>
                                  </p:childTnLst>
                                </p:cTn>
                              </p:par>
                              <p:par>
                                <p:cTn id="609" presetID="1" presetClass="entr" presetSubtype="0" fill="hold" grpId="0" nodeType="withEffect">
                                  <p:stCondLst>
                                    <p:cond delay="0"/>
                                  </p:stCondLst>
                                  <p:childTnLst>
                                    <p:set>
                                      <p:cBhvr>
                                        <p:cTn id="610"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5" grpId="0"/>
      <p:bldP spid="76" grpId="0" animBg="1"/>
      <p:bldP spid="77" grpId="0"/>
      <p:bldP spid="78" grpId="0" animBg="1"/>
      <p:bldP spid="79" grpId="0"/>
      <p:bldP spid="80" grpId="0" animBg="1"/>
      <p:bldP spid="81" grpId="0"/>
      <p:bldP spid="82" grpId="0"/>
      <p:bldP spid="83" grpId="0" animBg="1"/>
      <p:bldP spid="84" grpId="0"/>
      <p:bldP spid="85" grpId="0"/>
      <p:bldP spid="86" grpId="0" animBg="1"/>
      <p:bldP spid="87" grpId="0"/>
      <p:bldP spid="88" grpId="0" animBg="1"/>
      <p:bldP spid="89" grpId="0"/>
      <p:bldP spid="90" grpId="0"/>
      <p:bldP spid="91" grpId="0" animBg="1"/>
      <p:bldP spid="92" grpId="0"/>
      <p:bldP spid="93" grpId="0" animBg="1"/>
      <p:bldP spid="94" grpId="0"/>
      <p:bldP spid="95" grpId="0"/>
      <p:bldP spid="96" grpId="0" animBg="1"/>
      <p:bldP spid="97" grpId="0"/>
      <p:bldP spid="98" grpId="0" animBg="1"/>
      <p:bldP spid="99" grpId="0"/>
      <p:bldP spid="100" grpId="0"/>
      <p:bldP spid="101" grpId="0" animBg="1"/>
      <p:bldP spid="102" grpId="0"/>
      <p:bldP spid="103" grpId="0" animBg="1"/>
      <p:bldP spid="104" grpId="0"/>
      <p:bldP spid="105" grpId="0"/>
      <p:bldP spid="106" grpId="0" animBg="1"/>
      <p:bldP spid="107" grpId="0"/>
      <p:bldP spid="108" grpId="0" animBg="1"/>
      <p:bldP spid="109" grpId="0"/>
      <p:bldP spid="110" grpId="0"/>
      <p:bldP spid="111" grpId="0" animBg="1"/>
      <p:bldP spid="112" grpId="0"/>
      <p:bldP spid="113" grpId="0" animBg="1"/>
      <p:bldP spid="114" grpId="0"/>
      <p:bldP spid="115" grpId="0" animBg="1"/>
      <p:bldP spid="116" grpId="0" animBg="1"/>
      <p:bldP spid="117" grpId="0" animBg="1"/>
      <p:bldP spid="118" grpId="0" animBg="1"/>
      <p:bldP spid="119" grpId="0"/>
      <p:bldP spid="120" grpId="0"/>
      <p:bldP spid="121" grpId="0"/>
      <p:bldP spid="122" grpId="0" animBg="1"/>
      <p:bldP spid="123" grpId="0"/>
      <p:bldP spid="124" grpId="0" animBg="1"/>
      <p:bldP spid="125" grpId="0"/>
      <p:bldP spid="126" grpId="0" animBg="1"/>
      <p:bldP spid="127" grpId="0"/>
      <p:bldP spid="128" grpId="0" animBg="1"/>
      <p:bldP spid="129" grpId="0"/>
      <p:bldP spid="130" grpId="0"/>
      <p:bldP spid="131" grpId="0" animBg="1"/>
      <p:bldP spid="132" grpId="0"/>
      <p:bldP spid="133" grpId="0" animBg="1"/>
      <p:bldP spid="134" grpId="0"/>
      <p:bldP spid="135" grpId="0" animBg="1"/>
      <p:bldP spid="136" grpId="0"/>
      <p:bldP spid="137" grpId="0" animBg="1"/>
      <p:bldP spid="138" grpId="0"/>
      <p:bldP spid="139" grpId="0"/>
      <p:bldP spid="140" grpId="0" animBg="1"/>
      <p:bldP spid="141" grpId="0"/>
      <p:bldP spid="142" grpId="0" animBg="1"/>
      <p:bldP spid="143" grpId="0"/>
      <p:bldP spid="144" grpId="0" animBg="1"/>
      <p:bldP spid="145" grpId="0"/>
      <p:bldP spid="228" grpId="0" animBg="1"/>
      <p:bldP spid="229" grpId="0" animBg="1"/>
      <p:bldP spid="230" grpId="0"/>
      <p:bldP spid="231" grpId="0" animBg="1"/>
      <p:bldP spid="232" grpId="0"/>
      <p:bldP spid="233" grpId="0" animBg="1"/>
      <p:bldP spid="234" grpId="0"/>
      <p:bldP spid="235" grpId="0" animBg="1"/>
      <p:bldP spid="236" grpId="0"/>
      <p:bldP spid="237" grpId="0"/>
      <p:bldP spid="238" grpId="0" animBg="1"/>
      <p:bldP spid="239" grpId="0"/>
      <p:bldP spid="240" grpId="0"/>
      <p:bldP spid="241" grpId="0" animBg="1"/>
      <p:bldP spid="242" grpId="0"/>
      <p:bldP spid="243" grpId="0" animBg="1"/>
      <p:bldP spid="244" grpId="0"/>
      <p:bldP spid="245" grpId="0"/>
      <p:bldP spid="246" grpId="0" animBg="1"/>
      <p:bldP spid="247" grpId="0"/>
      <p:bldP spid="248" grpId="0" animBg="1"/>
      <p:bldP spid="249" grpId="0"/>
      <p:bldP spid="250" grpId="0"/>
      <p:bldP spid="251" grpId="0" animBg="1"/>
      <p:bldP spid="252" grpId="0"/>
      <p:bldP spid="253" grpId="0" animBg="1"/>
      <p:bldP spid="254" grpId="0"/>
      <p:bldP spid="255" grpId="0"/>
      <p:bldP spid="256" grpId="0" animBg="1"/>
      <p:bldP spid="257" grpId="0"/>
      <p:bldP spid="258" grpId="0" animBg="1"/>
      <p:bldP spid="259" grpId="0"/>
      <p:bldP spid="260" grpId="0"/>
      <p:bldP spid="261" grpId="0" animBg="1"/>
      <p:bldP spid="262" grpId="0"/>
      <p:bldP spid="263" grpId="0" animBg="1"/>
      <p:bldP spid="264" grpId="0"/>
      <p:bldP spid="265" grpId="0"/>
      <p:bldP spid="266" grpId="0" animBg="1"/>
      <p:bldP spid="267" grpId="0"/>
      <p:bldP spid="268" grpId="0" animBg="1"/>
      <p:bldP spid="269" grpId="0"/>
      <p:bldP spid="270" grpId="0" animBg="1"/>
      <p:bldP spid="271" grpId="0" animBg="1"/>
      <p:bldP spid="272" grpId="0" animBg="1"/>
      <p:bldP spid="273" grpId="0" animBg="1"/>
      <p:bldP spid="274" grpId="0"/>
      <p:bldP spid="275" grpId="0"/>
      <p:bldP spid="276" grpId="0"/>
      <p:bldP spid="277" grpId="0" animBg="1"/>
      <p:bldP spid="278" grpId="0"/>
      <p:bldP spid="279" grpId="0" animBg="1"/>
      <p:bldP spid="280" grpId="0"/>
      <p:bldP spid="281" grpId="0" animBg="1"/>
      <p:bldP spid="282" grpId="0"/>
      <p:bldP spid="283" grpId="0" animBg="1"/>
      <p:bldP spid="284" grpId="0"/>
      <p:bldP spid="285" grpId="0"/>
      <p:bldP spid="286" grpId="0" animBg="1"/>
      <p:bldP spid="287" grpId="0"/>
      <p:bldP spid="288" grpId="0" animBg="1"/>
      <p:bldP spid="289" grpId="0"/>
      <p:bldP spid="290" grpId="0" animBg="1"/>
      <p:bldP spid="291" grpId="0"/>
      <p:bldP spid="292" grpId="0" animBg="1"/>
      <p:bldP spid="293" grpId="0"/>
      <p:bldP spid="294" grpId="0"/>
      <p:bldP spid="295" grpId="0" animBg="1"/>
      <p:bldP spid="296" grpId="0"/>
      <p:bldP spid="297" grpId="0" animBg="1"/>
      <p:bldP spid="298" grpId="0"/>
      <p:bldP spid="299" grpId="0" animBg="1"/>
      <p:bldP spid="300" grpId="0"/>
      <p:bldP spid="301" grpId="0" animBg="1"/>
      <p:bldP spid="302" grpId="0" animBg="1"/>
      <p:bldP spid="303" grpId="0"/>
      <p:bldP spid="304" grpId="0" animBg="1"/>
      <p:bldP spid="305" grpId="0"/>
      <p:bldP spid="306" grpId="0" animBg="1"/>
      <p:bldP spid="307" grpId="0"/>
      <p:bldP spid="308" grpId="0" animBg="1"/>
      <p:bldP spid="309" grpId="0"/>
      <p:bldP spid="310" grpId="0"/>
      <p:bldP spid="311" grpId="0" animBg="1"/>
      <p:bldP spid="312" grpId="0"/>
      <p:bldP spid="313" grpId="0"/>
      <p:bldP spid="314" grpId="0" animBg="1"/>
      <p:bldP spid="315" grpId="0"/>
      <p:bldP spid="316" grpId="0" animBg="1"/>
      <p:bldP spid="317" grpId="0"/>
      <p:bldP spid="318" grpId="0"/>
      <p:bldP spid="319" grpId="0" animBg="1"/>
      <p:bldP spid="320" grpId="0"/>
      <p:bldP spid="321" grpId="0" animBg="1"/>
      <p:bldP spid="322" grpId="0"/>
      <p:bldP spid="323" grpId="0"/>
      <p:bldP spid="324" grpId="0" animBg="1"/>
      <p:bldP spid="325" grpId="0"/>
      <p:bldP spid="326" grpId="0" animBg="1"/>
      <p:bldP spid="327" grpId="0"/>
      <p:bldP spid="328" grpId="0"/>
      <p:bldP spid="329" grpId="0" animBg="1"/>
      <p:bldP spid="330" grpId="0"/>
      <p:bldP spid="331" grpId="0" animBg="1"/>
      <p:bldP spid="332" grpId="0"/>
      <p:bldP spid="333" grpId="0"/>
      <p:bldP spid="334" grpId="0" animBg="1"/>
      <p:bldP spid="335" grpId="0"/>
      <p:bldP spid="336" grpId="0" animBg="1"/>
      <p:bldP spid="337" grpId="0"/>
      <p:bldP spid="338" grpId="0"/>
      <p:bldP spid="339" grpId="0" animBg="1"/>
      <p:bldP spid="340" grpId="0"/>
      <p:bldP spid="341" grpId="0" animBg="1"/>
      <p:bldP spid="342" grpId="0"/>
      <p:bldP spid="343" grpId="0" animBg="1"/>
      <p:bldP spid="344" grpId="0" animBg="1"/>
      <p:bldP spid="345" grpId="0" animBg="1"/>
      <p:bldP spid="346" grpId="0" animBg="1"/>
      <p:bldP spid="347" grpId="0"/>
      <p:bldP spid="348" grpId="0"/>
      <p:bldP spid="349" grpId="0"/>
      <p:bldP spid="350" grpId="0" animBg="1"/>
      <p:bldP spid="351" grpId="0"/>
      <p:bldP spid="352" grpId="0" animBg="1"/>
      <p:bldP spid="353" grpId="0"/>
      <p:bldP spid="354" grpId="0" animBg="1"/>
      <p:bldP spid="355" grpId="0"/>
      <p:bldP spid="356" grpId="0" animBg="1"/>
      <p:bldP spid="357" grpId="0"/>
      <p:bldP spid="358" grpId="0"/>
      <p:bldP spid="359" grpId="0" animBg="1"/>
      <p:bldP spid="360" grpId="0"/>
      <p:bldP spid="361" grpId="0" animBg="1"/>
      <p:bldP spid="362" grpId="0"/>
      <p:bldP spid="363" grpId="0" animBg="1"/>
      <p:bldP spid="364" grpId="0"/>
      <p:bldP spid="365" grpId="0" animBg="1"/>
      <p:bldP spid="366" grpId="0"/>
      <p:bldP spid="367" grpId="0"/>
      <p:bldP spid="368" grpId="0" animBg="1"/>
      <p:bldP spid="369" grpId="0"/>
      <p:bldP spid="370" grpId="0" animBg="1"/>
      <p:bldP spid="371" grpId="0"/>
      <p:bldP spid="372" grpId="0" animBg="1"/>
      <p:bldP spid="373" grpId="0"/>
      <p:bldP spid="146" grpId="0" animBg="1"/>
      <p:bldP spid="147" grpId="0" animBg="1"/>
      <p:bldP spid="148" grpId="0"/>
      <p:bldP spid="149" grpId="0" animBg="1"/>
      <p:bldP spid="150" grpId="0"/>
      <p:bldP spid="151" grpId="0" animBg="1"/>
      <p:bldP spid="152" grpId="0"/>
      <p:bldP spid="153" grpId="0" animBg="1"/>
      <p:bldP spid="154" grpId="0"/>
      <p:bldP spid="155" grpId="0"/>
      <p:bldP spid="156" grpId="0" animBg="1"/>
      <p:bldP spid="157" grpId="0"/>
      <p:bldP spid="158" grpId="0"/>
      <p:bldP spid="159" grpId="0" animBg="1"/>
      <p:bldP spid="160" grpId="0"/>
      <p:bldP spid="161" grpId="0" animBg="1"/>
      <p:bldP spid="162" grpId="0"/>
      <p:bldP spid="163" grpId="0"/>
      <p:bldP spid="164" grpId="0" animBg="1"/>
      <p:bldP spid="165" grpId="0"/>
      <p:bldP spid="166" grpId="0" animBg="1"/>
      <p:bldP spid="167" grpId="0"/>
      <p:bldP spid="168" grpId="0"/>
      <p:bldP spid="169" grpId="0" animBg="1"/>
      <p:bldP spid="170" grpId="0"/>
      <p:bldP spid="171" grpId="0" animBg="1"/>
      <p:bldP spid="172" grpId="0"/>
      <p:bldP spid="173" grpId="0"/>
      <p:bldP spid="174" grpId="0" animBg="1"/>
      <p:bldP spid="175" grpId="0"/>
      <p:bldP spid="176" grpId="0" animBg="1"/>
      <p:bldP spid="177" grpId="0"/>
      <p:bldP spid="178" grpId="0"/>
      <p:bldP spid="179" grpId="0" animBg="1"/>
      <p:bldP spid="180" grpId="0"/>
      <p:bldP spid="181" grpId="0" animBg="1"/>
      <p:bldP spid="182" grpId="0"/>
      <p:bldP spid="183" grpId="0"/>
      <p:bldP spid="184" grpId="0" animBg="1"/>
      <p:bldP spid="185" grpId="0"/>
      <p:bldP spid="186" grpId="0" animBg="1"/>
      <p:bldP spid="187" grpId="0"/>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p:bldP spid="200" grpId="0"/>
      <p:bldP spid="201" grpId="0"/>
      <p:bldP spid="202" grpId="0" animBg="1"/>
      <p:bldP spid="203" grpId="0"/>
      <p:bldP spid="204" grpId="0"/>
      <p:bldP spid="205" grpId="0" animBg="1"/>
      <p:bldP spid="206" grpId="0"/>
      <p:bldP spid="207" grpId="0" animBg="1"/>
      <p:bldP spid="208" grpId="0"/>
      <p:bldP spid="209" grpId="0" animBg="1"/>
      <p:bldP spid="210" grpId="0"/>
      <p:bldP spid="211" grpId="0"/>
      <p:bldP spid="212" grpId="0" animBg="1"/>
      <p:bldP spid="213" grpId="0"/>
      <p:bldP spid="214" grpId="0" animBg="1"/>
      <p:bldP spid="215" grpId="0"/>
      <p:bldP spid="216" grpId="0" animBg="1"/>
      <p:bldP spid="217" grpId="0"/>
      <p:bldP spid="218" grpId="0" animBg="1"/>
      <p:bldP spid="219" grpId="0"/>
      <p:bldP spid="220" grpId="0"/>
      <p:bldP spid="221" grpId="0" animBg="1"/>
      <p:bldP spid="222" grpId="0"/>
      <p:bldP spid="223" grpId="0" animBg="1"/>
      <p:bldP spid="224" grpId="0"/>
      <p:bldP spid="225" grpId="0" animBg="1"/>
      <p:bldP spid="22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7EB2BB2-97B6-464D-AF37-5B6A358ADF8B}"/>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We now have the complete gradient</a:t>
            </a:r>
          </a:p>
        </p:txBody>
      </p:sp>
      <p:sp>
        <p:nvSpPr>
          <p:cNvPr id="2" name="lead">
            <a:extLst>
              <a:ext uri="{FF2B5EF4-FFF2-40B4-BE49-F238E27FC236}">
                <a16:creationId xmlns:a16="http://schemas.microsoft.com/office/drawing/2014/main" id="{16538EA4-0B8B-44EB-B1EC-D5C4FE81F133}"/>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Collect the derivatives in the same order as the parameter column.</a:t>
            </a:r>
          </a:p>
        </p:txBody>
      </p:sp>
      <p:sp>
        <p:nvSpPr>
          <p:cNvPr id="3" name="footer_course">
            <a:extLst>
              <a:ext uri="{FF2B5EF4-FFF2-40B4-BE49-F238E27FC236}">
                <a16:creationId xmlns:a16="http://schemas.microsoft.com/office/drawing/2014/main" id="{02FB56D0-77B1-42AD-BDE2-19A7D95A08E1}"/>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FFE551D1-AF04-4412-AC00-EBFC4358B109}"/>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21</a:t>
            </a:r>
          </a:p>
        </p:txBody>
      </p:sp>
      <mc:AlternateContent xmlns:mc="http://schemas.openxmlformats.org/markup-compatibility/2006" xmlns:a14="http://schemas.microsoft.com/office/drawing/2010/main">
        <mc:Choice Requires="a14">
          <p:sp>
            <p:nvSpPr>
              <p:cNvPr id="6" name="equation_2" descr="\nabla\mathcal{L}_{\mathrm{sq}}(\boldsymbol{\theta}^{(t)})=(4,8,2,6,-2,-10)^{\mathsf{T}}">
                <a:extLst>
                  <a:ext uri="{FF2B5EF4-FFF2-40B4-BE49-F238E27FC236}">
                    <a16:creationId xmlns:a16="http://schemas.microsoft.com/office/drawing/2014/main" id="{9FD01E64-536A-4A2A-A51B-D23B412582AB}"/>
                  </a:ext>
                </a:extLst>
              </p:cNvPr>
              <p:cNvSpPr>
                <a:spLocks noGrp="1"/>
              </p:cNvSpPr>
              <p:nvPr/>
            </p:nvSpPr>
            <p:spPr>
              <a:xfrm>
                <a:off x="666750" y="2066925"/>
                <a:ext cx="108585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500" smtClean="0">
                          <a:solidFill>
                            <a:srgbClr val="7030A0"/>
                          </a:solidFill>
                          <a:latin typeface="Cambria Math"/>
                          <a:ea typeface="Cambria Math"/>
                          <a:cs typeface="Cambria Math"/>
                        </a:rPr>
                        <m:t>∇</m:t>
                      </m:r>
                      <m:sSub>
                        <m:sSubPr>
                          <m:ctrlPr>
                            <a:rPr lang="en-GB" sz="3500">
                              <a:solidFill>
                                <a:srgbClr val="7030A0"/>
                              </a:solidFill>
                              <a:latin typeface="Cambria Math"/>
                              <a:ea typeface="Cambria Math"/>
                              <a:cs typeface="Cambria Math"/>
                            </a:rPr>
                          </m:ctrlPr>
                        </m:sSubPr>
                        <m:e>
                          <m:r>
                            <a:rPr lang="en-GB" sz="3500">
                              <a:solidFill>
                                <a:srgbClr val="7030A0"/>
                              </a:solidFill>
                              <a:latin typeface="Cambria Math"/>
                              <a:ea typeface="Cambria Math"/>
                              <a:cs typeface="Cambria Math"/>
                            </a:rPr>
                            <m:t>ℒ</m:t>
                          </m:r>
                        </m:e>
                        <m:sub>
                          <m:r>
                            <m:rPr>
                              <m:sty m:val="p"/>
                            </m:rPr>
                            <a:rPr lang="en-GB" sz="3500">
                              <a:solidFill>
                                <a:srgbClr val="7030A0"/>
                              </a:solidFill>
                              <a:latin typeface="Cambria Math"/>
                              <a:ea typeface="Cambria Math"/>
                              <a:cs typeface="Cambria Math"/>
                            </a:rPr>
                            <m:t>sq</m:t>
                          </m:r>
                        </m:sub>
                      </m:sSub>
                      <m:d>
                        <m:dPr>
                          <m:ctrlPr>
                            <a:rPr lang="en-GB" sz="3500" i="1">
                              <a:solidFill>
                                <a:srgbClr val="7030A0"/>
                              </a:solidFill>
                              <a:latin typeface="Cambria Math" panose="02040503050406030204" pitchFamily="18" charset="0"/>
                              <a:ea typeface="Cambria Math"/>
                              <a:cs typeface="Cambria Math"/>
                            </a:rPr>
                          </m:ctrlPr>
                        </m:dPr>
                        <m:e>
                          <m:sSup>
                            <m:sSupPr>
                              <m:ctrlPr>
                                <a:rPr lang="en-GB" sz="3500">
                                  <a:solidFill>
                                    <a:srgbClr val="7030A0"/>
                                  </a:solidFill>
                                  <a:latin typeface="Cambria Math"/>
                                  <a:ea typeface="Cambria Math"/>
                                  <a:cs typeface="Cambria Math"/>
                                </a:rPr>
                              </m:ctrlPr>
                            </m:sSupPr>
                            <m:e>
                              <m:r>
                                <a:rPr lang="en-GB" sz="3500">
                                  <a:solidFill>
                                    <a:srgbClr val="7030A0"/>
                                  </a:solidFill>
                                  <a:latin typeface="Cambria Math"/>
                                  <a:ea typeface="Cambria Math"/>
                                  <a:cs typeface="Cambria Math"/>
                                </a:rPr>
                                <m:t>𝛉</m:t>
                              </m:r>
                            </m:e>
                            <m:sup>
                              <m:d>
                                <m:dPr>
                                  <m:ctrlPr>
                                    <a:rPr lang="en-GB" sz="3500">
                                      <a:solidFill>
                                        <a:srgbClr val="7030A0"/>
                                      </a:solidFill>
                                      <a:latin typeface="Cambria Math"/>
                                      <a:ea typeface="Cambria Math"/>
                                      <a:cs typeface="Cambria Math"/>
                                    </a:rPr>
                                  </m:ctrlPr>
                                </m:dPr>
                                <m:e>
                                  <m:r>
                                    <a:rPr lang="en-GB" sz="3500">
                                      <a:solidFill>
                                        <a:srgbClr val="7030A0"/>
                                      </a:solidFill>
                                      <a:latin typeface="Cambria Math"/>
                                      <a:ea typeface="Cambria Math"/>
                                      <a:cs typeface="Cambria Math"/>
                                    </a:rPr>
                                    <m:t>𝑡</m:t>
                                  </m:r>
                                </m:e>
                              </m:d>
                            </m:sup>
                          </m:sSup>
                        </m:e>
                      </m:d>
                      <m:r>
                        <a:rPr lang="en-GB" sz="3500">
                          <a:solidFill>
                            <a:srgbClr val="7030A0"/>
                          </a:solidFill>
                          <a:latin typeface="Cambria Math"/>
                          <a:ea typeface="Cambria Math"/>
                          <a:cs typeface="Cambria Math"/>
                        </a:rPr>
                        <m:t>=</m:t>
                      </m:r>
                      <m:sSup>
                        <m:sSupPr>
                          <m:ctrlPr>
                            <a:rPr lang="en-GB" sz="3500" i="1">
                              <a:solidFill>
                                <a:srgbClr val="7030A0"/>
                              </a:solidFill>
                              <a:latin typeface="Cambria Math" panose="02040503050406030204" pitchFamily="18" charset="0"/>
                              <a:ea typeface="Cambria Math"/>
                              <a:cs typeface="Cambria Math"/>
                            </a:rPr>
                          </m:ctrlPr>
                        </m:sSupPr>
                        <m:e>
                          <m:d>
                            <m:dPr>
                              <m:ctrlPr>
                                <a:rPr lang="en-GB" sz="3500">
                                  <a:solidFill>
                                    <a:srgbClr val="7030A0"/>
                                  </a:solidFill>
                                  <a:latin typeface="Cambria Math"/>
                                  <a:ea typeface="Cambria Math"/>
                                  <a:cs typeface="Cambria Math"/>
                                </a:rPr>
                              </m:ctrlPr>
                            </m:dPr>
                            <m:e>
                              <m:r>
                                <a:rPr lang="en-GB" sz="3500">
                                  <a:solidFill>
                                    <a:srgbClr val="7030A0"/>
                                  </a:solidFill>
                                  <a:latin typeface="Cambria Math"/>
                                  <a:ea typeface="Cambria Math"/>
                                  <a:cs typeface="Cambria Math"/>
                                </a:rPr>
                                <m:t>4,8,2,6,−2,−10</m:t>
                              </m:r>
                            </m:e>
                          </m:d>
                        </m:e>
                        <m:sup>
                          <m:r>
                            <a:rPr lang="en-GB" sz="3500">
                              <a:solidFill>
                                <a:srgbClr val="7030A0"/>
                              </a:solidFill>
                              <a:latin typeface="Cambria Math"/>
                              <a:ea typeface="Cambria Math"/>
                              <a:cs typeface="Cambria Math"/>
                            </a:rPr>
                            <m:t>𝖳</m:t>
                          </m:r>
                        </m:sup>
                      </m:sSup>
                    </m:oMath>
                  </m:oMathPara>
                </a14:m>
                <a:endParaRPr lang="en-GB" sz="3500" dirty="0"/>
              </a:p>
            </p:txBody>
          </p:sp>
        </mc:Choice>
        <mc:Fallback xmlns="">
          <p:sp>
            <p:nvSpPr>
              <p:cNvPr id="6" name="equation_2" descr="\nabla\mathcal{L}_{\mathrm{sq}}(\boldsymbol{\theta}^{(t)})=(4,8,2,6,-2,-10)^{\mathsf{T}}">
                <a:extLst>
                  <a:ext uri="{FF2B5EF4-FFF2-40B4-BE49-F238E27FC236}">
                    <a16:creationId xmlns:a16="http://schemas.microsoft.com/office/drawing/2014/main" id="{9FD01E64-536A-4A2A-A51B-D23B412582AB}"/>
                  </a:ext>
                </a:extLst>
              </p:cNvPr>
              <p:cNvSpPr>
                <a:spLocks noGrp="1" noRot="1" noChangeAspect="1" noMove="1" noResize="1" noEditPoints="1" noAdjustHandles="1" noChangeArrowheads="1" noChangeShapeType="1" noTextEdit="1"/>
              </p:cNvSpPr>
              <p:nvPr/>
            </p:nvSpPr>
            <p:spPr>
              <a:xfrm>
                <a:off x="666750" y="2066925"/>
                <a:ext cx="10858500" cy="857250"/>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ation_3" descr="\boldsymbol{\theta}^{(t+1)}=\boldsymbol{\theta}^{(t)}-\eta(4,8,2,6,-2,-10)^{\mathsf{T}}">
                <a:extLst>
                  <a:ext uri="{FF2B5EF4-FFF2-40B4-BE49-F238E27FC236}">
                    <a16:creationId xmlns:a16="http://schemas.microsoft.com/office/drawing/2014/main" id="{05E2AA20-4E0A-4F52-A8A3-117A6A96FE99}"/>
                  </a:ext>
                </a:extLst>
              </p:cNvPr>
              <p:cNvSpPr>
                <a:spLocks noGrp="1"/>
              </p:cNvSpPr>
              <p:nvPr/>
            </p:nvSpPr>
            <p:spPr>
              <a:xfrm>
                <a:off x="523875" y="3028950"/>
                <a:ext cx="11144250" cy="933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p>
                        <m:sSupPr>
                          <m:ctrlPr>
                            <a:rPr lang="en-GB" sz="3200">
                              <a:solidFill>
                                <a:srgbClr val="087F83"/>
                              </a:solidFill>
                              <a:latin typeface="Cambria Math"/>
                              <a:ea typeface="Cambria Math"/>
                              <a:cs typeface="Cambria Math"/>
                            </a:rPr>
                          </m:ctrlPr>
                        </m:sSupPr>
                        <m:e>
                          <m:r>
                            <a:rPr lang="en-GB" sz="3200">
                              <a:solidFill>
                                <a:srgbClr val="087F83"/>
                              </a:solidFill>
                              <a:latin typeface="Cambria Math"/>
                              <a:ea typeface="Cambria Math"/>
                              <a:cs typeface="Cambria Math"/>
                            </a:rPr>
                            <m:t>𝛉</m:t>
                          </m:r>
                        </m:e>
                        <m:sup>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𝑡</m:t>
                              </m:r>
                              <m:r>
                                <a:rPr lang="en-GB" sz="3200">
                                  <a:solidFill>
                                    <a:srgbClr val="087F83"/>
                                  </a:solidFill>
                                  <a:latin typeface="Cambria Math"/>
                                  <a:ea typeface="Cambria Math"/>
                                  <a:cs typeface="Cambria Math"/>
                                </a:rPr>
                                <m:t>+1</m:t>
                              </m:r>
                            </m:e>
                          </m:d>
                        </m:sup>
                      </m:sSup>
                      <m:r>
                        <a:rPr lang="en-GB" sz="3200">
                          <a:solidFill>
                            <a:srgbClr val="087F83"/>
                          </a:solidFill>
                          <a:latin typeface="Cambria Math"/>
                          <a:ea typeface="Cambria Math"/>
                          <a:cs typeface="Cambria Math"/>
                        </a:rPr>
                        <m:t>=</m:t>
                      </m:r>
                      <m:sSup>
                        <m:sSupPr>
                          <m:ctrlPr>
                            <a:rPr lang="en-GB" sz="3200">
                              <a:solidFill>
                                <a:srgbClr val="087F83"/>
                              </a:solidFill>
                              <a:latin typeface="Cambria Math"/>
                              <a:ea typeface="Cambria Math"/>
                              <a:cs typeface="Cambria Math"/>
                            </a:rPr>
                          </m:ctrlPr>
                        </m:sSupPr>
                        <m:e>
                          <m:r>
                            <a:rPr lang="en-GB" sz="3200">
                              <a:solidFill>
                                <a:srgbClr val="087F83"/>
                              </a:solidFill>
                              <a:latin typeface="Cambria Math"/>
                              <a:ea typeface="Cambria Math"/>
                              <a:cs typeface="Cambria Math"/>
                            </a:rPr>
                            <m:t>𝛉</m:t>
                          </m:r>
                        </m:e>
                        <m:sup>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𝑡</m:t>
                              </m:r>
                            </m:e>
                          </m:d>
                        </m:sup>
                      </m:sSup>
                      <m:r>
                        <a:rPr lang="en-GB" sz="3200">
                          <a:solidFill>
                            <a:srgbClr val="087F83"/>
                          </a:solidFill>
                          <a:latin typeface="Cambria Math"/>
                          <a:ea typeface="Cambria Math"/>
                          <a:cs typeface="Cambria Math"/>
                        </a:rPr>
                        <m:t>−</m:t>
                      </m:r>
                      <m:r>
                        <a:rPr lang="en-GB" sz="3200">
                          <a:solidFill>
                            <a:srgbClr val="087F83"/>
                          </a:solidFill>
                          <a:latin typeface="Cambria Math"/>
                          <a:ea typeface="Cambria Math"/>
                          <a:cs typeface="Cambria Math"/>
                        </a:rPr>
                        <m:t>𝜂</m:t>
                      </m:r>
                      <m:sSup>
                        <m:sSupPr>
                          <m:ctrlPr>
                            <a:rPr lang="en-GB" sz="3200" i="1">
                              <a:solidFill>
                                <a:srgbClr val="087F83"/>
                              </a:solidFill>
                              <a:latin typeface="Cambria Math" panose="02040503050406030204" pitchFamily="18" charset="0"/>
                              <a:ea typeface="Cambria Math"/>
                              <a:cs typeface="Cambria Math"/>
                            </a:rPr>
                          </m:ctrlPr>
                        </m:sSupPr>
                        <m:e>
                          <m:d>
                            <m:dPr>
                              <m:ctrlPr>
                                <a:rPr lang="en-GB" sz="3200">
                                  <a:solidFill>
                                    <a:srgbClr val="087F83"/>
                                  </a:solidFill>
                                  <a:latin typeface="Cambria Math"/>
                                  <a:ea typeface="Cambria Math"/>
                                  <a:cs typeface="Cambria Math"/>
                                </a:rPr>
                              </m:ctrlPr>
                            </m:dPr>
                            <m:e>
                              <m:r>
                                <a:rPr lang="en-GB" sz="3200">
                                  <a:solidFill>
                                    <a:srgbClr val="087F83"/>
                                  </a:solidFill>
                                  <a:latin typeface="Cambria Math"/>
                                  <a:ea typeface="Cambria Math"/>
                                  <a:cs typeface="Cambria Math"/>
                                </a:rPr>
                                <m:t>4,8,2,6,−2,−10</m:t>
                              </m:r>
                            </m:e>
                          </m:d>
                        </m:e>
                        <m:sup>
                          <m:r>
                            <a:rPr lang="en-GB" sz="3200">
                              <a:solidFill>
                                <a:srgbClr val="087F83"/>
                              </a:solidFill>
                              <a:latin typeface="Cambria Math"/>
                              <a:ea typeface="Cambria Math"/>
                              <a:cs typeface="Cambria Math"/>
                            </a:rPr>
                            <m:t>𝖳</m:t>
                          </m:r>
                        </m:sup>
                      </m:sSup>
                    </m:oMath>
                  </m:oMathPara>
                </a14:m>
                <a:endParaRPr lang="en-GB" sz="3200" dirty="0"/>
              </a:p>
            </p:txBody>
          </p:sp>
        </mc:Choice>
        <mc:Fallback xmlns="">
          <p:sp>
            <p:nvSpPr>
              <p:cNvPr id="7" name="equation_3" descr="\boldsymbol{\theta}^{(t+1)}=\boldsymbol{\theta}^{(t)}-\eta(4,8,2,6,-2,-10)^{\mathsf{T}}">
                <a:extLst>
                  <a:ext uri="{FF2B5EF4-FFF2-40B4-BE49-F238E27FC236}">
                    <a16:creationId xmlns:a16="http://schemas.microsoft.com/office/drawing/2014/main" id="{05E2AA20-4E0A-4F52-A8A3-117A6A96FE99}"/>
                  </a:ext>
                </a:extLst>
              </p:cNvPr>
              <p:cNvSpPr>
                <a:spLocks noGrp="1" noRot="1" noChangeAspect="1" noMove="1" noResize="1" noEditPoints="1" noAdjustHandles="1" noChangeArrowheads="1" noChangeShapeType="1" noTextEdit="1"/>
              </p:cNvSpPr>
              <p:nvPr/>
            </p:nvSpPr>
            <p:spPr>
              <a:xfrm>
                <a:off x="523875" y="3028950"/>
                <a:ext cx="11144250" cy="933450"/>
              </a:xfrm>
              <a:prstGeom prst="rect">
                <a:avLst/>
              </a:prstGeom>
              <a:blipFill>
                <a:blip r:embed="rId4"/>
                <a:stretch>
                  <a:fillRect/>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6167CAC8-F1AF-440F-92DA-7ED1D36F904B}"/>
              </a:ext>
            </a:extLst>
          </p:cNvPr>
          <p:cNvSpPr>
            <a:spLocks noGrp="1"/>
          </p:cNvSpPr>
          <p:nvPr/>
        </p:nvSpPr>
        <p:spPr>
          <a:xfrm>
            <a:off x="323850" y="4495800"/>
            <a:ext cx="11049000" cy="495300"/>
          </a:xfrm>
          <a:prstGeom prst="rect">
            <a:avLst/>
          </a:prstGeom>
          <a:noFill/>
          <a:ln w="0">
            <a:noFill/>
          </a:ln>
        </p:spPr>
        <p:txBody>
          <a:bodyPr anchor="ctr">
            <a:noAutofit/>
          </a:bodyPr>
          <a:lstStyle>
            <a:defPPr algn="ctr">
              <a:defRPr sz="2100" b="1">
                <a:solidFill>
                  <a:srgbClr val="182D45"/>
                </a:solidFill>
                <a:latin typeface="DejaVu Sans"/>
                <a:ea typeface="DejaVu Sans"/>
                <a:cs typeface="DejaVu Sans"/>
              </a:defRPr>
            </a:defPPr>
          </a:lstStyle>
          <a:p>
            <a:pPr algn="ctr">
              <a:defRPr sz="2100" b="1">
                <a:solidFill>
                  <a:srgbClr val="182D45"/>
                </a:solidFill>
                <a:latin typeface="DejaVu Sans"/>
                <a:ea typeface="DejaVu Sans"/>
                <a:cs typeface="DejaVu Sans"/>
              </a:defRPr>
            </a:pPr>
            <a:r>
              <a:rPr sz="2100" b="1" dirty="0">
                <a:solidFill>
                  <a:srgbClr val="182D45"/>
                </a:solidFill>
                <a:latin typeface="DejaVu Sans"/>
                <a:ea typeface="DejaVu Sans"/>
                <a:cs typeface="DejaVu Sans"/>
              </a:rPr>
              <a:t>Only now do we update the parameters.</a:t>
            </a:r>
          </a:p>
        </p:txBody>
      </p:sp>
    </p:spTree>
    <p:extLst>
      <p:ext uri="{BB962C8B-B14F-4D97-AF65-F5344CB8AC3E}">
        <p14:creationId xmlns:p14="http://schemas.microsoft.com/office/powerpoint/2010/main" val="158301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18911B67-05E2-444B-95CF-F229AFE34C30}"/>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A general backward step: scalar network</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873F261-0D4C-4CEC-8DCF-5F294BF58F9B}"/>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Reuse the derivative already calculated for layer </a:t>
                </a:r>
                <a14:m>
                  <m:oMath xmlns:m="http://schemas.openxmlformats.org/officeDocument/2006/math">
                    <m:r>
                      <a:rPr lang="en-GB" sz="2175">
                        <a:solidFill>
                          <a:srgbClr val="526276"/>
                        </a:solidFill>
                        <a:latin typeface="Cambria Math"/>
                        <a:ea typeface="Cambria Math"/>
                        <a:cs typeface="Cambria Math"/>
                      </a:rPr>
                      <m:t>𝑟</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F873F261-0D4C-4CEC-8DCF-5F294BF58F9B}"/>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1BC0A63F-9A06-45F6-92C0-C6B2E86051F1}"/>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F84F7FE5-E1F4-43DF-9A30-C9D4A09C1520}"/>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22</a:t>
            </a:r>
          </a:p>
        </p:txBody>
      </p:sp>
      <p:sp>
        <p:nvSpPr>
          <p:cNvPr id="5" name="note_box_1">
            <a:extLst>
              <a:ext uri="{FF2B5EF4-FFF2-40B4-BE49-F238E27FC236}">
                <a16:creationId xmlns:a16="http://schemas.microsoft.com/office/drawing/2014/main" id="{EFD9BFA5-8C90-4A49-A844-879B5492BEA8}"/>
              </a:ext>
            </a:extLst>
          </p:cNvPr>
          <p:cNvSpPr>
            <a:spLocks noGrp="1"/>
          </p:cNvSpPr>
          <p:nvPr/>
        </p:nvSpPr>
        <p:spPr>
          <a:xfrm>
            <a:off x="809625" y="1933575"/>
            <a:ext cx="1809750" cy="790575"/>
          </a:xfrm>
          <a:prstGeom prst="roundRect">
            <a:avLst>
              <a:gd name="adj" fmla="val 5000"/>
            </a:avLst>
          </a:prstGeom>
          <a:solidFill>
            <a:srgbClr val="F3F7FB"/>
          </a:solidFill>
          <a:ln w="14288">
            <a:solidFill>
              <a:srgbClr val="235C99"/>
            </a:solidFill>
          </a:ln>
        </p:spPr>
        <p:txBody>
          <a:bodyPr/>
          <a:lstStyle/>
          <a:p>
            <a:endParaRPr lang="it-IT"/>
          </a:p>
        </p:txBody>
      </p:sp>
      <p:sp>
        <p:nvSpPr>
          <p:cNvPr id="6" name="text_2">
            <a:extLst>
              <a:ext uri="{FF2B5EF4-FFF2-40B4-BE49-F238E27FC236}">
                <a16:creationId xmlns:a16="http://schemas.microsoft.com/office/drawing/2014/main" id="{C7D37A80-9D43-49B4-B3D6-DE1C02DC83EA}"/>
              </a:ext>
            </a:extLst>
          </p:cNvPr>
          <p:cNvSpPr>
            <a:spLocks noGrp="1"/>
          </p:cNvSpPr>
          <p:nvPr/>
        </p:nvSpPr>
        <p:spPr>
          <a:xfrm>
            <a:off x="876300" y="2000250"/>
            <a:ext cx="1676400"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Fixed weight</a:t>
            </a:r>
          </a:p>
        </p:txBody>
      </p:sp>
      <mc:AlternateContent xmlns:mc="http://schemas.openxmlformats.org/markup-compatibility/2006" xmlns:a14="http://schemas.microsoft.com/office/drawing/2010/main">
        <mc:Choice Requires="a14">
          <p:sp>
            <p:nvSpPr>
              <p:cNvPr id="7" name="equation_3" descr="w_r">
                <a:extLst>
                  <a:ext uri="{FF2B5EF4-FFF2-40B4-BE49-F238E27FC236}">
                    <a16:creationId xmlns:a16="http://schemas.microsoft.com/office/drawing/2014/main" id="{06AC04B8-AC5F-4346-ADB5-065CB4998F42}"/>
                  </a:ext>
                </a:extLst>
              </p:cNvPr>
              <p:cNvSpPr>
                <a:spLocks noGrp="1"/>
              </p:cNvSpPr>
              <p:nvPr/>
            </p:nvSpPr>
            <p:spPr>
              <a:xfrm>
                <a:off x="876300" y="2305050"/>
                <a:ext cx="16764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𝑤</m:t>
                          </m:r>
                        </m:e>
                        <m:sub>
                          <m:r>
                            <a:rPr lang="en-GB" sz="2700">
                              <a:solidFill>
                                <a:srgbClr val="235C99"/>
                              </a:solidFill>
                              <a:latin typeface="Cambria Math"/>
                              <a:ea typeface="Cambria Math"/>
                              <a:cs typeface="Cambria Math"/>
                            </a:rPr>
                            <m:t>𝑟</m:t>
                          </m:r>
                        </m:sub>
                      </m:sSub>
                    </m:oMath>
                  </m:oMathPara>
                </a14:m>
                <a:endParaRPr lang="en-GB" sz="2700"/>
              </a:p>
            </p:txBody>
          </p:sp>
        </mc:Choice>
        <mc:Fallback xmlns="">
          <p:sp>
            <p:nvSpPr>
              <p:cNvPr id="7" name="equation_3" descr="w_r">
                <a:extLst>
                  <a:ext uri="{FF2B5EF4-FFF2-40B4-BE49-F238E27FC236}">
                    <a16:creationId xmlns:a16="http://schemas.microsoft.com/office/drawing/2014/main" id="{06AC04B8-AC5F-4346-ADB5-065CB4998F42}"/>
                  </a:ext>
                </a:extLst>
              </p:cNvPr>
              <p:cNvSpPr>
                <a:spLocks noGrp="1" noRot="1" noChangeAspect="1" noMove="1" noResize="1" noEditPoints="1" noAdjustHandles="1" noChangeArrowheads="1" noChangeShapeType="1" noTextEdit="1"/>
              </p:cNvSpPr>
              <p:nvPr/>
            </p:nvSpPr>
            <p:spPr>
              <a:xfrm>
                <a:off x="876300" y="2305050"/>
                <a:ext cx="1676400" cy="361950"/>
              </a:xfrm>
              <a:prstGeom prst="rect">
                <a:avLst/>
              </a:prstGeom>
              <a:blipFill>
                <a:blip r:embed="rId4"/>
                <a:stretch>
                  <a:fillRect/>
                </a:stretch>
              </a:blipFill>
              <a:ln w="0">
                <a:noFill/>
              </a:ln>
            </p:spPr>
            <p:txBody>
              <a:bodyPr/>
              <a:lstStyle/>
              <a:p>
                <a:r>
                  <a:rPr lang="it-IT">
                    <a:noFill/>
                  </a:rPr>
                  <a:t> </a:t>
                </a:r>
              </a:p>
            </p:txBody>
          </p:sp>
        </mc:Fallback>
      </mc:AlternateContent>
      <p:sp>
        <p:nvSpPr>
          <p:cNvPr id="8" name="note_box_4">
            <a:extLst>
              <a:ext uri="{FF2B5EF4-FFF2-40B4-BE49-F238E27FC236}">
                <a16:creationId xmlns:a16="http://schemas.microsoft.com/office/drawing/2014/main" id="{DF0FF509-C0AA-41CE-989B-9F3EE11ADF14}"/>
              </a:ext>
            </a:extLst>
          </p:cNvPr>
          <p:cNvSpPr>
            <a:spLocks noGrp="1"/>
          </p:cNvSpPr>
          <p:nvPr/>
        </p:nvSpPr>
        <p:spPr>
          <a:xfrm>
            <a:off x="3571875" y="1933575"/>
            <a:ext cx="3000375" cy="790575"/>
          </a:xfrm>
          <a:prstGeom prst="roundRect">
            <a:avLst>
              <a:gd name="adj" fmla="val 5000"/>
            </a:avLst>
          </a:prstGeom>
          <a:solidFill>
            <a:srgbClr val="F3F7FB"/>
          </a:solidFill>
          <a:ln w="14288">
            <a:solidFill>
              <a:srgbClr val="235C99"/>
            </a:solidFill>
          </a:ln>
        </p:spPr>
        <p:txBody>
          <a:bodyPr/>
          <a:lstStyle/>
          <a:p>
            <a:endParaRPr lang="it-IT"/>
          </a:p>
        </p:txBody>
      </p:sp>
      <p:sp>
        <p:nvSpPr>
          <p:cNvPr id="9" name="text_5">
            <a:extLst>
              <a:ext uri="{FF2B5EF4-FFF2-40B4-BE49-F238E27FC236}">
                <a16:creationId xmlns:a16="http://schemas.microsoft.com/office/drawing/2014/main" id="{12A5D00C-1D3C-44E2-847D-52046DADA4DF}"/>
              </a:ext>
            </a:extLst>
          </p:cNvPr>
          <p:cNvSpPr>
            <a:spLocks noGrp="1"/>
          </p:cNvSpPr>
          <p:nvPr/>
        </p:nvSpPr>
        <p:spPr>
          <a:xfrm>
            <a:off x="3638550" y="2000250"/>
            <a:ext cx="2867025"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Saved preactivation</a:t>
            </a:r>
          </a:p>
        </p:txBody>
      </p:sp>
      <mc:AlternateContent xmlns:mc="http://schemas.openxmlformats.org/markup-compatibility/2006" xmlns:a14="http://schemas.microsoft.com/office/drawing/2010/main">
        <mc:Choice Requires="a14">
          <p:sp>
            <p:nvSpPr>
              <p:cNvPr id="10" name="equation_6" descr="a_{r-1}(x)">
                <a:extLst>
                  <a:ext uri="{FF2B5EF4-FFF2-40B4-BE49-F238E27FC236}">
                    <a16:creationId xmlns:a16="http://schemas.microsoft.com/office/drawing/2014/main" id="{F8FC8286-DE56-4555-85FC-70B3F7056F0B}"/>
                  </a:ext>
                </a:extLst>
              </p:cNvPr>
              <p:cNvSpPr>
                <a:spLocks noGrp="1"/>
              </p:cNvSpPr>
              <p:nvPr/>
            </p:nvSpPr>
            <p:spPr>
              <a:xfrm>
                <a:off x="3638550" y="2305050"/>
                <a:ext cx="2867025"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𝑎</m:t>
                          </m:r>
                        </m:e>
                        <m:sub>
                          <m:r>
                            <a:rPr lang="en-GB" sz="2700">
                              <a:solidFill>
                                <a:srgbClr val="235C99"/>
                              </a:solidFill>
                              <a:latin typeface="Cambria Math"/>
                              <a:ea typeface="Cambria Math"/>
                              <a:cs typeface="Cambria Math"/>
                            </a:rPr>
                            <m:t>𝑟</m:t>
                          </m:r>
                          <m:r>
                            <a:rPr lang="en-GB" sz="2700">
                              <a:solidFill>
                                <a:srgbClr val="235C99"/>
                              </a:solidFill>
                              <a:latin typeface="Cambria Math"/>
                              <a:ea typeface="Cambria Math"/>
                              <a:cs typeface="Cambria Math"/>
                            </a:rPr>
                            <m:t>−1</m:t>
                          </m:r>
                        </m:sub>
                      </m:sSub>
                      <m:d>
                        <m:dPr>
                          <m:ctrlPr>
                            <a:rPr lang="en-GB" sz="2700">
                              <a:solidFill>
                                <a:srgbClr val="235C99"/>
                              </a:solidFill>
                              <a:latin typeface="Cambria Math"/>
                              <a:ea typeface="Cambria Math"/>
                              <a:cs typeface="Cambria Math"/>
                            </a:rPr>
                          </m:ctrlPr>
                        </m:dPr>
                        <m:e>
                          <m:r>
                            <a:rPr lang="en-GB" sz="2700">
                              <a:solidFill>
                                <a:srgbClr val="235C99"/>
                              </a:solidFill>
                              <a:latin typeface="Cambria Math"/>
                              <a:ea typeface="Cambria Math"/>
                              <a:cs typeface="Cambria Math"/>
                            </a:rPr>
                            <m:t>𝑥</m:t>
                          </m:r>
                        </m:e>
                      </m:d>
                    </m:oMath>
                  </m:oMathPara>
                </a14:m>
                <a:endParaRPr lang="en-GB" sz="2700"/>
              </a:p>
            </p:txBody>
          </p:sp>
        </mc:Choice>
        <mc:Fallback xmlns="">
          <p:sp>
            <p:nvSpPr>
              <p:cNvPr id="10" name="equation_6" descr="a_{r-1}(x)">
                <a:extLst>
                  <a:ext uri="{FF2B5EF4-FFF2-40B4-BE49-F238E27FC236}">
                    <a16:creationId xmlns:a16="http://schemas.microsoft.com/office/drawing/2014/main" id="{F8FC8286-DE56-4555-85FC-70B3F7056F0B}"/>
                  </a:ext>
                </a:extLst>
              </p:cNvPr>
              <p:cNvSpPr>
                <a:spLocks noGrp="1" noRot="1" noChangeAspect="1" noMove="1" noResize="1" noEditPoints="1" noAdjustHandles="1" noChangeArrowheads="1" noChangeShapeType="1" noTextEdit="1"/>
              </p:cNvSpPr>
              <p:nvPr/>
            </p:nvSpPr>
            <p:spPr>
              <a:xfrm>
                <a:off x="3638550" y="2305050"/>
                <a:ext cx="2867025" cy="361950"/>
              </a:xfrm>
              <a:prstGeom prst="rect">
                <a:avLst/>
              </a:prstGeom>
              <a:blipFill>
                <a:blip r:embed="rId5"/>
                <a:stretch>
                  <a:fillRect b="-1667"/>
                </a:stretch>
              </a:blipFill>
              <a:ln w="0">
                <a:noFill/>
              </a:ln>
            </p:spPr>
            <p:txBody>
              <a:bodyPr/>
              <a:lstStyle/>
              <a:p>
                <a:r>
                  <a:rPr lang="it-IT">
                    <a:noFill/>
                  </a:rPr>
                  <a:t> </a:t>
                </a:r>
              </a:p>
            </p:txBody>
          </p:sp>
        </mc:Fallback>
      </mc:AlternateContent>
      <p:sp>
        <p:nvSpPr>
          <p:cNvPr id="11" name="note_box_7">
            <a:extLst>
              <a:ext uri="{FF2B5EF4-FFF2-40B4-BE49-F238E27FC236}">
                <a16:creationId xmlns:a16="http://schemas.microsoft.com/office/drawing/2014/main" id="{01399D44-8DB8-445D-AB05-A79EF206C1AF}"/>
              </a:ext>
            </a:extLst>
          </p:cNvPr>
          <p:cNvSpPr>
            <a:spLocks noGrp="1"/>
          </p:cNvSpPr>
          <p:nvPr/>
        </p:nvSpPr>
        <p:spPr>
          <a:xfrm>
            <a:off x="7829550" y="3048000"/>
            <a:ext cx="3905250" cy="120015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 name="text_8">
                <a:extLst>
                  <a:ext uri="{FF2B5EF4-FFF2-40B4-BE49-F238E27FC236}">
                    <a16:creationId xmlns:a16="http://schemas.microsoft.com/office/drawing/2014/main" id="{950C97A2-51F2-470F-BAFC-3E37E2C81278}"/>
                  </a:ext>
                </a:extLst>
              </p:cNvPr>
              <p:cNvSpPr>
                <a:spLocks noGrp="1"/>
              </p:cNvSpPr>
              <p:nvPr/>
            </p:nvSpPr>
            <p:spPr>
              <a:xfrm>
                <a:off x="7915275" y="3152775"/>
                <a:ext cx="3733800" cy="352425"/>
              </a:xfrm>
              <a:prstGeom prst="rect">
                <a:avLst/>
              </a:prstGeom>
              <a:noFill/>
              <a:ln w="0">
                <a:noFill/>
              </a:ln>
            </p:spPr>
            <p:txBody>
              <a:bodyPr anchor="ctr">
                <a:noAutofit/>
              </a:bodyPr>
              <a:lstStyle>
                <a:defPPr algn="ctr">
                  <a:defRPr sz="1725" b="1">
                    <a:solidFill>
                      <a:srgbClr val="235C99"/>
                    </a:solidFill>
                    <a:latin typeface="DejaVu Sans"/>
                    <a:ea typeface="DejaVu Sans"/>
                    <a:cs typeface="DejaVu Sans"/>
                  </a:defRPr>
                </a:defPPr>
              </a:lstStyle>
              <a:p>
                <a:pPr algn="ctr">
                  <a:defRPr sz="1725" b="1">
                    <a:solidFill>
                      <a:srgbClr val="235C99"/>
                    </a:solidFill>
                    <a:latin typeface="DejaVu Sans"/>
                    <a:ea typeface="DejaVu Sans"/>
                    <a:cs typeface="DejaVu Sans"/>
                  </a:defRPr>
                </a:pPr>
                <a:r>
                  <a:rPr sz="1725" b="1">
                    <a:solidFill>
                      <a:srgbClr val="235C99"/>
                    </a:solidFill>
                    <a:latin typeface="DejaVu Sans"/>
                    <a:ea typeface="DejaVu Sans"/>
                    <a:cs typeface="DejaVu Sans"/>
                  </a:rPr>
                  <a:t>Already calculated: layer </a:t>
                </a:r>
                <a14:m>
                  <m:oMath xmlns:m="http://schemas.openxmlformats.org/officeDocument/2006/math">
                    <m:r>
                      <a:rPr lang="en-GB" sz="1725">
                        <a:solidFill>
                          <a:srgbClr val="235C99"/>
                        </a:solidFill>
                        <a:latin typeface="Cambria Math"/>
                        <a:ea typeface="Cambria Math"/>
                        <a:cs typeface="Cambria Math"/>
                      </a:rPr>
                      <m:t>𝑟</m:t>
                    </m:r>
                  </m:oMath>
                </a14:m>
                <a:endParaRPr sz="1725" b="1">
                  <a:solidFill>
                    <a:srgbClr val="235C99"/>
                  </a:solidFill>
                  <a:latin typeface="DejaVu Sans"/>
                  <a:ea typeface="DejaVu Sans"/>
                  <a:cs typeface="DejaVu Sans"/>
                </a:endParaRPr>
              </a:p>
            </p:txBody>
          </p:sp>
        </mc:Choice>
        <mc:Fallback xmlns="">
          <p:sp>
            <p:nvSpPr>
              <p:cNvPr id="12" name="text_8">
                <a:extLst>
                  <a:ext uri="{FF2B5EF4-FFF2-40B4-BE49-F238E27FC236}">
                    <a16:creationId xmlns:a16="http://schemas.microsoft.com/office/drawing/2014/main" id="{950C97A2-51F2-470F-BAFC-3E37E2C81278}"/>
                  </a:ext>
                </a:extLst>
              </p:cNvPr>
              <p:cNvSpPr>
                <a:spLocks noGrp="1" noRot="1" noChangeAspect="1" noMove="1" noResize="1" noEditPoints="1" noAdjustHandles="1" noChangeArrowheads="1" noChangeShapeType="1" noTextEdit="1"/>
              </p:cNvSpPr>
              <p:nvPr/>
            </p:nvSpPr>
            <p:spPr>
              <a:xfrm>
                <a:off x="7915275" y="3152775"/>
                <a:ext cx="3733800" cy="352425"/>
              </a:xfrm>
              <a:prstGeom prst="rect">
                <a:avLst/>
              </a:prstGeom>
              <a:blipFill>
                <a:blip r:embed="rId6"/>
                <a:stretch>
                  <a:fillRect t="-6897" b="-2586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equation_9" descr="J'_{r}(a_r(x))">
                <a:extLst>
                  <a:ext uri="{FF2B5EF4-FFF2-40B4-BE49-F238E27FC236}">
                    <a16:creationId xmlns:a16="http://schemas.microsoft.com/office/drawing/2014/main" id="{CC006536-33BC-4F5E-8465-F6C5C955219E}"/>
                  </a:ext>
                </a:extLst>
              </p:cNvPr>
              <p:cNvSpPr>
                <a:spLocks noGrp="1"/>
              </p:cNvSpPr>
              <p:nvPr/>
            </p:nvSpPr>
            <p:spPr>
              <a:xfrm>
                <a:off x="7924800" y="3551777"/>
                <a:ext cx="3714750" cy="60217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3200">
                              <a:solidFill>
                                <a:srgbClr val="235C99"/>
                              </a:solidFill>
                              <a:latin typeface="Cambria Math"/>
                              <a:ea typeface="Cambria Math"/>
                              <a:cs typeface="Cambria Math"/>
                            </a:rPr>
                          </m:ctrlPr>
                        </m:sSubSupPr>
                        <m:e>
                          <m:r>
                            <a:rPr lang="en-GB" sz="3200">
                              <a:solidFill>
                                <a:srgbClr val="235C99"/>
                              </a:solidFill>
                              <a:latin typeface="Cambria Math"/>
                              <a:ea typeface="Cambria Math"/>
                              <a:cs typeface="Cambria Math"/>
                            </a:rPr>
                            <m:t>𝐽</m:t>
                          </m:r>
                        </m:e>
                        <m:sub>
                          <m:r>
                            <a:rPr lang="en-GB" sz="3200">
                              <a:solidFill>
                                <a:srgbClr val="235C99"/>
                              </a:solidFill>
                              <a:latin typeface="Cambria Math"/>
                              <a:ea typeface="Cambria Math"/>
                              <a:cs typeface="Cambria Math"/>
                            </a:rPr>
                            <m:t>𝑟</m:t>
                          </m:r>
                        </m:sub>
                        <m:sup>
                          <m:r>
                            <a:rPr lang="en-GB" sz="3200">
                              <a:solidFill>
                                <a:srgbClr val="235C99"/>
                              </a:solidFill>
                              <a:latin typeface="Cambria Math"/>
                              <a:ea typeface="Cambria Math"/>
                              <a:cs typeface="Cambria Math"/>
                            </a:rPr>
                            <m:t>′</m:t>
                          </m:r>
                        </m:sup>
                      </m:sSubSup>
                      <m:d>
                        <m:dPr>
                          <m:ctrlPr>
                            <a:rPr lang="en-GB" sz="3200" i="1">
                              <a:solidFill>
                                <a:srgbClr val="235C99"/>
                              </a:solidFill>
                              <a:latin typeface="Cambria Math" panose="02040503050406030204" pitchFamily="18" charset="0"/>
                              <a:ea typeface="Cambria Math"/>
                              <a:cs typeface="Cambria Math"/>
                            </a:rPr>
                          </m:ctrlPr>
                        </m:dPr>
                        <m:e>
                          <m:sSub>
                            <m:sSubPr>
                              <m:ctrlPr>
                                <a:rPr lang="en-GB" sz="3200">
                                  <a:solidFill>
                                    <a:srgbClr val="235C99"/>
                                  </a:solidFill>
                                  <a:latin typeface="Cambria Math"/>
                                  <a:ea typeface="Cambria Math"/>
                                  <a:cs typeface="Cambria Math"/>
                                </a:rPr>
                              </m:ctrlPr>
                            </m:sSubPr>
                            <m:e>
                              <m:r>
                                <a:rPr lang="en-GB" sz="3200">
                                  <a:solidFill>
                                    <a:srgbClr val="235C99"/>
                                  </a:solidFill>
                                  <a:latin typeface="Cambria Math"/>
                                  <a:ea typeface="Cambria Math"/>
                                  <a:cs typeface="Cambria Math"/>
                                </a:rPr>
                                <m:t>𝑎</m:t>
                              </m:r>
                            </m:e>
                            <m:sub>
                              <m:r>
                                <a:rPr lang="en-GB" sz="3200">
                                  <a:solidFill>
                                    <a:srgbClr val="235C99"/>
                                  </a:solidFill>
                                  <a:latin typeface="Cambria Math"/>
                                  <a:ea typeface="Cambria Math"/>
                                  <a:cs typeface="Cambria Math"/>
                                </a:rPr>
                                <m:t>𝑟</m:t>
                              </m:r>
                            </m:sub>
                          </m:sSub>
                          <m:d>
                            <m:dPr>
                              <m:ctrlPr>
                                <a:rPr lang="en-GB" sz="3200">
                                  <a:solidFill>
                                    <a:srgbClr val="235C99"/>
                                  </a:solidFill>
                                  <a:latin typeface="Cambria Math"/>
                                  <a:ea typeface="Cambria Math"/>
                                  <a:cs typeface="Cambria Math"/>
                                </a:rPr>
                              </m:ctrlPr>
                            </m:dPr>
                            <m:e>
                              <m:r>
                                <a:rPr lang="en-GB" sz="3200">
                                  <a:solidFill>
                                    <a:srgbClr val="235C99"/>
                                  </a:solidFill>
                                  <a:latin typeface="Cambria Math"/>
                                  <a:ea typeface="Cambria Math"/>
                                  <a:cs typeface="Cambria Math"/>
                                </a:rPr>
                                <m:t>𝑥</m:t>
                              </m:r>
                            </m:e>
                          </m:d>
                        </m:e>
                      </m:d>
                    </m:oMath>
                  </m:oMathPara>
                </a14:m>
                <a:endParaRPr lang="en-GB" sz="3200"/>
              </a:p>
            </p:txBody>
          </p:sp>
        </mc:Choice>
        <mc:Fallback xmlns="">
          <p:sp>
            <p:nvSpPr>
              <p:cNvPr id="13" name="equation_9" descr="J'_{r}(a_r(x))">
                <a:extLst>
                  <a:ext uri="{FF2B5EF4-FFF2-40B4-BE49-F238E27FC236}">
                    <a16:creationId xmlns:a16="http://schemas.microsoft.com/office/drawing/2014/main" id="{CC006536-33BC-4F5E-8465-F6C5C955219E}"/>
                  </a:ext>
                </a:extLst>
              </p:cNvPr>
              <p:cNvSpPr>
                <a:spLocks noGrp="1" noRot="1" noChangeAspect="1" noMove="1" noResize="1" noEditPoints="1" noAdjustHandles="1" noChangeArrowheads="1" noChangeShapeType="1" noTextEdit="1"/>
              </p:cNvSpPr>
              <p:nvPr/>
            </p:nvSpPr>
            <p:spPr>
              <a:xfrm>
                <a:off x="7924800" y="3551777"/>
                <a:ext cx="3714750" cy="602171"/>
              </a:xfrm>
              <a:prstGeom prst="rect">
                <a:avLst/>
              </a:prstGeom>
              <a:blipFill>
                <a:blip r:embed="rId7"/>
                <a:stretch>
                  <a:fillRect/>
                </a:stretch>
              </a:blipFill>
              <a:ln w="0">
                <a:noFill/>
              </a:ln>
            </p:spPr>
            <p:txBody>
              <a:bodyPr/>
              <a:lstStyle/>
              <a:p>
                <a:r>
                  <a:rPr lang="it-IT">
                    <a:noFill/>
                  </a:rPr>
                  <a:t> </a:t>
                </a:r>
              </a:p>
            </p:txBody>
          </p:sp>
        </mc:Fallback>
      </mc:AlternateContent>
      <p:sp>
        <p:nvSpPr>
          <p:cNvPr id="14" name="note_box_10">
            <a:extLst>
              <a:ext uri="{FF2B5EF4-FFF2-40B4-BE49-F238E27FC236}">
                <a16:creationId xmlns:a16="http://schemas.microsoft.com/office/drawing/2014/main" id="{741E08FC-CA1C-414B-9531-9E80DD56551C}"/>
              </a:ext>
            </a:extLst>
          </p:cNvPr>
          <p:cNvSpPr>
            <a:spLocks noGrp="1"/>
          </p:cNvSpPr>
          <p:nvPr/>
        </p:nvSpPr>
        <p:spPr>
          <a:xfrm>
            <a:off x="1000125" y="4762500"/>
            <a:ext cx="3619500" cy="80010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5" name="text_11">
                <a:extLst>
                  <a:ext uri="{FF2B5EF4-FFF2-40B4-BE49-F238E27FC236}">
                    <a16:creationId xmlns:a16="http://schemas.microsoft.com/office/drawing/2014/main" id="{0BA2E2DF-2C7C-4B31-8891-8F8C256E18E2}"/>
                  </a:ext>
                </a:extLst>
              </p:cNvPr>
              <p:cNvSpPr>
                <a:spLocks noGrp="1"/>
              </p:cNvSpPr>
              <p:nvPr/>
            </p:nvSpPr>
            <p:spPr>
              <a:xfrm>
                <a:off x="1085850" y="4829175"/>
                <a:ext cx="3448050" cy="295275"/>
              </a:xfrm>
              <a:prstGeom prst="rect">
                <a:avLst/>
              </a:prstGeom>
              <a:noFill/>
              <a:ln w="0">
                <a:noFill/>
              </a:ln>
            </p:spPr>
            <p:txBody>
              <a:bodyPr anchor="ctr">
                <a:noAutofit/>
              </a:bodyPr>
              <a:lstStyle>
                <a:defPPr algn="ctr">
                  <a:defRPr sz="1650" b="0">
                    <a:solidFill>
                      <a:srgbClr val="235C99"/>
                    </a:solidFill>
                    <a:latin typeface="DejaVu Sans"/>
                    <a:ea typeface="DejaVu Sans"/>
                    <a:cs typeface="DejaVu Sans"/>
                  </a:defRPr>
                </a:defPPr>
              </a:lstStyle>
              <a:p>
                <a:pPr algn="ctr">
                  <a:defRPr sz="1650" b="0">
                    <a:solidFill>
                      <a:srgbClr val="235C99"/>
                    </a:solidFill>
                    <a:latin typeface="DejaVu Sans"/>
                    <a:ea typeface="DejaVu Sans"/>
                    <a:cs typeface="DejaVu Sans"/>
                  </a:defRPr>
                </a:pPr>
                <a:r>
                  <a:rPr sz="1650" b="0">
                    <a:solidFill>
                      <a:srgbClr val="235C99"/>
                    </a:solidFill>
                    <a:latin typeface="DejaVu Sans"/>
                    <a:ea typeface="DejaVu Sans"/>
                    <a:cs typeface="DejaVu Sans"/>
                  </a:rPr>
                  <a:t>Saved input to layer </a:t>
                </a:r>
                <a14:m>
                  <m:oMath xmlns:m="http://schemas.openxmlformats.org/officeDocument/2006/math">
                    <m:r>
                      <a:rPr lang="en-GB" sz="1650">
                        <a:solidFill>
                          <a:srgbClr val="235C99"/>
                        </a:solidFill>
                        <a:latin typeface="Cambria Math"/>
                        <a:ea typeface="Cambria Math"/>
                        <a:cs typeface="Cambria Math"/>
                      </a:rPr>
                      <m:t>𝑟</m:t>
                    </m:r>
                  </m:oMath>
                </a14:m>
                <a:endParaRPr sz="1650" b="0">
                  <a:solidFill>
                    <a:srgbClr val="235C99"/>
                  </a:solidFill>
                  <a:latin typeface="DejaVu Sans"/>
                  <a:ea typeface="DejaVu Sans"/>
                  <a:cs typeface="DejaVu Sans"/>
                </a:endParaRPr>
              </a:p>
            </p:txBody>
          </p:sp>
        </mc:Choice>
        <mc:Fallback xmlns="">
          <p:sp>
            <p:nvSpPr>
              <p:cNvPr id="15" name="text_11">
                <a:extLst>
                  <a:ext uri="{FF2B5EF4-FFF2-40B4-BE49-F238E27FC236}">
                    <a16:creationId xmlns:a16="http://schemas.microsoft.com/office/drawing/2014/main" id="{0BA2E2DF-2C7C-4B31-8891-8F8C256E18E2}"/>
                  </a:ext>
                </a:extLst>
              </p:cNvPr>
              <p:cNvSpPr>
                <a:spLocks noGrp="1" noRot="1" noChangeAspect="1" noMove="1" noResize="1" noEditPoints="1" noAdjustHandles="1" noChangeArrowheads="1" noChangeShapeType="1" noTextEdit="1"/>
              </p:cNvSpPr>
              <p:nvPr/>
            </p:nvSpPr>
            <p:spPr>
              <a:xfrm>
                <a:off x="1085850" y="4829175"/>
                <a:ext cx="3448050" cy="295275"/>
              </a:xfrm>
              <a:prstGeom prst="rect">
                <a:avLst/>
              </a:prstGeom>
              <a:blipFill>
                <a:blip r:embed="rId8"/>
                <a:stretch>
                  <a:fillRect t="-14286" b="-346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equation_12" descr="\phi_{r-1}(x)">
                <a:extLst>
                  <a:ext uri="{FF2B5EF4-FFF2-40B4-BE49-F238E27FC236}">
                    <a16:creationId xmlns:a16="http://schemas.microsoft.com/office/drawing/2014/main" id="{2A451A0E-4CB5-4731-8947-4067FD5FB47D}"/>
                  </a:ext>
                </a:extLst>
              </p:cNvPr>
              <p:cNvSpPr>
                <a:spLocks noGrp="1"/>
              </p:cNvSpPr>
              <p:nvPr/>
            </p:nvSpPr>
            <p:spPr>
              <a:xfrm>
                <a:off x="1085850" y="5162550"/>
                <a:ext cx="34480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235C99"/>
                              </a:solidFill>
                              <a:latin typeface="Cambria Math"/>
                              <a:ea typeface="Cambria Math"/>
                              <a:cs typeface="Cambria Math"/>
                            </a:rPr>
                          </m:ctrlPr>
                        </m:sSubPr>
                        <m:e>
                          <m:r>
                            <a:rPr lang="en-GB" sz="2800">
                              <a:solidFill>
                                <a:srgbClr val="235C99"/>
                              </a:solidFill>
                              <a:latin typeface="Cambria Math"/>
                              <a:ea typeface="Cambria Math"/>
                              <a:cs typeface="Cambria Math"/>
                            </a:rPr>
                            <m:t>𝜙</m:t>
                          </m:r>
                        </m:e>
                        <m:sub>
                          <m:r>
                            <a:rPr lang="en-GB" sz="2800">
                              <a:solidFill>
                                <a:srgbClr val="235C99"/>
                              </a:solidFill>
                              <a:latin typeface="Cambria Math"/>
                              <a:ea typeface="Cambria Math"/>
                              <a:cs typeface="Cambria Math"/>
                            </a:rPr>
                            <m:t>𝑟</m:t>
                          </m:r>
                          <m:r>
                            <a:rPr lang="en-GB" sz="2800">
                              <a:solidFill>
                                <a:srgbClr val="235C99"/>
                              </a:solidFill>
                              <a:latin typeface="Cambria Math"/>
                              <a:ea typeface="Cambria Math"/>
                              <a:cs typeface="Cambria Math"/>
                            </a:rPr>
                            <m:t>−1</m:t>
                          </m:r>
                        </m:sub>
                      </m:sSub>
                      <m:d>
                        <m:dPr>
                          <m:ctrlPr>
                            <a:rPr lang="en-GB" sz="2800">
                              <a:solidFill>
                                <a:srgbClr val="235C99"/>
                              </a:solidFill>
                              <a:latin typeface="Cambria Math"/>
                              <a:ea typeface="Cambria Math"/>
                              <a:cs typeface="Cambria Math"/>
                            </a:rPr>
                          </m:ctrlPr>
                        </m:dPr>
                        <m:e>
                          <m:r>
                            <a:rPr lang="en-GB" sz="2800">
                              <a:solidFill>
                                <a:srgbClr val="235C99"/>
                              </a:solidFill>
                              <a:latin typeface="Cambria Math"/>
                              <a:ea typeface="Cambria Math"/>
                              <a:cs typeface="Cambria Math"/>
                            </a:rPr>
                            <m:t>𝑥</m:t>
                          </m:r>
                        </m:e>
                      </m:d>
                    </m:oMath>
                  </m:oMathPara>
                </a14:m>
                <a:endParaRPr lang="en-GB" sz="2800"/>
              </a:p>
            </p:txBody>
          </p:sp>
        </mc:Choice>
        <mc:Fallback xmlns="">
          <p:sp>
            <p:nvSpPr>
              <p:cNvPr id="16" name="equation_12" descr="\phi_{r-1}(x)">
                <a:extLst>
                  <a:ext uri="{FF2B5EF4-FFF2-40B4-BE49-F238E27FC236}">
                    <a16:creationId xmlns:a16="http://schemas.microsoft.com/office/drawing/2014/main" id="{2A451A0E-4CB5-4731-8947-4067FD5FB47D}"/>
                  </a:ext>
                </a:extLst>
              </p:cNvPr>
              <p:cNvSpPr>
                <a:spLocks noGrp="1" noRot="1" noChangeAspect="1" noMove="1" noResize="1" noEditPoints="1" noAdjustHandles="1" noChangeArrowheads="1" noChangeShapeType="1" noTextEdit="1"/>
              </p:cNvSpPr>
              <p:nvPr/>
            </p:nvSpPr>
            <p:spPr>
              <a:xfrm>
                <a:off x="1085850" y="5162550"/>
                <a:ext cx="3448050" cy="342900"/>
              </a:xfrm>
              <a:prstGeom prst="rect">
                <a:avLst/>
              </a:prstGeom>
              <a:blipFill>
                <a:blip r:embed="rId9"/>
                <a:stretch>
                  <a:fillRect b="-7143"/>
                </a:stretch>
              </a:blipFill>
              <a:ln w="0">
                <a:noFill/>
              </a:ln>
            </p:spPr>
            <p:txBody>
              <a:bodyPr/>
              <a:lstStyle/>
              <a:p>
                <a:r>
                  <a:rPr lang="it-IT">
                    <a:noFill/>
                  </a:rPr>
                  <a:t> </a:t>
                </a:r>
              </a:p>
            </p:txBody>
          </p:sp>
        </mc:Fallback>
      </mc:AlternateContent>
      <p:sp>
        <p:nvSpPr>
          <p:cNvPr id="17" name="note_box_13">
            <a:extLst>
              <a:ext uri="{FF2B5EF4-FFF2-40B4-BE49-F238E27FC236}">
                <a16:creationId xmlns:a16="http://schemas.microsoft.com/office/drawing/2014/main" id="{9EB26AB2-31C9-45D7-80FF-BC69F2D980CF}"/>
              </a:ext>
            </a:extLst>
          </p:cNvPr>
          <p:cNvSpPr>
            <a:spLocks noGrp="1"/>
          </p:cNvSpPr>
          <p:nvPr/>
        </p:nvSpPr>
        <p:spPr>
          <a:xfrm>
            <a:off x="381000" y="3048000"/>
            <a:ext cx="6286500" cy="1409700"/>
          </a:xfrm>
          <a:prstGeom prst="roundRect">
            <a:avLst>
              <a:gd name="adj" fmla="val 5000"/>
            </a:avLst>
          </a:prstGeom>
          <a:solidFill>
            <a:srgbClr val="FCF6F1"/>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8" name="text_14">
                <a:extLst>
                  <a:ext uri="{FF2B5EF4-FFF2-40B4-BE49-F238E27FC236}">
                    <a16:creationId xmlns:a16="http://schemas.microsoft.com/office/drawing/2014/main" id="{EFBC7157-DF42-4221-93A5-CC034F4E7F62}"/>
                  </a:ext>
                </a:extLst>
              </p:cNvPr>
              <p:cNvSpPr>
                <a:spLocks noGrp="1"/>
              </p:cNvSpPr>
              <p:nvPr/>
            </p:nvSpPr>
            <p:spPr>
              <a:xfrm>
                <a:off x="495300" y="3133725"/>
                <a:ext cx="6057900" cy="342900"/>
              </a:xfrm>
              <a:prstGeom prst="rect">
                <a:avLst/>
              </a:prstGeom>
              <a:noFill/>
              <a:ln w="0">
                <a:noFill/>
              </a:ln>
            </p:spPr>
            <p:txBody>
              <a:bodyPr anchor="ctr">
                <a:noAutofit/>
              </a:bodyPr>
              <a:lstStyle>
                <a:defPPr algn="ctr">
                  <a:defRPr sz="1800" b="1">
                    <a:solidFill>
                      <a:srgbClr val="AB4910"/>
                    </a:solidFill>
                    <a:latin typeface="DejaVu Sans"/>
                    <a:ea typeface="DejaVu Sans"/>
                    <a:cs typeface="DejaVu Sans"/>
                  </a:defRPr>
                </a:defPPr>
              </a:lstStyle>
              <a:p>
                <a:pPr algn="ctr">
                  <a:defRPr sz="1800" b="1">
                    <a:solidFill>
                      <a:srgbClr val="AB4910"/>
                    </a:solidFill>
                    <a:latin typeface="DejaVu Sans"/>
                    <a:ea typeface="DejaVu Sans"/>
                    <a:cs typeface="DejaVu Sans"/>
                  </a:defRPr>
                </a:pPr>
                <a:r>
                  <a:rPr sz="1800" b="1">
                    <a:solidFill>
                      <a:srgbClr val="AB4910"/>
                    </a:solidFill>
                    <a:latin typeface="DejaVu Sans"/>
                    <a:ea typeface="DejaVu Sans"/>
                    <a:cs typeface="DejaVu Sans"/>
                  </a:rPr>
                  <a:t>Preceding layer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−1</m:t>
                    </m:r>
                  </m:oMath>
                </a14:m>
                <a:r>
                  <a:rPr sz="1800" b="1">
                    <a:solidFill>
                      <a:srgbClr val="AB4910"/>
                    </a:solidFill>
                    <a:latin typeface="DejaVu Sans"/>
                    <a:ea typeface="DejaVu Sans"/>
                    <a:cs typeface="DejaVu Sans"/>
                  </a:rPr>
                  <a:t> (if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&gt;1</m:t>
                    </m:r>
                  </m:oMath>
                </a14:m>
                <a:r>
                  <a:rPr sz="1800" b="1">
                    <a:solidFill>
                      <a:srgbClr val="AB4910"/>
                    </a:solidFill>
                    <a:latin typeface="DejaVu Sans"/>
                    <a:ea typeface="DejaVu Sans"/>
                    <a:cs typeface="DejaVu Sans"/>
                  </a:rPr>
                  <a:t>)</a:t>
                </a:r>
              </a:p>
            </p:txBody>
          </p:sp>
        </mc:Choice>
        <mc:Fallback xmlns="">
          <p:sp>
            <p:nvSpPr>
              <p:cNvPr id="18" name="text_14">
                <a:extLst>
                  <a:ext uri="{FF2B5EF4-FFF2-40B4-BE49-F238E27FC236}">
                    <a16:creationId xmlns:a16="http://schemas.microsoft.com/office/drawing/2014/main" id="{EFBC7157-DF42-4221-93A5-CC034F4E7F62}"/>
                  </a:ext>
                </a:extLst>
              </p:cNvPr>
              <p:cNvSpPr>
                <a:spLocks noGrp="1" noRot="1" noChangeAspect="1" noMove="1" noResize="1" noEditPoints="1" noAdjustHandles="1" noChangeArrowheads="1" noChangeShapeType="1" noTextEdit="1"/>
              </p:cNvSpPr>
              <p:nvPr/>
            </p:nvSpPr>
            <p:spPr>
              <a:xfrm>
                <a:off x="495300" y="3133725"/>
                <a:ext cx="6057900" cy="342900"/>
              </a:xfrm>
              <a:prstGeom prst="rect">
                <a:avLst/>
              </a:prstGeom>
              <a:blipFill>
                <a:blip r:embed="rId10"/>
                <a:stretch>
                  <a:fillRect t="-12500" b="-321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equation_15" descr="J'_{r-1}(a_{r-1}(x))">
                <a:extLst>
                  <a:ext uri="{FF2B5EF4-FFF2-40B4-BE49-F238E27FC236}">
                    <a16:creationId xmlns:a16="http://schemas.microsoft.com/office/drawing/2014/main" id="{8F6EB4E5-FF76-495F-BC09-17D654A9AC45}"/>
                  </a:ext>
                </a:extLst>
              </p:cNvPr>
              <p:cNvSpPr>
                <a:spLocks noGrp="1"/>
              </p:cNvSpPr>
              <p:nvPr/>
            </p:nvSpPr>
            <p:spPr>
              <a:xfrm>
                <a:off x="495300" y="3402584"/>
                <a:ext cx="6057900" cy="54813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900">
                              <a:solidFill>
                                <a:srgbClr val="AB4910"/>
                              </a:solidFill>
                              <a:latin typeface="Cambria Math"/>
                              <a:ea typeface="Cambria Math"/>
                              <a:cs typeface="Cambria Math"/>
                            </a:rPr>
                          </m:ctrlPr>
                        </m:sSubSupPr>
                        <m:e>
                          <m:r>
                            <a:rPr lang="en-GB" sz="2900">
                              <a:solidFill>
                                <a:srgbClr val="AB4910"/>
                              </a:solidFill>
                              <a:latin typeface="Cambria Math"/>
                              <a:ea typeface="Cambria Math"/>
                              <a:cs typeface="Cambria Math"/>
                            </a:rPr>
                            <m:t>𝐽</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up>
                          <m:r>
                            <a:rPr lang="en-GB" sz="2900">
                              <a:solidFill>
                                <a:srgbClr val="AB4910"/>
                              </a:solidFill>
                              <a:latin typeface="Cambria Math"/>
                              <a:ea typeface="Cambria Math"/>
                              <a:cs typeface="Cambria Math"/>
                            </a:rPr>
                            <m:t>′</m:t>
                          </m:r>
                        </m:sup>
                      </m:sSubSup>
                      <m:d>
                        <m:dPr>
                          <m:ctrlPr>
                            <a:rPr lang="en-GB" sz="2900" i="1">
                              <a:solidFill>
                                <a:srgbClr val="AB4910"/>
                              </a:solidFill>
                              <a:latin typeface="Cambria Math" panose="02040503050406030204" pitchFamily="18" charset="0"/>
                              <a:ea typeface="Cambria Math"/>
                              <a:cs typeface="Cambria Math"/>
                            </a:rPr>
                          </m:ctrlPr>
                        </m:dPr>
                        <m:e>
                          <m:sSub>
                            <m:sSubPr>
                              <m:ctrlPr>
                                <a:rPr lang="en-GB" sz="2900">
                                  <a:solidFill>
                                    <a:srgbClr val="AB4910"/>
                                  </a:solidFill>
                                  <a:latin typeface="Cambria Math"/>
                                  <a:ea typeface="Cambria Math"/>
                                  <a:cs typeface="Cambria Math"/>
                                </a:rPr>
                              </m:ctrlPr>
                            </m:sSubPr>
                            <m:e>
                              <m:r>
                                <a:rPr lang="en-GB" sz="2900">
                                  <a:solidFill>
                                    <a:srgbClr val="AB4910"/>
                                  </a:solidFill>
                                  <a:latin typeface="Cambria Math"/>
                                  <a:ea typeface="Cambria Math"/>
                                  <a:cs typeface="Cambria Math"/>
                                </a:rPr>
                                <m:t>𝑎</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Sub>
                          <m:d>
                            <m:dPr>
                              <m:ctrlPr>
                                <a:rPr lang="en-GB" sz="2900">
                                  <a:solidFill>
                                    <a:srgbClr val="AB4910"/>
                                  </a:solidFill>
                                  <a:latin typeface="Cambria Math"/>
                                  <a:ea typeface="Cambria Math"/>
                                  <a:cs typeface="Cambria Math"/>
                                </a:rPr>
                              </m:ctrlPr>
                            </m:dPr>
                            <m:e>
                              <m:r>
                                <a:rPr lang="en-GB" sz="2900">
                                  <a:solidFill>
                                    <a:srgbClr val="AB4910"/>
                                  </a:solidFill>
                                  <a:latin typeface="Cambria Math"/>
                                  <a:ea typeface="Cambria Math"/>
                                  <a:cs typeface="Cambria Math"/>
                                </a:rPr>
                                <m:t>𝑥</m:t>
                              </m:r>
                            </m:e>
                          </m:d>
                        </m:e>
                      </m:d>
                    </m:oMath>
                  </m:oMathPara>
                </a14:m>
                <a:endParaRPr lang="en-GB" sz="2900"/>
              </a:p>
            </p:txBody>
          </p:sp>
        </mc:Choice>
        <mc:Fallback xmlns="">
          <p:sp>
            <p:nvSpPr>
              <p:cNvPr id="19" name="equation_15" descr="J'_{r-1}(a_{r-1}(x))">
                <a:extLst>
                  <a:ext uri="{FF2B5EF4-FFF2-40B4-BE49-F238E27FC236}">
                    <a16:creationId xmlns:a16="http://schemas.microsoft.com/office/drawing/2014/main" id="{8F6EB4E5-FF76-495F-BC09-17D654A9AC45}"/>
                  </a:ext>
                </a:extLst>
              </p:cNvPr>
              <p:cNvSpPr>
                <a:spLocks noGrp="1" noRot="1" noChangeAspect="1" noMove="1" noResize="1" noEditPoints="1" noAdjustHandles="1" noChangeArrowheads="1" noChangeShapeType="1" noTextEdit="1"/>
              </p:cNvSpPr>
              <p:nvPr/>
            </p:nvSpPr>
            <p:spPr>
              <a:xfrm>
                <a:off x="495300" y="3402584"/>
                <a:ext cx="6057900" cy="548132"/>
              </a:xfrm>
              <a:prstGeom prst="rect">
                <a:avLst/>
              </a:prstGeom>
              <a:blipFill>
                <a:blip r:embed="rId11"/>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16" descr="=J'_{r}(a_r(x))\,w_r\,\mathrm{step}(a_{r-1}(x))">
                <a:extLst>
                  <a:ext uri="{FF2B5EF4-FFF2-40B4-BE49-F238E27FC236}">
                    <a16:creationId xmlns:a16="http://schemas.microsoft.com/office/drawing/2014/main" id="{48F44C55-8EB9-4A4F-90F2-C0E637E3B547}"/>
                  </a:ext>
                </a:extLst>
              </p:cNvPr>
              <p:cNvSpPr>
                <a:spLocks noGrp="1"/>
              </p:cNvSpPr>
              <p:nvPr/>
            </p:nvSpPr>
            <p:spPr>
              <a:xfrm>
                <a:off x="495300" y="3930745"/>
                <a:ext cx="6057900" cy="53003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a:solidFill>
                            <a:srgbClr val="AB4910"/>
                          </a:solidFill>
                          <a:latin typeface="Cambria Math"/>
                          <a:ea typeface="Cambria Math"/>
                          <a:cs typeface="Cambria Math"/>
                        </a:rPr>
                        <m:t>=</m:t>
                      </m:r>
                      <m:sSubSup>
                        <m:sSubSupPr>
                          <m:ctrlPr>
                            <a:rPr lang="en-GB" sz="2800">
                              <a:solidFill>
                                <a:srgbClr val="AB4910"/>
                              </a:solidFill>
                              <a:latin typeface="Cambria Math"/>
                              <a:ea typeface="Cambria Math"/>
                              <a:cs typeface="Cambria Math"/>
                            </a:rPr>
                          </m:ctrlPr>
                        </m:sSubSupPr>
                        <m:e>
                          <m:r>
                            <a:rPr lang="en-GB" sz="2800">
                              <a:solidFill>
                                <a:srgbClr val="AB4910"/>
                              </a:solidFill>
                              <a:latin typeface="Cambria Math"/>
                              <a:ea typeface="Cambria Math"/>
                              <a:cs typeface="Cambria Math"/>
                            </a:rPr>
                            <m:t>𝐽</m:t>
                          </m:r>
                        </m:e>
                        <m:sub>
                          <m:r>
                            <a:rPr lang="en-GB" sz="2800">
                              <a:solidFill>
                                <a:srgbClr val="AB4910"/>
                              </a:solidFill>
                              <a:latin typeface="Cambria Math"/>
                              <a:ea typeface="Cambria Math"/>
                              <a:cs typeface="Cambria Math"/>
                            </a:rPr>
                            <m:t>𝑟</m:t>
                          </m:r>
                        </m:sub>
                        <m:sup>
                          <m:r>
                            <a:rPr lang="en-GB" sz="2800">
                              <a:solidFill>
                                <a:srgbClr val="AB4910"/>
                              </a:solidFill>
                              <a:latin typeface="Cambria Math"/>
                              <a:ea typeface="Cambria Math"/>
                              <a:cs typeface="Cambria Math"/>
                            </a:rPr>
                            <m:t>′</m:t>
                          </m:r>
                        </m:sup>
                      </m:sSubSup>
                      <m:d>
                        <m:dPr>
                          <m:ctrlPr>
                            <a:rPr lang="en-GB" sz="2800" i="1">
                              <a:solidFill>
                                <a:srgbClr val="AB4910"/>
                              </a:solidFill>
                              <a:latin typeface="Cambria Math" panose="02040503050406030204" pitchFamily="18" charset="0"/>
                              <a:ea typeface="Cambria Math"/>
                              <a:cs typeface="Cambria Math"/>
                            </a:rPr>
                          </m:ctrlPr>
                        </m:dPr>
                        <m:e>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𝑎</m:t>
                              </m:r>
                            </m:e>
                            <m:sub>
                              <m:r>
                                <a:rPr lang="en-GB" sz="2800">
                                  <a:solidFill>
                                    <a:srgbClr val="AB4910"/>
                                  </a:solidFill>
                                  <a:latin typeface="Cambria Math"/>
                                  <a:ea typeface="Cambria Math"/>
                                  <a:cs typeface="Cambria Math"/>
                                </a:rPr>
                                <m:t>𝑟</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𝑥</m:t>
                              </m:r>
                            </m:e>
                          </m:d>
                        </m:e>
                      </m:d>
                      <m:r>
                        <a:rPr lang="en-GB" sz="2800">
                          <a:solidFill>
                            <a:srgbClr val="AB4910"/>
                          </a:solidFill>
                          <a:latin typeface="Cambria Math"/>
                          <a:ea typeface="Cambria Math"/>
                          <a:cs typeface="Cambria Math"/>
                        </a:rPr>
                        <m:t> </m:t>
                      </m:r>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𝑤</m:t>
                          </m:r>
                        </m:e>
                        <m:sub>
                          <m:r>
                            <a:rPr lang="en-GB" sz="2800">
                              <a:solidFill>
                                <a:srgbClr val="AB4910"/>
                              </a:solidFill>
                              <a:latin typeface="Cambria Math"/>
                              <a:ea typeface="Cambria Math"/>
                              <a:cs typeface="Cambria Math"/>
                            </a:rPr>
                            <m:t>𝑟</m:t>
                          </m:r>
                        </m:sub>
                      </m:sSub>
                      <m:r>
                        <a:rPr lang="en-GB" sz="2800">
                          <a:solidFill>
                            <a:srgbClr val="AB4910"/>
                          </a:solidFill>
                          <a:latin typeface="Cambria Math"/>
                          <a:ea typeface="Cambria Math"/>
                          <a:cs typeface="Cambria Math"/>
                        </a:rPr>
                        <m:t> </m:t>
                      </m:r>
                      <m:r>
                        <m:rPr>
                          <m:sty m:val="p"/>
                        </m:rPr>
                        <a:rPr lang="en-GB" sz="2800">
                          <a:solidFill>
                            <a:srgbClr val="AB4910"/>
                          </a:solidFill>
                          <a:latin typeface="Cambria Math"/>
                          <a:ea typeface="Cambria Math"/>
                          <a:cs typeface="Cambria Math"/>
                        </a:rPr>
                        <m:t>step</m:t>
                      </m:r>
                      <m:d>
                        <m:dPr>
                          <m:ctrlPr>
                            <a:rPr lang="en-GB" sz="2800" i="1">
                              <a:solidFill>
                                <a:srgbClr val="AB4910"/>
                              </a:solidFill>
                              <a:latin typeface="Cambria Math" panose="02040503050406030204" pitchFamily="18" charset="0"/>
                              <a:ea typeface="Cambria Math"/>
                              <a:cs typeface="Cambria Math"/>
                            </a:rPr>
                          </m:ctrlPr>
                        </m:dPr>
                        <m:e>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𝑎</m:t>
                              </m:r>
                            </m:e>
                            <m:sub>
                              <m:r>
                                <a:rPr lang="en-GB" sz="2800">
                                  <a:solidFill>
                                    <a:srgbClr val="AB4910"/>
                                  </a:solidFill>
                                  <a:latin typeface="Cambria Math"/>
                                  <a:ea typeface="Cambria Math"/>
                                  <a:cs typeface="Cambria Math"/>
                                </a:rPr>
                                <m:t>𝑟</m:t>
                              </m:r>
                              <m:r>
                                <a:rPr lang="en-GB" sz="2800">
                                  <a:solidFill>
                                    <a:srgbClr val="AB4910"/>
                                  </a:solidFill>
                                  <a:latin typeface="Cambria Math"/>
                                  <a:ea typeface="Cambria Math"/>
                                  <a:cs typeface="Cambria Math"/>
                                </a:rPr>
                                <m:t>−1</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𝑥</m:t>
                              </m:r>
                            </m:e>
                          </m:d>
                        </m:e>
                      </m:d>
                    </m:oMath>
                  </m:oMathPara>
                </a14:m>
                <a:endParaRPr lang="en-GB" sz="2800"/>
              </a:p>
            </p:txBody>
          </p:sp>
        </mc:Choice>
        <mc:Fallback xmlns="">
          <p:sp>
            <p:nvSpPr>
              <p:cNvPr id="20" name="equation_16" descr="=J'_{r}(a_r(x))\,w_r\,\mathrm{step}(a_{r-1}(x))">
                <a:extLst>
                  <a:ext uri="{FF2B5EF4-FFF2-40B4-BE49-F238E27FC236}">
                    <a16:creationId xmlns:a16="http://schemas.microsoft.com/office/drawing/2014/main" id="{48F44C55-8EB9-4A4F-90F2-C0E637E3B547}"/>
                  </a:ext>
                </a:extLst>
              </p:cNvPr>
              <p:cNvSpPr>
                <a:spLocks noGrp="1" noRot="1" noChangeAspect="1" noMove="1" noResize="1" noEditPoints="1" noAdjustHandles="1" noChangeArrowheads="1" noChangeShapeType="1" noTextEdit="1"/>
              </p:cNvSpPr>
              <p:nvPr/>
            </p:nvSpPr>
            <p:spPr>
              <a:xfrm>
                <a:off x="495300" y="3930745"/>
                <a:ext cx="6057900" cy="530035"/>
              </a:xfrm>
              <a:prstGeom prst="rect">
                <a:avLst/>
              </a:prstGeom>
              <a:blipFill>
                <a:blip r:embed="rId12"/>
                <a:stretch>
                  <a:fillRect/>
                </a:stretch>
              </a:blipFill>
              <a:ln w="0">
                <a:noFill/>
              </a:ln>
            </p:spPr>
            <p:txBody>
              <a:bodyPr/>
              <a:lstStyle/>
              <a:p>
                <a:r>
                  <a:rPr lang="it-IT">
                    <a:noFill/>
                  </a:rPr>
                  <a:t> </a:t>
                </a:r>
              </a:p>
            </p:txBody>
          </p:sp>
        </mc:Fallback>
      </mc:AlternateContent>
      <p:sp>
        <p:nvSpPr>
          <p:cNvPr id="21" name="line_17">
            <a:extLst>
              <a:ext uri="{FF2B5EF4-FFF2-40B4-BE49-F238E27FC236}">
                <a16:creationId xmlns:a16="http://schemas.microsoft.com/office/drawing/2014/main" id="{1110B7B0-7CF9-4DC4-AA93-FC4BF916B1AF}"/>
              </a:ext>
            </a:extLst>
          </p:cNvPr>
          <p:cNvSpPr>
            <a:spLocks noGrp="1"/>
          </p:cNvSpPr>
          <p:nvPr/>
        </p:nvSpPr>
        <p:spPr>
          <a:xfrm>
            <a:off x="1714500" y="2724150"/>
            <a:ext cx="476" cy="323850"/>
          </a:xfrm>
          <a:prstGeom prst="line">
            <a:avLst/>
          </a:prstGeom>
          <a:noFill/>
          <a:ln w="14288">
            <a:solidFill>
              <a:srgbClr val="235C99"/>
            </a:solidFill>
            <a:prstDash val="dash"/>
            <a:tailEnd type="triangle" w="sm" len="sm"/>
          </a:ln>
        </p:spPr>
        <p:txBody>
          <a:bodyPr/>
          <a:lstStyle/>
          <a:p>
            <a:endParaRPr lang="it-IT"/>
          </a:p>
        </p:txBody>
      </p:sp>
      <p:sp>
        <p:nvSpPr>
          <p:cNvPr id="22" name="line_18">
            <a:extLst>
              <a:ext uri="{FF2B5EF4-FFF2-40B4-BE49-F238E27FC236}">
                <a16:creationId xmlns:a16="http://schemas.microsoft.com/office/drawing/2014/main" id="{45B6C261-A803-41C1-B4F9-5031FC7172B0}"/>
              </a:ext>
            </a:extLst>
          </p:cNvPr>
          <p:cNvSpPr>
            <a:spLocks noGrp="1"/>
          </p:cNvSpPr>
          <p:nvPr/>
        </p:nvSpPr>
        <p:spPr>
          <a:xfrm>
            <a:off x="5072063" y="2724150"/>
            <a:ext cx="476" cy="323850"/>
          </a:xfrm>
          <a:prstGeom prst="line">
            <a:avLst/>
          </a:prstGeom>
          <a:noFill/>
          <a:ln w="14288">
            <a:solidFill>
              <a:srgbClr val="235C99"/>
            </a:solidFill>
            <a:prstDash val="dash"/>
            <a:tailEnd type="triangle" w="sm" len="sm"/>
          </a:ln>
        </p:spPr>
        <p:txBody>
          <a:bodyPr/>
          <a:lstStyle/>
          <a:p>
            <a:endParaRPr lang="it-IT"/>
          </a:p>
        </p:txBody>
      </p:sp>
      <p:sp>
        <p:nvSpPr>
          <p:cNvPr id="23" name="line_19">
            <a:extLst>
              <a:ext uri="{FF2B5EF4-FFF2-40B4-BE49-F238E27FC236}">
                <a16:creationId xmlns:a16="http://schemas.microsoft.com/office/drawing/2014/main" id="{5F1546E1-94F5-4D3C-9657-DA4F30394093}"/>
              </a:ext>
            </a:extLst>
          </p:cNvPr>
          <p:cNvSpPr>
            <a:spLocks noGrp="1"/>
          </p:cNvSpPr>
          <p:nvPr/>
        </p:nvSpPr>
        <p:spPr>
          <a:xfrm flipH="1">
            <a:off x="6667500" y="3648075"/>
            <a:ext cx="1162050" cy="476"/>
          </a:xfrm>
          <a:prstGeom prst="line">
            <a:avLst/>
          </a:prstGeom>
          <a:noFill/>
          <a:ln w="14288">
            <a:solidFill>
              <a:srgbClr val="235C99"/>
            </a:solidFill>
            <a:prstDash val="dash"/>
            <a:tailEnd type="triangle" w="sm" len="sm"/>
          </a:ln>
        </p:spPr>
        <p:txBody>
          <a:bodyPr/>
          <a:lstStyle/>
          <a:p>
            <a:endParaRPr lang="it-IT"/>
          </a:p>
        </p:txBody>
      </p:sp>
      <p:sp>
        <p:nvSpPr>
          <p:cNvPr id="24" name="note_box_20">
            <a:extLst>
              <a:ext uri="{FF2B5EF4-FFF2-40B4-BE49-F238E27FC236}">
                <a16:creationId xmlns:a16="http://schemas.microsoft.com/office/drawing/2014/main" id="{8D8D7CE1-6906-40E6-A2CB-C724089C4157}"/>
              </a:ext>
            </a:extLst>
          </p:cNvPr>
          <p:cNvSpPr>
            <a:spLocks noGrp="1"/>
          </p:cNvSpPr>
          <p:nvPr/>
        </p:nvSpPr>
        <p:spPr>
          <a:xfrm>
            <a:off x="5905500" y="4695825"/>
            <a:ext cx="5829300" cy="8001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frac{\partial\mathcal{L}_{\mathrm{sq}}}{\partial w_r}=\phi_{r-1}(x)J'_{r}(a_r(x))">
                <a:extLst>
                  <a:ext uri="{FF2B5EF4-FFF2-40B4-BE49-F238E27FC236}">
                    <a16:creationId xmlns:a16="http://schemas.microsoft.com/office/drawing/2014/main" id="{B61FD4CC-24F3-49FF-90C2-C428504B6A22}"/>
                  </a:ext>
                </a:extLst>
              </p:cNvPr>
              <p:cNvSpPr>
                <a:spLocks noGrp="1"/>
              </p:cNvSpPr>
              <p:nvPr/>
            </p:nvSpPr>
            <p:spPr>
              <a:xfrm>
                <a:off x="6010275" y="4724400"/>
                <a:ext cx="56197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300">
                              <a:solidFill>
                                <a:srgbClr val="AF1B29"/>
                              </a:solidFill>
                              <a:latin typeface="Cambria Math"/>
                              <a:ea typeface="Cambria Math"/>
                              <a:cs typeface="Cambria Math"/>
                            </a:rPr>
                          </m:ctrlPr>
                        </m:fPr>
                        <m:num>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ℒ</m:t>
                              </m:r>
                            </m:e>
                            <m:sub>
                              <m:r>
                                <m:rPr>
                                  <m:sty m:val="p"/>
                                </m:rPr>
                                <a:rPr lang="en-GB" sz="2300">
                                  <a:solidFill>
                                    <a:srgbClr val="AF1B29"/>
                                  </a:solidFill>
                                  <a:latin typeface="Cambria Math"/>
                                  <a:ea typeface="Cambria Math"/>
                                  <a:cs typeface="Cambria Math"/>
                                </a:rPr>
                                <m:t>sq</m:t>
                              </m:r>
                            </m:sub>
                          </m:sSub>
                        </m:num>
                        <m:den>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𝑤</m:t>
                              </m:r>
                            </m:e>
                            <m:sub>
                              <m:r>
                                <a:rPr lang="en-GB" sz="2300">
                                  <a:solidFill>
                                    <a:srgbClr val="AF1B29"/>
                                  </a:solidFill>
                                  <a:latin typeface="Cambria Math"/>
                                  <a:ea typeface="Cambria Math"/>
                                  <a:cs typeface="Cambria Math"/>
                                </a:rPr>
                                <m:t>𝑟</m:t>
                              </m:r>
                            </m:sub>
                          </m:sSub>
                        </m:den>
                      </m:f>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𝛉</m:t>
                          </m:r>
                        </m:e>
                      </m:d>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𝜙</m:t>
                          </m:r>
                        </m:e>
                        <m:sub>
                          <m:r>
                            <a:rPr lang="en-GB" sz="2300">
                              <a:solidFill>
                                <a:srgbClr val="AF1B29"/>
                              </a:solidFill>
                              <a:latin typeface="Cambria Math"/>
                              <a:ea typeface="Cambria Math"/>
                              <a:cs typeface="Cambria Math"/>
                            </a:rPr>
                            <m:t>𝑟</m:t>
                          </m:r>
                          <m:r>
                            <a:rPr lang="en-GB" sz="2300">
                              <a:solidFill>
                                <a:srgbClr val="AF1B29"/>
                              </a:solidFill>
                              <a:latin typeface="Cambria Math"/>
                              <a:ea typeface="Cambria Math"/>
                              <a:cs typeface="Cambria Math"/>
                            </a:rPr>
                            <m:t>−1</m:t>
                          </m:r>
                        </m:sub>
                      </m:sSub>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sSubSup>
                        <m:sSubSupPr>
                          <m:ctrlPr>
                            <a:rPr lang="en-GB" sz="2300">
                              <a:solidFill>
                                <a:srgbClr val="AF1B29"/>
                              </a:solidFill>
                              <a:latin typeface="Cambria Math"/>
                              <a:ea typeface="Cambria Math"/>
                              <a:cs typeface="Cambria Math"/>
                            </a:rPr>
                          </m:ctrlPr>
                        </m:sSubSupPr>
                        <m:e>
                          <m:r>
                            <a:rPr lang="en-GB" sz="2300">
                              <a:solidFill>
                                <a:srgbClr val="AF1B29"/>
                              </a:solidFill>
                              <a:latin typeface="Cambria Math"/>
                              <a:ea typeface="Cambria Math"/>
                              <a:cs typeface="Cambria Math"/>
                            </a:rPr>
                            <m:t>𝐽</m:t>
                          </m:r>
                        </m:e>
                        <m:sub>
                          <m:r>
                            <a:rPr lang="en-GB" sz="2300">
                              <a:solidFill>
                                <a:srgbClr val="AF1B29"/>
                              </a:solidFill>
                              <a:latin typeface="Cambria Math"/>
                              <a:ea typeface="Cambria Math"/>
                              <a:cs typeface="Cambria Math"/>
                            </a:rPr>
                            <m:t>𝑟</m:t>
                          </m:r>
                        </m:sub>
                        <m:sup>
                          <m:r>
                            <a:rPr lang="en-GB" sz="2300">
                              <a:solidFill>
                                <a:srgbClr val="AF1B29"/>
                              </a:solidFill>
                              <a:latin typeface="Cambria Math"/>
                              <a:ea typeface="Cambria Math"/>
                              <a:cs typeface="Cambria Math"/>
                            </a:rPr>
                            <m:t>′</m:t>
                          </m:r>
                        </m:sup>
                      </m:sSubSup>
                      <m:d>
                        <m:dPr>
                          <m:ctrlPr>
                            <a:rPr lang="en-GB" sz="2300" i="1">
                              <a:solidFill>
                                <a:srgbClr val="AF1B29"/>
                              </a:solidFill>
                              <a:latin typeface="Cambria Math" panose="02040503050406030204" pitchFamily="18" charset="0"/>
                              <a:ea typeface="Cambria Math"/>
                              <a:cs typeface="Cambria Math"/>
                            </a:rPr>
                          </m:ctrlPr>
                        </m:dPr>
                        <m:e>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𝑎</m:t>
                              </m:r>
                            </m:e>
                            <m:sub>
                              <m:r>
                                <a:rPr lang="en-GB" sz="2300">
                                  <a:solidFill>
                                    <a:srgbClr val="AF1B29"/>
                                  </a:solidFill>
                                  <a:latin typeface="Cambria Math"/>
                                  <a:ea typeface="Cambria Math"/>
                                  <a:cs typeface="Cambria Math"/>
                                </a:rPr>
                                <m:t>𝑟</m:t>
                              </m:r>
                            </m:sub>
                          </m:sSub>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e>
                      </m:d>
                    </m:oMath>
                  </m:oMathPara>
                </a14:m>
                <a:endParaRPr lang="en-GB" sz="2300"/>
              </a:p>
            </p:txBody>
          </p:sp>
        </mc:Choice>
        <mc:Fallback xmlns="">
          <p:sp>
            <p:nvSpPr>
              <p:cNvPr id="25" name="equation_21" descr="\frac{\partial\mathcal{L}_{\mathrm{sq}}}{\partial w_r}=\phi_{r-1}(x)J'_{r}(a_r(x))">
                <a:extLst>
                  <a:ext uri="{FF2B5EF4-FFF2-40B4-BE49-F238E27FC236}">
                    <a16:creationId xmlns:a16="http://schemas.microsoft.com/office/drawing/2014/main" id="{B61FD4CC-24F3-49FF-90C2-C428504B6A22}"/>
                  </a:ext>
                </a:extLst>
              </p:cNvPr>
              <p:cNvSpPr>
                <a:spLocks noGrp="1" noRot="1" noChangeAspect="1" noMove="1" noResize="1" noEditPoints="1" noAdjustHandles="1" noChangeArrowheads="1" noChangeShapeType="1" noTextEdit="1"/>
              </p:cNvSpPr>
              <p:nvPr/>
            </p:nvSpPr>
            <p:spPr>
              <a:xfrm>
                <a:off x="6010275" y="4724400"/>
                <a:ext cx="5619750" cy="742950"/>
              </a:xfrm>
              <a:prstGeom prst="rect">
                <a:avLst/>
              </a:prstGeom>
              <a:blipFill>
                <a:blip r:embed="rId13"/>
                <a:stretch>
                  <a:fillRect/>
                </a:stretch>
              </a:blipFill>
              <a:ln w="0">
                <a:noFill/>
              </a:ln>
            </p:spPr>
            <p:txBody>
              <a:bodyPr/>
              <a:lstStyle/>
              <a:p>
                <a:r>
                  <a:rPr lang="it-IT">
                    <a:noFill/>
                  </a:rPr>
                  <a:t> </a:t>
                </a:r>
              </a:p>
            </p:txBody>
          </p:sp>
        </mc:Fallback>
      </mc:AlternateContent>
      <p:sp>
        <p:nvSpPr>
          <p:cNvPr id="26" name="note_box_22">
            <a:extLst>
              <a:ext uri="{FF2B5EF4-FFF2-40B4-BE49-F238E27FC236}">
                <a16:creationId xmlns:a16="http://schemas.microsoft.com/office/drawing/2014/main" id="{0F6C88B1-84CF-46EC-B394-2B1C05958202}"/>
              </a:ext>
            </a:extLst>
          </p:cNvPr>
          <p:cNvSpPr>
            <a:spLocks noGrp="1"/>
          </p:cNvSpPr>
          <p:nvPr/>
        </p:nvSpPr>
        <p:spPr>
          <a:xfrm>
            <a:off x="5905500" y="5591175"/>
            <a:ext cx="5829300" cy="6858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7" name="equation_23" descr="\frac{\partial\mathcal{L}_{\mathrm{sq}}}{\partial b_r}=J'_{r}(a_r(x))">
                <a:extLst>
                  <a:ext uri="{FF2B5EF4-FFF2-40B4-BE49-F238E27FC236}">
                    <a16:creationId xmlns:a16="http://schemas.microsoft.com/office/drawing/2014/main" id="{870E7919-9B82-459B-B745-21B6BA9B2DD6}"/>
                  </a:ext>
                </a:extLst>
              </p:cNvPr>
              <p:cNvSpPr>
                <a:spLocks noGrp="1"/>
              </p:cNvSpPr>
              <p:nvPr/>
            </p:nvSpPr>
            <p:spPr>
              <a:xfrm>
                <a:off x="6010275" y="5610225"/>
                <a:ext cx="561975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𝑟</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𝑟</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𝑟</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oMath>
                  </m:oMathPara>
                </a14:m>
                <a:endParaRPr lang="en-GB" sz="2000"/>
              </a:p>
            </p:txBody>
          </p:sp>
        </mc:Choice>
        <mc:Fallback xmlns="">
          <p:sp>
            <p:nvSpPr>
              <p:cNvPr id="27" name="equation_23" descr="\frac{\partial\mathcal{L}_{\mathrm{sq}}}{\partial b_r}=J'_{r}(a_r(x))">
                <a:extLst>
                  <a:ext uri="{FF2B5EF4-FFF2-40B4-BE49-F238E27FC236}">
                    <a16:creationId xmlns:a16="http://schemas.microsoft.com/office/drawing/2014/main" id="{870E7919-9B82-459B-B745-21B6BA9B2DD6}"/>
                  </a:ext>
                </a:extLst>
              </p:cNvPr>
              <p:cNvSpPr>
                <a:spLocks noGrp="1" noRot="1" noChangeAspect="1" noMove="1" noResize="1" noEditPoints="1" noAdjustHandles="1" noChangeArrowheads="1" noChangeShapeType="1" noTextEdit="1"/>
              </p:cNvSpPr>
              <p:nvPr/>
            </p:nvSpPr>
            <p:spPr>
              <a:xfrm>
                <a:off x="6010275" y="5610225"/>
                <a:ext cx="5619750" cy="628650"/>
              </a:xfrm>
              <a:prstGeom prst="rect">
                <a:avLst/>
              </a:prstGeom>
              <a:blipFill>
                <a:blip r:embed="rId14"/>
                <a:stretch>
                  <a:fillRect b="-2913"/>
                </a:stretch>
              </a:blipFill>
              <a:ln w="0">
                <a:noFill/>
              </a:ln>
            </p:spPr>
            <p:txBody>
              <a:bodyPr/>
              <a:lstStyle/>
              <a:p>
                <a:r>
                  <a:rPr lang="it-IT">
                    <a:noFill/>
                  </a:rPr>
                  <a:t> </a:t>
                </a:r>
              </a:p>
            </p:txBody>
          </p:sp>
        </mc:Fallback>
      </mc:AlternateContent>
      <p:sp>
        <p:nvSpPr>
          <p:cNvPr id="28" name="line_24">
            <a:extLst>
              <a:ext uri="{FF2B5EF4-FFF2-40B4-BE49-F238E27FC236}">
                <a16:creationId xmlns:a16="http://schemas.microsoft.com/office/drawing/2014/main" id="{DE771445-4FA9-42F0-862E-2649BF679658}"/>
              </a:ext>
            </a:extLst>
          </p:cNvPr>
          <p:cNvSpPr>
            <a:spLocks noGrp="1"/>
          </p:cNvSpPr>
          <p:nvPr/>
        </p:nvSpPr>
        <p:spPr>
          <a:xfrm>
            <a:off x="9782175" y="4248150"/>
            <a:ext cx="476" cy="447675"/>
          </a:xfrm>
          <a:prstGeom prst="line">
            <a:avLst/>
          </a:prstGeom>
          <a:noFill/>
          <a:ln w="14288">
            <a:solidFill>
              <a:srgbClr val="235C99"/>
            </a:solidFill>
            <a:prstDash val="dash"/>
            <a:tailEnd type="triangle" w="sm" len="sm"/>
          </a:ln>
        </p:spPr>
        <p:txBody>
          <a:bodyPr/>
          <a:lstStyle/>
          <a:p>
            <a:endParaRPr lang="it-IT"/>
          </a:p>
        </p:txBody>
      </p:sp>
      <p:sp>
        <p:nvSpPr>
          <p:cNvPr id="29" name="line_25">
            <a:extLst>
              <a:ext uri="{FF2B5EF4-FFF2-40B4-BE49-F238E27FC236}">
                <a16:creationId xmlns:a16="http://schemas.microsoft.com/office/drawing/2014/main" id="{B4AF69AD-BB15-4527-AA71-2C4243C44984}"/>
              </a:ext>
            </a:extLst>
          </p:cNvPr>
          <p:cNvSpPr>
            <a:spLocks noGrp="1"/>
          </p:cNvSpPr>
          <p:nvPr/>
        </p:nvSpPr>
        <p:spPr>
          <a:xfrm>
            <a:off x="4619625" y="5095875"/>
            <a:ext cx="1285875" cy="476"/>
          </a:xfrm>
          <a:prstGeom prst="line">
            <a:avLst/>
          </a:prstGeom>
          <a:noFill/>
          <a:ln w="14288">
            <a:solidFill>
              <a:srgbClr val="235C99"/>
            </a:solidFill>
            <a:prstDash val="dash"/>
            <a:tailEnd type="triangle" w="sm" len="sm"/>
          </a:ln>
        </p:spPr>
        <p:txBody>
          <a:bodyPr/>
          <a:lstStyle/>
          <a:p>
            <a:endParaRPr lang="it-IT"/>
          </a:p>
        </p:txBody>
      </p:sp>
      <p:sp>
        <p:nvSpPr>
          <p:cNvPr id="30" name="line_26">
            <a:extLst>
              <a:ext uri="{FF2B5EF4-FFF2-40B4-BE49-F238E27FC236}">
                <a16:creationId xmlns:a16="http://schemas.microsoft.com/office/drawing/2014/main" id="{DFCE8FE2-48FD-4518-9EAF-CB1FB3D68602}"/>
              </a:ext>
            </a:extLst>
          </p:cNvPr>
          <p:cNvSpPr>
            <a:spLocks noGrp="1"/>
          </p:cNvSpPr>
          <p:nvPr/>
        </p:nvSpPr>
        <p:spPr>
          <a:xfrm>
            <a:off x="11734800" y="3648075"/>
            <a:ext cx="171450" cy="476"/>
          </a:xfrm>
          <a:prstGeom prst="line">
            <a:avLst/>
          </a:prstGeom>
          <a:noFill/>
          <a:ln w="14288">
            <a:solidFill>
              <a:srgbClr val="235C99"/>
            </a:solidFill>
            <a:prstDash val="dash"/>
          </a:ln>
        </p:spPr>
        <p:txBody>
          <a:bodyPr/>
          <a:lstStyle/>
          <a:p>
            <a:endParaRPr lang="it-IT"/>
          </a:p>
        </p:txBody>
      </p:sp>
      <p:sp>
        <p:nvSpPr>
          <p:cNvPr id="31" name="line_27">
            <a:extLst>
              <a:ext uri="{FF2B5EF4-FFF2-40B4-BE49-F238E27FC236}">
                <a16:creationId xmlns:a16="http://schemas.microsoft.com/office/drawing/2014/main" id="{5BBC10DE-BAFD-4E3B-A3D5-96A77D55EC0E}"/>
              </a:ext>
            </a:extLst>
          </p:cNvPr>
          <p:cNvSpPr>
            <a:spLocks noGrp="1"/>
          </p:cNvSpPr>
          <p:nvPr/>
        </p:nvSpPr>
        <p:spPr>
          <a:xfrm>
            <a:off x="11906250" y="3648075"/>
            <a:ext cx="476" cy="2286000"/>
          </a:xfrm>
          <a:prstGeom prst="line">
            <a:avLst/>
          </a:prstGeom>
          <a:noFill/>
          <a:ln w="14288">
            <a:solidFill>
              <a:srgbClr val="235C99"/>
            </a:solidFill>
            <a:prstDash val="dash"/>
          </a:ln>
        </p:spPr>
        <p:txBody>
          <a:bodyPr/>
          <a:lstStyle/>
          <a:p>
            <a:endParaRPr lang="it-IT"/>
          </a:p>
        </p:txBody>
      </p:sp>
      <p:sp>
        <p:nvSpPr>
          <p:cNvPr id="32" name="line_28">
            <a:extLst>
              <a:ext uri="{FF2B5EF4-FFF2-40B4-BE49-F238E27FC236}">
                <a16:creationId xmlns:a16="http://schemas.microsoft.com/office/drawing/2014/main" id="{21131F15-1062-4CE2-AF74-FE53E0C9A014}"/>
              </a:ext>
            </a:extLst>
          </p:cNvPr>
          <p:cNvSpPr>
            <a:spLocks noGrp="1"/>
          </p:cNvSpPr>
          <p:nvPr/>
        </p:nvSpPr>
        <p:spPr>
          <a:xfrm flipH="1">
            <a:off x="11734800" y="5934075"/>
            <a:ext cx="171450" cy="476"/>
          </a:xfrm>
          <a:prstGeom prst="line">
            <a:avLst/>
          </a:prstGeom>
          <a:noFill/>
          <a:ln w="14288">
            <a:solidFill>
              <a:srgbClr val="235C99"/>
            </a:solidFill>
            <a:prstDash val="dash"/>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3" name="text_29">
                <a:extLst>
                  <a:ext uri="{FF2B5EF4-FFF2-40B4-BE49-F238E27FC236}">
                    <a16:creationId xmlns:a16="http://schemas.microsoft.com/office/drawing/2014/main" id="{F40537E3-81D8-4315-AEE9-6287359DFB10}"/>
                  </a:ext>
                </a:extLst>
              </p:cNvPr>
              <p:cNvSpPr>
                <a:spLocks noGrp="1"/>
              </p:cNvSpPr>
              <p:nvPr/>
            </p:nvSpPr>
            <p:spPr>
              <a:xfrm>
                <a:off x="904875" y="5676900"/>
                <a:ext cx="3810000" cy="552450"/>
              </a:xfrm>
              <a:prstGeom prst="rect">
                <a:avLst/>
              </a:prstGeom>
              <a:noFill/>
              <a:ln w="0">
                <a:noFill/>
              </a:ln>
            </p:spPr>
            <p:txBody>
              <a:bodyPr anchor="ctr">
                <a:noAutofit/>
              </a:bodyPr>
              <a:lstStyle>
                <a:defPPr algn="ctr">
                  <a:defRPr sz="1725" b="0">
                    <a:solidFill>
                      <a:srgbClr val="AF1B29"/>
                    </a:solidFill>
                    <a:latin typeface="DejaVu Sans"/>
                    <a:ea typeface="DejaVu Sans"/>
                    <a:cs typeface="DejaVu Sans"/>
                  </a:defRPr>
                </a:defPPr>
              </a:lstStyle>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Both are parameter derivatives</a:t>
                </a:r>
              </a:p>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of layer </a:t>
                </a:r>
                <a14:m>
                  <m:oMath xmlns:m="http://schemas.openxmlformats.org/officeDocument/2006/math">
                    <m:r>
                      <a:rPr lang="en-GB" sz="1725">
                        <a:solidFill>
                          <a:srgbClr val="AF1B29"/>
                        </a:solidFill>
                        <a:latin typeface="Cambria Math"/>
                        <a:ea typeface="Cambria Math"/>
                        <a:cs typeface="Cambria Math"/>
                      </a:rPr>
                      <m:t>𝑟</m:t>
                    </m:r>
                  </m:oMath>
                </a14:m>
                <a:r>
                  <a:rPr sz="1725" b="0">
                    <a:solidFill>
                      <a:srgbClr val="AF1B29"/>
                    </a:solidFill>
                    <a:latin typeface="DejaVu Sans"/>
                    <a:ea typeface="DejaVu Sans"/>
                    <a:cs typeface="DejaVu Sans"/>
                  </a:rPr>
                  <a:t>.</a:t>
                </a:r>
              </a:p>
            </p:txBody>
          </p:sp>
        </mc:Choice>
        <mc:Fallback xmlns="">
          <p:sp>
            <p:nvSpPr>
              <p:cNvPr id="33" name="text_29">
                <a:extLst>
                  <a:ext uri="{FF2B5EF4-FFF2-40B4-BE49-F238E27FC236}">
                    <a16:creationId xmlns:a16="http://schemas.microsoft.com/office/drawing/2014/main" id="{F40537E3-81D8-4315-AEE9-6287359DFB10}"/>
                  </a:ext>
                </a:extLst>
              </p:cNvPr>
              <p:cNvSpPr>
                <a:spLocks noGrp="1" noRot="1" noChangeAspect="1" noMove="1" noResize="1" noEditPoints="1" noAdjustHandles="1" noChangeArrowheads="1" noChangeShapeType="1" noTextEdit="1"/>
              </p:cNvSpPr>
              <p:nvPr/>
            </p:nvSpPr>
            <p:spPr>
              <a:xfrm>
                <a:off x="904875" y="5676900"/>
                <a:ext cx="3810000" cy="552450"/>
              </a:xfrm>
              <a:prstGeom prst="rect">
                <a:avLst/>
              </a:prstGeom>
              <a:blipFill>
                <a:blip r:embed="rId15"/>
                <a:stretch>
                  <a:fillRect t="-8791" b="-20879"/>
                </a:stretch>
              </a:blipFill>
              <a:ln w="0">
                <a:noFill/>
              </a:ln>
            </p:spPr>
            <p:txBody>
              <a:bodyPr/>
              <a:lstStyle/>
              <a:p>
                <a:r>
                  <a:rPr lang="it-IT">
                    <a:noFill/>
                  </a:rPr>
                  <a:t> </a:t>
                </a:r>
              </a:p>
            </p:txBody>
          </p:sp>
        </mc:Fallback>
      </mc:AlternateContent>
      <p:sp>
        <p:nvSpPr>
          <p:cNvPr id="34" name="text_30">
            <a:extLst>
              <a:ext uri="{FF2B5EF4-FFF2-40B4-BE49-F238E27FC236}">
                <a16:creationId xmlns:a16="http://schemas.microsoft.com/office/drawing/2014/main" id="{4E4EC65C-EC7C-45EB-A415-B5773BD1F2A6}"/>
              </a:ext>
            </a:extLst>
          </p:cNvPr>
          <p:cNvSpPr>
            <a:spLocks noGrp="1"/>
          </p:cNvSpPr>
          <p:nvPr/>
        </p:nvSpPr>
        <p:spPr>
          <a:xfrm>
            <a:off x="571500" y="6315075"/>
            <a:ext cx="11049000" cy="171450"/>
          </a:xfrm>
          <a:prstGeom prst="rect">
            <a:avLst/>
          </a:prstGeom>
          <a:noFill/>
          <a:ln w="0">
            <a:noFill/>
          </a:ln>
        </p:spPr>
        <p:txBody>
          <a:bodyPr anchor="ctr">
            <a:noAutofit/>
          </a:bodyPr>
          <a:lstStyle>
            <a:defPPr algn="ctr">
              <a:defRPr sz="1350" b="0">
                <a:solidFill>
                  <a:srgbClr val="526276"/>
                </a:solidFill>
                <a:latin typeface="DejaVu Sans"/>
                <a:ea typeface="DejaVu Sans"/>
                <a:cs typeface="DejaVu Sans"/>
              </a:defRPr>
            </a:defPPr>
          </a:lstStyle>
          <a:p>
            <a:pPr algn="ctr">
              <a:defRPr sz="1350" b="0">
                <a:solidFill>
                  <a:srgbClr val="526276"/>
                </a:solidFill>
                <a:latin typeface="DejaVu Sans"/>
                <a:ea typeface="DejaVu Sans"/>
                <a:cs typeface="DejaVu Sans"/>
              </a:defRPr>
            </a:pPr>
            <a:r>
              <a:rPr sz="1350" b="0">
                <a:solidFill>
                  <a:srgbClr val="526276"/>
                </a:solidFill>
                <a:latin typeface="DejaVu Sans"/>
                <a:ea typeface="DejaVu Sans"/>
                <a:cs typeface="DejaVu Sans"/>
              </a:rPr>
              <a:t>The orange result becomes the known derivative at the next step.</a:t>
            </a:r>
          </a:p>
        </p:txBody>
      </p:sp>
    </p:spTree>
    <p:extLst>
      <p:ext uri="{BB962C8B-B14F-4D97-AF65-F5344CB8AC3E}">
        <p14:creationId xmlns:p14="http://schemas.microsoft.com/office/powerpoint/2010/main" val="65014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p:bldP spid="21" grpId="0" animBg="1"/>
      <p:bldP spid="22" grpId="0" animBg="1"/>
      <p:bldP spid="23" grpId="0" animBg="1"/>
      <p:bldP spid="24" grpId="0" animBg="1"/>
      <p:bldP spid="25" grpId="0"/>
      <p:bldP spid="26" grpId="0" animBg="1"/>
      <p:bldP spid="27" grpId="0"/>
      <p:bldP spid="28" grpId="0" animBg="1"/>
      <p:bldP spid="29" grpId="0" animBg="1"/>
      <p:bldP spid="30" grpId="0" animBg="1"/>
      <p:bldP spid="31" grpId="0" animBg="1"/>
      <p:bldP spid="32" grpId="0" animBg="1"/>
      <p:bldP spid="33"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FEC9C938-68A7-45EF-B361-EF5786E30DC7}"/>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In this lecture…</a:t>
            </a:r>
          </a:p>
        </p:txBody>
      </p:sp>
      <p:sp>
        <p:nvSpPr>
          <p:cNvPr id="2" name="lead">
            <a:extLst>
              <a:ext uri="{FF2B5EF4-FFF2-40B4-BE49-F238E27FC236}">
                <a16:creationId xmlns:a16="http://schemas.microsoft.com/office/drawing/2014/main" id="{AEDB2D92-6E17-40E8-B45B-63956AA5863C}"/>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How can we efficiently calculate the derivatives of the empirical loss</a:t>
            </a:r>
          </a:p>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with respect to every weight and bias of a neural network?</a:t>
            </a:r>
          </a:p>
        </p:txBody>
      </p:sp>
      <p:sp>
        <p:nvSpPr>
          <p:cNvPr id="3" name="footer_course">
            <a:extLst>
              <a:ext uri="{FF2B5EF4-FFF2-40B4-BE49-F238E27FC236}">
                <a16:creationId xmlns:a16="http://schemas.microsoft.com/office/drawing/2014/main" id="{58949166-8639-45B1-9CED-5644EE3FC7AE}"/>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1D910EFE-F32D-46AA-B5F5-FDC2BF925172}"/>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23</a:t>
            </a:r>
          </a:p>
        </p:txBody>
      </p:sp>
      <p:sp>
        <p:nvSpPr>
          <p:cNvPr id="5" name="text_1">
            <a:extLst>
              <a:ext uri="{FF2B5EF4-FFF2-40B4-BE49-F238E27FC236}">
                <a16:creationId xmlns:a16="http://schemas.microsoft.com/office/drawing/2014/main" id="{8FB41EA2-40FF-42D2-8D9B-718C28BF0C4C}"/>
              </a:ext>
            </a:extLst>
          </p:cNvPr>
          <p:cNvSpPr>
            <a:spLocks noGrp="1"/>
          </p:cNvSpPr>
          <p:nvPr/>
        </p:nvSpPr>
        <p:spPr>
          <a:xfrm>
            <a:off x="904875" y="23336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Backpropagation in a scalar network</a:t>
            </a:r>
          </a:p>
        </p:txBody>
      </p:sp>
      <p:sp>
        <p:nvSpPr>
          <p:cNvPr id="6" name="text_2">
            <a:extLst>
              <a:ext uri="{FF2B5EF4-FFF2-40B4-BE49-F238E27FC236}">
                <a16:creationId xmlns:a16="http://schemas.microsoft.com/office/drawing/2014/main" id="{0F27E2A0-D214-4B2F-8095-60AE36C0C516}"/>
              </a:ext>
            </a:extLst>
          </p:cNvPr>
          <p:cNvSpPr>
            <a:spLocks noGrp="1"/>
          </p:cNvSpPr>
          <p:nvPr/>
        </p:nvSpPr>
        <p:spPr>
          <a:xfrm>
            <a:off x="904875" y="3438525"/>
            <a:ext cx="10382250" cy="609600"/>
          </a:xfrm>
          <a:prstGeom prst="rect">
            <a:avLst/>
          </a:prstGeom>
          <a:noFill/>
          <a:ln w="0">
            <a:noFill/>
          </a:ln>
        </p:spPr>
        <p:txBody>
          <a:bodyPr anchor="ctr">
            <a:noAutofit/>
          </a:bodyPr>
          <a:lstStyle>
            <a:defPPr algn="ctr">
              <a:defRPr sz="2550" b="1">
                <a:solidFill>
                  <a:srgbClr val="087F83"/>
                </a:solidFill>
                <a:latin typeface="DejaVu Sans"/>
                <a:ea typeface="DejaVu Sans"/>
                <a:cs typeface="DejaVu Sans"/>
              </a:defRPr>
            </a:defPPr>
          </a:lstStyle>
          <a:p>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The same calculation in wider networks</a:t>
            </a:r>
          </a:p>
        </p:txBody>
      </p:sp>
      <p:sp>
        <p:nvSpPr>
          <p:cNvPr id="7" name="text_3">
            <a:extLst>
              <a:ext uri="{FF2B5EF4-FFF2-40B4-BE49-F238E27FC236}">
                <a16:creationId xmlns:a16="http://schemas.microsoft.com/office/drawing/2014/main" id="{627AE7B1-E115-46C2-B5A0-74595B882B63}"/>
              </a:ext>
            </a:extLst>
          </p:cNvPr>
          <p:cNvSpPr>
            <a:spLocks noGrp="1"/>
          </p:cNvSpPr>
          <p:nvPr/>
        </p:nvSpPr>
        <p:spPr>
          <a:xfrm>
            <a:off x="904875" y="45434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Extensions and computational cost</a:t>
            </a:r>
          </a:p>
        </p:txBody>
      </p:sp>
    </p:spTree>
    <p:extLst>
      <p:ext uri="{BB962C8B-B14F-4D97-AF65-F5344CB8AC3E}">
        <p14:creationId xmlns:p14="http://schemas.microsoft.com/office/powerpoint/2010/main" val="850935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F3525074-A0DC-4E69-BEFC-759F365E7F30}"/>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forward pass for wider layers</a:t>
            </a:r>
          </a:p>
        </p:txBody>
      </p:sp>
      <p:sp>
        <p:nvSpPr>
          <p:cNvPr id="2" name="lead">
            <a:extLst>
              <a:ext uri="{FF2B5EF4-FFF2-40B4-BE49-F238E27FC236}">
                <a16:creationId xmlns:a16="http://schemas.microsoft.com/office/drawing/2014/main" id="{881D5DF9-A35E-458A-AD62-57D78C5D41B8}"/>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The same forward calculation, with one coordinate per neuron.</a:t>
            </a:r>
          </a:p>
        </p:txBody>
      </p:sp>
      <p:sp>
        <p:nvSpPr>
          <p:cNvPr id="3" name="footer_course">
            <a:extLst>
              <a:ext uri="{FF2B5EF4-FFF2-40B4-BE49-F238E27FC236}">
                <a16:creationId xmlns:a16="http://schemas.microsoft.com/office/drawing/2014/main" id="{77308A03-ADCD-485D-9375-A75DACF7D0E1}"/>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E0EC618A-B066-4046-AEDF-F427E34E86B9}"/>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24</a:t>
            </a:r>
          </a:p>
        </p:txBody>
      </p:sp>
      <mc:AlternateContent xmlns:mc="http://schemas.openxmlformats.org/markup-compatibility/2006" xmlns:a14="http://schemas.microsoft.com/office/drawing/2010/main">
        <mc:Choice Requires="a14">
          <p:sp>
            <p:nvSpPr>
              <p:cNvPr id="27" name="equation_23" descr="\mathbf{W}_r\in\mathbb{R}^{d_{r-1}\times d_r},\qquad\mathbf{b}_r\in\mathbb{R}^{1\times d_r}">
                <a:extLst>
                  <a:ext uri="{FF2B5EF4-FFF2-40B4-BE49-F238E27FC236}">
                    <a16:creationId xmlns:a16="http://schemas.microsoft.com/office/drawing/2014/main" id="{4F16550A-EF31-4650-8469-0DFA6CD9E2CB}"/>
                  </a:ext>
                </a:extLst>
              </p:cNvPr>
              <p:cNvSpPr>
                <a:spLocks noGrp="1"/>
              </p:cNvSpPr>
              <p:nvPr/>
            </p:nvSpPr>
            <p:spPr>
              <a:xfrm>
                <a:off x="666750" y="2200275"/>
                <a:ext cx="10858500" cy="7715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𝐖</m:t>
                          </m:r>
                        </m:e>
                        <m:sub>
                          <m:r>
                            <a:rPr lang="en-GB" sz="3100">
                              <a:solidFill>
                                <a:srgbClr val="087F83"/>
                              </a:solidFill>
                              <a:latin typeface="Cambria Math"/>
                              <a:ea typeface="Cambria Math"/>
                              <a:cs typeface="Cambria Math"/>
                            </a:rPr>
                            <m:t>𝑟</m:t>
                          </m:r>
                        </m:sub>
                      </m:sSub>
                      <m:r>
                        <a:rPr lang="en-GB" sz="3100">
                          <a:solidFill>
                            <a:srgbClr val="087F83"/>
                          </a:solidFill>
                          <a:latin typeface="Cambria Math"/>
                          <a:ea typeface="Cambria Math"/>
                          <a:cs typeface="Cambria Math"/>
                        </a:rPr>
                        <m:t>∈</m:t>
                      </m:r>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ℝ</m:t>
                          </m:r>
                        </m:e>
                        <m:sup>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𝑑</m:t>
                              </m:r>
                            </m:e>
                            <m:sub>
                              <m:r>
                                <a:rPr lang="en-GB" sz="3100">
                                  <a:solidFill>
                                    <a:srgbClr val="087F83"/>
                                  </a:solidFill>
                                  <a:latin typeface="Cambria Math"/>
                                  <a:ea typeface="Cambria Math"/>
                                  <a:cs typeface="Cambria Math"/>
                                </a:rPr>
                                <m:t>𝑟</m:t>
                              </m:r>
                              <m:r>
                                <a:rPr lang="en-GB" sz="3100">
                                  <a:solidFill>
                                    <a:srgbClr val="087F83"/>
                                  </a:solidFill>
                                  <a:latin typeface="Cambria Math"/>
                                  <a:ea typeface="Cambria Math"/>
                                  <a:cs typeface="Cambria Math"/>
                                </a:rPr>
                                <m:t>−1</m:t>
                              </m:r>
                            </m:sub>
                          </m:sSub>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𝑑</m:t>
                              </m:r>
                            </m:e>
                            <m:sub>
                              <m:r>
                                <a:rPr lang="en-GB" sz="3100">
                                  <a:solidFill>
                                    <a:srgbClr val="087F83"/>
                                  </a:solidFill>
                                  <a:latin typeface="Cambria Math"/>
                                  <a:ea typeface="Cambria Math"/>
                                  <a:cs typeface="Cambria Math"/>
                                </a:rPr>
                                <m:t>𝑟</m:t>
                              </m:r>
                            </m:sub>
                          </m:sSub>
                        </m:sup>
                      </m:sSup>
                      <m:r>
                        <a:rPr lang="en-GB" sz="3100">
                          <a:solidFill>
                            <a:srgbClr val="087F83"/>
                          </a:solidFill>
                          <a:latin typeface="Cambria Math"/>
                          <a:ea typeface="Cambria Math"/>
                          <a:cs typeface="Cambria Math"/>
                        </a:rPr>
                        <m:t>,  </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𝐛</m:t>
                          </m:r>
                        </m:e>
                        <m:sub>
                          <m:r>
                            <a:rPr lang="en-GB" sz="3100">
                              <a:solidFill>
                                <a:srgbClr val="087F83"/>
                              </a:solidFill>
                              <a:latin typeface="Cambria Math"/>
                              <a:ea typeface="Cambria Math"/>
                              <a:cs typeface="Cambria Math"/>
                            </a:rPr>
                            <m:t>𝑟</m:t>
                          </m:r>
                        </m:sub>
                      </m:sSub>
                      <m:r>
                        <a:rPr lang="en-GB" sz="3100">
                          <a:solidFill>
                            <a:srgbClr val="087F83"/>
                          </a:solidFill>
                          <a:latin typeface="Cambria Math"/>
                          <a:ea typeface="Cambria Math"/>
                          <a:cs typeface="Cambria Math"/>
                        </a:rPr>
                        <m:t>∈</m:t>
                      </m:r>
                      <m:sSup>
                        <m:sSupPr>
                          <m:ctrlPr>
                            <a:rPr lang="en-GB" sz="3100">
                              <a:solidFill>
                                <a:srgbClr val="087F83"/>
                              </a:solidFill>
                              <a:latin typeface="Cambria Math"/>
                              <a:ea typeface="Cambria Math"/>
                              <a:cs typeface="Cambria Math"/>
                            </a:rPr>
                          </m:ctrlPr>
                        </m:sSupPr>
                        <m:e>
                          <m:r>
                            <a:rPr lang="en-GB" sz="3100">
                              <a:solidFill>
                                <a:srgbClr val="087F83"/>
                              </a:solidFill>
                              <a:latin typeface="Cambria Math"/>
                              <a:ea typeface="Cambria Math"/>
                              <a:cs typeface="Cambria Math"/>
                            </a:rPr>
                            <m:t>ℝ</m:t>
                          </m:r>
                        </m:e>
                        <m:sup>
                          <m:r>
                            <a:rPr lang="en-GB" sz="3100">
                              <a:solidFill>
                                <a:srgbClr val="087F83"/>
                              </a:solidFill>
                              <a:latin typeface="Cambria Math"/>
                              <a:ea typeface="Cambria Math"/>
                              <a:cs typeface="Cambria Math"/>
                            </a:rPr>
                            <m:t>1×</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𝑑</m:t>
                              </m:r>
                            </m:e>
                            <m:sub>
                              <m:r>
                                <a:rPr lang="en-GB" sz="3100">
                                  <a:solidFill>
                                    <a:srgbClr val="087F83"/>
                                  </a:solidFill>
                                  <a:latin typeface="Cambria Math"/>
                                  <a:ea typeface="Cambria Math"/>
                                  <a:cs typeface="Cambria Math"/>
                                </a:rPr>
                                <m:t>𝑟</m:t>
                              </m:r>
                            </m:sub>
                          </m:sSub>
                        </m:sup>
                      </m:sSup>
                    </m:oMath>
                  </m:oMathPara>
                </a14:m>
                <a:endParaRPr lang="en-GB" sz="3100"/>
              </a:p>
            </p:txBody>
          </p:sp>
        </mc:Choice>
        <mc:Fallback xmlns="">
          <p:sp>
            <p:nvSpPr>
              <p:cNvPr id="27" name="equation_23" descr="\mathbf{W}_r\in\mathbb{R}^{d_{r-1}\times d_r},\qquad\mathbf{b}_r\in\mathbb{R}^{1\times d_r}">
                <a:extLst>
                  <a:ext uri="{FF2B5EF4-FFF2-40B4-BE49-F238E27FC236}">
                    <a16:creationId xmlns:a16="http://schemas.microsoft.com/office/drawing/2014/main" id="{4F16550A-EF31-4650-8469-0DFA6CD9E2CB}"/>
                  </a:ext>
                </a:extLst>
              </p:cNvPr>
              <p:cNvSpPr>
                <a:spLocks noGrp="1" noRot="1" noChangeAspect="1" noMove="1" noResize="1" noEditPoints="1" noAdjustHandles="1" noChangeArrowheads="1" noChangeShapeType="1" noTextEdit="1"/>
              </p:cNvSpPr>
              <p:nvPr/>
            </p:nvSpPr>
            <p:spPr>
              <a:xfrm>
                <a:off x="666750" y="2200275"/>
                <a:ext cx="10858500" cy="771525"/>
              </a:xfrm>
              <a:prstGeom prst="rect">
                <a:avLst/>
              </a:prstGeom>
              <a:blipFill>
                <a:blip r:embed="rId12"/>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equation_24" descr="\boldsymbol{\phi}_0(\mathbf{x})=\mathbf{x}\in\mathbb{R}^{1\times d_0}">
                <a:extLst>
                  <a:ext uri="{FF2B5EF4-FFF2-40B4-BE49-F238E27FC236}">
                    <a16:creationId xmlns:a16="http://schemas.microsoft.com/office/drawing/2014/main" id="{E2001EB1-E3B8-4491-A574-84E118B6A37C}"/>
                  </a:ext>
                </a:extLst>
              </p:cNvPr>
              <p:cNvSpPr>
                <a:spLocks noGrp="1"/>
              </p:cNvSpPr>
              <p:nvPr/>
            </p:nvSpPr>
            <p:spPr>
              <a:xfrm>
                <a:off x="666750" y="2943225"/>
                <a:ext cx="1085850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𝛟</m:t>
                          </m:r>
                        </m:e>
                        <m:sub>
                          <m:r>
                            <a:rPr lang="en-GB" sz="2900">
                              <a:solidFill>
                                <a:srgbClr val="087F83"/>
                              </a:solidFill>
                              <a:latin typeface="Cambria Math"/>
                              <a:ea typeface="Cambria Math"/>
                              <a:cs typeface="Cambria Math"/>
                            </a:rPr>
                            <m:t>0</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sSup>
                        <m:sSupPr>
                          <m:ctrlPr>
                            <a:rPr lang="en-GB" sz="2900">
                              <a:solidFill>
                                <a:srgbClr val="087F83"/>
                              </a:solidFill>
                              <a:latin typeface="Cambria Math"/>
                              <a:ea typeface="Cambria Math"/>
                              <a:cs typeface="Cambria Math"/>
                            </a:rPr>
                          </m:ctrlPr>
                        </m:sSupPr>
                        <m:e>
                          <m:r>
                            <a:rPr lang="en-GB" sz="2900">
                              <a:solidFill>
                                <a:srgbClr val="087F83"/>
                              </a:solidFill>
                              <a:latin typeface="Cambria Math"/>
                              <a:ea typeface="Cambria Math"/>
                              <a:cs typeface="Cambria Math"/>
                            </a:rPr>
                            <m:t>ℝ</m:t>
                          </m:r>
                        </m:e>
                        <m:sup>
                          <m:r>
                            <a:rPr lang="en-GB" sz="2900">
                              <a:solidFill>
                                <a:srgbClr val="087F83"/>
                              </a:solidFill>
                              <a:latin typeface="Cambria Math"/>
                              <a:ea typeface="Cambria Math"/>
                              <a:cs typeface="Cambria Math"/>
                            </a:rPr>
                            <m:t>1×</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𝑑</m:t>
                              </m:r>
                            </m:e>
                            <m:sub>
                              <m:r>
                                <a:rPr lang="en-GB" sz="2900">
                                  <a:solidFill>
                                    <a:srgbClr val="087F83"/>
                                  </a:solidFill>
                                  <a:latin typeface="Cambria Math"/>
                                  <a:ea typeface="Cambria Math"/>
                                  <a:cs typeface="Cambria Math"/>
                                </a:rPr>
                                <m:t>0</m:t>
                              </m:r>
                            </m:sub>
                          </m:sSub>
                        </m:sup>
                      </m:sSup>
                    </m:oMath>
                  </m:oMathPara>
                </a14:m>
                <a:endParaRPr lang="en-GB" sz="2900"/>
              </a:p>
            </p:txBody>
          </p:sp>
        </mc:Choice>
        <mc:Fallback xmlns="">
          <p:sp>
            <p:nvSpPr>
              <p:cNvPr id="28" name="equation_24" descr="\boldsymbol{\phi}_0(\mathbf{x})=\mathbf{x}\in\mathbb{R}^{1\times d_0}">
                <a:extLst>
                  <a:ext uri="{FF2B5EF4-FFF2-40B4-BE49-F238E27FC236}">
                    <a16:creationId xmlns:a16="http://schemas.microsoft.com/office/drawing/2014/main" id="{E2001EB1-E3B8-4491-A574-84E118B6A37C}"/>
                  </a:ext>
                </a:extLst>
              </p:cNvPr>
              <p:cNvSpPr>
                <a:spLocks noGrp="1" noRot="1" noChangeAspect="1" noMove="1" noResize="1" noEditPoints="1" noAdjustHandles="1" noChangeArrowheads="1" noChangeShapeType="1" noTextEdit="1"/>
              </p:cNvSpPr>
              <p:nvPr/>
            </p:nvSpPr>
            <p:spPr>
              <a:xfrm>
                <a:off x="666750" y="2943225"/>
                <a:ext cx="10858500" cy="619125"/>
              </a:xfrm>
              <a:prstGeom prst="rect">
                <a:avLst/>
              </a:prstGeom>
              <a:blipFill>
                <a:blip r:embed="rId1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equation_25" descr="\mathbf{a}_r(\mathbf{x})=\boldsymbol{\phi}_{r-1}(\mathbf{x})\mathbf{W}_r+\mathbf{b}_r,\qquad r=1,\ldots,L">
                <a:extLst>
                  <a:ext uri="{FF2B5EF4-FFF2-40B4-BE49-F238E27FC236}">
                    <a16:creationId xmlns:a16="http://schemas.microsoft.com/office/drawing/2014/main" id="{A8F24F87-06BB-44EE-BA0D-5F30B1C4DE84}"/>
                  </a:ext>
                </a:extLst>
              </p:cNvPr>
              <p:cNvSpPr>
                <a:spLocks noGrp="1"/>
              </p:cNvSpPr>
              <p:nvPr/>
            </p:nvSpPr>
            <p:spPr>
              <a:xfrm>
                <a:off x="666750" y="4010025"/>
                <a:ext cx="108585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𝐚</m:t>
                          </m:r>
                        </m:e>
                        <m:sub>
                          <m:r>
                            <a:rPr lang="en-GB" sz="3100">
                              <a:solidFill>
                                <a:srgbClr val="087F83"/>
                              </a:solidFill>
                              <a:latin typeface="Cambria Math"/>
                              <a:ea typeface="Cambria Math"/>
                              <a:cs typeface="Cambria Math"/>
                            </a:rPr>
                            <m:t>𝑟</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𝛟</m:t>
                          </m:r>
                        </m:e>
                        <m:sub>
                          <m:r>
                            <a:rPr lang="en-GB" sz="3100">
                              <a:solidFill>
                                <a:srgbClr val="087F83"/>
                              </a:solidFill>
                              <a:latin typeface="Cambria Math"/>
                              <a:ea typeface="Cambria Math"/>
                              <a:cs typeface="Cambria Math"/>
                            </a:rPr>
                            <m:t>𝑟</m:t>
                          </m:r>
                          <m:r>
                            <a:rPr lang="en-GB" sz="3100">
                              <a:solidFill>
                                <a:srgbClr val="087F83"/>
                              </a:solidFill>
                              <a:latin typeface="Cambria Math"/>
                              <a:ea typeface="Cambria Math"/>
                              <a:cs typeface="Cambria Math"/>
                            </a:rPr>
                            <m:t>−1</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𝐖</m:t>
                          </m:r>
                        </m:e>
                        <m:sub>
                          <m:r>
                            <a:rPr lang="en-GB" sz="3100">
                              <a:solidFill>
                                <a:srgbClr val="087F83"/>
                              </a:solidFill>
                              <a:latin typeface="Cambria Math"/>
                              <a:ea typeface="Cambria Math"/>
                              <a:cs typeface="Cambria Math"/>
                            </a:rPr>
                            <m:t>𝑟</m:t>
                          </m:r>
                        </m:sub>
                      </m:sSub>
                      <m: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𝐛</m:t>
                          </m:r>
                        </m:e>
                        <m:sub>
                          <m:r>
                            <a:rPr lang="en-GB" sz="3100">
                              <a:solidFill>
                                <a:srgbClr val="087F83"/>
                              </a:solidFill>
                              <a:latin typeface="Cambria Math"/>
                              <a:ea typeface="Cambria Math"/>
                              <a:cs typeface="Cambria Math"/>
                            </a:rPr>
                            <m:t>𝑟</m:t>
                          </m:r>
                        </m:sub>
                      </m:sSub>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𝑟</m:t>
                      </m:r>
                      <m:r>
                        <a:rPr lang="en-GB" sz="3100">
                          <a:solidFill>
                            <a:srgbClr val="087F83"/>
                          </a:solidFill>
                          <a:latin typeface="Cambria Math"/>
                          <a:ea typeface="Cambria Math"/>
                          <a:cs typeface="Cambria Math"/>
                        </a:rPr>
                        <m:t>=1,…,</m:t>
                      </m:r>
                      <m:r>
                        <a:rPr lang="en-GB" sz="3100">
                          <a:solidFill>
                            <a:srgbClr val="087F83"/>
                          </a:solidFill>
                          <a:latin typeface="Cambria Math"/>
                          <a:ea typeface="Cambria Math"/>
                          <a:cs typeface="Cambria Math"/>
                        </a:rPr>
                        <m:t>𝐿</m:t>
                      </m:r>
                    </m:oMath>
                  </m:oMathPara>
                </a14:m>
                <a:endParaRPr lang="en-GB" sz="3100"/>
              </a:p>
            </p:txBody>
          </p:sp>
        </mc:Choice>
        <mc:Fallback xmlns="">
          <p:sp>
            <p:nvSpPr>
              <p:cNvPr id="29" name="equation_25" descr="\mathbf{a}_r(\mathbf{x})=\boldsymbol{\phi}_{r-1}(\mathbf{x})\mathbf{W}_r+\mathbf{b}_r,\qquad r=1,\ldots,L">
                <a:extLst>
                  <a:ext uri="{FF2B5EF4-FFF2-40B4-BE49-F238E27FC236}">
                    <a16:creationId xmlns:a16="http://schemas.microsoft.com/office/drawing/2014/main" id="{A8F24F87-06BB-44EE-BA0D-5F30B1C4DE84}"/>
                  </a:ext>
                </a:extLst>
              </p:cNvPr>
              <p:cNvSpPr>
                <a:spLocks noGrp="1" noRot="1" noChangeAspect="1" noMove="1" noResize="1" noEditPoints="1" noAdjustHandles="1" noChangeArrowheads="1" noChangeShapeType="1" noTextEdit="1"/>
              </p:cNvSpPr>
              <p:nvPr/>
            </p:nvSpPr>
            <p:spPr>
              <a:xfrm>
                <a:off x="666750" y="4010025"/>
                <a:ext cx="10858500" cy="733425"/>
              </a:xfrm>
              <a:prstGeom prst="rect">
                <a:avLst/>
              </a:prstGeom>
              <a:blipFill>
                <a:blip r:embed="rId1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equation_26" descr="\boldsymbol{\phi}_r(\mathbf{x})=\mathbf{ReLU}(\mathbf{a}_r(\mathbf{x})),\qquad r=1,\ldots,L-1">
                <a:extLst>
                  <a:ext uri="{FF2B5EF4-FFF2-40B4-BE49-F238E27FC236}">
                    <a16:creationId xmlns:a16="http://schemas.microsoft.com/office/drawing/2014/main" id="{9565C47B-D4AE-471C-981C-40EB213D1E50}"/>
                  </a:ext>
                </a:extLst>
              </p:cNvPr>
              <p:cNvSpPr>
                <a:spLocks noGrp="1"/>
              </p:cNvSpPr>
              <p:nvPr/>
            </p:nvSpPr>
            <p:spPr>
              <a:xfrm>
                <a:off x="666750" y="5048250"/>
                <a:ext cx="108585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𝛟</m:t>
                          </m:r>
                        </m:e>
                        <m:sub>
                          <m:r>
                            <a:rPr lang="en-GB" sz="3100">
                              <a:solidFill>
                                <a:srgbClr val="087F83"/>
                              </a:solidFill>
                              <a:latin typeface="Cambria Math"/>
                              <a:ea typeface="Cambria Math"/>
                              <a:cs typeface="Cambria Math"/>
                            </a:rPr>
                            <m:t>𝑟</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𝐑𝐞𝐋𝐔</m:t>
                      </m:r>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𝐚</m:t>
                              </m:r>
                            </m:e>
                            <m:sub>
                              <m:r>
                                <a:rPr lang="en-GB" sz="3100">
                                  <a:solidFill>
                                    <a:srgbClr val="087F83"/>
                                  </a:solidFill>
                                  <a:latin typeface="Cambria Math"/>
                                  <a:ea typeface="Cambria Math"/>
                                  <a:cs typeface="Cambria Math"/>
                                </a:rPr>
                                <m:t>𝑟</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e>
                      </m:d>
                      <m:r>
                        <a:rPr lang="en-GB" sz="3100">
                          <a:solidFill>
                            <a:srgbClr val="087F83"/>
                          </a:solidFill>
                          <a:latin typeface="Cambria Math"/>
                          <a:ea typeface="Cambria Math"/>
                          <a:cs typeface="Cambria Math"/>
                        </a:rPr>
                        <m:t>,  </m:t>
                      </m:r>
                      <m:r>
                        <a:rPr lang="en-GB" sz="3100">
                          <a:solidFill>
                            <a:srgbClr val="087F83"/>
                          </a:solidFill>
                          <a:latin typeface="Cambria Math"/>
                          <a:ea typeface="Cambria Math"/>
                          <a:cs typeface="Cambria Math"/>
                        </a:rPr>
                        <m:t>𝑟</m:t>
                      </m:r>
                      <m:r>
                        <a:rPr lang="en-GB" sz="3100">
                          <a:solidFill>
                            <a:srgbClr val="087F83"/>
                          </a:solidFill>
                          <a:latin typeface="Cambria Math"/>
                          <a:ea typeface="Cambria Math"/>
                          <a:cs typeface="Cambria Math"/>
                        </a:rPr>
                        <m:t>=1,…,</m:t>
                      </m:r>
                      <m:r>
                        <a:rPr lang="en-GB" sz="3100">
                          <a:solidFill>
                            <a:srgbClr val="087F83"/>
                          </a:solidFill>
                          <a:latin typeface="Cambria Math"/>
                          <a:ea typeface="Cambria Math"/>
                          <a:cs typeface="Cambria Math"/>
                        </a:rPr>
                        <m:t>𝐿</m:t>
                      </m:r>
                      <m:r>
                        <a:rPr lang="en-GB" sz="3100">
                          <a:solidFill>
                            <a:srgbClr val="087F83"/>
                          </a:solidFill>
                          <a:latin typeface="Cambria Math"/>
                          <a:ea typeface="Cambria Math"/>
                          <a:cs typeface="Cambria Math"/>
                        </a:rPr>
                        <m:t>−1</m:t>
                      </m:r>
                    </m:oMath>
                  </m:oMathPara>
                </a14:m>
                <a:endParaRPr lang="en-GB" sz="3100"/>
              </a:p>
            </p:txBody>
          </p:sp>
        </mc:Choice>
        <mc:Fallback xmlns="">
          <p:sp>
            <p:nvSpPr>
              <p:cNvPr id="30" name="equation_26" descr="\boldsymbol{\phi}_r(\mathbf{x})=\mathbf{ReLU}(\mathbf{a}_r(\mathbf{x})),\qquad r=1,\ldots,L-1">
                <a:extLst>
                  <a:ext uri="{FF2B5EF4-FFF2-40B4-BE49-F238E27FC236}">
                    <a16:creationId xmlns:a16="http://schemas.microsoft.com/office/drawing/2014/main" id="{9565C47B-D4AE-471C-981C-40EB213D1E50}"/>
                  </a:ext>
                </a:extLst>
              </p:cNvPr>
              <p:cNvSpPr>
                <a:spLocks noGrp="1" noRot="1" noChangeAspect="1" noMove="1" noResize="1" noEditPoints="1" noAdjustHandles="1" noChangeArrowheads="1" noChangeShapeType="1" noTextEdit="1"/>
              </p:cNvSpPr>
              <p:nvPr/>
            </p:nvSpPr>
            <p:spPr>
              <a:xfrm>
                <a:off x="666750" y="5048250"/>
                <a:ext cx="10858500" cy="733425"/>
              </a:xfrm>
              <a:prstGeom prst="rect">
                <a:avLst/>
              </a:prstGeom>
              <a:blipFill>
                <a:blip r:embed="rId15"/>
                <a:stretch>
                  <a:fillRect/>
                </a:stretch>
              </a:blipFill>
              <a:ln w="0">
                <a:noFill/>
              </a:ln>
            </p:spPr>
            <p:txBody>
              <a:bodyPr/>
              <a:lstStyle/>
              <a:p>
                <a:r>
                  <a:rPr lang="it-IT">
                    <a:noFill/>
                  </a:rPr>
                  <a:t> </a:t>
                </a:r>
              </a:p>
            </p:txBody>
          </p:sp>
        </mc:Fallback>
      </mc:AlternateContent>
      <p:sp>
        <p:nvSpPr>
          <p:cNvPr id="31" name="text_27">
            <a:extLst>
              <a:ext uri="{FF2B5EF4-FFF2-40B4-BE49-F238E27FC236}">
                <a16:creationId xmlns:a16="http://schemas.microsoft.com/office/drawing/2014/main" id="{A97BA63B-D6BB-49FB-A696-6C80842640B3}"/>
              </a:ext>
            </a:extLst>
          </p:cNvPr>
          <p:cNvSpPr>
            <a:spLocks noGrp="1"/>
          </p:cNvSpPr>
          <p:nvPr/>
        </p:nvSpPr>
        <p:spPr>
          <a:xfrm>
            <a:off x="571500" y="6000750"/>
            <a:ext cx="11049000" cy="409575"/>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The final affine row is the network output; no </a:t>
            </a:r>
            <a:r>
              <a:rPr sz="1875" b="1" dirty="0" err="1">
                <a:solidFill>
                  <a:srgbClr val="182D45"/>
                </a:solidFill>
                <a:latin typeface="DejaVu Sans"/>
                <a:ea typeface="DejaVu Sans"/>
                <a:cs typeface="DejaVu Sans"/>
              </a:rPr>
              <a:t>ReLU</a:t>
            </a:r>
            <a:r>
              <a:rPr sz="1875" b="1" dirty="0">
                <a:solidFill>
                  <a:srgbClr val="182D45"/>
                </a:solidFill>
                <a:latin typeface="DejaVu Sans"/>
                <a:ea typeface="DejaVu Sans"/>
                <a:cs typeface="DejaVu Sans"/>
              </a:rPr>
              <a:t> follows it.</a:t>
            </a:r>
          </a:p>
        </p:txBody>
      </p:sp>
      <p:sp>
        <p:nvSpPr>
          <p:cNvPr id="33" name="weights_label">
            <a:extLst>
              <a:ext uri="{FF2B5EF4-FFF2-40B4-BE49-F238E27FC236}">
                <a16:creationId xmlns:a16="http://schemas.microsoft.com/office/drawing/2014/main" id="{1A5DA3C4-105F-46D6-83FC-C9F3C0950B53}"/>
              </a:ext>
            </a:extLst>
          </p:cNvPr>
          <p:cNvSpPr>
            <a:spLocks noGrp="1"/>
          </p:cNvSpPr>
          <p:nvPr/>
        </p:nvSpPr>
        <p:spPr>
          <a:xfrm>
            <a:off x="3019425" y="1905000"/>
            <a:ext cx="3333750" cy="285750"/>
          </a:xfrm>
          <a:prstGeom prst="rect">
            <a:avLst/>
          </a:prstGeom>
          <a:noFill/>
          <a:ln w="0">
            <a:noFill/>
          </a:ln>
        </p:spPr>
        <p:txBody>
          <a:bodyPr anchor="ctr"/>
          <a:lstStyle>
            <a:defPPr algn="ctr">
              <a:defRPr sz="1875">
                <a:solidFill>
                  <a:srgbClr val="526276"/>
                </a:solidFill>
                <a:latin typeface="DejaVu Sans"/>
                <a:ea typeface="DejaVu Sans"/>
                <a:cs typeface="DejaVu Sans"/>
              </a:defRPr>
            </a:defPPr>
          </a:lstStyle>
          <a:p>
            <a:pPr algn="ctr">
              <a:defRPr sz="1875">
                <a:solidFill>
                  <a:srgbClr val="526276"/>
                </a:solidFill>
                <a:latin typeface="DejaVu Sans"/>
                <a:ea typeface="DejaVu Sans"/>
                <a:cs typeface="DejaVu Sans"/>
              </a:defRPr>
            </a:pPr>
            <a:r>
              <a:rPr sz="1875" dirty="0">
                <a:solidFill>
                  <a:srgbClr val="FF0000"/>
                </a:solidFill>
                <a:latin typeface="DejaVu Sans"/>
                <a:ea typeface="DejaVu Sans"/>
                <a:cs typeface="DejaVu Sans"/>
              </a:rPr>
              <a:t>Weights</a:t>
            </a:r>
          </a:p>
        </p:txBody>
      </p:sp>
      <p:sp>
        <p:nvSpPr>
          <p:cNvPr id="34" name="bias_label">
            <a:extLst>
              <a:ext uri="{FF2B5EF4-FFF2-40B4-BE49-F238E27FC236}">
                <a16:creationId xmlns:a16="http://schemas.microsoft.com/office/drawing/2014/main" id="{E6A147DC-E08D-438E-984F-83F91828FEB6}"/>
              </a:ext>
            </a:extLst>
          </p:cNvPr>
          <p:cNvSpPr>
            <a:spLocks noGrp="1"/>
          </p:cNvSpPr>
          <p:nvPr/>
        </p:nvSpPr>
        <p:spPr>
          <a:xfrm>
            <a:off x="6515100" y="1905000"/>
            <a:ext cx="2476500" cy="285750"/>
          </a:xfrm>
          <a:prstGeom prst="rect">
            <a:avLst/>
          </a:prstGeom>
          <a:noFill/>
          <a:ln w="0">
            <a:noFill/>
          </a:ln>
        </p:spPr>
        <p:txBody>
          <a:bodyPr anchor="ctr"/>
          <a:lstStyle>
            <a:defPPr algn="ctr">
              <a:defRPr sz="1875">
                <a:solidFill>
                  <a:srgbClr val="526276"/>
                </a:solidFill>
                <a:latin typeface="DejaVu Sans"/>
                <a:ea typeface="DejaVu Sans"/>
                <a:cs typeface="DejaVu Sans"/>
              </a:defRPr>
            </a:defPPr>
          </a:lstStyle>
          <a:p>
            <a:pPr algn="ctr">
              <a:defRPr sz="1875">
                <a:solidFill>
                  <a:srgbClr val="526276"/>
                </a:solidFill>
                <a:latin typeface="DejaVu Sans"/>
                <a:ea typeface="DejaVu Sans"/>
                <a:cs typeface="DejaVu Sans"/>
              </a:defRPr>
            </a:pPr>
            <a:r>
              <a:rPr sz="1875" dirty="0">
                <a:solidFill>
                  <a:srgbClr val="FF0000"/>
                </a:solidFill>
                <a:latin typeface="DejaVu Sans"/>
                <a:ea typeface="DejaVu Sans"/>
                <a:cs typeface="DejaVu Sans"/>
              </a:rPr>
              <a:t>Bias</a:t>
            </a:r>
          </a:p>
        </p:txBody>
      </p:sp>
      <p:sp>
        <p:nvSpPr>
          <p:cNvPr id="35" name="preactivations_label">
            <a:extLst>
              <a:ext uri="{FF2B5EF4-FFF2-40B4-BE49-F238E27FC236}">
                <a16:creationId xmlns:a16="http://schemas.microsoft.com/office/drawing/2014/main" id="{B667F086-4FCE-46B1-8E5D-80B683B975D6}"/>
              </a:ext>
            </a:extLst>
          </p:cNvPr>
          <p:cNvSpPr>
            <a:spLocks noGrp="1"/>
          </p:cNvSpPr>
          <p:nvPr/>
        </p:nvSpPr>
        <p:spPr>
          <a:xfrm>
            <a:off x="523875" y="3714750"/>
            <a:ext cx="11144250" cy="285750"/>
          </a:xfrm>
          <a:prstGeom prst="rect">
            <a:avLst/>
          </a:prstGeom>
          <a:noFill/>
          <a:ln w="0">
            <a:noFill/>
          </a:ln>
        </p:spPr>
        <p:txBody>
          <a:bodyPr anchor="ctr"/>
          <a:lstStyle>
            <a:defPPr algn="ctr">
              <a:defRPr sz="1875">
                <a:solidFill>
                  <a:srgbClr val="526276"/>
                </a:solidFill>
                <a:latin typeface="DejaVu Sans"/>
                <a:ea typeface="DejaVu Sans"/>
                <a:cs typeface="DejaVu Sans"/>
              </a:defRPr>
            </a:defPPr>
          </a:lstStyle>
          <a:p>
            <a:pPr algn="ctr">
              <a:defRPr sz="1875">
                <a:solidFill>
                  <a:srgbClr val="526276"/>
                </a:solidFill>
                <a:latin typeface="DejaVu Sans"/>
                <a:ea typeface="DejaVu Sans"/>
                <a:cs typeface="DejaVu Sans"/>
              </a:defRPr>
            </a:pPr>
            <a:r>
              <a:rPr sz="1875" dirty="0" err="1">
                <a:solidFill>
                  <a:srgbClr val="FF0000"/>
                </a:solidFill>
                <a:latin typeface="DejaVu Sans"/>
                <a:ea typeface="DejaVu Sans"/>
                <a:cs typeface="DejaVu Sans"/>
              </a:rPr>
              <a:t>Preactivations</a:t>
            </a:r>
            <a:endParaRPr sz="1875" dirty="0">
              <a:solidFill>
                <a:srgbClr val="FF0000"/>
              </a:solidFill>
              <a:latin typeface="DejaVu Sans"/>
              <a:ea typeface="DejaVu Sans"/>
              <a:cs typeface="DejaVu Sans"/>
            </a:endParaRPr>
          </a:p>
        </p:txBody>
      </p:sp>
      <p:sp>
        <p:nvSpPr>
          <p:cNvPr id="36" name="activations_label">
            <a:extLst>
              <a:ext uri="{FF2B5EF4-FFF2-40B4-BE49-F238E27FC236}">
                <a16:creationId xmlns:a16="http://schemas.microsoft.com/office/drawing/2014/main" id="{028B1DE0-5F29-4477-9AD1-A008D54A683E}"/>
              </a:ext>
            </a:extLst>
          </p:cNvPr>
          <p:cNvSpPr>
            <a:spLocks noGrp="1"/>
          </p:cNvSpPr>
          <p:nvPr/>
        </p:nvSpPr>
        <p:spPr>
          <a:xfrm>
            <a:off x="523875" y="4752975"/>
            <a:ext cx="11144250" cy="285750"/>
          </a:xfrm>
          <a:prstGeom prst="rect">
            <a:avLst/>
          </a:prstGeom>
          <a:noFill/>
          <a:ln w="0">
            <a:noFill/>
          </a:ln>
        </p:spPr>
        <p:txBody>
          <a:bodyPr anchor="ctr"/>
          <a:lstStyle>
            <a:defPPr algn="ctr">
              <a:defRPr sz="1875">
                <a:solidFill>
                  <a:srgbClr val="526276"/>
                </a:solidFill>
                <a:latin typeface="DejaVu Sans"/>
                <a:ea typeface="DejaVu Sans"/>
                <a:cs typeface="DejaVu Sans"/>
              </a:defRPr>
            </a:defPPr>
          </a:lstStyle>
          <a:p>
            <a:pPr algn="ctr">
              <a:defRPr sz="1875">
                <a:solidFill>
                  <a:srgbClr val="526276"/>
                </a:solidFill>
                <a:latin typeface="DejaVu Sans"/>
                <a:ea typeface="DejaVu Sans"/>
                <a:cs typeface="DejaVu Sans"/>
              </a:defRPr>
            </a:pPr>
            <a:r>
              <a:rPr sz="1875" dirty="0">
                <a:solidFill>
                  <a:srgbClr val="FF0000"/>
                </a:solidFill>
                <a:latin typeface="DejaVu Sans"/>
                <a:ea typeface="DejaVu Sans"/>
                <a:cs typeface="DejaVu Sans"/>
              </a:rPr>
              <a:t>Activations</a:t>
            </a:r>
          </a:p>
        </p:txBody>
      </p:sp>
    </p:spTree>
    <p:extLst>
      <p:ext uri="{BB962C8B-B14F-4D97-AF65-F5344CB8AC3E}">
        <p14:creationId xmlns:p14="http://schemas.microsoft.com/office/powerpoint/2010/main" val="7035952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itle">
            <a:extLst>
              <a:ext uri="{FF2B5EF4-FFF2-40B4-BE49-F238E27FC236}">
                <a16:creationId xmlns:a16="http://schemas.microsoft.com/office/drawing/2014/main" id="{5B9A7CBD-5CED-477E-A4B1-D28114DAEDFF}"/>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remaining derivative becomes a row</a:t>
            </a:r>
          </a:p>
        </p:txBody>
      </p:sp>
      <p:sp>
        <p:nvSpPr>
          <p:cNvPr id="2" name="lead">
            <a:extLst>
              <a:ext uri="{FF2B5EF4-FFF2-40B4-BE49-F238E27FC236}">
                <a16:creationId xmlns:a16="http://schemas.microsoft.com/office/drawing/2014/main" id="{DC4A44F8-4201-48AF-8397-FE7FAEBAC6E4}"/>
              </a:ext>
            </a:extLst>
          </p:cNvPr>
          <p:cNvSpPr>
            <a:spLocks noGrp="1"/>
          </p:cNvSpPr>
          <p:nvPr/>
        </p:nvSpPr>
        <p:spPr>
          <a:xfrm>
            <a:off x="41148" y="752475"/>
            <a:ext cx="12109704"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remaining function still returns one loss; its input now has several coordinates.</a:t>
            </a:r>
          </a:p>
        </p:txBody>
      </p:sp>
      <p:sp>
        <p:nvSpPr>
          <p:cNvPr id="3" name="footer_course">
            <a:extLst>
              <a:ext uri="{FF2B5EF4-FFF2-40B4-BE49-F238E27FC236}">
                <a16:creationId xmlns:a16="http://schemas.microsoft.com/office/drawing/2014/main" id="{6607F81C-66B0-4F17-85A2-44D04AD8201C}"/>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AE738C97-E23B-4F88-B2C8-BF054E231B28}"/>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25</a:t>
            </a:r>
          </a:p>
        </p:txBody>
      </p:sp>
      <p:sp>
        <p:nvSpPr>
          <p:cNvPr id="5" name="text_1">
            <a:extLst>
              <a:ext uri="{FF2B5EF4-FFF2-40B4-BE49-F238E27FC236}">
                <a16:creationId xmlns:a16="http://schemas.microsoft.com/office/drawing/2014/main" id="{95168C47-6E4E-47E7-BC12-B7C9A461A13E}"/>
              </a:ext>
            </a:extLst>
          </p:cNvPr>
          <p:cNvSpPr>
            <a:spLocks noGrp="1"/>
          </p:cNvSpPr>
          <p:nvPr/>
        </p:nvSpPr>
        <p:spPr>
          <a:xfrm>
            <a:off x="666750" y="1513142"/>
            <a:ext cx="5095875" cy="38100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Scalar network</a:t>
            </a:r>
          </a:p>
        </p:txBody>
      </p:sp>
      <p:sp>
        <p:nvSpPr>
          <p:cNvPr id="6" name="text_2">
            <a:extLst>
              <a:ext uri="{FF2B5EF4-FFF2-40B4-BE49-F238E27FC236}">
                <a16:creationId xmlns:a16="http://schemas.microsoft.com/office/drawing/2014/main" id="{05E7EF35-AA9D-4098-B563-708ED47B8A24}"/>
              </a:ext>
            </a:extLst>
          </p:cNvPr>
          <p:cNvSpPr>
            <a:spLocks noGrp="1"/>
          </p:cNvSpPr>
          <p:nvPr/>
        </p:nvSpPr>
        <p:spPr>
          <a:xfrm>
            <a:off x="6429375" y="1513142"/>
            <a:ext cx="5095875" cy="38100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Wider network</a:t>
            </a:r>
          </a:p>
        </p:txBody>
      </p:sp>
      <mc:AlternateContent xmlns:mc="http://schemas.openxmlformats.org/markup-compatibility/2006" xmlns:a14="http://schemas.microsoft.com/office/drawing/2010/main">
        <mc:Choice Requires="a14">
          <p:sp>
            <p:nvSpPr>
              <p:cNvPr id="7" name="equation_3" descr="J_{r}:\mathbb{R}\longrightarrow\mathbb{R}">
                <a:extLst>
                  <a:ext uri="{FF2B5EF4-FFF2-40B4-BE49-F238E27FC236}">
                    <a16:creationId xmlns:a16="http://schemas.microsoft.com/office/drawing/2014/main" id="{7771E5A1-67B9-4FF0-B1EB-5B724E5341C9}"/>
                  </a:ext>
                </a:extLst>
              </p:cNvPr>
              <p:cNvSpPr>
                <a:spLocks noGrp="1"/>
              </p:cNvSpPr>
              <p:nvPr/>
            </p:nvSpPr>
            <p:spPr>
              <a:xfrm>
                <a:off x="666750" y="1885950"/>
                <a:ext cx="5095875" cy="542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𝐽</m:t>
                          </m:r>
                        </m:e>
                        <m:sub>
                          <m:r>
                            <a:rPr lang="en-GB" sz="3000">
                              <a:solidFill>
                                <a:srgbClr val="087F83"/>
                              </a:solidFill>
                              <a:latin typeface="Cambria Math"/>
                              <a:ea typeface="Cambria Math"/>
                              <a:cs typeface="Cambria Math"/>
                            </a:rPr>
                            <m:t>𝑟</m:t>
                          </m:r>
                        </m:sub>
                      </m:sSub>
                      <m:r>
                        <a:rPr lang="it-IT" sz="3000" b="0" i="1"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ℝ</m:t>
                      </m:r>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ℝ</m:t>
                      </m:r>
                    </m:oMath>
                  </m:oMathPara>
                </a14:m>
                <a:endParaRPr lang="en-GB" sz="3000" dirty="0"/>
              </a:p>
            </p:txBody>
          </p:sp>
        </mc:Choice>
        <mc:Fallback xmlns="">
          <p:sp>
            <p:nvSpPr>
              <p:cNvPr id="7" name="equation_3" descr="J_{r}:\mathbb{R}\longrightarrow\mathbb{R}">
                <a:extLst>
                  <a:ext uri="{FF2B5EF4-FFF2-40B4-BE49-F238E27FC236}">
                    <a16:creationId xmlns:a16="http://schemas.microsoft.com/office/drawing/2014/main" id="{7771E5A1-67B9-4FF0-B1EB-5B724E5341C9}"/>
                  </a:ext>
                </a:extLst>
              </p:cNvPr>
              <p:cNvSpPr>
                <a:spLocks noGrp="1" noRot="1" noChangeAspect="1" noMove="1" noResize="1" noEditPoints="1" noAdjustHandles="1" noChangeArrowheads="1" noChangeShapeType="1" noTextEdit="1"/>
              </p:cNvSpPr>
              <p:nvPr/>
            </p:nvSpPr>
            <p:spPr>
              <a:xfrm>
                <a:off x="666750" y="1885950"/>
                <a:ext cx="5095875" cy="5429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equation_4" descr="J_{r}:\mathbb{R}^{1\times d_r}\longrightarrow\mathbb{R}">
                <a:extLst>
                  <a:ext uri="{FF2B5EF4-FFF2-40B4-BE49-F238E27FC236}">
                    <a16:creationId xmlns:a16="http://schemas.microsoft.com/office/drawing/2014/main" id="{B1F94923-C245-4694-BB4E-5B7FDCD8B4BA}"/>
                  </a:ext>
                </a:extLst>
              </p:cNvPr>
              <p:cNvSpPr>
                <a:spLocks noGrp="1"/>
              </p:cNvSpPr>
              <p:nvPr/>
            </p:nvSpPr>
            <p:spPr>
              <a:xfrm>
                <a:off x="6524625" y="1894142"/>
                <a:ext cx="5095875" cy="5429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𝐽</m:t>
                          </m:r>
                        </m:e>
                        <m:sub>
                          <m:r>
                            <a:rPr lang="en-GB" sz="3000">
                              <a:solidFill>
                                <a:srgbClr val="087F83"/>
                              </a:solidFill>
                              <a:latin typeface="Cambria Math"/>
                              <a:ea typeface="Cambria Math"/>
                              <a:cs typeface="Cambria Math"/>
                            </a:rPr>
                            <m:t>𝑟</m:t>
                          </m:r>
                        </m:sub>
                      </m:sSub>
                      <m:r>
                        <a:rPr lang="it-IT" sz="3000" b="0" i="0" smtClean="0">
                          <a:solidFill>
                            <a:srgbClr val="087F83"/>
                          </a:solidFill>
                          <a:latin typeface="Cambria Math" panose="02040503050406030204" pitchFamily="18" charset="0"/>
                          <a:ea typeface="Cambria Math"/>
                          <a:cs typeface="Cambria Math"/>
                        </a:rPr>
                        <m:t> </m:t>
                      </m:r>
                      <m:r>
                        <a:rPr lang="en-GB" sz="3000">
                          <a:solidFill>
                            <a:srgbClr val="087F83"/>
                          </a:solidFill>
                          <a:latin typeface="Cambria Math"/>
                          <a:ea typeface="Cambria Math"/>
                          <a:cs typeface="Cambria Math"/>
                        </a:rPr>
                        <m:t>:</m:t>
                      </m:r>
                      <m:sSup>
                        <m:sSupPr>
                          <m:ctrlPr>
                            <a:rPr lang="en-GB" sz="3000">
                              <a:solidFill>
                                <a:srgbClr val="087F83"/>
                              </a:solidFill>
                              <a:latin typeface="Cambria Math"/>
                              <a:ea typeface="Cambria Math"/>
                              <a:cs typeface="Cambria Math"/>
                            </a:rPr>
                          </m:ctrlPr>
                        </m:sSupPr>
                        <m:e>
                          <m:r>
                            <a:rPr lang="en-GB" sz="3000">
                              <a:solidFill>
                                <a:srgbClr val="087F83"/>
                              </a:solidFill>
                              <a:latin typeface="Cambria Math"/>
                              <a:ea typeface="Cambria Math"/>
                              <a:cs typeface="Cambria Math"/>
                            </a:rPr>
                            <m:t>ℝ</m:t>
                          </m:r>
                        </m:e>
                        <m:sup>
                          <m:r>
                            <a:rPr lang="en-GB" sz="3000">
                              <a:solidFill>
                                <a:srgbClr val="087F83"/>
                              </a:solidFill>
                              <a:latin typeface="Cambria Math"/>
                              <a:ea typeface="Cambria Math"/>
                              <a:cs typeface="Cambria Math"/>
                            </a:rPr>
                            <m:t>1×</m:t>
                          </m:r>
                          <m:sSub>
                            <m:sSubPr>
                              <m:ctrlPr>
                                <a:rPr lang="en-GB" sz="3000">
                                  <a:solidFill>
                                    <a:srgbClr val="087F83"/>
                                  </a:solidFill>
                                  <a:latin typeface="Cambria Math"/>
                                  <a:ea typeface="Cambria Math"/>
                                  <a:cs typeface="Cambria Math"/>
                                </a:rPr>
                              </m:ctrlPr>
                            </m:sSubPr>
                            <m:e>
                              <m:r>
                                <a:rPr lang="en-GB" sz="3000">
                                  <a:solidFill>
                                    <a:srgbClr val="087F83"/>
                                  </a:solidFill>
                                  <a:latin typeface="Cambria Math"/>
                                  <a:ea typeface="Cambria Math"/>
                                  <a:cs typeface="Cambria Math"/>
                                </a:rPr>
                                <m:t>𝑑</m:t>
                              </m:r>
                            </m:e>
                            <m:sub>
                              <m:r>
                                <a:rPr lang="en-GB" sz="3000">
                                  <a:solidFill>
                                    <a:srgbClr val="087F83"/>
                                  </a:solidFill>
                                  <a:latin typeface="Cambria Math"/>
                                  <a:ea typeface="Cambria Math"/>
                                  <a:cs typeface="Cambria Math"/>
                                </a:rPr>
                                <m:t>𝑟</m:t>
                              </m:r>
                            </m:sub>
                          </m:sSub>
                        </m:sup>
                      </m:sSup>
                      <m:r>
                        <a:rPr lang="en-GB" sz="3000">
                          <a:solidFill>
                            <a:srgbClr val="087F83"/>
                          </a:solidFill>
                          <a:latin typeface="Cambria Math"/>
                          <a:ea typeface="Cambria Math"/>
                          <a:cs typeface="Cambria Math"/>
                        </a:rPr>
                        <m:t>⟶</m:t>
                      </m:r>
                      <m:r>
                        <a:rPr lang="en-GB" sz="3000">
                          <a:solidFill>
                            <a:srgbClr val="087F83"/>
                          </a:solidFill>
                          <a:latin typeface="Cambria Math"/>
                          <a:ea typeface="Cambria Math"/>
                          <a:cs typeface="Cambria Math"/>
                        </a:rPr>
                        <m:t>ℝ</m:t>
                      </m:r>
                    </m:oMath>
                  </m:oMathPara>
                </a14:m>
                <a:endParaRPr lang="en-GB" sz="3000" dirty="0"/>
              </a:p>
            </p:txBody>
          </p:sp>
        </mc:Choice>
        <mc:Fallback xmlns="">
          <p:sp>
            <p:nvSpPr>
              <p:cNvPr id="8" name="equation_4" descr="J_{r}:\mathbb{R}^{1\times d_r}\longrightarrow\mathbb{R}">
                <a:extLst>
                  <a:ext uri="{FF2B5EF4-FFF2-40B4-BE49-F238E27FC236}">
                    <a16:creationId xmlns:a16="http://schemas.microsoft.com/office/drawing/2014/main" id="{B1F94923-C245-4694-BB4E-5B7FDCD8B4BA}"/>
                  </a:ext>
                </a:extLst>
              </p:cNvPr>
              <p:cNvSpPr>
                <a:spLocks noGrp="1" noRot="1" noChangeAspect="1" noMove="1" noResize="1" noEditPoints="1" noAdjustHandles="1" noChangeArrowheads="1" noChangeShapeType="1" noTextEdit="1"/>
              </p:cNvSpPr>
              <p:nvPr/>
            </p:nvSpPr>
            <p:spPr>
              <a:xfrm>
                <a:off x="6524625" y="1894142"/>
                <a:ext cx="5095875" cy="54292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J'_{r}(a_r(x))">
                <a:extLst>
                  <a:ext uri="{FF2B5EF4-FFF2-40B4-BE49-F238E27FC236}">
                    <a16:creationId xmlns:a16="http://schemas.microsoft.com/office/drawing/2014/main" id="{C4A8ACCB-12E2-40C7-AF97-1B56F945C1D6}"/>
                  </a:ext>
                </a:extLst>
              </p:cNvPr>
              <p:cNvSpPr>
                <a:spLocks noGrp="1"/>
              </p:cNvSpPr>
              <p:nvPr/>
            </p:nvSpPr>
            <p:spPr>
              <a:xfrm>
                <a:off x="666750" y="3867150"/>
                <a:ext cx="5095875" cy="638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3100">
                              <a:solidFill>
                                <a:srgbClr val="087F83"/>
                              </a:solidFill>
                              <a:latin typeface="Cambria Math"/>
                              <a:ea typeface="Cambria Math"/>
                              <a:cs typeface="Cambria Math"/>
                            </a:rPr>
                          </m:ctrlPr>
                        </m:sSubSupPr>
                        <m:e>
                          <m:r>
                            <a:rPr lang="en-GB" sz="3100">
                              <a:solidFill>
                                <a:srgbClr val="087F83"/>
                              </a:solidFill>
                              <a:latin typeface="Cambria Math"/>
                              <a:ea typeface="Cambria Math"/>
                              <a:cs typeface="Cambria Math"/>
                            </a:rPr>
                            <m:t>𝐽</m:t>
                          </m:r>
                        </m:e>
                        <m:sub>
                          <m:r>
                            <a:rPr lang="en-GB" sz="3100">
                              <a:solidFill>
                                <a:srgbClr val="087F83"/>
                              </a:solidFill>
                              <a:latin typeface="Cambria Math"/>
                              <a:ea typeface="Cambria Math"/>
                              <a:cs typeface="Cambria Math"/>
                            </a:rPr>
                            <m:t>𝑟</m:t>
                          </m:r>
                        </m:sub>
                        <m:sup>
                          <m:r>
                            <a:rPr lang="en-GB" sz="3100">
                              <a:solidFill>
                                <a:srgbClr val="087F83"/>
                              </a:solidFill>
                              <a:latin typeface="Cambria Math"/>
                              <a:ea typeface="Cambria Math"/>
                              <a:cs typeface="Cambria Math"/>
                            </a:rPr>
                            <m:t>′</m:t>
                          </m:r>
                        </m:sup>
                      </m:sSubSup>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𝑎</m:t>
                              </m:r>
                            </m:e>
                            <m:sub>
                              <m:r>
                                <a:rPr lang="en-GB" sz="3100">
                                  <a:solidFill>
                                    <a:srgbClr val="087F83"/>
                                  </a:solidFill>
                                  <a:latin typeface="Cambria Math"/>
                                  <a:ea typeface="Cambria Math"/>
                                  <a:cs typeface="Cambria Math"/>
                                </a:rPr>
                                <m:t>𝑟</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𝑥</m:t>
                              </m:r>
                            </m:e>
                          </m:d>
                        </m:e>
                      </m:d>
                    </m:oMath>
                  </m:oMathPara>
                </a14:m>
                <a:endParaRPr lang="en-GB" sz="3100" dirty="0"/>
              </a:p>
            </p:txBody>
          </p:sp>
        </mc:Choice>
        <mc:Fallback xmlns="">
          <p:sp>
            <p:nvSpPr>
              <p:cNvPr id="9" name="equation_5" descr="J'_{r}(a_r(x))">
                <a:extLst>
                  <a:ext uri="{FF2B5EF4-FFF2-40B4-BE49-F238E27FC236}">
                    <a16:creationId xmlns:a16="http://schemas.microsoft.com/office/drawing/2014/main" id="{C4A8ACCB-12E2-40C7-AF97-1B56F945C1D6}"/>
                  </a:ext>
                </a:extLst>
              </p:cNvPr>
              <p:cNvSpPr>
                <a:spLocks noGrp="1" noRot="1" noChangeAspect="1" noMove="1" noResize="1" noEditPoints="1" noAdjustHandles="1" noChangeArrowheads="1" noChangeShapeType="1" noTextEdit="1"/>
              </p:cNvSpPr>
              <p:nvPr/>
            </p:nvSpPr>
            <p:spPr>
              <a:xfrm>
                <a:off x="666750" y="3867150"/>
                <a:ext cx="5095875" cy="6381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nabla J_{r}(\mathbf{a}_r(\mathbf{x}))">
                <a:extLst>
                  <a:ext uri="{FF2B5EF4-FFF2-40B4-BE49-F238E27FC236}">
                    <a16:creationId xmlns:a16="http://schemas.microsoft.com/office/drawing/2014/main" id="{C5E627E1-F5B4-4E4C-9B33-F5F15DDBC952}"/>
                  </a:ext>
                </a:extLst>
              </p:cNvPr>
              <p:cNvSpPr>
                <a:spLocks noGrp="1"/>
              </p:cNvSpPr>
              <p:nvPr/>
            </p:nvSpPr>
            <p:spPr>
              <a:xfrm>
                <a:off x="6429375" y="3867150"/>
                <a:ext cx="5095875" cy="6381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100">
                          <a:solidFill>
                            <a:srgbClr val="087F83"/>
                          </a:solidFill>
                          <a:latin typeface="Cambria Math"/>
                          <a:ea typeface="Cambria Math"/>
                          <a:cs typeface="Cambria Math"/>
                        </a:rPr>
                        <m:t>∇</m:t>
                      </m:r>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𝐽</m:t>
                          </m:r>
                        </m:e>
                        <m:sub>
                          <m:r>
                            <a:rPr lang="en-GB" sz="3100">
                              <a:solidFill>
                                <a:srgbClr val="087F83"/>
                              </a:solidFill>
                              <a:latin typeface="Cambria Math"/>
                              <a:ea typeface="Cambria Math"/>
                              <a:cs typeface="Cambria Math"/>
                            </a:rPr>
                            <m:t>𝑟</m:t>
                          </m:r>
                        </m:sub>
                      </m:sSub>
                      <m:d>
                        <m:dPr>
                          <m:ctrlPr>
                            <a:rPr lang="en-GB" sz="3100" i="1">
                              <a:solidFill>
                                <a:srgbClr val="087F83"/>
                              </a:solidFill>
                              <a:latin typeface="Cambria Math" panose="02040503050406030204" pitchFamily="18" charset="0"/>
                              <a:ea typeface="Cambria Math"/>
                              <a:cs typeface="Cambria Math"/>
                            </a:rPr>
                          </m:ctrlPr>
                        </m:dPr>
                        <m:e>
                          <m:sSub>
                            <m:sSubPr>
                              <m:ctrlPr>
                                <a:rPr lang="en-GB" sz="3100">
                                  <a:solidFill>
                                    <a:srgbClr val="087F83"/>
                                  </a:solidFill>
                                  <a:latin typeface="Cambria Math"/>
                                  <a:ea typeface="Cambria Math"/>
                                  <a:cs typeface="Cambria Math"/>
                                </a:rPr>
                              </m:ctrlPr>
                            </m:sSubPr>
                            <m:e>
                              <m:r>
                                <a:rPr lang="en-GB" sz="3100">
                                  <a:solidFill>
                                    <a:srgbClr val="087F83"/>
                                  </a:solidFill>
                                  <a:latin typeface="Cambria Math"/>
                                  <a:ea typeface="Cambria Math"/>
                                  <a:cs typeface="Cambria Math"/>
                                </a:rPr>
                                <m:t>𝐚</m:t>
                              </m:r>
                            </m:e>
                            <m:sub>
                              <m:r>
                                <a:rPr lang="en-GB" sz="3100">
                                  <a:solidFill>
                                    <a:srgbClr val="087F83"/>
                                  </a:solidFill>
                                  <a:latin typeface="Cambria Math"/>
                                  <a:ea typeface="Cambria Math"/>
                                  <a:cs typeface="Cambria Math"/>
                                </a:rPr>
                                <m:t>𝑟</m:t>
                              </m:r>
                            </m:sub>
                          </m:sSub>
                          <m:d>
                            <m:dPr>
                              <m:ctrlPr>
                                <a:rPr lang="en-GB" sz="3100">
                                  <a:solidFill>
                                    <a:srgbClr val="087F83"/>
                                  </a:solidFill>
                                  <a:latin typeface="Cambria Math"/>
                                  <a:ea typeface="Cambria Math"/>
                                  <a:cs typeface="Cambria Math"/>
                                </a:rPr>
                              </m:ctrlPr>
                            </m:dPr>
                            <m:e>
                              <m:r>
                                <a:rPr lang="en-GB" sz="3100">
                                  <a:solidFill>
                                    <a:srgbClr val="087F83"/>
                                  </a:solidFill>
                                  <a:latin typeface="Cambria Math"/>
                                  <a:ea typeface="Cambria Math"/>
                                  <a:cs typeface="Cambria Math"/>
                                </a:rPr>
                                <m:t>𝐱</m:t>
                              </m:r>
                            </m:e>
                          </m:d>
                        </m:e>
                      </m:d>
                    </m:oMath>
                  </m:oMathPara>
                </a14:m>
                <a:endParaRPr lang="en-GB" sz="3100"/>
              </a:p>
            </p:txBody>
          </p:sp>
        </mc:Choice>
        <mc:Fallback xmlns="">
          <p:sp>
            <p:nvSpPr>
              <p:cNvPr id="10" name="equation_6" descr="\nabla J_{r}(\mathbf{a}_r(\mathbf{x}))">
                <a:extLst>
                  <a:ext uri="{FF2B5EF4-FFF2-40B4-BE49-F238E27FC236}">
                    <a16:creationId xmlns:a16="http://schemas.microsoft.com/office/drawing/2014/main" id="{C5E627E1-F5B4-4E4C-9B33-F5F15DDBC952}"/>
                  </a:ext>
                </a:extLst>
              </p:cNvPr>
              <p:cNvSpPr>
                <a:spLocks noGrp="1" noRot="1" noChangeAspect="1" noMove="1" noResize="1" noEditPoints="1" noAdjustHandles="1" noChangeArrowheads="1" noChangeShapeType="1" noTextEdit="1"/>
              </p:cNvSpPr>
              <p:nvPr/>
            </p:nvSpPr>
            <p:spPr>
              <a:xfrm>
                <a:off x="6429375" y="3867150"/>
                <a:ext cx="5095875" cy="638175"/>
              </a:xfrm>
              <a:prstGeom prst="rect">
                <a:avLst/>
              </a:prstGeom>
              <a:blipFill>
                <a:blip r:embed="rId6"/>
                <a:stretch>
                  <a:fillRect/>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77DB8532-223D-4D27-8C45-A80D0A57FAA0}"/>
              </a:ext>
            </a:extLst>
          </p:cNvPr>
          <p:cNvSpPr>
            <a:spLocks noGrp="1"/>
          </p:cNvSpPr>
          <p:nvPr/>
        </p:nvSpPr>
        <p:spPr>
          <a:xfrm>
            <a:off x="5705475" y="4181475"/>
            <a:ext cx="657225" cy="476"/>
          </a:xfrm>
          <a:prstGeom prst="line">
            <a:avLst/>
          </a:prstGeom>
          <a:noFill/>
          <a:ln w="17145">
            <a:solidFill>
              <a:srgbClr val="526276"/>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2" name="equation_8" descr="\nabla J_{r}(\mathbf{a}_r(\mathbf{x}))=\left(\frac{\partial J_{r}}{\partial u_1}(\mathbf{a}_r(\mathbf{x})),\ldots,\frac{\partial J_{r}}{\partial u_{d_r}}(\mathbf{a}_r(\mathbf{x}))\right)">
                <a:extLst>
                  <a:ext uri="{FF2B5EF4-FFF2-40B4-BE49-F238E27FC236}">
                    <a16:creationId xmlns:a16="http://schemas.microsoft.com/office/drawing/2014/main" id="{04D6B3C5-D0C4-4FF9-867C-D0FDFBB0399A}"/>
                  </a:ext>
                </a:extLst>
              </p:cNvPr>
              <p:cNvSpPr>
                <a:spLocks noGrp="1"/>
              </p:cNvSpPr>
              <p:nvPr/>
            </p:nvSpPr>
            <p:spPr>
              <a:xfrm>
                <a:off x="571500" y="4667250"/>
                <a:ext cx="11049000" cy="116770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900" smtClean="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𝐽</m:t>
                          </m:r>
                        </m:e>
                        <m:sub>
                          <m:r>
                            <a:rPr lang="en-GB" sz="2900">
                              <a:solidFill>
                                <a:srgbClr val="087F83"/>
                              </a:solidFill>
                              <a:latin typeface="Cambria Math"/>
                              <a:ea typeface="Cambria Math"/>
                              <a:cs typeface="Cambria Math"/>
                            </a:rPr>
                            <m:t>𝑟</m:t>
                          </m:r>
                        </m:sub>
                      </m:sSub>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𝐚</m:t>
                              </m:r>
                            </m:e>
                            <m:sub>
                              <m:r>
                                <a:rPr lang="en-GB" sz="2900">
                                  <a:solidFill>
                                    <a:srgbClr val="087F83"/>
                                  </a:solidFill>
                                  <a:latin typeface="Cambria Math"/>
                                  <a:ea typeface="Cambria Math"/>
                                  <a:cs typeface="Cambria Math"/>
                                </a:rPr>
                                <m:t>𝑟</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e>
                      </m:d>
                      <m:r>
                        <a:rPr lang="en-GB" sz="290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f>
                            <m:fPr>
                              <m:ctrlPr>
                                <a:rPr lang="en-GB" sz="2900">
                                  <a:solidFill>
                                    <a:srgbClr val="087F83"/>
                                  </a:solidFill>
                                  <a:latin typeface="Cambria Math"/>
                                  <a:ea typeface="Cambria Math"/>
                                  <a:cs typeface="Cambria Math"/>
                                </a:rPr>
                              </m:ctrlPr>
                            </m:fPr>
                            <m:num>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𝐽</m:t>
                                  </m:r>
                                </m:e>
                                <m:sub>
                                  <m:r>
                                    <a:rPr lang="en-GB" sz="2900">
                                      <a:solidFill>
                                        <a:srgbClr val="087F83"/>
                                      </a:solidFill>
                                      <a:latin typeface="Cambria Math"/>
                                      <a:ea typeface="Cambria Math"/>
                                      <a:cs typeface="Cambria Math"/>
                                    </a:rPr>
                                    <m:t>𝑟</m:t>
                                  </m:r>
                                </m:sub>
                              </m:sSub>
                            </m:num>
                            <m:den>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𝑢</m:t>
                                  </m:r>
                                </m:e>
                                <m:sub>
                                  <m:r>
                                    <a:rPr lang="en-GB" sz="2900">
                                      <a:solidFill>
                                        <a:srgbClr val="087F83"/>
                                      </a:solidFill>
                                      <a:latin typeface="Cambria Math"/>
                                      <a:ea typeface="Cambria Math"/>
                                      <a:cs typeface="Cambria Math"/>
                                    </a:rPr>
                                    <m:t>1</m:t>
                                  </m:r>
                                </m:sub>
                              </m:sSub>
                            </m:den>
                          </m:f>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𝐚</m:t>
                                  </m:r>
                                </m:e>
                                <m:sub>
                                  <m:r>
                                    <a:rPr lang="en-GB" sz="2900">
                                      <a:solidFill>
                                        <a:srgbClr val="087F83"/>
                                      </a:solidFill>
                                      <a:latin typeface="Cambria Math"/>
                                      <a:ea typeface="Cambria Math"/>
                                      <a:cs typeface="Cambria Math"/>
                                    </a:rPr>
                                    <m:t>𝑟</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e>
                          </m:d>
                          <m:r>
                            <a:rPr lang="en-GB" sz="2900">
                              <a:solidFill>
                                <a:srgbClr val="087F83"/>
                              </a:solidFill>
                              <a:latin typeface="Cambria Math"/>
                              <a:ea typeface="Cambria Math"/>
                              <a:cs typeface="Cambria Math"/>
                            </a:rPr>
                            <m:t>,…,</m:t>
                          </m:r>
                          <m:f>
                            <m:fPr>
                              <m:ctrlPr>
                                <a:rPr lang="en-GB" sz="2900">
                                  <a:solidFill>
                                    <a:srgbClr val="087F83"/>
                                  </a:solidFill>
                                  <a:latin typeface="Cambria Math"/>
                                  <a:ea typeface="Cambria Math"/>
                                  <a:cs typeface="Cambria Math"/>
                                </a:rPr>
                              </m:ctrlPr>
                            </m:fPr>
                            <m:num>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𝐽</m:t>
                                  </m:r>
                                </m:e>
                                <m:sub>
                                  <m:r>
                                    <a:rPr lang="en-GB" sz="2900">
                                      <a:solidFill>
                                        <a:srgbClr val="087F83"/>
                                      </a:solidFill>
                                      <a:latin typeface="Cambria Math"/>
                                      <a:ea typeface="Cambria Math"/>
                                      <a:cs typeface="Cambria Math"/>
                                    </a:rPr>
                                    <m:t>𝑟</m:t>
                                  </m:r>
                                </m:sub>
                              </m:sSub>
                            </m:num>
                            <m:den>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𝑢</m:t>
                                  </m:r>
                                </m:e>
                                <m:sub>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𝑑</m:t>
                                      </m:r>
                                    </m:e>
                                    <m:sub>
                                      <m:r>
                                        <a:rPr lang="en-GB" sz="2900">
                                          <a:solidFill>
                                            <a:srgbClr val="087F83"/>
                                          </a:solidFill>
                                          <a:latin typeface="Cambria Math"/>
                                          <a:ea typeface="Cambria Math"/>
                                          <a:cs typeface="Cambria Math"/>
                                        </a:rPr>
                                        <m:t>𝑟</m:t>
                                      </m:r>
                                    </m:sub>
                                  </m:sSub>
                                </m:sub>
                              </m:sSub>
                            </m:den>
                          </m:f>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𝐚</m:t>
                                  </m:r>
                                </m:e>
                                <m:sub>
                                  <m:r>
                                    <a:rPr lang="en-GB" sz="2900">
                                      <a:solidFill>
                                        <a:srgbClr val="087F83"/>
                                      </a:solidFill>
                                      <a:latin typeface="Cambria Math"/>
                                      <a:ea typeface="Cambria Math"/>
                                      <a:cs typeface="Cambria Math"/>
                                    </a:rPr>
                                    <m:t>𝑟</m:t>
                                  </m:r>
                                </m:sub>
                              </m:sSub>
                              <m:d>
                                <m:dPr>
                                  <m:ctrlPr>
                                    <a:rPr lang="en-GB" sz="2900">
                                      <a:solidFill>
                                        <a:srgbClr val="087F83"/>
                                      </a:solidFill>
                                      <a:latin typeface="Cambria Math"/>
                                      <a:ea typeface="Cambria Math"/>
                                      <a:cs typeface="Cambria Math"/>
                                    </a:rPr>
                                  </m:ctrlPr>
                                </m:dPr>
                                <m:e>
                                  <m:r>
                                    <a:rPr lang="en-GB" sz="2900">
                                      <a:solidFill>
                                        <a:srgbClr val="087F83"/>
                                      </a:solidFill>
                                      <a:latin typeface="Cambria Math"/>
                                      <a:ea typeface="Cambria Math"/>
                                      <a:cs typeface="Cambria Math"/>
                                    </a:rPr>
                                    <m:t>𝐱</m:t>
                                  </m:r>
                                </m:e>
                              </m:d>
                            </m:e>
                          </m:d>
                        </m:e>
                      </m:d>
                    </m:oMath>
                  </m:oMathPara>
                </a14:m>
                <a:endParaRPr lang="en-GB" sz="2900" dirty="0"/>
              </a:p>
            </p:txBody>
          </p:sp>
        </mc:Choice>
        <mc:Fallback xmlns="">
          <p:sp>
            <p:nvSpPr>
              <p:cNvPr id="12" name="equation_8" descr="\nabla J_{r}(\mathbf{a}_r(\mathbf{x}))=\left(\frac{\partial J_{r}}{\partial u_1}(\mathbf{a}_r(\mathbf{x})),\ldots,\frac{\partial J_{r}}{\partial u_{d_r}}(\mathbf{a}_r(\mathbf{x}))\right)">
                <a:extLst>
                  <a:ext uri="{FF2B5EF4-FFF2-40B4-BE49-F238E27FC236}">
                    <a16:creationId xmlns:a16="http://schemas.microsoft.com/office/drawing/2014/main" id="{04D6B3C5-D0C4-4FF9-867C-D0FDFBB0399A}"/>
                  </a:ext>
                </a:extLst>
              </p:cNvPr>
              <p:cNvSpPr>
                <a:spLocks noGrp="1" noRot="1" noChangeAspect="1" noMove="1" noResize="1" noEditPoints="1" noAdjustHandles="1" noChangeArrowheads="1" noChangeShapeType="1" noTextEdit="1"/>
              </p:cNvSpPr>
              <p:nvPr/>
            </p:nvSpPr>
            <p:spPr>
              <a:xfrm>
                <a:off x="571500" y="4667250"/>
                <a:ext cx="11049000" cy="1167702"/>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 name="equation_9" descr="J_{r}(\mathbf{u})=J_{r+1}\bigl(\mathbf{ReLU}(\mathbf{u})\mathbf{W}_{r+1}+\mathbf{b}_{r+1}\bigr),\quad r&lt;L">
                <a:extLst>
                  <a:ext uri="{FF2B5EF4-FFF2-40B4-BE49-F238E27FC236}">
                    <a16:creationId xmlns:a16="http://schemas.microsoft.com/office/drawing/2014/main" id="{599B3790-2119-4187-90D8-BB0AA72116F9}"/>
                  </a:ext>
                </a:extLst>
              </p:cNvPr>
              <p:cNvSpPr>
                <a:spLocks noGrp="1"/>
              </p:cNvSpPr>
              <p:nvPr/>
            </p:nvSpPr>
            <p:spPr>
              <a:xfrm>
                <a:off x="428625" y="3117660"/>
                <a:ext cx="11334750"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𝑟</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𝐮</m:t>
                          </m:r>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𝑟</m:t>
                          </m:r>
                          <m:r>
                            <a:rPr lang="en-GB" sz="2800">
                              <a:solidFill>
                                <a:srgbClr val="FF0000"/>
                              </a:solidFill>
                              <a:latin typeface="Cambria Math"/>
                              <a:ea typeface="Cambria Math"/>
                              <a:cs typeface="Cambria Math"/>
                            </a:rPr>
                            <m:t>+1</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𝐑𝐞𝐋𝐔</m:t>
                          </m:r>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𝐮</m:t>
                              </m:r>
                            </m:e>
                          </m:d>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𝐖</m:t>
                              </m:r>
                            </m:e>
                            <m:sub>
                              <m:r>
                                <a:rPr lang="en-GB" sz="2800">
                                  <a:solidFill>
                                    <a:srgbClr val="FF0000"/>
                                  </a:solidFill>
                                  <a:latin typeface="Cambria Math"/>
                                  <a:ea typeface="Cambria Math"/>
                                  <a:cs typeface="Cambria Math"/>
                                </a:rPr>
                                <m:t>𝑟</m:t>
                              </m:r>
                              <m:r>
                                <a:rPr lang="en-GB" sz="2800">
                                  <a:solidFill>
                                    <a:srgbClr val="FF0000"/>
                                  </a:solidFill>
                                  <a:latin typeface="Cambria Math"/>
                                  <a:ea typeface="Cambria Math"/>
                                  <a:cs typeface="Cambria Math"/>
                                </a:rPr>
                                <m:t>+1</m:t>
                              </m:r>
                            </m:sub>
                          </m:sSub>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𝐛</m:t>
                              </m:r>
                            </m:e>
                            <m:sub>
                              <m:r>
                                <a:rPr lang="en-GB" sz="2800">
                                  <a:solidFill>
                                    <a:srgbClr val="FF0000"/>
                                  </a:solidFill>
                                  <a:latin typeface="Cambria Math"/>
                                  <a:ea typeface="Cambria Math"/>
                                  <a:cs typeface="Cambria Math"/>
                                </a:rPr>
                                <m:t>𝑟</m:t>
                              </m:r>
                              <m:r>
                                <a:rPr lang="en-GB" sz="2800">
                                  <a:solidFill>
                                    <a:srgbClr val="FF0000"/>
                                  </a:solidFill>
                                  <a:latin typeface="Cambria Math"/>
                                  <a:ea typeface="Cambria Math"/>
                                  <a:cs typeface="Cambria Math"/>
                                </a:rPr>
                                <m:t>+1</m:t>
                              </m:r>
                            </m:sub>
                          </m:sSub>
                        </m:e>
                      </m:d>
                      <m:r>
                        <a:rPr lang="en-GB" sz="2800">
                          <a:solidFill>
                            <a:srgbClr val="FF0000"/>
                          </a:solidFill>
                          <a:latin typeface="Cambria Math"/>
                          <a:ea typeface="Cambria Math"/>
                          <a:cs typeface="Cambria Math"/>
                        </a:rPr>
                        <m:t>, </m:t>
                      </m:r>
                      <m:r>
                        <a:rPr lang="en-GB" sz="2800">
                          <a:solidFill>
                            <a:srgbClr val="FF0000"/>
                          </a:solidFill>
                          <a:latin typeface="Cambria Math"/>
                          <a:ea typeface="Cambria Math"/>
                          <a:cs typeface="Cambria Math"/>
                        </a:rPr>
                        <m:t>𝑟</m:t>
                      </m:r>
                      <m:r>
                        <a:rPr lang="en-GB" sz="2800">
                          <a:solidFill>
                            <a:srgbClr val="FF0000"/>
                          </a:solidFill>
                          <a:latin typeface="Cambria Math"/>
                          <a:ea typeface="Cambria Math"/>
                          <a:cs typeface="Cambria Math"/>
                        </a:rPr>
                        <m:t>&lt;</m:t>
                      </m:r>
                      <m:r>
                        <a:rPr lang="en-GB" sz="2800">
                          <a:solidFill>
                            <a:srgbClr val="FF0000"/>
                          </a:solidFill>
                          <a:latin typeface="Cambria Math"/>
                          <a:ea typeface="Cambria Math"/>
                          <a:cs typeface="Cambria Math"/>
                        </a:rPr>
                        <m:t>𝐿</m:t>
                      </m:r>
                    </m:oMath>
                  </m:oMathPara>
                </a14:m>
                <a:endParaRPr lang="en-GB" sz="2800" dirty="0">
                  <a:solidFill>
                    <a:srgbClr val="FF0000"/>
                  </a:solidFill>
                </a:endParaRPr>
              </a:p>
            </p:txBody>
          </p:sp>
        </mc:Choice>
        <mc:Fallback xmlns="">
          <p:sp>
            <p:nvSpPr>
              <p:cNvPr id="13" name="equation_9" descr="J_{r}(\mathbf{u})=J_{r+1}\bigl(\mathbf{ReLU}(\mathbf{u})\mathbf{W}_{r+1}+\mathbf{b}_{r+1}\bigr),\quad r&lt;L">
                <a:extLst>
                  <a:ext uri="{FF2B5EF4-FFF2-40B4-BE49-F238E27FC236}">
                    <a16:creationId xmlns:a16="http://schemas.microsoft.com/office/drawing/2014/main" id="{599B3790-2119-4187-90D8-BB0AA72116F9}"/>
                  </a:ext>
                </a:extLst>
              </p:cNvPr>
              <p:cNvSpPr>
                <a:spLocks noGrp="1" noRot="1" noChangeAspect="1" noMove="1" noResize="1" noEditPoints="1" noAdjustHandles="1" noChangeArrowheads="1" noChangeShapeType="1" noTextEdit="1"/>
              </p:cNvSpPr>
              <p:nvPr/>
            </p:nvSpPr>
            <p:spPr>
              <a:xfrm>
                <a:off x="428625" y="3117660"/>
                <a:ext cx="11334750" cy="619125"/>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text_10">
                <a:extLst>
                  <a:ext uri="{FF2B5EF4-FFF2-40B4-BE49-F238E27FC236}">
                    <a16:creationId xmlns:a16="http://schemas.microsoft.com/office/drawing/2014/main" id="{C0927AF2-D202-4D6F-8F5D-E271A696F43B}"/>
                  </a:ext>
                </a:extLst>
              </p:cNvPr>
              <p:cNvSpPr>
                <a:spLocks noGrp="1"/>
              </p:cNvSpPr>
              <p:nvPr/>
            </p:nvSpPr>
            <p:spPr>
              <a:xfrm>
                <a:off x="571500" y="6010275"/>
                <a:ext cx="11049000" cy="419100"/>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1875" b="1" dirty="0">
                    <a:solidFill>
                      <a:srgbClr val="182D45"/>
                    </a:solidFill>
                    <a:latin typeface="DejaVu Sans"/>
                    <a:ea typeface="DejaVu Sans"/>
                    <a:cs typeface="DejaVu Sans"/>
                  </a:rPr>
                  <a:t>One partial derivative per input coordinate: a row of shape </a:t>
                </a:r>
                <a14:m>
                  <m:oMath xmlns:m="http://schemas.openxmlformats.org/officeDocument/2006/math">
                    <m:r>
                      <a:rPr lang="en-GB" sz="1875">
                        <a:solidFill>
                          <a:srgbClr val="182D45"/>
                        </a:solidFill>
                        <a:latin typeface="Cambria Math"/>
                        <a:ea typeface="Cambria Math"/>
                        <a:cs typeface="Cambria Math"/>
                      </a:rPr>
                      <m:t>1×</m:t>
                    </m:r>
                    <m:sSub>
                      <m:sSubPr>
                        <m:ctrlPr>
                          <a:rPr lang="en-GB" sz="1875">
                            <a:solidFill>
                              <a:srgbClr val="182D45"/>
                            </a:solidFill>
                            <a:latin typeface="Cambria Math"/>
                            <a:ea typeface="Cambria Math"/>
                            <a:cs typeface="Cambria Math"/>
                          </a:rPr>
                        </m:ctrlPr>
                      </m:sSubPr>
                      <m:e>
                        <m:r>
                          <a:rPr lang="en-GB" sz="1875">
                            <a:solidFill>
                              <a:srgbClr val="182D45"/>
                            </a:solidFill>
                            <a:latin typeface="Cambria Math"/>
                            <a:ea typeface="Cambria Math"/>
                            <a:cs typeface="Cambria Math"/>
                          </a:rPr>
                          <m:t>𝑑</m:t>
                        </m:r>
                      </m:e>
                      <m:sub>
                        <m:r>
                          <a:rPr lang="en-GB" sz="1875">
                            <a:solidFill>
                              <a:srgbClr val="182D45"/>
                            </a:solidFill>
                            <a:latin typeface="Cambria Math"/>
                            <a:ea typeface="Cambria Math"/>
                            <a:cs typeface="Cambria Math"/>
                          </a:rPr>
                          <m:t>𝑟</m:t>
                        </m:r>
                      </m:sub>
                    </m:sSub>
                  </m:oMath>
                </a14:m>
                <a:r>
                  <a:rPr sz="1875" b="1" dirty="0">
                    <a:solidFill>
                      <a:srgbClr val="182D45"/>
                    </a:solidFill>
                    <a:latin typeface="DejaVu Sans"/>
                    <a:ea typeface="DejaVu Sans"/>
                    <a:cs typeface="DejaVu Sans"/>
                  </a:rPr>
                  <a:t>.</a:t>
                </a:r>
              </a:p>
            </p:txBody>
          </p:sp>
        </mc:Choice>
        <mc:Fallback xmlns="">
          <p:sp>
            <p:nvSpPr>
              <p:cNvPr id="14" name="text_10">
                <a:extLst>
                  <a:ext uri="{FF2B5EF4-FFF2-40B4-BE49-F238E27FC236}">
                    <a16:creationId xmlns:a16="http://schemas.microsoft.com/office/drawing/2014/main" id="{C0927AF2-D202-4D6F-8F5D-E271A696F43B}"/>
                  </a:ext>
                </a:extLst>
              </p:cNvPr>
              <p:cNvSpPr>
                <a:spLocks noGrp="1" noRot="1" noChangeAspect="1" noMove="1" noResize="1" noEditPoints="1" noAdjustHandles="1" noChangeArrowheads="1" noChangeShapeType="1" noTextEdit="1"/>
              </p:cNvSpPr>
              <p:nvPr/>
            </p:nvSpPr>
            <p:spPr>
              <a:xfrm>
                <a:off x="571500" y="6010275"/>
                <a:ext cx="11049000" cy="419100"/>
              </a:xfrm>
              <a:prstGeom prst="rect">
                <a:avLst/>
              </a:prstGeom>
              <a:blipFill>
                <a:blip r:embed="rId9"/>
                <a:stretch>
                  <a:fillRect t="-2899" b="-17391"/>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output_base_case">
                <a:extLst>
                  <a:ext uri="{FF2B5EF4-FFF2-40B4-BE49-F238E27FC236}">
                    <a16:creationId xmlns:a16="http://schemas.microsoft.com/office/drawing/2014/main" id="{E999F9AA-E0B7-42DA-87F3-C986DA8F0434}"/>
                  </a:ext>
                </a:extLst>
              </p:cNvPr>
              <p:cNvSpPr>
                <a:spLocks noGrp="1"/>
              </p:cNvSpPr>
              <p:nvPr/>
            </p:nvSpPr>
            <p:spPr>
              <a:xfrm>
                <a:off x="523875" y="2624137"/>
                <a:ext cx="11144250" cy="447675"/>
              </a:xfrm>
              <a:prstGeom prst="rect">
                <a:avLst/>
              </a:prstGeom>
              <a:noFill/>
              <a:ln w="0">
                <a:noFill/>
              </a:ln>
            </p:spPr>
            <p:txBody>
              <a:bodyPr wrap="none" lIns="0" tIns="0" rIns="0" bIns="0" anchor="ctr"/>
              <a:lstStyle>
                <a:defPPr algn="ctr">
                  <a:defRPr sz="2200">
                    <a:solidFill>
                      <a:srgbClr val="00868B"/>
                    </a:solidFill>
                    <a:latin typeface="DejaVu Sans"/>
                    <a:ea typeface="DejaVu Sans"/>
                    <a:cs typeface="DejaVu Sans"/>
                  </a:defRPr>
                </a:defPPr>
              </a:lstStyle>
              <a:p>
                <a:pPr algn="ctr"/>
                <a14:m>
                  <m:oMathPara xmlns:m="http://schemas.openxmlformats.org/officeDocument/2006/math">
                    <m:oMath>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𝐽</m:t>
                          </m:r>
                        </m:e>
                        <m:sub>
                          <m:r>
                            <a:rPr lang="en-GB" sz="2800">
                              <a:solidFill>
                                <a:srgbClr val="FF0000"/>
                              </a:solidFill>
                              <a:latin typeface="Cambria Math"/>
                              <a:ea typeface="Cambria Math"/>
                              <a:cs typeface="Cambria Math"/>
                            </a:rPr>
                            <m:t>𝐿</m:t>
                          </m:r>
                        </m:sub>
                      </m:sSub>
                      <m:d>
                        <m:dPr>
                          <m:ctrlPr>
                            <a:rPr lang="en-GB" sz="2800">
                              <a:solidFill>
                                <a:srgbClr val="FF0000"/>
                              </a:solidFill>
                              <a:latin typeface="Cambria Math"/>
                              <a:ea typeface="Cambria Math"/>
                              <a:cs typeface="Cambria Math"/>
                            </a:rPr>
                          </m:ctrlPr>
                        </m:dPr>
                        <m:e>
                          <m:r>
                            <a:rPr lang="en-GB" sz="2800">
                              <a:solidFill>
                                <a:srgbClr val="FF0000"/>
                              </a:solidFill>
                              <a:latin typeface="Cambria Math"/>
                              <a:ea typeface="Cambria Math"/>
                              <a:cs typeface="Cambria Math"/>
                            </a:rPr>
                            <m:t>𝐮</m:t>
                          </m:r>
                        </m:e>
                      </m:d>
                      <m:r>
                        <a:rPr lang="it-IT" sz="2800" b="0" i="1" smtClean="0">
                          <a:solidFill>
                            <a:srgbClr val="FF0000"/>
                          </a:solidFill>
                          <a:latin typeface="Cambria Math" panose="02040503050406030204" pitchFamily="18" charset="0"/>
                          <a:ea typeface="Cambria Math"/>
                          <a:cs typeface="Cambria Math"/>
                        </a:rPr>
                        <m:t>=</m:t>
                      </m:r>
                      <m:sSub>
                        <m:sSubPr>
                          <m:ctrlPr>
                            <a:rPr lang="it-IT" sz="2800" b="0" i="1" smtClean="0">
                              <a:solidFill>
                                <a:srgbClr val="FF0000"/>
                              </a:solidFill>
                              <a:latin typeface="Cambria Math" panose="02040503050406030204" pitchFamily="18" charset="0"/>
                              <a:ea typeface="Cambria Math"/>
                              <a:cs typeface="Cambria Math"/>
                            </a:rPr>
                          </m:ctrlPr>
                        </m:sSubPr>
                        <m:e>
                          <m:r>
                            <a:rPr lang="it-IT" sz="2800" b="0" i="1" smtClean="0">
                              <a:solidFill>
                                <a:srgbClr val="FF0000"/>
                              </a:solidFill>
                              <a:latin typeface="Cambria Math" panose="02040503050406030204" pitchFamily="18" charset="0"/>
                              <a:ea typeface="Cambria Math"/>
                              <a:cs typeface="Cambria Math"/>
                            </a:rPr>
                            <m:t>𝐽</m:t>
                          </m:r>
                        </m:e>
                        <m:sub>
                          <m:r>
                            <a:rPr lang="it-IT" sz="2800" b="0" i="1" smtClean="0">
                              <a:solidFill>
                                <a:srgbClr val="FF0000"/>
                              </a:solidFill>
                              <a:latin typeface="Cambria Math" panose="02040503050406030204" pitchFamily="18" charset="0"/>
                              <a:ea typeface="Cambria Math"/>
                              <a:cs typeface="Cambria Math"/>
                            </a:rPr>
                            <m:t>𝐿</m:t>
                          </m:r>
                        </m:sub>
                      </m:sSub>
                      <m:d>
                        <m:dPr>
                          <m:ctrlPr>
                            <a:rPr lang="it-IT" sz="2800" b="0" i="1" smtClean="0">
                              <a:solidFill>
                                <a:srgbClr val="FF0000"/>
                              </a:solidFill>
                              <a:latin typeface="Cambria Math" panose="02040503050406030204" pitchFamily="18" charset="0"/>
                              <a:ea typeface="Cambria Math"/>
                            </a:rPr>
                          </m:ctrlPr>
                        </m:dPr>
                        <m:e>
                          <m:d>
                            <m:dPr>
                              <m:begChr m:val="["/>
                              <m:endChr m:val="]"/>
                              <m:ctrlPr>
                                <a:rPr lang="it-IT" sz="2800" b="0" i="1" smtClean="0">
                                  <a:solidFill>
                                    <a:srgbClr val="FF0000"/>
                                  </a:solidFill>
                                  <a:latin typeface="Cambria Math" panose="02040503050406030204" pitchFamily="18" charset="0"/>
                                  <a:ea typeface="Cambria Math"/>
                                </a:rPr>
                              </m:ctrlPr>
                            </m:dPr>
                            <m:e>
                              <m:sSub>
                                <m:sSubPr>
                                  <m:ctrlPr>
                                    <a:rPr lang="it-IT" sz="2800" b="0" i="1" smtClean="0">
                                      <a:solidFill>
                                        <a:srgbClr val="FF0000"/>
                                      </a:solidFill>
                                      <a:latin typeface="Cambria Math" panose="02040503050406030204" pitchFamily="18" charset="0"/>
                                      <a:ea typeface="Cambria Math"/>
                                    </a:rPr>
                                  </m:ctrlPr>
                                </m:sSubPr>
                                <m:e>
                                  <m:r>
                                    <a:rPr lang="it-IT" sz="2800" b="0" i="1" smtClean="0">
                                      <a:solidFill>
                                        <a:srgbClr val="FF0000"/>
                                      </a:solidFill>
                                      <a:latin typeface="Cambria Math" panose="02040503050406030204" pitchFamily="18" charset="0"/>
                                      <a:ea typeface="Cambria Math"/>
                                    </a:rPr>
                                    <m:t>𝑢</m:t>
                                  </m:r>
                                </m:e>
                                <m:sub>
                                  <m:r>
                                    <a:rPr lang="it-IT" sz="2800" b="0" i="1" smtClean="0">
                                      <a:solidFill>
                                        <a:srgbClr val="FF0000"/>
                                      </a:solidFill>
                                      <a:latin typeface="Cambria Math" panose="02040503050406030204" pitchFamily="18" charset="0"/>
                                      <a:ea typeface="Cambria Math"/>
                                    </a:rPr>
                                    <m:t>1</m:t>
                                  </m:r>
                                </m:sub>
                              </m:sSub>
                            </m:e>
                          </m:d>
                        </m:e>
                      </m:d>
                      <m:r>
                        <a:rPr lang="en-GB" sz="2800">
                          <a:solidFill>
                            <a:srgbClr val="FF0000"/>
                          </a:solidFill>
                          <a:latin typeface="Cambria Math"/>
                          <a:ea typeface="Cambria Math"/>
                          <a:cs typeface="Cambria Math"/>
                        </a:rPr>
                        <m:t>=(</m:t>
                      </m:r>
                      <m:sSub>
                        <m:sSubPr>
                          <m:ctrlPr>
                            <a:rPr lang="en-GB" sz="2800">
                              <a:solidFill>
                                <a:srgbClr val="FF0000"/>
                              </a:solidFill>
                              <a:latin typeface="Cambria Math"/>
                              <a:ea typeface="Cambria Math"/>
                              <a:cs typeface="Cambria Math"/>
                            </a:rPr>
                          </m:ctrlPr>
                        </m:sSubPr>
                        <m:e>
                          <m:r>
                            <a:rPr lang="en-GB" sz="2800">
                              <a:solidFill>
                                <a:srgbClr val="FF0000"/>
                              </a:solidFill>
                              <a:latin typeface="Cambria Math"/>
                              <a:ea typeface="Cambria Math"/>
                              <a:cs typeface="Cambria Math"/>
                            </a:rPr>
                            <m:t>𝑢</m:t>
                          </m:r>
                        </m:e>
                        <m:sub>
                          <m:r>
                            <a:rPr lang="en-GB" sz="2800">
                              <a:solidFill>
                                <a:srgbClr val="FF0000"/>
                              </a:solidFill>
                              <a:latin typeface="Cambria Math"/>
                              <a:ea typeface="Cambria Math"/>
                              <a:cs typeface="Cambria Math"/>
                            </a:rPr>
                            <m:t>1</m:t>
                          </m:r>
                        </m:sub>
                      </m:sSub>
                      <m:r>
                        <a:rPr lang="en-GB" sz="2800">
                          <a:solidFill>
                            <a:srgbClr val="FF0000"/>
                          </a:solidFill>
                          <a:latin typeface="Cambria Math"/>
                          <a:ea typeface="Cambria Math"/>
                          <a:cs typeface="Cambria Math"/>
                        </a:rPr>
                        <m:t>−</m:t>
                      </m:r>
                      <m:r>
                        <a:rPr lang="en-GB" sz="2800">
                          <a:solidFill>
                            <a:srgbClr val="FF0000"/>
                          </a:solidFill>
                          <a:latin typeface="Cambria Math"/>
                          <a:ea typeface="Cambria Math"/>
                          <a:cs typeface="Cambria Math"/>
                        </a:rPr>
                        <m:t>𝑦</m:t>
                      </m:r>
                      <m:sSup>
                        <m:sSupPr>
                          <m:ctrlPr>
                            <a:rPr lang="en-GB" sz="2800">
                              <a:solidFill>
                                <a:srgbClr val="FF0000"/>
                              </a:solidFill>
                              <a:latin typeface="Cambria Math"/>
                              <a:ea typeface="Cambria Math"/>
                              <a:cs typeface="Cambria Math"/>
                            </a:rPr>
                          </m:ctrlPr>
                        </m:sSupPr>
                        <m:e>
                          <m:r>
                            <a:rPr lang="en-GB" sz="2800">
                              <a:solidFill>
                                <a:srgbClr val="FF0000"/>
                              </a:solidFill>
                              <a:latin typeface="Cambria Math"/>
                              <a:ea typeface="Cambria Math"/>
                              <a:cs typeface="Cambria Math"/>
                            </a:rPr>
                            <m:t>)</m:t>
                          </m:r>
                        </m:e>
                        <m:sup>
                          <m:r>
                            <a:rPr lang="en-GB" sz="2800">
                              <a:solidFill>
                                <a:srgbClr val="FF0000"/>
                              </a:solidFill>
                              <a:latin typeface="Cambria Math"/>
                              <a:ea typeface="Cambria Math"/>
                              <a:cs typeface="Cambria Math"/>
                            </a:rPr>
                            <m:t>2</m:t>
                          </m:r>
                        </m:sup>
                      </m:sSup>
                    </m:oMath>
                  </m:oMathPara>
                </a14:m>
                <a:endParaRPr sz="2800" dirty="0"/>
              </a:p>
            </p:txBody>
          </p:sp>
        </mc:Choice>
        <mc:Fallback xmlns="">
          <p:sp>
            <p:nvSpPr>
              <p:cNvPr id="16" name="output_base_case">
                <a:extLst>
                  <a:ext uri="{FF2B5EF4-FFF2-40B4-BE49-F238E27FC236}">
                    <a16:creationId xmlns:a16="http://schemas.microsoft.com/office/drawing/2014/main" id="{E999F9AA-E0B7-42DA-87F3-C986DA8F0434}"/>
                  </a:ext>
                </a:extLst>
              </p:cNvPr>
              <p:cNvSpPr>
                <a:spLocks noGrp="1" noRot="1" noChangeAspect="1" noMove="1" noResize="1" noEditPoints="1" noAdjustHandles="1" noChangeArrowheads="1" noChangeShapeType="1" noTextEdit="1"/>
              </p:cNvSpPr>
              <p:nvPr/>
            </p:nvSpPr>
            <p:spPr>
              <a:xfrm>
                <a:off x="523875" y="2624137"/>
                <a:ext cx="11144250" cy="447675"/>
              </a:xfrm>
              <a:prstGeom prst="rect">
                <a:avLst/>
              </a:prstGeom>
              <a:blipFill>
                <a:blip r:embed="rId10"/>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302345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30581CC1-049A-466C-978C-9D4934AA9B7C}"/>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Two different</a:t>
            </a:r>
            <a:r>
              <a:rPr lang="it-IT" sz="3300" b="1" dirty="0">
                <a:solidFill>
                  <a:srgbClr val="182D45"/>
                </a:solidFill>
                <a:latin typeface="DejaVu Sans"/>
                <a:ea typeface="DejaVu Sans"/>
                <a:cs typeface="DejaVu Sans"/>
              </a:rPr>
              <a:t> </a:t>
            </a:r>
            <a:r>
              <a:rPr sz="3300" b="1" dirty="0">
                <a:solidFill>
                  <a:srgbClr val="182D45"/>
                </a:solidFill>
                <a:latin typeface="DejaVu Sans"/>
                <a:ea typeface="DejaVu Sans"/>
                <a:cs typeface="DejaVu Sans"/>
              </a:rPr>
              <a:t>products</a:t>
            </a:r>
          </a:p>
        </p:txBody>
      </p:sp>
      <p:sp>
        <p:nvSpPr>
          <p:cNvPr id="2" name="lead">
            <a:extLst>
              <a:ext uri="{FF2B5EF4-FFF2-40B4-BE49-F238E27FC236}">
                <a16:creationId xmlns:a16="http://schemas.microsoft.com/office/drawing/2014/main" id="{650258F5-DD5F-431B-8F64-3BB8F583D250}"/>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The same two matrices give different results under the two operations.</a:t>
            </a:r>
          </a:p>
        </p:txBody>
      </p:sp>
      <p:sp>
        <p:nvSpPr>
          <p:cNvPr id="3" name="footer_course">
            <a:extLst>
              <a:ext uri="{FF2B5EF4-FFF2-40B4-BE49-F238E27FC236}">
                <a16:creationId xmlns:a16="http://schemas.microsoft.com/office/drawing/2014/main" id="{14D3324A-E564-4C33-9309-B699F00996A5}"/>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87B3AFF6-F361-46FF-BB79-F087826F0F66}"/>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26</a:t>
            </a:r>
          </a:p>
        </p:txBody>
      </p:sp>
      <mc:AlternateContent xmlns:mc="http://schemas.openxmlformats.org/markup-compatibility/2006" xmlns:a14="http://schemas.microsoft.com/office/drawing/2010/main">
        <mc:Choice Requires="a14">
          <p:sp>
            <p:nvSpPr>
              <p:cNvPr id="5" name="equation_1" descr="\mathbf{A}=\begin{pmatrix}1&amp;2\\3&amp;4\end{pmatrix},\qquad\mathbf{B}=\begin{pmatrix}5&amp;6\\7&amp;8\end{pmatrix}">
                <a:extLst>
                  <a:ext uri="{FF2B5EF4-FFF2-40B4-BE49-F238E27FC236}">
                    <a16:creationId xmlns:a16="http://schemas.microsoft.com/office/drawing/2014/main" id="{BF6B47A8-AD1B-4473-AF17-BF7B31F64F49}"/>
                  </a:ext>
                </a:extLst>
              </p:cNvPr>
              <p:cNvSpPr>
                <a:spLocks noGrp="1"/>
              </p:cNvSpPr>
              <p:nvPr/>
            </p:nvSpPr>
            <p:spPr>
              <a:xfrm>
                <a:off x="666750" y="1914525"/>
                <a:ext cx="10858500" cy="1133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200">
                          <a:solidFill>
                            <a:srgbClr val="182D45"/>
                          </a:solidFill>
                          <a:latin typeface="Cambria Math"/>
                          <a:ea typeface="Cambria Math"/>
                          <a:cs typeface="Cambria Math"/>
                        </a:rPr>
                        <m:t>𝐀</m:t>
                      </m:r>
                      <m:r>
                        <a:rPr lang="en-GB" sz="3200">
                          <a:solidFill>
                            <a:srgbClr val="182D45"/>
                          </a:solidFill>
                          <a:latin typeface="Cambria Math"/>
                          <a:ea typeface="Cambria Math"/>
                          <a:cs typeface="Cambria Math"/>
                        </a:rPr>
                        <m:t>=</m:t>
                      </m:r>
                      <m:d>
                        <m:dPr>
                          <m:ctrlPr>
                            <a:rPr lang="en-GB" sz="3200" i="1">
                              <a:solidFill>
                                <a:srgbClr val="182D45"/>
                              </a:solidFill>
                              <a:latin typeface="Cambria Math" panose="02040503050406030204" pitchFamily="18" charset="0"/>
                              <a:ea typeface="Cambria Math"/>
                              <a:cs typeface="Cambria Math"/>
                            </a:rPr>
                          </m:ctrlPr>
                        </m:dPr>
                        <m:e>
                          <m:m>
                            <m:mPr>
                              <m:mcs>
                                <m:mc>
                                  <m:mcPr>
                                    <m:count m:val="2"/>
                                    <m:mcJc m:val="center"/>
                                  </m:mcPr>
                                </m:mc>
                              </m:mcs>
                              <m:ctrlPr>
                                <a:rPr lang="en-GB" sz="3200" i="1">
                                  <a:solidFill>
                                    <a:srgbClr val="182D45"/>
                                  </a:solidFill>
                                  <a:latin typeface="Cambria Math" panose="02040503050406030204" pitchFamily="18" charset="0"/>
                                  <a:ea typeface="Cambria Math"/>
                                  <a:cs typeface="Cambria Math"/>
                                </a:rPr>
                              </m:ctrlPr>
                            </m:mPr>
                            <m:mr>
                              <m:e>
                                <m:r>
                                  <a:rPr lang="en-GB" sz="3200">
                                    <a:solidFill>
                                      <a:srgbClr val="182D45"/>
                                    </a:solidFill>
                                    <a:latin typeface="Cambria Math"/>
                                    <a:ea typeface="Cambria Math"/>
                                    <a:cs typeface="Cambria Math"/>
                                  </a:rPr>
                                  <m:t>1</m:t>
                                </m:r>
                              </m:e>
                              <m:e>
                                <m:r>
                                  <a:rPr lang="en-GB" sz="3200">
                                    <a:solidFill>
                                      <a:srgbClr val="182D45"/>
                                    </a:solidFill>
                                    <a:latin typeface="Cambria Math"/>
                                    <a:ea typeface="Cambria Math"/>
                                    <a:cs typeface="Cambria Math"/>
                                  </a:rPr>
                                  <m:t>2</m:t>
                                </m:r>
                              </m:e>
                            </m:mr>
                            <m:mr>
                              <m:e>
                                <m:r>
                                  <a:rPr lang="en-GB" sz="3200">
                                    <a:solidFill>
                                      <a:srgbClr val="182D45"/>
                                    </a:solidFill>
                                    <a:latin typeface="Cambria Math"/>
                                    <a:ea typeface="Cambria Math"/>
                                    <a:cs typeface="Cambria Math"/>
                                  </a:rPr>
                                  <m:t>3</m:t>
                                </m:r>
                              </m:e>
                              <m:e>
                                <m:r>
                                  <a:rPr lang="en-GB" sz="3200">
                                    <a:solidFill>
                                      <a:srgbClr val="182D45"/>
                                    </a:solidFill>
                                    <a:latin typeface="Cambria Math"/>
                                    <a:ea typeface="Cambria Math"/>
                                    <a:cs typeface="Cambria Math"/>
                                  </a:rPr>
                                  <m:t>4</m:t>
                                </m:r>
                              </m:e>
                            </m:mr>
                          </m:m>
                        </m:e>
                      </m:d>
                      <m:r>
                        <a:rPr lang="en-GB" sz="3200">
                          <a:solidFill>
                            <a:srgbClr val="182D45"/>
                          </a:solidFill>
                          <a:latin typeface="Cambria Math"/>
                          <a:ea typeface="Cambria Math"/>
                          <a:cs typeface="Cambria Math"/>
                        </a:rPr>
                        <m:t>,  </m:t>
                      </m:r>
                      <m:r>
                        <a:rPr lang="en-GB" sz="3200">
                          <a:solidFill>
                            <a:srgbClr val="182D45"/>
                          </a:solidFill>
                          <a:latin typeface="Cambria Math"/>
                          <a:ea typeface="Cambria Math"/>
                          <a:cs typeface="Cambria Math"/>
                        </a:rPr>
                        <m:t>𝐁</m:t>
                      </m:r>
                      <m:r>
                        <a:rPr lang="en-GB" sz="3200">
                          <a:solidFill>
                            <a:srgbClr val="182D45"/>
                          </a:solidFill>
                          <a:latin typeface="Cambria Math"/>
                          <a:ea typeface="Cambria Math"/>
                          <a:cs typeface="Cambria Math"/>
                        </a:rPr>
                        <m:t>=</m:t>
                      </m:r>
                      <m:d>
                        <m:dPr>
                          <m:ctrlPr>
                            <a:rPr lang="en-GB" sz="3200" i="1">
                              <a:solidFill>
                                <a:srgbClr val="182D45"/>
                              </a:solidFill>
                              <a:latin typeface="Cambria Math" panose="02040503050406030204" pitchFamily="18" charset="0"/>
                              <a:ea typeface="Cambria Math"/>
                              <a:cs typeface="Cambria Math"/>
                            </a:rPr>
                          </m:ctrlPr>
                        </m:dPr>
                        <m:e>
                          <m:m>
                            <m:mPr>
                              <m:mcs>
                                <m:mc>
                                  <m:mcPr>
                                    <m:count m:val="2"/>
                                    <m:mcJc m:val="center"/>
                                  </m:mcPr>
                                </m:mc>
                              </m:mcs>
                              <m:ctrlPr>
                                <a:rPr lang="en-GB" sz="3200" i="1">
                                  <a:solidFill>
                                    <a:srgbClr val="182D45"/>
                                  </a:solidFill>
                                  <a:latin typeface="Cambria Math" panose="02040503050406030204" pitchFamily="18" charset="0"/>
                                  <a:ea typeface="Cambria Math"/>
                                  <a:cs typeface="Cambria Math"/>
                                </a:rPr>
                              </m:ctrlPr>
                            </m:mPr>
                            <m:mr>
                              <m:e>
                                <m:r>
                                  <a:rPr lang="en-GB" sz="3200">
                                    <a:solidFill>
                                      <a:srgbClr val="182D45"/>
                                    </a:solidFill>
                                    <a:latin typeface="Cambria Math"/>
                                    <a:ea typeface="Cambria Math"/>
                                    <a:cs typeface="Cambria Math"/>
                                  </a:rPr>
                                  <m:t>5</m:t>
                                </m:r>
                              </m:e>
                              <m:e>
                                <m:r>
                                  <a:rPr lang="en-GB" sz="3200">
                                    <a:solidFill>
                                      <a:srgbClr val="182D45"/>
                                    </a:solidFill>
                                    <a:latin typeface="Cambria Math"/>
                                    <a:ea typeface="Cambria Math"/>
                                    <a:cs typeface="Cambria Math"/>
                                  </a:rPr>
                                  <m:t>6</m:t>
                                </m:r>
                              </m:e>
                            </m:mr>
                            <m:mr>
                              <m:e>
                                <m:r>
                                  <a:rPr lang="en-GB" sz="3200">
                                    <a:solidFill>
                                      <a:srgbClr val="182D45"/>
                                    </a:solidFill>
                                    <a:latin typeface="Cambria Math"/>
                                    <a:ea typeface="Cambria Math"/>
                                    <a:cs typeface="Cambria Math"/>
                                  </a:rPr>
                                  <m:t>7</m:t>
                                </m:r>
                              </m:e>
                              <m:e>
                                <m:r>
                                  <a:rPr lang="en-GB" sz="3200">
                                    <a:solidFill>
                                      <a:srgbClr val="182D45"/>
                                    </a:solidFill>
                                    <a:latin typeface="Cambria Math"/>
                                    <a:ea typeface="Cambria Math"/>
                                    <a:cs typeface="Cambria Math"/>
                                  </a:rPr>
                                  <m:t>8</m:t>
                                </m:r>
                              </m:e>
                            </m:mr>
                          </m:m>
                        </m:e>
                      </m:d>
                    </m:oMath>
                  </m:oMathPara>
                </a14:m>
                <a:endParaRPr lang="en-GB" sz="3200"/>
              </a:p>
            </p:txBody>
          </p:sp>
        </mc:Choice>
        <mc:Fallback xmlns="">
          <p:sp>
            <p:nvSpPr>
              <p:cNvPr id="5" name="equation_1" descr="\mathbf{A}=\begin{pmatrix}1&amp;2\\3&amp;4\end{pmatrix},\qquad\mathbf{B}=\begin{pmatrix}5&amp;6\\7&amp;8\end{pmatrix}">
                <a:extLst>
                  <a:ext uri="{FF2B5EF4-FFF2-40B4-BE49-F238E27FC236}">
                    <a16:creationId xmlns:a16="http://schemas.microsoft.com/office/drawing/2014/main" id="{BF6B47A8-AD1B-4473-AF17-BF7B31F64F49}"/>
                  </a:ext>
                </a:extLst>
              </p:cNvPr>
              <p:cNvSpPr>
                <a:spLocks noGrp="1" noRot="1" noChangeAspect="1" noMove="1" noResize="1" noEditPoints="1" noAdjustHandles="1" noChangeArrowheads="1" noChangeShapeType="1" noTextEdit="1"/>
              </p:cNvSpPr>
              <p:nvPr/>
            </p:nvSpPr>
            <p:spPr>
              <a:xfrm>
                <a:off x="666750" y="1914525"/>
                <a:ext cx="10858500" cy="1133475"/>
              </a:xfrm>
              <a:prstGeom prst="rect">
                <a:avLst/>
              </a:prstGeom>
              <a:blipFill>
                <a:blip r:embed="rId3"/>
                <a:stretch>
                  <a:fillRect/>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2BB13A2B-C53F-4E69-9B46-1CF02DF48FB1}"/>
              </a:ext>
            </a:extLst>
          </p:cNvPr>
          <p:cNvSpPr>
            <a:spLocks noGrp="1"/>
          </p:cNvSpPr>
          <p:nvPr/>
        </p:nvSpPr>
        <p:spPr>
          <a:xfrm>
            <a:off x="714375" y="3305175"/>
            <a:ext cx="5143500" cy="428625"/>
          </a:xfrm>
          <a:prstGeom prst="rect">
            <a:avLst/>
          </a:prstGeom>
          <a:noFill/>
          <a:ln w="0">
            <a:noFill/>
          </a:ln>
        </p:spPr>
        <p:txBody>
          <a:bodyPr anchor="ctr">
            <a:noAutofit/>
          </a:bodyPr>
          <a:lstStyle>
            <a:defPPr algn="ctr">
              <a:defRPr sz="2175" b="1">
                <a:solidFill>
                  <a:srgbClr val="78459A"/>
                </a:solidFill>
                <a:latin typeface="DejaVu Sans"/>
                <a:ea typeface="DejaVu Sans"/>
                <a:cs typeface="DejaVu Sans"/>
              </a:defRPr>
            </a:defPPr>
          </a:lstStyle>
          <a:p>
            <a:pPr algn="ctr">
              <a:defRPr sz="2175" b="1">
                <a:solidFill>
                  <a:srgbClr val="78459A"/>
                </a:solidFill>
                <a:latin typeface="DejaVu Sans"/>
                <a:ea typeface="DejaVu Sans"/>
                <a:cs typeface="DejaVu Sans"/>
              </a:defRPr>
            </a:pPr>
            <a:r>
              <a:rPr sz="2175" b="1" dirty="0">
                <a:solidFill>
                  <a:srgbClr val="78459A"/>
                </a:solidFill>
                <a:latin typeface="DejaVu Sans"/>
                <a:ea typeface="DejaVu Sans"/>
                <a:cs typeface="DejaVu Sans"/>
              </a:rPr>
              <a:t>Matrix product</a:t>
            </a:r>
          </a:p>
        </p:txBody>
      </p:sp>
      <p:sp>
        <p:nvSpPr>
          <p:cNvPr id="7" name="text_3">
            <a:extLst>
              <a:ext uri="{FF2B5EF4-FFF2-40B4-BE49-F238E27FC236}">
                <a16:creationId xmlns:a16="http://schemas.microsoft.com/office/drawing/2014/main" id="{6FA78DBD-B7B4-4E52-BF05-F7CD2B6B8DC0}"/>
              </a:ext>
            </a:extLst>
          </p:cNvPr>
          <p:cNvSpPr>
            <a:spLocks noGrp="1"/>
          </p:cNvSpPr>
          <p:nvPr/>
        </p:nvSpPr>
        <p:spPr>
          <a:xfrm>
            <a:off x="6334125" y="3305175"/>
            <a:ext cx="5143500" cy="428625"/>
          </a:xfrm>
          <a:prstGeom prst="rect">
            <a:avLst/>
          </a:prstGeom>
          <a:noFill/>
          <a:ln w="0">
            <a:noFill/>
          </a:ln>
        </p:spPr>
        <p:txBody>
          <a:bodyPr anchor="ctr">
            <a:noAutofit/>
          </a:bodyPr>
          <a:lstStyle>
            <a:defPPr algn="ctr">
              <a:defRPr sz="2175" b="1">
                <a:solidFill>
                  <a:srgbClr val="167B32"/>
                </a:solidFill>
                <a:latin typeface="DejaVu Sans"/>
                <a:ea typeface="DejaVu Sans"/>
                <a:cs typeface="DejaVu Sans"/>
              </a:defRPr>
            </a:defPPr>
          </a:lstStyle>
          <a:p>
            <a:pPr algn="ctr">
              <a:defRPr sz="2175" b="1">
                <a:solidFill>
                  <a:srgbClr val="167B32"/>
                </a:solidFill>
                <a:latin typeface="DejaVu Sans"/>
                <a:ea typeface="DejaVu Sans"/>
                <a:cs typeface="DejaVu Sans"/>
              </a:defRPr>
            </a:pPr>
            <a:r>
              <a:rPr sz="2175" b="1">
                <a:solidFill>
                  <a:srgbClr val="167B32"/>
                </a:solidFill>
                <a:latin typeface="DejaVu Sans"/>
                <a:ea typeface="DejaVu Sans"/>
                <a:cs typeface="DejaVu Sans"/>
              </a:rPr>
              <a:t>Componentwise product</a:t>
            </a:r>
          </a:p>
        </p:txBody>
      </p:sp>
      <mc:AlternateContent xmlns:mc="http://schemas.openxmlformats.org/markup-compatibility/2006" xmlns:a14="http://schemas.microsoft.com/office/drawing/2010/main">
        <mc:Choice Requires="a14">
          <p:sp>
            <p:nvSpPr>
              <p:cNvPr id="8" name="equation_4" descr="\mathbf{A}\cdot\mathbf{B}=\begin{pmatrix}19&amp;22\\43&amp;50\end{pmatrix}">
                <a:extLst>
                  <a:ext uri="{FF2B5EF4-FFF2-40B4-BE49-F238E27FC236}">
                    <a16:creationId xmlns:a16="http://schemas.microsoft.com/office/drawing/2014/main" id="{1D63DF98-8645-4981-8AC7-C69C4659588B}"/>
                  </a:ext>
                </a:extLst>
              </p:cNvPr>
              <p:cNvSpPr>
                <a:spLocks noGrp="1"/>
              </p:cNvSpPr>
              <p:nvPr/>
            </p:nvSpPr>
            <p:spPr>
              <a:xfrm>
                <a:off x="619125" y="3829050"/>
                <a:ext cx="5238750" cy="1285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300">
                          <a:solidFill>
                            <a:srgbClr val="78459A"/>
                          </a:solidFill>
                          <a:latin typeface="Cambria Math"/>
                          <a:ea typeface="Cambria Math"/>
                          <a:cs typeface="Cambria Math"/>
                        </a:rPr>
                        <m:t>𝐀</m:t>
                      </m:r>
                      <m:r>
                        <a:rPr lang="en-GB" sz="3300">
                          <a:solidFill>
                            <a:srgbClr val="78459A"/>
                          </a:solidFill>
                          <a:latin typeface="Cambria Math"/>
                          <a:ea typeface="Cambria Math"/>
                          <a:cs typeface="Cambria Math"/>
                        </a:rPr>
                        <m:t>⋅</m:t>
                      </m:r>
                      <m:r>
                        <a:rPr lang="en-GB" sz="3300">
                          <a:solidFill>
                            <a:srgbClr val="78459A"/>
                          </a:solidFill>
                          <a:latin typeface="Cambria Math"/>
                          <a:ea typeface="Cambria Math"/>
                          <a:cs typeface="Cambria Math"/>
                        </a:rPr>
                        <m:t>𝐁</m:t>
                      </m:r>
                      <m:r>
                        <a:rPr lang="en-GB" sz="3300">
                          <a:solidFill>
                            <a:srgbClr val="78459A"/>
                          </a:solidFill>
                          <a:latin typeface="Cambria Math"/>
                          <a:ea typeface="Cambria Math"/>
                          <a:cs typeface="Cambria Math"/>
                        </a:rPr>
                        <m:t>=</m:t>
                      </m:r>
                      <m:d>
                        <m:dPr>
                          <m:ctrlPr>
                            <a:rPr lang="en-GB" sz="3300" i="1">
                              <a:solidFill>
                                <a:srgbClr val="78459A"/>
                              </a:solidFill>
                              <a:latin typeface="Cambria Math" panose="02040503050406030204" pitchFamily="18" charset="0"/>
                              <a:ea typeface="Cambria Math"/>
                              <a:cs typeface="Cambria Math"/>
                            </a:rPr>
                          </m:ctrlPr>
                        </m:dPr>
                        <m:e>
                          <m:m>
                            <m:mPr>
                              <m:mcs>
                                <m:mc>
                                  <m:mcPr>
                                    <m:count m:val="2"/>
                                    <m:mcJc m:val="center"/>
                                  </m:mcPr>
                                </m:mc>
                              </m:mcs>
                              <m:ctrlPr>
                                <a:rPr lang="en-GB" sz="3300" i="1">
                                  <a:solidFill>
                                    <a:srgbClr val="78459A"/>
                                  </a:solidFill>
                                  <a:latin typeface="Cambria Math" panose="02040503050406030204" pitchFamily="18" charset="0"/>
                                  <a:ea typeface="Cambria Math"/>
                                  <a:cs typeface="Cambria Math"/>
                                </a:rPr>
                              </m:ctrlPr>
                            </m:mPr>
                            <m:mr>
                              <m:e>
                                <m:r>
                                  <a:rPr lang="en-GB" sz="3300">
                                    <a:solidFill>
                                      <a:srgbClr val="78459A"/>
                                    </a:solidFill>
                                    <a:latin typeface="Cambria Math"/>
                                    <a:ea typeface="Cambria Math"/>
                                    <a:cs typeface="Cambria Math"/>
                                  </a:rPr>
                                  <m:t>19</m:t>
                                </m:r>
                              </m:e>
                              <m:e>
                                <m:r>
                                  <a:rPr lang="en-GB" sz="3300">
                                    <a:solidFill>
                                      <a:srgbClr val="78459A"/>
                                    </a:solidFill>
                                    <a:latin typeface="Cambria Math"/>
                                    <a:ea typeface="Cambria Math"/>
                                    <a:cs typeface="Cambria Math"/>
                                  </a:rPr>
                                  <m:t>22</m:t>
                                </m:r>
                              </m:e>
                            </m:mr>
                            <m:mr>
                              <m:e>
                                <m:r>
                                  <a:rPr lang="en-GB" sz="3300">
                                    <a:solidFill>
                                      <a:srgbClr val="78459A"/>
                                    </a:solidFill>
                                    <a:latin typeface="Cambria Math"/>
                                    <a:ea typeface="Cambria Math"/>
                                    <a:cs typeface="Cambria Math"/>
                                  </a:rPr>
                                  <m:t>43</m:t>
                                </m:r>
                              </m:e>
                              <m:e>
                                <m:r>
                                  <a:rPr lang="en-GB" sz="3300">
                                    <a:solidFill>
                                      <a:srgbClr val="78459A"/>
                                    </a:solidFill>
                                    <a:latin typeface="Cambria Math"/>
                                    <a:ea typeface="Cambria Math"/>
                                    <a:cs typeface="Cambria Math"/>
                                  </a:rPr>
                                  <m:t>50</m:t>
                                </m:r>
                              </m:e>
                            </m:mr>
                          </m:m>
                        </m:e>
                      </m:d>
                    </m:oMath>
                  </m:oMathPara>
                </a14:m>
                <a:endParaRPr lang="en-GB" sz="3300" dirty="0"/>
              </a:p>
            </p:txBody>
          </p:sp>
        </mc:Choice>
        <mc:Fallback xmlns="">
          <p:sp>
            <p:nvSpPr>
              <p:cNvPr id="8" name="equation_4" descr="\mathbf{A}\cdot\mathbf{B}=\begin{pmatrix}19&amp;22\\43&amp;50\end{pmatrix}">
                <a:extLst>
                  <a:ext uri="{FF2B5EF4-FFF2-40B4-BE49-F238E27FC236}">
                    <a16:creationId xmlns:a16="http://schemas.microsoft.com/office/drawing/2014/main" id="{1D63DF98-8645-4981-8AC7-C69C4659588B}"/>
                  </a:ext>
                </a:extLst>
              </p:cNvPr>
              <p:cNvSpPr>
                <a:spLocks noGrp="1" noRot="1" noChangeAspect="1" noMove="1" noResize="1" noEditPoints="1" noAdjustHandles="1" noChangeArrowheads="1" noChangeShapeType="1" noTextEdit="1"/>
              </p:cNvSpPr>
              <p:nvPr/>
            </p:nvSpPr>
            <p:spPr>
              <a:xfrm>
                <a:off x="619125" y="3829050"/>
                <a:ext cx="5238750" cy="1285875"/>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equation_5" descr="\mathbf{A}⊙\mathbf{B}=\begin{pmatrix}5&amp;12\\21&amp;32\end{pmatrix}">
                <a:extLst>
                  <a:ext uri="{FF2B5EF4-FFF2-40B4-BE49-F238E27FC236}">
                    <a16:creationId xmlns:a16="http://schemas.microsoft.com/office/drawing/2014/main" id="{E035BA20-B81F-4540-9707-B8C670446CD3}"/>
                  </a:ext>
                </a:extLst>
              </p:cNvPr>
              <p:cNvSpPr>
                <a:spLocks noGrp="1"/>
              </p:cNvSpPr>
              <p:nvPr/>
            </p:nvSpPr>
            <p:spPr>
              <a:xfrm>
                <a:off x="6286500" y="3829050"/>
                <a:ext cx="5286375" cy="12858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300">
                          <a:solidFill>
                            <a:srgbClr val="167B32"/>
                          </a:solidFill>
                          <a:latin typeface="Cambria Math"/>
                          <a:ea typeface="Cambria Math"/>
                          <a:cs typeface="Cambria Math"/>
                        </a:rPr>
                        <m:t>𝐀</m:t>
                      </m:r>
                      <m:r>
                        <a:rPr lang="en-GB" sz="3300">
                          <a:solidFill>
                            <a:srgbClr val="167B32"/>
                          </a:solidFill>
                          <a:latin typeface="Cambria Math"/>
                          <a:ea typeface="Cambria Math"/>
                          <a:cs typeface="Cambria Math"/>
                        </a:rPr>
                        <m:t>⊙</m:t>
                      </m:r>
                      <m:r>
                        <a:rPr lang="en-GB" sz="3300">
                          <a:solidFill>
                            <a:srgbClr val="167B32"/>
                          </a:solidFill>
                          <a:latin typeface="Cambria Math"/>
                          <a:ea typeface="Cambria Math"/>
                          <a:cs typeface="Cambria Math"/>
                        </a:rPr>
                        <m:t>𝐁</m:t>
                      </m:r>
                      <m:r>
                        <a:rPr lang="en-GB" sz="3300">
                          <a:solidFill>
                            <a:srgbClr val="167B32"/>
                          </a:solidFill>
                          <a:latin typeface="Cambria Math"/>
                          <a:ea typeface="Cambria Math"/>
                          <a:cs typeface="Cambria Math"/>
                        </a:rPr>
                        <m:t>=</m:t>
                      </m:r>
                      <m:d>
                        <m:dPr>
                          <m:ctrlPr>
                            <a:rPr lang="en-GB" sz="3300" i="1">
                              <a:solidFill>
                                <a:srgbClr val="167B32"/>
                              </a:solidFill>
                              <a:latin typeface="Cambria Math" panose="02040503050406030204" pitchFamily="18" charset="0"/>
                              <a:ea typeface="Cambria Math"/>
                              <a:cs typeface="Cambria Math"/>
                            </a:rPr>
                          </m:ctrlPr>
                        </m:dPr>
                        <m:e>
                          <m:m>
                            <m:mPr>
                              <m:mcs>
                                <m:mc>
                                  <m:mcPr>
                                    <m:count m:val="2"/>
                                    <m:mcJc m:val="center"/>
                                  </m:mcPr>
                                </m:mc>
                              </m:mcs>
                              <m:ctrlPr>
                                <a:rPr lang="en-GB" sz="3300" i="1">
                                  <a:solidFill>
                                    <a:srgbClr val="167B32"/>
                                  </a:solidFill>
                                  <a:latin typeface="Cambria Math" panose="02040503050406030204" pitchFamily="18" charset="0"/>
                                  <a:ea typeface="Cambria Math"/>
                                  <a:cs typeface="Cambria Math"/>
                                </a:rPr>
                              </m:ctrlPr>
                            </m:mPr>
                            <m:mr>
                              <m:e>
                                <m:r>
                                  <a:rPr lang="en-GB" sz="3300">
                                    <a:solidFill>
                                      <a:srgbClr val="167B32"/>
                                    </a:solidFill>
                                    <a:latin typeface="Cambria Math"/>
                                    <a:ea typeface="Cambria Math"/>
                                    <a:cs typeface="Cambria Math"/>
                                  </a:rPr>
                                  <m:t>5</m:t>
                                </m:r>
                              </m:e>
                              <m:e>
                                <m:r>
                                  <a:rPr lang="en-GB" sz="3300">
                                    <a:solidFill>
                                      <a:srgbClr val="167B32"/>
                                    </a:solidFill>
                                    <a:latin typeface="Cambria Math"/>
                                    <a:ea typeface="Cambria Math"/>
                                    <a:cs typeface="Cambria Math"/>
                                  </a:rPr>
                                  <m:t>12</m:t>
                                </m:r>
                              </m:e>
                            </m:mr>
                            <m:mr>
                              <m:e>
                                <m:r>
                                  <a:rPr lang="en-GB" sz="3300">
                                    <a:solidFill>
                                      <a:srgbClr val="167B32"/>
                                    </a:solidFill>
                                    <a:latin typeface="Cambria Math"/>
                                    <a:ea typeface="Cambria Math"/>
                                    <a:cs typeface="Cambria Math"/>
                                  </a:rPr>
                                  <m:t>21</m:t>
                                </m:r>
                              </m:e>
                              <m:e>
                                <m:r>
                                  <a:rPr lang="en-GB" sz="3300">
                                    <a:solidFill>
                                      <a:srgbClr val="167B32"/>
                                    </a:solidFill>
                                    <a:latin typeface="Cambria Math"/>
                                    <a:ea typeface="Cambria Math"/>
                                    <a:cs typeface="Cambria Math"/>
                                  </a:rPr>
                                  <m:t>32</m:t>
                                </m:r>
                              </m:e>
                            </m:mr>
                          </m:m>
                        </m:e>
                      </m:d>
                    </m:oMath>
                  </m:oMathPara>
                </a14:m>
                <a:endParaRPr lang="en-GB" sz="3300" dirty="0"/>
              </a:p>
            </p:txBody>
          </p:sp>
        </mc:Choice>
        <mc:Fallback xmlns="">
          <p:sp>
            <p:nvSpPr>
              <p:cNvPr id="9" name="equation_5" descr="\mathbf{A}⊙\mathbf{B}=\begin{pmatrix}5&amp;12\\21&amp;32\end{pmatrix}">
                <a:extLst>
                  <a:ext uri="{FF2B5EF4-FFF2-40B4-BE49-F238E27FC236}">
                    <a16:creationId xmlns:a16="http://schemas.microsoft.com/office/drawing/2014/main" id="{E035BA20-B81F-4540-9707-B8C670446CD3}"/>
                  </a:ext>
                </a:extLst>
              </p:cNvPr>
              <p:cNvSpPr>
                <a:spLocks noGrp="1" noRot="1" noChangeAspect="1" noMove="1" noResize="1" noEditPoints="1" noAdjustHandles="1" noChangeArrowheads="1" noChangeShapeType="1" noTextEdit="1"/>
              </p:cNvSpPr>
              <p:nvPr/>
            </p:nvSpPr>
            <p:spPr>
              <a:xfrm>
                <a:off x="6286500" y="3829050"/>
                <a:ext cx="5286375" cy="1285875"/>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1\cdot5+2\cdot7=19">
                <a:extLst>
                  <a:ext uri="{FF2B5EF4-FFF2-40B4-BE49-F238E27FC236}">
                    <a16:creationId xmlns:a16="http://schemas.microsoft.com/office/drawing/2014/main" id="{0E7D8F27-D72E-4F74-A154-A6D742FA942E}"/>
                  </a:ext>
                </a:extLst>
              </p:cNvPr>
              <p:cNvSpPr>
                <a:spLocks noGrp="1"/>
              </p:cNvSpPr>
              <p:nvPr/>
            </p:nvSpPr>
            <p:spPr>
              <a:xfrm>
                <a:off x="666750" y="52673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78459A"/>
                          </a:solidFill>
                          <a:latin typeface="Cambria Math"/>
                          <a:ea typeface="Cambria Math"/>
                          <a:cs typeface="Cambria Math"/>
                        </a:rPr>
                        <m:t>1⋅5+2⋅7=19</m:t>
                      </m:r>
                    </m:oMath>
                  </m:oMathPara>
                </a14:m>
                <a:endParaRPr lang="en-GB" sz="2700" dirty="0"/>
              </a:p>
            </p:txBody>
          </p:sp>
        </mc:Choice>
        <mc:Fallback xmlns="">
          <p:sp>
            <p:nvSpPr>
              <p:cNvPr id="10" name="equation_6" descr="1\cdot5+2\cdot7=19">
                <a:extLst>
                  <a:ext uri="{FF2B5EF4-FFF2-40B4-BE49-F238E27FC236}">
                    <a16:creationId xmlns:a16="http://schemas.microsoft.com/office/drawing/2014/main" id="{0E7D8F27-D72E-4F74-A154-A6D742FA942E}"/>
                  </a:ext>
                </a:extLst>
              </p:cNvPr>
              <p:cNvSpPr>
                <a:spLocks noGrp="1" noRot="1" noChangeAspect="1" noMove="1" noResize="1" noEditPoints="1" noAdjustHandles="1" noChangeArrowheads="1" noChangeShapeType="1" noTextEdit="1"/>
              </p:cNvSpPr>
              <p:nvPr/>
            </p:nvSpPr>
            <p:spPr>
              <a:xfrm>
                <a:off x="666750" y="5267325"/>
                <a:ext cx="5095875" cy="619125"/>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 name="equation_7" descr="1\cdot5=5">
                <a:extLst>
                  <a:ext uri="{FF2B5EF4-FFF2-40B4-BE49-F238E27FC236}">
                    <a16:creationId xmlns:a16="http://schemas.microsoft.com/office/drawing/2014/main" id="{C33E3245-042E-4F13-8205-45C0F5AE7FC1}"/>
                  </a:ext>
                </a:extLst>
              </p:cNvPr>
              <p:cNvSpPr>
                <a:spLocks noGrp="1"/>
              </p:cNvSpPr>
              <p:nvPr/>
            </p:nvSpPr>
            <p:spPr>
              <a:xfrm>
                <a:off x="6429375" y="5267325"/>
                <a:ext cx="5095875" cy="6191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167B32"/>
                          </a:solidFill>
                          <a:latin typeface="Cambria Math"/>
                          <a:ea typeface="Cambria Math"/>
                          <a:cs typeface="Cambria Math"/>
                        </a:rPr>
                        <m:t>1⋅5=5</m:t>
                      </m:r>
                    </m:oMath>
                  </m:oMathPara>
                </a14:m>
                <a:endParaRPr lang="en-GB" sz="2700"/>
              </a:p>
            </p:txBody>
          </p:sp>
        </mc:Choice>
        <mc:Fallback xmlns="">
          <p:sp>
            <p:nvSpPr>
              <p:cNvPr id="11" name="equation_7" descr="1\cdot5=5">
                <a:extLst>
                  <a:ext uri="{FF2B5EF4-FFF2-40B4-BE49-F238E27FC236}">
                    <a16:creationId xmlns:a16="http://schemas.microsoft.com/office/drawing/2014/main" id="{C33E3245-042E-4F13-8205-45C0F5AE7FC1}"/>
                  </a:ext>
                </a:extLst>
              </p:cNvPr>
              <p:cNvSpPr>
                <a:spLocks noGrp="1" noRot="1" noChangeAspect="1" noMove="1" noResize="1" noEditPoints="1" noAdjustHandles="1" noChangeArrowheads="1" noChangeShapeType="1" noTextEdit="1"/>
              </p:cNvSpPr>
              <p:nvPr/>
            </p:nvSpPr>
            <p:spPr>
              <a:xfrm>
                <a:off x="6429375" y="5267325"/>
                <a:ext cx="5095875" cy="619125"/>
              </a:xfrm>
              <a:prstGeom prst="rect">
                <a:avLst/>
              </a:prstGeom>
              <a:blipFill>
                <a:blip r:embed="rId7"/>
                <a:stretch>
                  <a:fillRect/>
                </a:stretch>
              </a:blipFill>
              <a:ln w="0">
                <a:noFill/>
              </a:ln>
            </p:spPr>
            <p:txBody>
              <a:bodyPr/>
              <a:lstStyle/>
              <a:p>
                <a:r>
                  <a:rPr lang="it-IT">
                    <a:noFill/>
                  </a:rPr>
                  <a:t> </a:t>
                </a:r>
              </a:p>
            </p:txBody>
          </p:sp>
        </mc:Fallback>
      </mc:AlternateContent>
      <p:sp>
        <p:nvSpPr>
          <p:cNvPr id="12" name="text_8">
            <a:extLst>
              <a:ext uri="{FF2B5EF4-FFF2-40B4-BE49-F238E27FC236}">
                <a16:creationId xmlns:a16="http://schemas.microsoft.com/office/drawing/2014/main" id="{F4FCC4EE-196F-4134-BFC2-725605EC2E9F}"/>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dirty="0">
                <a:solidFill>
                  <a:srgbClr val="182D45"/>
                </a:solidFill>
                <a:latin typeface="DejaVu Sans"/>
                <a:ea typeface="DejaVu Sans"/>
                <a:cs typeface="DejaVu Sans"/>
              </a:rPr>
              <a:t>The operands are the same. The operation changes.</a:t>
            </a:r>
          </a:p>
        </p:txBody>
      </p:sp>
    </p:spTree>
    <p:extLst>
      <p:ext uri="{BB962C8B-B14F-4D97-AF65-F5344CB8AC3E}">
        <p14:creationId xmlns:p14="http://schemas.microsoft.com/office/powerpoint/2010/main" val="1145424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title">
            <a:extLst>
              <a:ext uri="{FF2B5EF4-FFF2-40B4-BE49-F238E27FC236}">
                <a16:creationId xmlns:a16="http://schemas.microsoft.com/office/drawing/2014/main" id="{5C8E98A3-1DDE-46FB-BDAE-6BF14EBCB4F2}"/>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A general backward step: scalar network</a:t>
            </a:r>
          </a:p>
        </p:txBody>
      </p:sp>
      <p:sp>
        <p:nvSpPr>
          <p:cNvPr id="3" name="footer_course">
            <a:extLst>
              <a:ext uri="{FF2B5EF4-FFF2-40B4-BE49-F238E27FC236}">
                <a16:creationId xmlns:a16="http://schemas.microsoft.com/office/drawing/2014/main" id="{C81C426D-FA3D-4280-AEB0-49F6EA8D3473}"/>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4EA651CB-FB6C-4D95-BD41-74C457DC7DB7}"/>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27</a:t>
            </a:r>
          </a:p>
        </p:txBody>
      </p:sp>
      <p:sp>
        <p:nvSpPr>
          <p:cNvPr id="5" name="text_1">
            <a:extLst>
              <a:ext uri="{FF2B5EF4-FFF2-40B4-BE49-F238E27FC236}">
                <a16:creationId xmlns:a16="http://schemas.microsoft.com/office/drawing/2014/main" id="{09F41691-69B5-45BB-B1EA-797031DBE665}"/>
              </a:ext>
            </a:extLst>
          </p:cNvPr>
          <p:cNvSpPr>
            <a:spLocks noGrp="1"/>
          </p:cNvSpPr>
          <p:nvPr/>
        </p:nvSpPr>
        <p:spPr>
          <a:xfrm>
            <a:off x="7829550" y="1990725"/>
            <a:ext cx="3905250" cy="4381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Scalar network</a:t>
            </a:r>
          </a:p>
        </p:txBody>
      </p:sp>
      <p:sp>
        <p:nvSpPr>
          <p:cNvPr id="6" name="note_box_2">
            <a:extLst>
              <a:ext uri="{FF2B5EF4-FFF2-40B4-BE49-F238E27FC236}">
                <a16:creationId xmlns:a16="http://schemas.microsoft.com/office/drawing/2014/main" id="{8E2FF17A-5780-4BDA-8CC2-C5BCA37B61A6}"/>
              </a:ext>
            </a:extLst>
          </p:cNvPr>
          <p:cNvSpPr>
            <a:spLocks noGrp="1"/>
          </p:cNvSpPr>
          <p:nvPr/>
        </p:nvSpPr>
        <p:spPr>
          <a:xfrm>
            <a:off x="809625" y="1933575"/>
            <a:ext cx="1809750" cy="790575"/>
          </a:xfrm>
          <a:prstGeom prst="roundRect">
            <a:avLst>
              <a:gd name="adj" fmla="val 5000"/>
            </a:avLst>
          </a:prstGeom>
          <a:solidFill>
            <a:srgbClr val="F3F7FB"/>
          </a:solidFill>
          <a:ln w="14288">
            <a:solidFill>
              <a:srgbClr val="235C99"/>
            </a:solidFill>
          </a:ln>
        </p:spPr>
        <p:txBody>
          <a:bodyPr/>
          <a:lstStyle/>
          <a:p>
            <a:endParaRPr lang="it-IT"/>
          </a:p>
        </p:txBody>
      </p:sp>
      <p:sp>
        <p:nvSpPr>
          <p:cNvPr id="7" name="text_3">
            <a:extLst>
              <a:ext uri="{FF2B5EF4-FFF2-40B4-BE49-F238E27FC236}">
                <a16:creationId xmlns:a16="http://schemas.microsoft.com/office/drawing/2014/main" id="{8D8DB2BA-4B0A-447F-BDE8-38A2312A97C7}"/>
              </a:ext>
            </a:extLst>
          </p:cNvPr>
          <p:cNvSpPr>
            <a:spLocks noGrp="1"/>
          </p:cNvSpPr>
          <p:nvPr/>
        </p:nvSpPr>
        <p:spPr>
          <a:xfrm>
            <a:off x="876300" y="2000250"/>
            <a:ext cx="1676400"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Fixed weight</a:t>
            </a:r>
          </a:p>
        </p:txBody>
      </p:sp>
      <mc:AlternateContent xmlns:mc="http://schemas.openxmlformats.org/markup-compatibility/2006" xmlns:a14="http://schemas.microsoft.com/office/drawing/2010/main">
        <mc:Choice Requires="a14">
          <p:sp>
            <p:nvSpPr>
              <p:cNvPr id="8" name="equation_4" descr="w_r">
                <a:extLst>
                  <a:ext uri="{FF2B5EF4-FFF2-40B4-BE49-F238E27FC236}">
                    <a16:creationId xmlns:a16="http://schemas.microsoft.com/office/drawing/2014/main" id="{4F170D31-46A2-4A26-AD3B-4CDD163D19F0}"/>
                  </a:ext>
                </a:extLst>
              </p:cNvPr>
              <p:cNvSpPr>
                <a:spLocks noGrp="1"/>
              </p:cNvSpPr>
              <p:nvPr/>
            </p:nvSpPr>
            <p:spPr>
              <a:xfrm>
                <a:off x="876300" y="2305050"/>
                <a:ext cx="16764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𝑤</m:t>
                          </m:r>
                        </m:e>
                        <m:sub>
                          <m:r>
                            <a:rPr lang="en-GB" sz="2700">
                              <a:solidFill>
                                <a:srgbClr val="235C99"/>
                              </a:solidFill>
                              <a:latin typeface="Cambria Math"/>
                              <a:ea typeface="Cambria Math"/>
                              <a:cs typeface="Cambria Math"/>
                            </a:rPr>
                            <m:t>𝑟</m:t>
                          </m:r>
                        </m:sub>
                      </m:sSub>
                    </m:oMath>
                  </m:oMathPara>
                </a14:m>
                <a:endParaRPr lang="en-GB" sz="2700"/>
              </a:p>
            </p:txBody>
          </p:sp>
        </mc:Choice>
        <mc:Fallback xmlns="">
          <p:sp>
            <p:nvSpPr>
              <p:cNvPr id="8" name="equation_4" descr="w_r">
                <a:extLst>
                  <a:ext uri="{FF2B5EF4-FFF2-40B4-BE49-F238E27FC236}">
                    <a16:creationId xmlns:a16="http://schemas.microsoft.com/office/drawing/2014/main" id="{4F170D31-46A2-4A26-AD3B-4CDD163D19F0}"/>
                  </a:ext>
                </a:extLst>
              </p:cNvPr>
              <p:cNvSpPr>
                <a:spLocks noGrp="1" noRot="1" noChangeAspect="1" noMove="1" noResize="1" noEditPoints="1" noAdjustHandles="1" noChangeArrowheads="1" noChangeShapeType="1" noTextEdit="1"/>
              </p:cNvSpPr>
              <p:nvPr/>
            </p:nvSpPr>
            <p:spPr>
              <a:xfrm>
                <a:off x="876300" y="2305050"/>
                <a:ext cx="1676400" cy="361950"/>
              </a:xfrm>
              <a:prstGeom prst="rect">
                <a:avLst/>
              </a:prstGeom>
              <a:blipFill>
                <a:blip r:embed="rId4"/>
                <a:stretch>
                  <a:fillRect/>
                </a:stretch>
              </a:blipFill>
              <a:ln w="0">
                <a:noFill/>
              </a:ln>
            </p:spPr>
            <p:txBody>
              <a:bodyPr/>
              <a:lstStyle/>
              <a:p>
                <a:r>
                  <a:rPr lang="it-IT">
                    <a:noFill/>
                  </a:rPr>
                  <a:t> </a:t>
                </a:r>
              </a:p>
            </p:txBody>
          </p:sp>
        </mc:Fallback>
      </mc:AlternateContent>
      <p:sp>
        <p:nvSpPr>
          <p:cNvPr id="9" name="note_box_5">
            <a:extLst>
              <a:ext uri="{FF2B5EF4-FFF2-40B4-BE49-F238E27FC236}">
                <a16:creationId xmlns:a16="http://schemas.microsoft.com/office/drawing/2014/main" id="{DD3ABD6F-FBC3-41B0-8308-4EB7374D4F12}"/>
              </a:ext>
            </a:extLst>
          </p:cNvPr>
          <p:cNvSpPr>
            <a:spLocks noGrp="1"/>
          </p:cNvSpPr>
          <p:nvPr/>
        </p:nvSpPr>
        <p:spPr>
          <a:xfrm>
            <a:off x="3571875" y="1933575"/>
            <a:ext cx="3000375" cy="790575"/>
          </a:xfrm>
          <a:prstGeom prst="roundRect">
            <a:avLst>
              <a:gd name="adj" fmla="val 5000"/>
            </a:avLst>
          </a:prstGeom>
          <a:solidFill>
            <a:srgbClr val="F3F7FB"/>
          </a:solidFill>
          <a:ln w="14288">
            <a:solidFill>
              <a:srgbClr val="235C99"/>
            </a:solidFill>
          </a:ln>
        </p:spPr>
        <p:txBody>
          <a:bodyPr/>
          <a:lstStyle/>
          <a:p>
            <a:endParaRPr lang="it-IT"/>
          </a:p>
        </p:txBody>
      </p:sp>
      <p:sp>
        <p:nvSpPr>
          <p:cNvPr id="10" name="text_6">
            <a:extLst>
              <a:ext uri="{FF2B5EF4-FFF2-40B4-BE49-F238E27FC236}">
                <a16:creationId xmlns:a16="http://schemas.microsoft.com/office/drawing/2014/main" id="{88C9DFF6-A35A-4D59-8801-C21DE01705E1}"/>
              </a:ext>
            </a:extLst>
          </p:cNvPr>
          <p:cNvSpPr>
            <a:spLocks noGrp="1"/>
          </p:cNvSpPr>
          <p:nvPr/>
        </p:nvSpPr>
        <p:spPr>
          <a:xfrm>
            <a:off x="3638550" y="2000250"/>
            <a:ext cx="2867025"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Saved preactivation</a:t>
            </a:r>
          </a:p>
        </p:txBody>
      </p:sp>
      <mc:AlternateContent xmlns:mc="http://schemas.openxmlformats.org/markup-compatibility/2006" xmlns:a14="http://schemas.microsoft.com/office/drawing/2010/main">
        <mc:Choice Requires="a14">
          <p:sp>
            <p:nvSpPr>
              <p:cNvPr id="11" name="equation_7" descr="a_{r-1}(x)">
                <a:extLst>
                  <a:ext uri="{FF2B5EF4-FFF2-40B4-BE49-F238E27FC236}">
                    <a16:creationId xmlns:a16="http://schemas.microsoft.com/office/drawing/2014/main" id="{A1ABD647-50D1-4518-980C-19193231FA81}"/>
                  </a:ext>
                </a:extLst>
              </p:cNvPr>
              <p:cNvSpPr>
                <a:spLocks noGrp="1"/>
              </p:cNvSpPr>
              <p:nvPr/>
            </p:nvSpPr>
            <p:spPr>
              <a:xfrm>
                <a:off x="3638550" y="2305050"/>
                <a:ext cx="2867025"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𝑎</m:t>
                          </m:r>
                        </m:e>
                        <m:sub>
                          <m:r>
                            <a:rPr lang="en-GB" sz="2700">
                              <a:solidFill>
                                <a:srgbClr val="235C99"/>
                              </a:solidFill>
                              <a:latin typeface="Cambria Math"/>
                              <a:ea typeface="Cambria Math"/>
                              <a:cs typeface="Cambria Math"/>
                            </a:rPr>
                            <m:t>𝑟</m:t>
                          </m:r>
                          <m:r>
                            <a:rPr lang="en-GB" sz="2700">
                              <a:solidFill>
                                <a:srgbClr val="235C99"/>
                              </a:solidFill>
                              <a:latin typeface="Cambria Math"/>
                              <a:ea typeface="Cambria Math"/>
                              <a:cs typeface="Cambria Math"/>
                            </a:rPr>
                            <m:t>−1</m:t>
                          </m:r>
                        </m:sub>
                      </m:sSub>
                      <m:d>
                        <m:dPr>
                          <m:ctrlPr>
                            <a:rPr lang="en-GB" sz="2700">
                              <a:solidFill>
                                <a:srgbClr val="235C99"/>
                              </a:solidFill>
                              <a:latin typeface="Cambria Math"/>
                              <a:ea typeface="Cambria Math"/>
                              <a:cs typeface="Cambria Math"/>
                            </a:rPr>
                          </m:ctrlPr>
                        </m:dPr>
                        <m:e>
                          <m:r>
                            <a:rPr lang="en-GB" sz="2700">
                              <a:solidFill>
                                <a:srgbClr val="235C99"/>
                              </a:solidFill>
                              <a:latin typeface="Cambria Math"/>
                              <a:ea typeface="Cambria Math"/>
                              <a:cs typeface="Cambria Math"/>
                            </a:rPr>
                            <m:t>𝑥</m:t>
                          </m:r>
                        </m:e>
                      </m:d>
                    </m:oMath>
                  </m:oMathPara>
                </a14:m>
                <a:endParaRPr lang="en-GB" sz="2700"/>
              </a:p>
            </p:txBody>
          </p:sp>
        </mc:Choice>
        <mc:Fallback xmlns="">
          <p:sp>
            <p:nvSpPr>
              <p:cNvPr id="11" name="equation_7" descr="a_{r-1}(x)">
                <a:extLst>
                  <a:ext uri="{FF2B5EF4-FFF2-40B4-BE49-F238E27FC236}">
                    <a16:creationId xmlns:a16="http://schemas.microsoft.com/office/drawing/2014/main" id="{A1ABD647-50D1-4518-980C-19193231FA81}"/>
                  </a:ext>
                </a:extLst>
              </p:cNvPr>
              <p:cNvSpPr>
                <a:spLocks noGrp="1" noRot="1" noChangeAspect="1" noMove="1" noResize="1" noEditPoints="1" noAdjustHandles="1" noChangeArrowheads="1" noChangeShapeType="1" noTextEdit="1"/>
              </p:cNvSpPr>
              <p:nvPr/>
            </p:nvSpPr>
            <p:spPr>
              <a:xfrm>
                <a:off x="3638550" y="2305050"/>
                <a:ext cx="2867025" cy="361950"/>
              </a:xfrm>
              <a:prstGeom prst="rect">
                <a:avLst/>
              </a:prstGeom>
              <a:blipFill>
                <a:blip r:embed="rId5"/>
                <a:stretch>
                  <a:fillRect b="-1667"/>
                </a:stretch>
              </a:blipFill>
              <a:ln w="0">
                <a:noFill/>
              </a:ln>
            </p:spPr>
            <p:txBody>
              <a:bodyPr/>
              <a:lstStyle/>
              <a:p>
                <a:r>
                  <a:rPr lang="it-IT">
                    <a:noFill/>
                  </a:rPr>
                  <a:t> </a:t>
                </a:r>
              </a:p>
            </p:txBody>
          </p:sp>
        </mc:Fallback>
      </mc:AlternateContent>
      <p:sp>
        <p:nvSpPr>
          <p:cNvPr id="12" name="note_box_8">
            <a:extLst>
              <a:ext uri="{FF2B5EF4-FFF2-40B4-BE49-F238E27FC236}">
                <a16:creationId xmlns:a16="http://schemas.microsoft.com/office/drawing/2014/main" id="{3BF5769E-0266-4B27-B8DB-01E38E1AD752}"/>
              </a:ext>
            </a:extLst>
          </p:cNvPr>
          <p:cNvSpPr>
            <a:spLocks noGrp="1"/>
          </p:cNvSpPr>
          <p:nvPr/>
        </p:nvSpPr>
        <p:spPr>
          <a:xfrm>
            <a:off x="381000" y="3048000"/>
            <a:ext cx="6286500" cy="1409700"/>
          </a:xfrm>
          <a:prstGeom prst="roundRect">
            <a:avLst>
              <a:gd name="adj" fmla="val 5000"/>
            </a:avLst>
          </a:prstGeom>
          <a:solidFill>
            <a:srgbClr val="FCF6F1"/>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3" name="text_9">
                <a:extLst>
                  <a:ext uri="{FF2B5EF4-FFF2-40B4-BE49-F238E27FC236}">
                    <a16:creationId xmlns:a16="http://schemas.microsoft.com/office/drawing/2014/main" id="{F8D57F02-4039-4238-9A84-05AF743454DE}"/>
                  </a:ext>
                </a:extLst>
              </p:cNvPr>
              <p:cNvSpPr>
                <a:spLocks noGrp="1"/>
              </p:cNvSpPr>
              <p:nvPr/>
            </p:nvSpPr>
            <p:spPr>
              <a:xfrm>
                <a:off x="495300" y="3133725"/>
                <a:ext cx="6057900" cy="342900"/>
              </a:xfrm>
              <a:prstGeom prst="rect">
                <a:avLst/>
              </a:prstGeom>
              <a:noFill/>
              <a:ln w="0">
                <a:noFill/>
              </a:ln>
            </p:spPr>
            <p:txBody>
              <a:bodyPr anchor="ctr">
                <a:noAutofit/>
              </a:bodyPr>
              <a:lstStyle>
                <a:defPPr algn="ctr">
                  <a:defRPr sz="1800" b="1">
                    <a:solidFill>
                      <a:srgbClr val="AB4910"/>
                    </a:solidFill>
                    <a:latin typeface="DejaVu Sans"/>
                    <a:ea typeface="DejaVu Sans"/>
                    <a:cs typeface="DejaVu Sans"/>
                  </a:defRPr>
                </a:defPPr>
              </a:lstStyle>
              <a:p>
                <a:pPr algn="ctr">
                  <a:defRPr sz="1800" b="1">
                    <a:solidFill>
                      <a:srgbClr val="AB4910"/>
                    </a:solidFill>
                    <a:latin typeface="DejaVu Sans"/>
                    <a:ea typeface="DejaVu Sans"/>
                    <a:cs typeface="DejaVu Sans"/>
                  </a:defRPr>
                </a:pPr>
                <a:r>
                  <a:rPr sz="1800" b="1" dirty="0">
                    <a:solidFill>
                      <a:srgbClr val="AB4910"/>
                    </a:solidFill>
                    <a:latin typeface="DejaVu Sans"/>
                    <a:ea typeface="DejaVu Sans"/>
                    <a:cs typeface="DejaVu Sans"/>
                  </a:rPr>
                  <a:t>Preceding layer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−1</m:t>
                    </m:r>
                  </m:oMath>
                </a14:m>
                <a:r>
                  <a:rPr sz="1800" b="1" dirty="0">
                    <a:solidFill>
                      <a:srgbClr val="AB4910"/>
                    </a:solidFill>
                    <a:latin typeface="DejaVu Sans"/>
                    <a:ea typeface="DejaVu Sans"/>
                    <a:cs typeface="DejaVu Sans"/>
                  </a:rPr>
                  <a:t> (if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&gt;1</m:t>
                    </m:r>
                  </m:oMath>
                </a14:m>
                <a:r>
                  <a:rPr sz="1800" b="1" dirty="0">
                    <a:solidFill>
                      <a:srgbClr val="AB4910"/>
                    </a:solidFill>
                    <a:latin typeface="DejaVu Sans"/>
                    <a:ea typeface="DejaVu Sans"/>
                    <a:cs typeface="DejaVu Sans"/>
                  </a:rPr>
                  <a:t>)</a:t>
                </a:r>
              </a:p>
            </p:txBody>
          </p:sp>
        </mc:Choice>
        <mc:Fallback xmlns="">
          <p:sp>
            <p:nvSpPr>
              <p:cNvPr id="13" name="text_9">
                <a:extLst>
                  <a:ext uri="{FF2B5EF4-FFF2-40B4-BE49-F238E27FC236}">
                    <a16:creationId xmlns:a16="http://schemas.microsoft.com/office/drawing/2014/main" id="{F8D57F02-4039-4238-9A84-05AF743454DE}"/>
                  </a:ext>
                </a:extLst>
              </p:cNvPr>
              <p:cNvSpPr>
                <a:spLocks noGrp="1" noRot="1" noChangeAspect="1" noMove="1" noResize="1" noEditPoints="1" noAdjustHandles="1" noChangeArrowheads="1" noChangeShapeType="1" noTextEdit="1"/>
              </p:cNvSpPr>
              <p:nvPr/>
            </p:nvSpPr>
            <p:spPr>
              <a:xfrm>
                <a:off x="495300" y="3133725"/>
                <a:ext cx="6057900" cy="342900"/>
              </a:xfrm>
              <a:prstGeom prst="rect">
                <a:avLst/>
              </a:prstGeom>
              <a:blipFill>
                <a:blip r:embed="rId6"/>
                <a:stretch>
                  <a:fillRect t="-12500" b="-321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equation_10" descr="J'_{r-1}(a_{r-1}(x))">
                <a:extLst>
                  <a:ext uri="{FF2B5EF4-FFF2-40B4-BE49-F238E27FC236}">
                    <a16:creationId xmlns:a16="http://schemas.microsoft.com/office/drawing/2014/main" id="{9D85C406-9D51-46EB-BF80-EC9B3C21BD3D}"/>
                  </a:ext>
                </a:extLst>
              </p:cNvPr>
              <p:cNvSpPr>
                <a:spLocks noGrp="1"/>
              </p:cNvSpPr>
              <p:nvPr/>
            </p:nvSpPr>
            <p:spPr>
              <a:xfrm>
                <a:off x="495300" y="3402584"/>
                <a:ext cx="6057900" cy="54813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900">
                              <a:solidFill>
                                <a:srgbClr val="AB4910"/>
                              </a:solidFill>
                              <a:latin typeface="Cambria Math"/>
                              <a:ea typeface="Cambria Math"/>
                              <a:cs typeface="Cambria Math"/>
                            </a:rPr>
                          </m:ctrlPr>
                        </m:sSubSupPr>
                        <m:e>
                          <m:r>
                            <a:rPr lang="en-GB" sz="2900">
                              <a:solidFill>
                                <a:srgbClr val="AB4910"/>
                              </a:solidFill>
                              <a:latin typeface="Cambria Math"/>
                              <a:ea typeface="Cambria Math"/>
                              <a:cs typeface="Cambria Math"/>
                            </a:rPr>
                            <m:t>𝐽</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up>
                          <m:r>
                            <a:rPr lang="en-GB" sz="2900">
                              <a:solidFill>
                                <a:srgbClr val="AB4910"/>
                              </a:solidFill>
                              <a:latin typeface="Cambria Math"/>
                              <a:ea typeface="Cambria Math"/>
                              <a:cs typeface="Cambria Math"/>
                            </a:rPr>
                            <m:t>′</m:t>
                          </m:r>
                        </m:sup>
                      </m:sSubSup>
                      <m:d>
                        <m:dPr>
                          <m:ctrlPr>
                            <a:rPr lang="en-GB" sz="2900" i="1">
                              <a:solidFill>
                                <a:srgbClr val="AB4910"/>
                              </a:solidFill>
                              <a:latin typeface="Cambria Math" panose="02040503050406030204" pitchFamily="18" charset="0"/>
                              <a:ea typeface="Cambria Math"/>
                              <a:cs typeface="Cambria Math"/>
                            </a:rPr>
                          </m:ctrlPr>
                        </m:dPr>
                        <m:e>
                          <m:sSub>
                            <m:sSubPr>
                              <m:ctrlPr>
                                <a:rPr lang="en-GB" sz="2900">
                                  <a:solidFill>
                                    <a:srgbClr val="AB4910"/>
                                  </a:solidFill>
                                  <a:latin typeface="Cambria Math"/>
                                  <a:ea typeface="Cambria Math"/>
                                  <a:cs typeface="Cambria Math"/>
                                </a:rPr>
                              </m:ctrlPr>
                            </m:sSubPr>
                            <m:e>
                              <m:r>
                                <a:rPr lang="en-GB" sz="2900">
                                  <a:solidFill>
                                    <a:srgbClr val="AB4910"/>
                                  </a:solidFill>
                                  <a:latin typeface="Cambria Math"/>
                                  <a:ea typeface="Cambria Math"/>
                                  <a:cs typeface="Cambria Math"/>
                                </a:rPr>
                                <m:t>𝑎</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Sub>
                          <m:d>
                            <m:dPr>
                              <m:ctrlPr>
                                <a:rPr lang="en-GB" sz="2900">
                                  <a:solidFill>
                                    <a:srgbClr val="AB4910"/>
                                  </a:solidFill>
                                  <a:latin typeface="Cambria Math"/>
                                  <a:ea typeface="Cambria Math"/>
                                  <a:cs typeface="Cambria Math"/>
                                </a:rPr>
                              </m:ctrlPr>
                            </m:dPr>
                            <m:e>
                              <m:r>
                                <a:rPr lang="en-GB" sz="2900">
                                  <a:solidFill>
                                    <a:srgbClr val="AB4910"/>
                                  </a:solidFill>
                                  <a:latin typeface="Cambria Math"/>
                                  <a:ea typeface="Cambria Math"/>
                                  <a:cs typeface="Cambria Math"/>
                                </a:rPr>
                                <m:t>𝑥</m:t>
                              </m:r>
                            </m:e>
                          </m:d>
                        </m:e>
                      </m:d>
                    </m:oMath>
                  </m:oMathPara>
                </a14:m>
                <a:endParaRPr lang="en-GB" sz="2900"/>
              </a:p>
            </p:txBody>
          </p:sp>
        </mc:Choice>
        <mc:Fallback xmlns="">
          <p:sp>
            <p:nvSpPr>
              <p:cNvPr id="14" name="equation_10" descr="J'_{r-1}(a_{r-1}(x))">
                <a:extLst>
                  <a:ext uri="{FF2B5EF4-FFF2-40B4-BE49-F238E27FC236}">
                    <a16:creationId xmlns:a16="http://schemas.microsoft.com/office/drawing/2014/main" id="{9D85C406-9D51-46EB-BF80-EC9B3C21BD3D}"/>
                  </a:ext>
                </a:extLst>
              </p:cNvPr>
              <p:cNvSpPr>
                <a:spLocks noGrp="1" noRot="1" noChangeAspect="1" noMove="1" noResize="1" noEditPoints="1" noAdjustHandles="1" noChangeArrowheads="1" noChangeShapeType="1" noTextEdit="1"/>
              </p:cNvSpPr>
              <p:nvPr/>
            </p:nvSpPr>
            <p:spPr>
              <a:xfrm>
                <a:off x="495300" y="3402584"/>
                <a:ext cx="6057900" cy="548132"/>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J'_{r}(a_r(x))\,w_r\,\mathrm{step}(a_{r-1}(x))">
                <a:extLst>
                  <a:ext uri="{FF2B5EF4-FFF2-40B4-BE49-F238E27FC236}">
                    <a16:creationId xmlns:a16="http://schemas.microsoft.com/office/drawing/2014/main" id="{9BAD54AF-4174-4FE9-9F01-45524F55B88D}"/>
                  </a:ext>
                </a:extLst>
              </p:cNvPr>
              <p:cNvSpPr>
                <a:spLocks noGrp="1"/>
              </p:cNvSpPr>
              <p:nvPr/>
            </p:nvSpPr>
            <p:spPr>
              <a:xfrm>
                <a:off x="476250" y="3948716"/>
                <a:ext cx="6096000" cy="49409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AB4910"/>
                          </a:solidFill>
                          <a:latin typeface="Cambria Math"/>
                          <a:ea typeface="Cambria Math"/>
                          <a:cs typeface="Cambria Math"/>
                        </a:rPr>
                        <m:t>=</m:t>
                      </m:r>
                      <m:sSubSup>
                        <m:sSubSupPr>
                          <m:ctrlPr>
                            <a:rPr lang="en-GB" sz="2600">
                              <a:solidFill>
                                <a:srgbClr val="AB4910"/>
                              </a:solidFill>
                              <a:latin typeface="Cambria Math"/>
                              <a:ea typeface="Cambria Math"/>
                              <a:cs typeface="Cambria Math"/>
                            </a:rPr>
                          </m:ctrlPr>
                        </m:sSubSupPr>
                        <m:e>
                          <m:r>
                            <a:rPr lang="en-GB" sz="2600">
                              <a:solidFill>
                                <a:srgbClr val="AB4910"/>
                              </a:solidFill>
                              <a:latin typeface="Cambria Math"/>
                              <a:ea typeface="Cambria Math"/>
                              <a:cs typeface="Cambria Math"/>
                            </a:rPr>
                            <m:t>𝐽</m:t>
                          </m:r>
                        </m:e>
                        <m:sub>
                          <m:r>
                            <a:rPr lang="en-GB" sz="2600">
                              <a:solidFill>
                                <a:srgbClr val="AB4910"/>
                              </a:solidFill>
                              <a:latin typeface="Cambria Math"/>
                              <a:ea typeface="Cambria Math"/>
                              <a:cs typeface="Cambria Math"/>
                            </a:rPr>
                            <m:t>𝑟</m:t>
                          </m:r>
                        </m:sub>
                        <m:sup>
                          <m:r>
                            <a:rPr lang="en-GB" sz="2600">
                              <a:solidFill>
                                <a:srgbClr val="AB4910"/>
                              </a:solidFill>
                              <a:latin typeface="Cambria Math"/>
                              <a:ea typeface="Cambria Math"/>
                              <a:cs typeface="Cambria Math"/>
                            </a:rPr>
                            <m:t>′</m:t>
                          </m:r>
                        </m:sup>
                      </m:sSubSup>
                      <m:d>
                        <m:dPr>
                          <m:ctrlPr>
                            <a:rPr lang="en-GB" sz="2600" i="1">
                              <a:solidFill>
                                <a:srgbClr val="AB4910"/>
                              </a:solidFill>
                              <a:latin typeface="Cambria Math" panose="02040503050406030204" pitchFamily="18" charset="0"/>
                              <a:ea typeface="Cambria Math"/>
                              <a:cs typeface="Cambria Math"/>
                            </a:rPr>
                          </m:ctrlPr>
                        </m:dPr>
                        <m:e>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𝑎</m:t>
                              </m:r>
                            </m:e>
                            <m:sub>
                              <m:r>
                                <a:rPr lang="en-GB" sz="2600">
                                  <a:solidFill>
                                    <a:srgbClr val="AB4910"/>
                                  </a:solidFill>
                                  <a:latin typeface="Cambria Math"/>
                                  <a:ea typeface="Cambria Math"/>
                                  <a:cs typeface="Cambria Math"/>
                                </a:rPr>
                                <m:t>𝑟</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𝑥</m:t>
                              </m:r>
                            </m:e>
                          </m:d>
                        </m:e>
                      </m:d>
                      <m:r>
                        <a:rPr lang="en-GB" sz="2600">
                          <a:solidFill>
                            <a:srgbClr val="AB4910"/>
                          </a:solidFill>
                          <a:latin typeface="Cambria Math"/>
                          <a:ea typeface="Cambria Math"/>
                          <a:cs typeface="Cambria Math"/>
                        </a:rPr>
                        <m:t> </m:t>
                      </m:r>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𝑤</m:t>
                          </m:r>
                        </m:e>
                        <m:sub>
                          <m:r>
                            <a:rPr lang="en-GB" sz="2600">
                              <a:solidFill>
                                <a:srgbClr val="AB4910"/>
                              </a:solidFill>
                              <a:latin typeface="Cambria Math"/>
                              <a:ea typeface="Cambria Math"/>
                              <a:cs typeface="Cambria Math"/>
                            </a:rPr>
                            <m:t>𝑟</m:t>
                          </m:r>
                        </m:sub>
                      </m:sSub>
                      <m:r>
                        <a:rPr lang="en-GB" sz="2600">
                          <a:solidFill>
                            <a:srgbClr val="AB4910"/>
                          </a:solidFill>
                          <a:latin typeface="Cambria Math"/>
                          <a:ea typeface="Cambria Math"/>
                          <a:cs typeface="Cambria Math"/>
                        </a:rPr>
                        <m:t> </m:t>
                      </m:r>
                      <m:r>
                        <m:rPr>
                          <m:sty m:val="p"/>
                        </m:rPr>
                        <a:rPr lang="en-GB" sz="2600">
                          <a:solidFill>
                            <a:srgbClr val="AB4910"/>
                          </a:solidFill>
                          <a:latin typeface="Cambria Math"/>
                          <a:ea typeface="Cambria Math"/>
                          <a:cs typeface="Cambria Math"/>
                        </a:rPr>
                        <m:t>step</m:t>
                      </m:r>
                      <m:d>
                        <m:dPr>
                          <m:ctrlPr>
                            <a:rPr lang="en-GB" sz="2600" i="1">
                              <a:solidFill>
                                <a:srgbClr val="AB4910"/>
                              </a:solidFill>
                              <a:latin typeface="Cambria Math" panose="02040503050406030204" pitchFamily="18" charset="0"/>
                              <a:ea typeface="Cambria Math"/>
                              <a:cs typeface="Cambria Math"/>
                            </a:rPr>
                          </m:ctrlPr>
                        </m:dPr>
                        <m:e>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𝑎</m:t>
                              </m:r>
                            </m:e>
                            <m:sub>
                              <m:r>
                                <a:rPr lang="en-GB" sz="2600">
                                  <a:solidFill>
                                    <a:srgbClr val="AB4910"/>
                                  </a:solidFill>
                                  <a:latin typeface="Cambria Math"/>
                                  <a:ea typeface="Cambria Math"/>
                                  <a:cs typeface="Cambria Math"/>
                                </a:rPr>
                                <m:t>𝑟</m:t>
                              </m:r>
                              <m:r>
                                <a:rPr lang="en-GB" sz="2600">
                                  <a:solidFill>
                                    <a:srgbClr val="AB4910"/>
                                  </a:solidFill>
                                  <a:latin typeface="Cambria Math"/>
                                  <a:ea typeface="Cambria Math"/>
                                  <a:cs typeface="Cambria Math"/>
                                </a:rPr>
                                <m:t>−1</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𝑥</m:t>
                              </m:r>
                            </m:e>
                          </m:d>
                        </m:e>
                      </m:d>
                    </m:oMath>
                  </m:oMathPara>
                </a14:m>
                <a:endParaRPr lang="en-GB" sz="2600"/>
              </a:p>
            </p:txBody>
          </p:sp>
        </mc:Choice>
        <mc:Fallback xmlns="">
          <p:sp>
            <p:nvSpPr>
              <p:cNvPr id="15" name="equation_11" descr="=J'_{r}(a_r(x))\,w_r\,\mathrm{step}(a_{r-1}(x))">
                <a:extLst>
                  <a:ext uri="{FF2B5EF4-FFF2-40B4-BE49-F238E27FC236}">
                    <a16:creationId xmlns:a16="http://schemas.microsoft.com/office/drawing/2014/main" id="{9BAD54AF-4174-4FE9-9F01-45524F55B88D}"/>
                  </a:ext>
                </a:extLst>
              </p:cNvPr>
              <p:cNvSpPr>
                <a:spLocks noGrp="1" noRot="1" noChangeAspect="1" noMove="1" noResize="1" noEditPoints="1" noAdjustHandles="1" noChangeArrowheads="1" noChangeShapeType="1" noTextEdit="1"/>
              </p:cNvSpPr>
              <p:nvPr/>
            </p:nvSpPr>
            <p:spPr>
              <a:xfrm>
                <a:off x="476250" y="3948716"/>
                <a:ext cx="6096000" cy="494094"/>
              </a:xfrm>
              <a:prstGeom prst="rect">
                <a:avLst/>
              </a:prstGeom>
              <a:blipFill>
                <a:blip r:embed="rId8"/>
                <a:stretch>
                  <a:fillRect/>
                </a:stretch>
              </a:blipFill>
              <a:ln w="0">
                <a:noFill/>
              </a:ln>
            </p:spPr>
            <p:txBody>
              <a:bodyPr/>
              <a:lstStyle/>
              <a:p>
                <a:r>
                  <a:rPr lang="it-IT">
                    <a:noFill/>
                  </a:rPr>
                  <a:t> </a:t>
                </a:r>
              </a:p>
            </p:txBody>
          </p:sp>
        </mc:Fallback>
      </mc:AlternateContent>
      <p:sp>
        <p:nvSpPr>
          <p:cNvPr id="16" name="note_box_12">
            <a:extLst>
              <a:ext uri="{FF2B5EF4-FFF2-40B4-BE49-F238E27FC236}">
                <a16:creationId xmlns:a16="http://schemas.microsoft.com/office/drawing/2014/main" id="{83A221FB-3715-4D72-8947-04286405D8F9}"/>
              </a:ext>
            </a:extLst>
          </p:cNvPr>
          <p:cNvSpPr>
            <a:spLocks noGrp="1"/>
          </p:cNvSpPr>
          <p:nvPr/>
        </p:nvSpPr>
        <p:spPr>
          <a:xfrm>
            <a:off x="7829550" y="3048000"/>
            <a:ext cx="3905250" cy="120015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7" name="text_13">
                <a:extLst>
                  <a:ext uri="{FF2B5EF4-FFF2-40B4-BE49-F238E27FC236}">
                    <a16:creationId xmlns:a16="http://schemas.microsoft.com/office/drawing/2014/main" id="{FF15815A-26C6-4F1B-AF48-100E4D016DAC}"/>
                  </a:ext>
                </a:extLst>
              </p:cNvPr>
              <p:cNvSpPr>
                <a:spLocks noGrp="1"/>
              </p:cNvSpPr>
              <p:nvPr/>
            </p:nvSpPr>
            <p:spPr>
              <a:xfrm>
                <a:off x="7915275" y="3152775"/>
                <a:ext cx="3733800" cy="352425"/>
              </a:xfrm>
              <a:prstGeom prst="rect">
                <a:avLst/>
              </a:prstGeom>
              <a:noFill/>
              <a:ln w="0">
                <a:noFill/>
              </a:ln>
            </p:spPr>
            <p:txBody>
              <a:bodyPr anchor="ctr">
                <a:noAutofit/>
              </a:bodyPr>
              <a:lstStyle>
                <a:defPPr algn="ctr">
                  <a:defRPr sz="1725" b="1">
                    <a:solidFill>
                      <a:srgbClr val="235C99"/>
                    </a:solidFill>
                    <a:latin typeface="DejaVu Sans"/>
                    <a:ea typeface="DejaVu Sans"/>
                    <a:cs typeface="DejaVu Sans"/>
                  </a:defRPr>
                </a:defPPr>
              </a:lstStyle>
              <a:p>
                <a:pPr algn="ctr">
                  <a:defRPr sz="1725" b="1">
                    <a:solidFill>
                      <a:srgbClr val="235C99"/>
                    </a:solidFill>
                    <a:latin typeface="DejaVu Sans"/>
                    <a:ea typeface="DejaVu Sans"/>
                    <a:cs typeface="DejaVu Sans"/>
                  </a:defRPr>
                </a:pPr>
                <a:r>
                  <a:rPr sz="1725" b="1">
                    <a:solidFill>
                      <a:srgbClr val="235C99"/>
                    </a:solidFill>
                    <a:latin typeface="DejaVu Sans"/>
                    <a:ea typeface="DejaVu Sans"/>
                    <a:cs typeface="DejaVu Sans"/>
                  </a:rPr>
                  <a:t>Already calculated: layer </a:t>
                </a:r>
                <a14:m>
                  <m:oMath xmlns:m="http://schemas.openxmlformats.org/officeDocument/2006/math">
                    <m:r>
                      <a:rPr lang="en-GB" sz="1725">
                        <a:solidFill>
                          <a:srgbClr val="235C99"/>
                        </a:solidFill>
                        <a:latin typeface="Cambria Math"/>
                        <a:ea typeface="Cambria Math"/>
                        <a:cs typeface="Cambria Math"/>
                      </a:rPr>
                      <m:t>𝑟</m:t>
                    </m:r>
                  </m:oMath>
                </a14:m>
                <a:endParaRPr sz="1725" b="1">
                  <a:solidFill>
                    <a:srgbClr val="235C99"/>
                  </a:solidFill>
                  <a:latin typeface="DejaVu Sans"/>
                  <a:ea typeface="DejaVu Sans"/>
                  <a:cs typeface="DejaVu Sans"/>
                </a:endParaRPr>
              </a:p>
            </p:txBody>
          </p:sp>
        </mc:Choice>
        <mc:Fallback xmlns="">
          <p:sp>
            <p:nvSpPr>
              <p:cNvPr id="17" name="text_13">
                <a:extLst>
                  <a:ext uri="{FF2B5EF4-FFF2-40B4-BE49-F238E27FC236}">
                    <a16:creationId xmlns:a16="http://schemas.microsoft.com/office/drawing/2014/main" id="{FF15815A-26C6-4F1B-AF48-100E4D016DAC}"/>
                  </a:ext>
                </a:extLst>
              </p:cNvPr>
              <p:cNvSpPr>
                <a:spLocks noGrp="1" noRot="1" noChangeAspect="1" noMove="1" noResize="1" noEditPoints="1" noAdjustHandles="1" noChangeArrowheads="1" noChangeShapeType="1" noTextEdit="1"/>
              </p:cNvSpPr>
              <p:nvPr/>
            </p:nvSpPr>
            <p:spPr>
              <a:xfrm>
                <a:off x="7915275" y="3152775"/>
                <a:ext cx="3733800" cy="352425"/>
              </a:xfrm>
              <a:prstGeom prst="rect">
                <a:avLst/>
              </a:prstGeom>
              <a:blipFill>
                <a:blip r:embed="rId9"/>
                <a:stretch>
                  <a:fillRect t="-6897" b="-2586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equation_14" descr="J'_{r}(a_r(x))">
                <a:extLst>
                  <a:ext uri="{FF2B5EF4-FFF2-40B4-BE49-F238E27FC236}">
                    <a16:creationId xmlns:a16="http://schemas.microsoft.com/office/drawing/2014/main" id="{B8C38B20-6A12-4FE7-A0C7-7D46C8C57A28}"/>
                  </a:ext>
                </a:extLst>
              </p:cNvPr>
              <p:cNvSpPr>
                <a:spLocks noGrp="1"/>
              </p:cNvSpPr>
              <p:nvPr/>
            </p:nvSpPr>
            <p:spPr>
              <a:xfrm>
                <a:off x="7924800" y="3551777"/>
                <a:ext cx="3714750" cy="60217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3200">
                              <a:solidFill>
                                <a:srgbClr val="235C99"/>
                              </a:solidFill>
                              <a:latin typeface="Cambria Math"/>
                              <a:ea typeface="Cambria Math"/>
                              <a:cs typeface="Cambria Math"/>
                            </a:rPr>
                          </m:ctrlPr>
                        </m:sSubSupPr>
                        <m:e>
                          <m:r>
                            <a:rPr lang="en-GB" sz="3200">
                              <a:solidFill>
                                <a:srgbClr val="235C99"/>
                              </a:solidFill>
                              <a:latin typeface="Cambria Math"/>
                              <a:ea typeface="Cambria Math"/>
                              <a:cs typeface="Cambria Math"/>
                            </a:rPr>
                            <m:t>𝐽</m:t>
                          </m:r>
                        </m:e>
                        <m:sub>
                          <m:r>
                            <a:rPr lang="en-GB" sz="3200">
                              <a:solidFill>
                                <a:srgbClr val="235C99"/>
                              </a:solidFill>
                              <a:latin typeface="Cambria Math"/>
                              <a:ea typeface="Cambria Math"/>
                              <a:cs typeface="Cambria Math"/>
                            </a:rPr>
                            <m:t>𝑟</m:t>
                          </m:r>
                        </m:sub>
                        <m:sup>
                          <m:r>
                            <a:rPr lang="en-GB" sz="3200">
                              <a:solidFill>
                                <a:srgbClr val="235C99"/>
                              </a:solidFill>
                              <a:latin typeface="Cambria Math"/>
                              <a:ea typeface="Cambria Math"/>
                              <a:cs typeface="Cambria Math"/>
                            </a:rPr>
                            <m:t>′</m:t>
                          </m:r>
                        </m:sup>
                      </m:sSubSup>
                      <m:d>
                        <m:dPr>
                          <m:ctrlPr>
                            <a:rPr lang="en-GB" sz="3200" i="1">
                              <a:solidFill>
                                <a:srgbClr val="235C99"/>
                              </a:solidFill>
                              <a:latin typeface="Cambria Math" panose="02040503050406030204" pitchFamily="18" charset="0"/>
                              <a:ea typeface="Cambria Math"/>
                              <a:cs typeface="Cambria Math"/>
                            </a:rPr>
                          </m:ctrlPr>
                        </m:dPr>
                        <m:e>
                          <m:sSub>
                            <m:sSubPr>
                              <m:ctrlPr>
                                <a:rPr lang="en-GB" sz="3200">
                                  <a:solidFill>
                                    <a:srgbClr val="235C99"/>
                                  </a:solidFill>
                                  <a:latin typeface="Cambria Math"/>
                                  <a:ea typeface="Cambria Math"/>
                                  <a:cs typeface="Cambria Math"/>
                                </a:rPr>
                              </m:ctrlPr>
                            </m:sSubPr>
                            <m:e>
                              <m:r>
                                <a:rPr lang="en-GB" sz="3200">
                                  <a:solidFill>
                                    <a:srgbClr val="235C99"/>
                                  </a:solidFill>
                                  <a:latin typeface="Cambria Math"/>
                                  <a:ea typeface="Cambria Math"/>
                                  <a:cs typeface="Cambria Math"/>
                                </a:rPr>
                                <m:t>𝑎</m:t>
                              </m:r>
                            </m:e>
                            <m:sub>
                              <m:r>
                                <a:rPr lang="en-GB" sz="3200">
                                  <a:solidFill>
                                    <a:srgbClr val="235C99"/>
                                  </a:solidFill>
                                  <a:latin typeface="Cambria Math"/>
                                  <a:ea typeface="Cambria Math"/>
                                  <a:cs typeface="Cambria Math"/>
                                </a:rPr>
                                <m:t>𝑟</m:t>
                              </m:r>
                            </m:sub>
                          </m:sSub>
                          <m:d>
                            <m:dPr>
                              <m:ctrlPr>
                                <a:rPr lang="en-GB" sz="3200">
                                  <a:solidFill>
                                    <a:srgbClr val="235C99"/>
                                  </a:solidFill>
                                  <a:latin typeface="Cambria Math"/>
                                  <a:ea typeface="Cambria Math"/>
                                  <a:cs typeface="Cambria Math"/>
                                </a:rPr>
                              </m:ctrlPr>
                            </m:dPr>
                            <m:e>
                              <m:r>
                                <a:rPr lang="en-GB" sz="3200">
                                  <a:solidFill>
                                    <a:srgbClr val="235C99"/>
                                  </a:solidFill>
                                  <a:latin typeface="Cambria Math"/>
                                  <a:ea typeface="Cambria Math"/>
                                  <a:cs typeface="Cambria Math"/>
                                </a:rPr>
                                <m:t>𝑥</m:t>
                              </m:r>
                            </m:e>
                          </m:d>
                        </m:e>
                      </m:d>
                    </m:oMath>
                  </m:oMathPara>
                </a14:m>
                <a:endParaRPr lang="en-GB" sz="3200"/>
              </a:p>
            </p:txBody>
          </p:sp>
        </mc:Choice>
        <mc:Fallback xmlns="">
          <p:sp>
            <p:nvSpPr>
              <p:cNvPr id="18" name="equation_14" descr="J'_{r}(a_r(x))">
                <a:extLst>
                  <a:ext uri="{FF2B5EF4-FFF2-40B4-BE49-F238E27FC236}">
                    <a16:creationId xmlns:a16="http://schemas.microsoft.com/office/drawing/2014/main" id="{B8C38B20-6A12-4FE7-A0C7-7D46C8C57A28}"/>
                  </a:ext>
                </a:extLst>
              </p:cNvPr>
              <p:cNvSpPr>
                <a:spLocks noGrp="1" noRot="1" noChangeAspect="1" noMove="1" noResize="1" noEditPoints="1" noAdjustHandles="1" noChangeArrowheads="1" noChangeShapeType="1" noTextEdit="1"/>
              </p:cNvSpPr>
              <p:nvPr/>
            </p:nvSpPr>
            <p:spPr>
              <a:xfrm>
                <a:off x="7924800" y="3551777"/>
                <a:ext cx="3714750" cy="602171"/>
              </a:xfrm>
              <a:prstGeom prst="rect">
                <a:avLst/>
              </a:prstGeom>
              <a:blipFill>
                <a:blip r:embed="rId10"/>
                <a:stretch>
                  <a:fillRect/>
                </a:stretch>
              </a:blipFill>
              <a:ln w="0">
                <a:noFill/>
              </a:ln>
            </p:spPr>
            <p:txBody>
              <a:bodyPr/>
              <a:lstStyle/>
              <a:p>
                <a:r>
                  <a:rPr lang="it-IT">
                    <a:noFill/>
                  </a:rPr>
                  <a:t> </a:t>
                </a:r>
              </a:p>
            </p:txBody>
          </p:sp>
        </mc:Fallback>
      </mc:AlternateContent>
      <p:sp>
        <p:nvSpPr>
          <p:cNvPr id="19" name="note_box_15">
            <a:extLst>
              <a:ext uri="{FF2B5EF4-FFF2-40B4-BE49-F238E27FC236}">
                <a16:creationId xmlns:a16="http://schemas.microsoft.com/office/drawing/2014/main" id="{9E21CA90-90EE-4C3D-B1AD-0FDFEA51F78C}"/>
              </a:ext>
            </a:extLst>
          </p:cNvPr>
          <p:cNvSpPr>
            <a:spLocks noGrp="1"/>
          </p:cNvSpPr>
          <p:nvPr/>
        </p:nvSpPr>
        <p:spPr>
          <a:xfrm>
            <a:off x="1000125" y="4762500"/>
            <a:ext cx="3619500" cy="80010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0" name="text_16">
                <a:extLst>
                  <a:ext uri="{FF2B5EF4-FFF2-40B4-BE49-F238E27FC236}">
                    <a16:creationId xmlns:a16="http://schemas.microsoft.com/office/drawing/2014/main" id="{EF6909D7-AB6F-4DE0-935C-7498F6466F31}"/>
                  </a:ext>
                </a:extLst>
              </p:cNvPr>
              <p:cNvSpPr>
                <a:spLocks noGrp="1"/>
              </p:cNvSpPr>
              <p:nvPr/>
            </p:nvSpPr>
            <p:spPr>
              <a:xfrm>
                <a:off x="1085850" y="4829175"/>
                <a:ext cx="3448050" cy="295275"/>
              </a:xfrm>
              <a:prstGeom prst="rect">
                <a:avLst/>
              </a:prstGeom>
              <a:noFill/>
              <a:ln w="0">
                <a:noFill/>
              </a:ln>
            </p:spPr>
            <p:txBody>
              <a:bodyPr anchor="ctr">
                <a:noAutofit/>
              </a:bodyPr>
              <a:lstStyle>
                <a:defPPr algn="ctr">
                  <a:defRPr sz="1650" b="0">
                    <a:solidFill>
                      <a:srgbClr val="235C99"/>
                    </a:solidFill>
                    <a:latin typeface="DejaVu Sans"/>
                    <a:ea typeface="DejaVu Sans"/>
                    <a:cs typeface="DejaVu Sans"/>
                  </a:defRPr>
                </a:defPPr>
              </a:lstStyle>
              <a:p>
                <a:pPr algn="ctr">
                  <a:defRPr sz="1650" b="0">
                    <a:solidFill>
                      <a:srgbClr val="235C99"/>
                    </a:solidFill>
                    <a:latin typeface="DejaVu Sans"/>
                    <a:ea typeface="DejaVu Sans"/>
                    <a:cs typeface="DejaVu Sans"/>
                  </a:defRPr>
                </a:pPr>
                <a:r>
                  <a:rPr sz="1650" b="0">
                    <a:solidFill>
                      <a:srgbClr val="235C99"/>
                    </a:solidFill>
                    <a:latin typeface="DejaVu Sans"/>
                    <a:ea typeface="DejaVu Sans"/>
                    <a:cs typeface="DejaVu Sans"/>
                  </a:rPr>
                  <a:t>Saved input to layer </a:t>
                </a:r>
                <a14:m>
                  <m:oMath xmlns:m="http://schemas.openxmlformats.org/officeDocument/2006/math">
                    <m:r>
                      <a:rPr lang="en-GB" sz="1650">
                        <a:solidFill>
                          <a:srgbClr val="235C99"/>
                        </a:solidFill>
                        <a:latin typeface="Cambria Math"/>
                        <a:ea typeface="Cambria Math"/>
                        <a:cs typeface="Cambria Math"/>
                      </a:rPr>
                      <m:t>𝑟</m:t>
                    </m:r>
                  </m:oMath>
                </a14:m>
                <a:endParaRPr sz="1650" b="0">
                  <a:solidFill>
                    <a:srgbClr val="235C99"/>
                  </a:solidFill>
                  <a:latin typeface="DejaVu Sans"/>
                  <a:ea typeface="DejaVu Sans"/>
                  <a:cs typeface="DejaVu Sans"/>
                </a:endParaRPr>
              </a:p>
            </p:txBody>
          </p:sp>
        </mc:Choice>
        <mc:Fallback xmlns="">
          <p:sp>
            <p:nvSpPr>
              <p:cNvPr id="20" name="text_16">
                <a:extLst>
                  <a:ext uri="{FF2B5EF4-FFF2-40B4-BE49-F238E27FC236}">
                    <a16:creationId xmlns:a16="http://schemas.microsoft.com/office/drawing/2014/main" id="{EF6909D7-AB6F-4DE0-935C-7498F6466F31}"/>
                  </a:ext>
                </a:extLst>
              </p:cNvPr>
              <p:cNvSpPr>
                <a:spLocks noGrp="1" noRot="1" noChangeAspect="1" noMove="1" noResize="1" noEditPoints="1" noAdjustHandles="1" noChangeArrowheads="1" noChangeShapeType="1" noTextEdit="1"/>
              </p:cNvSpPr>
              <p:nvPr/>
            </p:nvSpPr>
            <p:spPr>
              <a:xfrm>
                <a:off x="1085850" y="4829175"/>
                <a:ext cx="3448050" cy="295275"/>
              </a:xfrm>
              <a:prstGeom prst="rect">
                <a:avLst/>
              </a:prstGeom>
              <a:blipFill>
                <a:blip r:embed="rId11"/>
                <a:stretch>
                  <a:fillRect t="-14286" b="-346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equation_17" descr="\phi_{r-1}(x)">
                <a:extLst>
                  <a:ext uri="{FF2B5EF4-FFF2-40B4-BE49-F238E27FC236}">
                    <a16:creationId xmlns:a16="http://schemas.microsoft.com/office/drawing/2014/main" id="{81EF7FA2-AF54-4B21-8620-E37699EA3A69}"/>
                  </a:ext>
                </a:extLst>
              </p:cNvPr>
              <p:cNvSpPr>
                <a:spLocks noGrp="1"/>
              </p:cNvSpPr>
              <p:nvPr/>
            </p:nvSpPr>
            <p:spPr>
              <a:xfrm>
                <a:off x="1085850" y="5162550"/>
                <a:ext cx="34480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235C99"/>
                              </a:solidFill>
                              <a:latin typeface="Cambria Math"/>
                              <a:ea typeface="Cambria Math"/>
                              <a:cs typeface="Cambria Math"/>
                            </a:rPr>
                          </m:ctrlPr>
                        </m:sSubPr>
                        <m:e>
                          <m:r>
                            <a:rPr lang="en-GB" sz="2800">
                              <a:solidFill>
                                <a:srgbClr val="235C99"/>
                              </a:solidFill>
                              <a:latin typeface="Cambria Math"/>
                              <a:ea typeface="Cambria Math"/>
                              <a:cs typeface="Cambria Math"/>
                            </a:rPr>
                            <m:t>𝜙</m:t>
                          </m:r>
                        </m:e>
                        <m:sub>
                          <m:r>
                            <a:rPr lang="en-GB" sz="2800">
                              <a:solidFill>
                                <a:srgbClr val="235C99"/>
                              </a:solidFill>
                              <a:latin typeface="Cambria Math"/>
                              <a:ea typeface="Cambria Math"/>
                              <a:cs typeface="Cambria Math"/>
                            </a:rPr>
                            <m:t>𝑟</m:t>
                          </m:r>
                          <m:r>
                            <a:rPr lang="en-GB" sz="2800">
                              <a:solidFill>
                                <a:srgbClr val="235C99"/>
                              </a:solidFill>
                              <a:latin typeface="Cambria Math"/>
                              <a:ea typeface="Cambria Math"/>
                              <a:cs typeface="Cambria Math"/>
                            </a:rPr>
                            <m:t>−1</m:t>
                          </m:r>
                        </m:sub>
                      </m:sSub>
                      <m:d>
                        <m:dPr>
                          <m:ctrlPr>
                            <a:rPr lang="en-GB" sz="2800">
                              <a:solidFill>
                                <a:srgbClr val="235C99"/>
                              </a:solidFill>
                              <a:latin typeface="Cambria Math"/>
                              <a:ea typeface="Cambria Math"/>
                              <a:cs typeface="Cambria Math"/>
                            </a:rPr>
                          </m:ctrlPr>
                        </m:dPr>
                        <m:e>
                          <m:r>
                            <a:rPr lang="en-GB" sz="2800">
                              <a:solidFill>
                                <a:srgbClr val="235C99"/>
                              </a:solidFill>
                              <a:latin typeface="Cambria Math"/>
                              <a:ea typeface="Cambria Math"/>
                              <a:cs typeface="Cambria Math"/>
                            </a:rPr>
                            <m:t>𝑥</m:t>
                          </m:r>
                        </m:e>
                      </m:d>
                    </m:oMath>
                  </m:oMathPara>
                </a14:m>
                <a:endParaRPr lang="en-GB" sz="2800"/>
              </a:p>
            </p:txBody>
          </p:sp>
        </mc:Choice>
        <mc:Fallback xmlns="">
          <p:sp>
            <p:nvSpPr>
              <p:cNvPr id="21" name="equation_17" descr="\phi_{r-1}(x)">
                <a:extLst>
                  <a:ext uri="{FF2B5EF4-FFF2-40B4-BE49-F238E27FC236}">
                    <a16:creationId xmlns:a16="http://schemas.microsoft.com/office/drawing/2014/main" id="{81EF7FA2-AF54-4B21-8620-E37699EA3A69}"/>
                  </a:ext>
                </a:extLst>
              </p:cNvPr>
              <p:cNvSpPr>
                <a:spLocks noGrp="1" noRot="1" noChangeAspect="1" noMove="1" noResize="1" noEditPoints="1" noAdjustHandles="1" noChangeArrowheads="1" noChangeShapeType="1" noTextEdit="1"/>
              </p:cNvSpPr>
              <p:nvPr/>
            </p:nvSpPr>
            <p:spPr>
              <a:xfrm>
                <a:off x="1085850" y="5162550"/>
                <a:ext cx="3448050" cy="342900"/>
              </a:xfrm>
              <a:prstGeom prst="rect">
                <a:avLst/>
              </a:prstGeom>
              <a:blipFill>
                <a:blip r:embed="rId12"/>
                <a:stretch>
                  <a:fillRect b="-7143"/>
                </a:stretch>
              </a:blipFill>
              <a:ln w="0">
                <a:noFill/>
              </a:ln>
            </p:spPr>
            <p:txBody>
              <a:bodyPr/>
              <a:lstStyle/>
              <a:p>
                <a:r>
                  <a:rPr lang="it-IT">
                    <a:noFill/>
                  </a:rPr>
                  <a:t> </a:t>
                </a:r>
              </a:p>
            </p:txBody>
          </p:sp>
        </mc:Fallback>
      </mc:AlternateContent>
      <p:sp>
        <p:nvSpPr>
          <p:cNvPr id="22" name="note_box_18">
            <a:extLst>
              <a:ext uri="{FF2B5EF4-FFF2-40B4-BE49-F238E27FC236}">
                <a16:creationId xmlns:a16="http://schemas.microsoft.com/office/drawing/2014/main" id="{6DC9881C-02EC-4407-92A6-A343E92E24DB}"/>
              </a:ext>
            </a:extLst>
          </p:cNvPr>
          <p:cNvSpPr>
            <a:spLocks noGrp="1"/>
          </p:cNvSpPr>
          <p:nvPr/>
        </p:nvSpPr>
        <p:spPr>
          <a:xfrm>
            <a:off x="5905500" y="4695825"/>
            <a:ext cx="5829300" cy="8001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3" name="equation_19" descr="\frac{\partial\mathcal{L}_{\mathrm{sq}}}{\partial w_r}=\phi_{r-1}(x)J'_{r}(a_r(x))">
                <a:extLst>
                  <a:ext uri="{FF2B5EF4-FFF2-40B4-BE49-F238E27FC236}">
                    <a16:creationId xmlns:a16="http://schemas.microsoft.com/office/drawing/2014/main" id="{01E50B4F-DBBB-43DB-8F2F-DA0A87E2CC2C}"/>
                  </a:ext>
                </a:extLst>
              </p:cNvPr>
              <p:cNvSpPr>
                <a:spLocks noGrp="1"/>
              </p:cNvSpPr>
              <p:nvPr/>
            </p:nvSpPr>
            <p:spPr>
              <a:xfrm>
                <a:off x="6010275" y="4724400"/>
                <a:ext cx="56197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300">
                              <a:solidFill>
                                <a:srgbClr val="AF1B29"/>
                              </a:solidFill>
                              <a:latin typeface="Cambria Math"/>
                              <a:ea typeface="Cambria Math"/>
                              <a:cs typeface="Cambria Math"/>
                            </a:rPr>
                          </m:ctrlPr>
                        </m:fPr>
                        <m:num>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ℒ</m:t>
                              </m:r>
                            </m:e>
                            <m:sub>
                              <m:r>
                                <m:rPr>
                                  <m:sty m:val="p"/>
                                </m:rPr>
                                <a:rPr lang="en-GB" sz="2300">
                                  <a:solidFill>
                                    <a:srgbClr val="AF1B29"/>
                                  </a:solidFill>
                                  <a:latin typeface="Cambria Math"/>
                                  <a:ea typeface="Cambria Math"/>
                                  <a:cs typeface="Cambria Math"/>
                                </a:rPr>
                                <m:t>sq</m:t>
                              </m:r>
                            </m:sub>
                          </m:sSub>
                        </m:num>
                        <m:den>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𝑤</m:t>
                              </m:r>
                            </m:e>
                            <m:sub>
                              <m:r>
                                <a:rPr lang="en-GB" sz="2300">
                                  <a:solidFill>
                                    <a:srgbClr val="AF1B29"/>
                                  </a:solidFill>
                                  <a:latin typeface="Cambria Math"/>
                                  <a:ea typeface="Cambria Math"/>
                                  <a:cs typeface="Cambria Math"/>
                                </a:rPr>
                                <m:t>𝑟</m:t>
                              </m:r>
                            </m:sub>
                          </m:sSub>
                        </m:den>
                      </m:f>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𝛉</m:t>
                          </m:r>
                        </m:e>
                      </m:d>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𝜙</m:t>
                          </m:r>
                        </m:e>
                        <m:sub>
                          <m:r>
                            <a:rPr lang="en-GB" sz="2300">
                              <a:solidFill>
                                <a:srgbClr val="AF1B29"/>
                              </a:solidFill>
                              <a:latin typeface="Cambria Math"/>
                              <a:ea typeface="Cambria Math"/>
                              <a:cs typeface="Cambria Math"/>
                            </a:rPr>
                            <m:t>𝑟</m:t>
                          </m:r>
                          <m:r>
                            <a:rPr lang="en-GB" sz="2300">
                              <a:solidFill>
                                <a:srgbClr val="AF1B29"/>
                              </a:solidFill>
                              <a:latin typeface="Cambria Math"/>
                              <a:ea typeface="Cambria Math"/>
                              <a:cs typeface="Cambria Math"/>
                            </a:rPr>
                            <m:t>−1</m:t>
                          </m:r>
                        </m:sub>
                      </m:sSub>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sSubSup>
                        <m:sSubSupPr>
                          <m:ctrlPr>
                            <a:rPr lang="en-GB" sz="2300">
                              <a:solidFill>
                                <a:srgbClr val="AF1B29"/>
                              </a:solidFill>
                              <a:latin typeface="Cambria Math"/>
                              <a:ea typeface="Cambria Math"/>
                              <a:cs typeface="Cambria Math"/>
                            </a:rPr>
                          </m:ctrlPr>
                        </m:sSubSupPr>
                        <m:e>
                          <m:r>
                            <a:rPr lang="en-GB" sz="2300">
                              <a:solidFill>
                                <a:srgbClr val="AF1B29"/>
                              </a:solidFill>
                              <a:latin typeface="Cambria Math"/>
                              <a:ea typeface="Cambria Math"/>
                              <a:cs typeface="Cambria Math"/>
                            </a:rPr>
                            <m:t>𝐽</m:t>
                          </m:r>
                        </m:e>
                        <m:sub>
                          <m:r>
                            <a:rPr lang="en-GB" sz="2300">
                              <a:solidFill>
                                <a:srgbClr val="AF1B29"/>
                              </a:solidFill>
                              <a:latin typeface="Cambria Math"/>
                              <a:ea typeface="Cambria Math"/>
                              <a:cs typeface="Cambria Math"/>
                            </a:rPr>
                            <m:t>𝑟</m:t>
                          </m:r>
                        </m:sub>
                        <m:sup>
                          <m:r>
                            <a:rPr lang="en-GB" sz="2300">
                              <a:solidFill>
                                <a:srgbClr val="AF1B29"/>
                              </a:solidFill>
                              <a:latin typeface="Cambria Math"/>
                              <a:ea typeface="Cambria Math"/>
                              <a:cs typeface="Cambria Math"/>
                            </a:rPr>
                            <m:t>′</m:t>
                          </m:r>
                        </m:sup>
                      </m:sSubSup>
                      <m:d>
                        <m:dPr>
                          <m:ctrlPr>
                            <a:rPr lang="en-GB" sz="2300" i="1">
                              <a:solidFill>
                                <a:srgbClr val="AF1B29"/>
                              </a:solidFill>
                              <a:latin typeface="Cambria Math" panose="02040503050406030204" pitchFamily="18" charset="0"/>
                              <a:ea typeface="Cambria Math"/>
                              <a:cs typeface="Cambria Math"/>
                            </a:rPr>
                          </m:ctrlPr>
                        </m:dPr>
                        <m:e>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𝑎</m:t>
                              </m:r>
                            </m:e>
                            <m:sub>
                              <m:r>
                                <a:rPr lang="en-GB" sz="2300">
                                  <a:solidFill>
                                    <a:srgbClr val="AF1B29"/>
                                  </a:solidFill>
                                  <a:latin typeface="Cambria Math"/>
                                  <a:ea typeface="Cambria Math"/>
                                  <a:cs typeface="Cambria Math"/>
                                </a:rPr>
                                <m:t>𝑟</m:t>
                              </m:r>
                            </m:sub>
                          </m:sSub>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e>
                      </m:d>
                    </m:oMath>
                  </m:oMathPara>
                </a14:m>
                <a:endParaRPr lang="en-GB" sz="2300"/>
              </a:p>
            </p:txBody>
          </p:sp>
        </mc:Choice>
        <mc:Fallback xmlns="">
          <p:sp>
            <p:nvSpPr>
              <p:cNvPr id="23" name="equation_19" descr="\frac{\partial\mathcal{L}_{\mathrm{sq}}}{\partial w_r}=\phi_{r-1}(x)J'_{r}(a_r(x))">
                <a:extLst>
                  <a:ext uri="{FF2B5EF4-FFF2-40B4-BE49-F238E27FC236}">
                    <a16:creationId xmlns:a16="http://schemas.microsoft.com/office/drawing/2014/main" id="{01E50B4F-DBBB-43DB-8F2F-DA0A87E2CC2C}"/>
                  </a:ext>
                </a:extLst>
              </p:cNvPr>
              <p:cNvSpPr>
                <a:spLocks noGrp="1" noRot="1" noChangeAspect="1" noMove="1" noResize="1" noEditPoints="1" noAdjustHandles="1" noChangeArrowheads="1" noChangeShapeType="1" noTextEdit="1"/>
              </p:cNvSpPr>
              <p:nvPr/>
            </p:nvSpPr>
            <p:spPr>
              <a:xfrm>
                <a:off x="6010275" y="4724400"/>
                <a:ext cx="5619750" cy="742950"/>
              </a:xfrm>
              <a:prstGeom prst="rect">
                <a:avLst/>
              </a:prstGeom>
              <a:blipFill>
                <a:blip r:embed="rId13"/>
                <a:stretch>
                  <a:fillRect/>
                </a:stretch>
              </a:blipFill>
              <a:ln w="0">
                <a:noFill/>
              </a:ln>
            </p:spPr>
            <p:txBody>
              <a:bodyPr/>
              <a:lstStyle/>
              <a:p>
                <a:r>
                  <a:rPr lang="it-IT">
                    <a:noFill/>
                  </a:rPr>
                  <a:t> </a:t>
                </a:r>
              </a:p>
            </p:txBody>
          </p:sp>
        </mc:Fallback>
      </mc:AlternateContent>
      <p:sp>
        <p:nvSpPr>
          <p:cNvPr id="24" name="note_box_20">
            <a:extLst>
              <a:ext uri="{FF2B5EF4-FFF2-40B4-BE49-F238E27FC236}">
                <a16:creationId xmlns:a16="http://schemas.microsoft.com/office/drawing/2014/main" id="{65744191-39C3-433F-8E79-629190A92165}"/>
              </a:ext>
            </a:extLst>
          </p:cNvPr>
          <p:cNvSpPr>
            <a:spLocks noGrp="1"/>
          </p:cNvSpPr>
          <p:nvPr/>
        </p:nvSpPr>
        <p:spPr>
          <a:xfrm>
            <a:off x="5905500" y="5591175"/>
            <a:ext cx="5829300" cy="6858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frac{\partial\mathcal{L}_{\mathrm{sq}}}{\partial b_r}=J'_{r}(a_r(x))">
                <a:extLst>
                  <a:ext uri="{FF2B5EF4-FFF2-40B4-BE49-F238E27FC236}">
                    <a16:creationId xmlns:a16="http://schemas.microsoft.com/office/drawing/2014/main" id="{89D3D875-1181-49A1-B003-EFD5C16F062A}"/>
                  </a:ext>
                </a:extLst>
              </p:cNvPr>
              <p:cNvSpPr>
                <a:spLocks noGrp="1"/>
              </p:cNvSpPr>
              <p:nvPr/>
            </p:nvSpPr>
            <p:spPr>
              <a:xfrm>
                <a:off x="6010275" y="5610225"/>
                <a:ext cx="561975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𝑟</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𝑟</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𝑟</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oMath>
                  </m:oMathPara>
                </a14:m>
                <a:endParaRPr lang="en-GB" sz="2000"/>
              </a:p>
            </p:txBody>
          </p:sp>
        </mc:Choice>
        <mc:Fallback xmlns="">
          <p:sp>
            <p:nvSpPr>
              <p:cNvPr id="25" name="equation_21" descr="\frac{\partial\mathcal{L}_{\mathrm{sq}}}{\partial b_r}=J'_{r}(a_r(x))">
                <a:extLst>
                  <a:ext uri="{FF2B5EF4-FFF2-40B4-BE49-F238E27FC236}">
                    <a16:creationId xmlns:a16="http://schemas.microsoft.com/office/drawing/2014/main" id="{89D3D875-1181-49A1-B003-EFD5C16F062A}"/>
                  </a:ext>
                </a:extLst>
              </p:cNvPr>
              <p:cNvSpPr>
                <a:spLocks noGrp="1" noRot="1" noChangeAspect="1" noMove="1" noResize="1" noEditPoints="1" noAdjustHandles="1" noChangeArrowheads="1" noChangeShapeType="1" noTextEdit="1"/>
              </p:cNvSpPr>
              <p:nvPr/>
            </p:nvSpPr>
            <p:spPr>
              <a:xfrm>
                <a:off x="6010275" y="5610225"/>
                <a:ext cx="5619750" cy="628650"/>
              </a:xfrm>
              <a:prstGeom prst="rect">
                <a:avLst/>
              </a:prstGeom>
              <a:blipFill>
                <a:blip r:embed="rId14"/>
                <a:stretch>
                  <a:fillRect b="-2913"/>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026E74A5-6391-4AAD-AF53-63C5B6AD204C}"/>
              </a:ext>
            </a:extLst>
          </p:cNvPr>
          <p:cNvSpPr>
            <a:spLocks noGrp="1"/>
          </p:cNvSpPr>
          <p:nvPr/>
        </p:nvSpPr>
        <p:spPr>
          <a:xfrm>
            <a:off x="1714500" y="2724150"/>
            <a:ext cx="476" cy="323850"/>
          </a:xfrm>
          <a:prstGeom prst="line">
            <a:avLst/>
          </a:prstGeom>
          <a:noFill/>
          <a:ln w="14288">
            <a:solidFill>
              <a:srgbClr val="235C99"/>
            </a:solidFill>
            <a:prstDash val="dash"/>
            <a:tailEnd type="triangle" w="sm" len="sm"/>
          </a:ln>
        </p:spPr>
        <p:txBody>
          <a:bodyPr/>
          <a:lstStyle/>
          <a:p>
            <a:endParaRPr lang="it-IT"/>
          </a:p>
        </p:txBody>
      </p:sp>
      <p:sp>
        <p:nvSpPr>
          <p:cNvPr id="27" name="line_23">
            <a:extLst>
              <a:ext uri="{FF2B5EF4-FFF2-40B4-BE49-F238E27FC236}">
                <a16:creationId xmlns:a16="http://schemas.microsoft.com/office/drawing/2014/main" id="{C278A78D-C5ED-430D-A795-0B01610B02AF}"/>
              </a:ext>
            </a:extLst>
          </p:cNvPr>
          <p:cNvSpPr>
            <a:spLocks noGrp="1"/>
          </p:cNvSpPr>
          <p:nvPr/>
        </p:nvSpPr>
        <p:spPr>
          <a:xfrm>
            <a:off x="5072063" y="2724150"/>
            <a:ext cx="476" cy="323850"/>
          </a:xfrm>
          <a:prstGeom prst="line">
            <a:avLst/>
          </a:prstGeom>
          <a:noFill/>
          <a:ln w="14288">
            <a:solidFill>
              <a:srgbClr val="235C99"/>
            </a:solidFill>
            <a:prstDash val="dash"/>
            <a:tailEnd type="triangle" w="sm" len="sm"/>
          </a:ln>
        </p:spPr>
        <p:txBody>
          <a:bodyPr/>
          <a:lstStyle/>
          <a:p>
            <a:endParaRPr lang="it-IT"/>
          </a:p>
        </p:txBody>
      </p:sp>
      <p:sp>
        <p:nvSpPr>
          <p:cNvPr id="28" name="line_24">
            <a:extLst>
              <a:ext uri="{FF2B5EF4-FFF2-40B4-BE49-F238E27FC236}">
                <a16:creationId xmlns:a16="http://schemas.microsoft.com/office/drawing/2014/main" id="{E1BF4CC3-35E0-4D5C-9981-1341266A566A}"/>
              </a:ext>
            </a:extLst>
          </p:cNvPr>
          <p:cNvSpPr>
            <a:spLocks noGrp="1"/>
          </p:cNvSpPr>
          <p:nvPr/>
        </p:nvSpPr>
        <p:spPr>
          <a:xfrm flipH="1">
            <a:off x="6667500" y="3648075"/>
            <a:ext cx="1162050" cy="476"/>
          </a:xfrm>
          <a:prstGeom prst="line">
            <a:avLst/>
          </a:prstGeom>
          <a:noFill/>
          <a:ln w="14288">
            <a:solidFill>
              <a:srgbClr val="235C99"/>
            </a:solidFill>
            <a:prstDash val="dash"/>
            <a:tailEnd type="triangle" w="sm" len="sm"/>
          </a:ln>
        </p:spPr>
        <p:txBody>
          <a:bodyPr/>
          <a:lstStyle/>
          <a:p>
            <a:endParaRPr lang="it-IT"/>
          </a:p>
        </p:txBody>
      </p:sp>
      <p:sp>
        <p:nvSpPr>
          <p:cNvPr id="29" name="line_25">
            <a:extLst>
              <a:ext uri="{FF2B5EF4-FFF2-40B4-BE49-F238E27FC236}">
                <a16:creationId xmlns:a16="http://schemas.microsoft.com/office/drawing/2014/main" id="{1037863D-6085-4CE1-8E56-5A2B3A6C5D3F}"/>
              </a:ext>
            </a:extLst>
          </p:cNvPr>
          <p:cNvSpPr>
            <a:spLocks noGrp="1"/>
          </p:cNvSpPr>
          <p:nvPr/>
        </p:nvSpPr>
        <p:spPr>
          <a:xfrm>
            <a:off x="9782175" y="4248150"/>
            <a:ext cx="476" cy="447675"/>
          </a:xfrm>
          <a:prstGeom prst="line">
            <a:avLst/>
          </a:prstGeom>
          <a:noFill/>
          <a:ln w="14288">
            <a:solidFill>
              <a:srgbClr val="235C99"/>
            </a:solidFill>
            <a:prstDash val="dash"/>
            <a:tailEnd type="triangle" w="sm" len="sm"/>
          </a:ln>
        </p:spPr>
        <p:txBody>
          <a:bodyPr/>
          <a:lstStyle/>
          <a:p>
            <a:endParaRPr lang="it-IT"/>
          </a:p>
        </p:txBody>
      </p:sp>
      <p:sp>
        <p:nvSpPr>
          <p:cNvPr id="30" name="line_26">
            <a:extLst>
              <a:ext uri="{FF2B5EF4-FFF2-40B4-BE49-F238E27FC236}">
                <a16:creationId xmlns:a16="http://schemas.microsoft.com/office/drawing/2014/main" id="{0AD7BB0B-8356-483C-88AF-078C8D1575AB}"/>
              </a:ext>
            </a:extLst>
          </p:cNvPr>
          <p:cNvSpPr>
            <a:spLocks noGrp="1"/>
          </p:cNvSpPr>
          <p:nvPr/>
        </p:nvSpPr>
        <p:spPr>
          <a:xfrm>
            <a:off x="4619625" y="5095875"/>
            <a:ext cx="1285875" cy="476"/>
          </a:xfrm>
          <a:prstGeom prst="line">
            <a:avLst/>
          </a:prstGeom>
          <a:noFill/>
          <a:ln w="14288">
            <a:solidFill>
              <a:srgbClr val="235C99"/>
            </a:solidFill>
            <a:prstDash val="dash"/>
            <a:tailEnd type="triangle" w="sm" len="sm"/>
          </a:ln>
        </p:spPr>
        <p:txBody>
          <a:bodyPr/>
          <a:lstStyle/>
          <a:p>
            <a:endParaRPr lang="it-IT"/>
          </a:p>
        </p:txBody>
      </p:sp>
      <p:sp>
        <p:nvSpPr>
          <p:cNvPr id="31" name="line_27">
            <a:extLst>
              <a:ext uri="{FF2B5EF4-FFF2-40B4-BE49-F238E27FC236}">
                <a16:creationId xmlns:a16="http://schemas.microsoft.com/office/drawing/2014/main" id="{9F12EA96-D58C-4002-9E42-90763D7CE70D}"/>
              </a:ext>
            </a:extLst>
          </p:cNvPr>
          <p:cNvSpPr>
            <a:spLocks noGrp="1"/>
          </p:cNvSpPr>
          <p:nvPr/>
        </p:nvSpPr>
        <p:spPr>
          <a:xfrm>
            <a:off x="11734800" y="3648075"/>
            <a:ext cx="171450" cy="476"/>
          </a:xfrm>
          <a:prstGeom prst="line">
            <a:avLst/>
          </a:prstGeom>
          <a:noFill/>
          <a:ln w="14288">
            <a:solidFill>
              <a:srgbClr val="235C99"/>
            </a:solidFill>
            <a:prstDash val="dash"/>
          </a:ln>
        </p:spPr>
        <p:txBody>
          <a:bodyPr/>
          <a:lstStyle/>
          <a:p>
            <a:endParaRPr lang="it-IT"/>
          </a:p>
        </p:txBody>
      </p:sp>
      <p:sp>
        <p:nvSpPr>
          <p:cNvPr id="32" name="line_28">
            <a:extLst>
              <a:ext uri="{FF2B5EF4-FFF2-40B4-BE49-F238E27FC236}">
                <a16:creationId xmlns:a16="http://schemas.microsoft.com/office/drawing/2014/main" id="{FE79BB79-E662-49EA-8388-CD41A8EE1D42}"/>
              </a:ext>
            </a:extLst>
          </p:cNvPr>
          <p:cNvSpPr>
            <a:spLocks noGrp="1"/>
          </p:cNvSpPr>
          <p:nvPr/>
        </p:nvSpPr>
        <p:spPr>
          <a:xfrm>
            <a:off x="11906250" y="3648075"/>
            <a:ext cx="476" cy="2286000"/>
          </a:xfrm>
          <a:prstGeom prst="line">
            <a:avLst/>
          </a:prstGeom>
          <a:noFill/>
          <a:ln w="14288">
            <a:solidFill>
              <a:srgbClr val="235C99"/>
            </a:solidFill>
            <a:prstDash val="dash"/>
          </a:ln>
        </p:spPr>
        <p:txBody>
          <a:bodyPr/>
          <a:lstStyle/>
          <a:p>
            <a:endParaRPr lang="it-IT"/>
          </a:p>
        </p:txBody>
      </p:sp>
      <p:sp>
        <p:nvSpPr>
          <p:cNvPr id="33" name="line_29">
            <a:extLst>
              <a:ext uri="{FF2B5EF4-FFF2-40B4-BE49-F238E27FC236}">
                <a16:creationId xmlns:a16="http://schemas.microsoft.com/office/drawing/2014/main" id="{C0B3F57C-748E-409D-9B00-77F51A369D84}"/>
              </a:ext>
            </a:extLst>
          </p:cNvPr>
          <p:cNvSpPr>
            <a:spLocks noGrp="1"/>
          </p:cNvSpPr>
          <p:nvPr/>
        </p:nvSpPr>
        <p:spPr>
          <a:xfrm flipH="1">
            <a:off x="11734800" y="5934075"/>
            <a:ext cx="171450" cy="476"/>
          </a:xfrm>
          <a:prstGeom prst="line">
            <a:avLst/>
          </a:prstGeom>
          <a:noFill/>
          <a:ln w="14288">
            <a:solidFill>
              <a:srgbClr val="235C99"/>
            </a:solidFill>
            <a:prstDash val="dash"/>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4" name="text_30">
                <a:extLst>
                  <a:ext uri="{FF2B5EF4-FFF2-40B4-BE49-F238E27FC236}">
                    <a16:creationId xmlns:a16="http://schemas.microsoft.com/office/drawing/2014/main" id="{5D34EF69-C5B3-4167-B356-227C26A5A6F4}"/>
                  </a:ext>
                </a:extLst>
              </p:cNvPr>
              <p:cNvSpPr>
                <a:spLocks noGrp="1"/>
              </p:cNvSpPr>
              <p:nvPr/>
            </p:nvSpPr>
            <p:spPr>
              <a:xfrm>
                <a:off x="904875" y="5657850"/>
                <a:ext cx="3810000" cy="552450"/>
              </a:xfrm>
              <a:prstGeom prst="rect">
                <a:avLst/>
              </a:prstGeom>
              <a:noFill/>
              <a:ln w="0">
                <a:noFill/>
              </a:ln>
            </p:spPr>
            <p:txBody>
              <a:bodyPr anchor="ctr">
                <a:noAutofit/>
              </a:bodyPr>
              <a:lstStyle>
                <a:defPPr algn="ctr">
                  <a:defRPr sz="1725" b="0">
                    <a:solidFill>
                      <a:srgbClr val="AF1B29"/>
                    </a:solidFill>
                    <a:latin typeface="DejaVu Sans"/>
                    <a:ea typeface="DejaVu Sans"/>
                    <a:cs typeface="DejaVu Sans"/>
                  </a:defRPr>
                </a:defPPr>
              </a:lstStyle>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Both are parameter derivatives</a:t>
                </a:r>
              </a:p>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of layer </a:t>
                </a:r>
                <a14:m>
                  <m:oMath xmlns:m="http://schemas.openxmlformats.org/officeDocument/2006/math">
                    <m:r>
                      <a:rPr lang="en-GB" sz="1725">
                        <a:solidFill>
                          <a:srgbClr val="AF1B29"/>
                        </a:solidFill>
                        <a:latin typeface="Cambria Math"/>
                        <a:ea typeface="Cambria Math"/>
                        <a:cs typeface="Cambria Math"/>
                      </a:rPr>
                      <m:t>𝑟</m:t>
                    </m:r>
                  </m:oMath>
                </a14:m>
                <a:r>
                  <a:rPr sz="1725" b="0">
                    <a:solidFill>
                      <a:srgbClr val="AF1B29"/>
                    </a:solidFill>
                    <a:latin typeface="DejaVu Sans"/>
                    <a:ea typeface="DejaVu Sans"/>
                    <a:cs typeface="DejaVu Sans"/>
                  </a:rPr>
                  <a:t>.</a:t>
                </a:r>
              </a:p>
            </p:txBody>
          </p:sp>
        </mc:Choice>
        <mc:Fallback xmlns="">
          <p:sp>
            <p:nvSpPr>
              <p:cNvPr id="34" name="text_30">
                <a:extLst>
                  <a:ext uri="{FF2B5EF4-FFF2-40B4-BE49-F238E27FC236}">
                    <a16:creationId xmlns:a16="http://schemas.microsoft.com/office/drawing/2014/main" id="{5D34EF69-C5B3-4167-B356-227C26A5A6F4}"/>
                  </a:ext>
                </a:extLst>
              </p:cNvPr>
              <p:cNvSpPr>
                <a:spLocks noGrp="1" noRot="1" noChangeAspect="1" noMove="1" noResize="1" noEditPoints="1" noAdjustHandles="1" noChangeArrowheads="1" noChangeShapeType="1" noTextEdit="1"/>
              </p:cNvSpPr>
              <p:nvPr/>
            </p:nvSpPr>
            <p:spPr>
              <a:xfrm>
                <a:off x="904875" y="5657850"/>
                <a:ext cx="3810000" cy="552450"/>
              </a:xfrm>
              <a:prstGeom prst="rect">
                <a:avLst/>
              </a:prstGeom>
              <a:blipFill>
                <a:blip r:embed="rId15"/>
                <a:stretch>
                  <a:fillRect t="-8791" b="-208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 name="lead">
                <a:extLst>
                  <a:ext uri="{FF2B5EF4-FFF2-40B4-BE49-F238E27FC236}">
                    <a16:creationId xmlns:a16="http://schemas.microsoft.com/office/drawing/2014/main" id="{9DA703B0-0BF6-CFE0-6932-355F48F919E3}"/>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I</a:t>
                </a:r>
                <a:r>
                  <a:rPr lang="en-GB" sz="2175" b="0" dirty="0" err="1">
                    <a:solidFill>
                      <a:srgbClr val="526276"/>
                    </a:solidFill>
                    <a:latin typeface="DejaVu Sans"/>
                    <a:ea typeface="DejaVu Sans"/>
                    <a:cs typeface="DejaVu Sans"/>
                  </a:rPr>
                  <a:t>dentify</a:t>
                </a:r>
                <a:r>
                  <a:rPr lang="en-GB" sz="2175" b="0" dirty="0">
                    <a:solidFill>
                      <a:srgbClr val="526276"/>
                    </a:solidFill>
                    <a:latin typeface="DejaVu Sans"/>
                    <a:ea typeface="DejaVu Sans"/>
                    <a:cs typeface="DejaVu Sans"/>
                  </a:rPr>
                  <a:t> each number with a </a:t>
                </a:r>
                <a14:m>
                  <m:oMath xmlns:m="http://schemas.openxmlformats.org/officeDocument/2006/math">
                    <m:r>
                      <a:rPr lang="en-GB" sz="2175">
                        <a:solidFill>
                          <a:srgbClr val="526276"/>
                        </a:solidFill>
                        <a:latin typeface="Cambria Math"/>
                        <a:ea typeface="Cambria Math"/>
                        <a:cs typeface="Cambria Math"/>
                      </a:rPr>
                      <m:t>1×1</m:t>
                    </m:r>
                  </m:oMath>
                </a14:m>
                <a:r>
                  <a:rPr lang="en-GB" sz="2175" b="0" dirty="0">
                    <a:solidFill>
                      <a:srgbClr val="526276"/>
                    </a:solidFill>
                    <a:latin typeface="DejaVu Sans"/>
                    <a:ea typeface="DejaVu Sans"/>
                    <a:cs typeface="DejaVu Sans"/>
                  </a:rPr>
                  <a:t> matrix</a:t>
                </a:r>
              </a:p>
              <a:p>
                <a:pPr algn="ctr">
                  <a:defRPr sz="2175" b="0">
                    <a:solidFill>
                      <a:srgbClr val="526276"/>
                    </a:solidFill>
                    <a:latin typeface="DejaVu Sans"/>
                    <a:ea typeface="DejaVu Sans"/>
                    <a:cs typeface="DejaVu Sans"/>
                  </a:defRPr>
                </a:pPr>
                <a:r>
                  <a:rPr lang="en-GB" sz="2175" b="0" dirty="0">
                    <a:solidFill>
                      <a:srgbClr val="526276"/>
                    </a:solidFill>
                    <a:latin typeface="DejaVu Sans"/>
                    <a:ea typeface="DejaVu Sans"/>
                    <a:cs typeface="DejaVu Sans"/>
                  </a:rPr>
                  <a:t>Transposes leave </a:t>
                </a:r>
                <a14:m>
                  <m:oMath xmlns:m="http://schemas.openxmlformats.org/officeDocument/2006/math">
                    <m:r>
                      <a:rPr lang="en-GB" sz="2175">
                        <a:solidFill>
                          <a:srgbClr val="526276"/>
                        </a:solidFill>
                        <a:latin typeface="Cambria Math"/>
                        <a:ea typeface="Cambria Math"/>
                        <a:cs typeface="Cambria Math"/>
                      </a:rPr>
                      <m:t>1×1</m:t>
                    </m:r>
                  </m:oMath>
                </a14:m>
                <a:r>
                  <a:rPr lang="en-GB" sz="2175" dirty="0">
                    <a:solidFill>
                      <a:srgbClr val="526276"/>
                    </a:solidFill>
                    <a:latin typeface="DejaVu Sans"/>
                    <a:ea typeface="DejaVu Sans"/>
                    <a:cs typeface="DejaVu Sans"/>
                  </a:rPr>
                  <a:t> matrices unchanged</a:t>
                </a:r>
                <a:endParaRPr lang="en-GB" sz="2175" b="0" dirty="0">
                  <a:solidFill>
                    <a:srgbClr val="526276"/>
                  </a:solidFill>
                  <a:latin typeface="DejaVu Sans"/>
                  <a:ea typeface="DejaVu Sans"/>
                  <a:cs typeface="DejaVu Sans"/>
                </a:endParaRPr>
              </a:p>
              <a:p>
                <a:pPr algn="ctr">
                  <a:defRPr sz="2175" b="0">
                    <a:solidFill>
                      <a:srgbClr val="526276"/>
                    </a:solidFill>
                    <a:latin typeface="DejaVu Sans"/>
                    <a:ea typeface="DejaVu Sans"/>
                    <a:cs typeface="DejaVu Sans"/>
                  </a:defRPr>
                </a:pPr>
                <a:r>
                  <a:rPr lang="en-GB" sz="2175" dirty="0">
                    <a:solidFill>
                      <a:srgbClr val="526276"/>
                    </a:solidFill>
                    <a:latin typeface="DejaVu Sans"/>
                    <a:ea typeface="DejaVu Sans"/>
                    <a:cs typeface="DejaVu Sans"/>
                  </a:rPr>
                  <a:t>Both </a:t>
                </a:r>
                <a14:m>
                  <m:oMath xmlns:m="http://schemas.openxmlformats.org/officeDocument/2006/math">
                    <m:r>
                      <a:rPr lang="en-GB" sz="2400">
                        <a:solidFill>
                          <a:srgbClr val="78459A"/>
                        </a:solidFill>
                        <a:latin typeface="Cambria Math"/>
                        <a:ea typeface="Cambria Math"/>
                        <a:cs typeface="Cambria Math"/>
                      </a:rPr>
                      <m:t>⋅</m:t>
                    </m:r>
                  </m:oMath>
                </a14:m>
                <a:r>
                  <a:rPr lang="en-GB" sz="2175" dirty="0">
                    <a:solidFill>
                      <a:srgbClr val="526276"/>
                    </a:solidFill>
                    <a:latin typeface="DejaVu Sans"/>
                    <a:ea typeface="DejaVu Sans"/>
                    <a:cs typeface="DejaVu Sans"/>
                  </a:rPr>
                  <a:t> and </a:t>
                </a:r>
                <a14:m>
                  <m:oMath xmlns:m="http://schemas.openxmlformats.org/officeDocument/2006/math">
                    <m:r>
                      <a:rPr lang="en-GB" sz="2400">
                        <a:solidFill>
                          <a:srgbClr val="167B32"/>
                        </a:solidFill>
                        <a:latin typeface="Cambria Math"/>
                        <a:ea typeface="Cambria Math"/>
                        <a:cs typeface="Cambria Math"/>
                      </a:rPr>
                      <m:t>⊙</m:t>
                    </m:r>
                  </m:oMath>
                </a14:m>
                <a:r>
                  <a:rPr lang="en-GB" sz="2175" dirty="0">
                    <a:solidFill>
                      <a:srgbClr val="526276"/>
                    </a:solidFill>
                    <a:latin typeface="DejaVu Sans"/>
                    <a:ea typeface="DejaVu Sans"/>
                    <a:cs typeface="DejaVu Sans"/>
                  </a:rPr>
                  <a:t> act as scalar multiplication for </a:t>
                </a:r>
                <a14:m>
                  <m:oMath xmlns:m="http://schemas.openxmlformats.org/officeDocument/2006/math">
                    <m:r>
                      <a:rPr lang="en-GB" sz="2175">
                        <a:solidFill>
                          <a:srgbClr val="526276"/>
                        </a:solidFill>
                        <a:latin typeface="Cambria Math"/>
                        <a:ea typeface="Cambria Math"/>
                        <a:cs typeface="Cambria Math"/>
                      </a:rPr>
                      <m:t>1×1</m:t>
                    </m:r>
                  </m:oMath>
                </a14:m>
                <a:r>
                  <a:rPr lang="en-GB" sz="2175" dirty="0">
                    <a:solidFill>
                      <a:srgbClr val="526276"/>
                    </a:solidFill>
                    <a:latin typeface="DejaVu Sans"/>
                    <a:ea typeface="DejaVu Sans"/>
                    <a:cs typeface="DejaVu Sans"/>
                  </a:rPr>
                  <a:t> matrices</a:t>
                </a:r>
                <a:endParaRPr sz="2175" b="0" dirty="0">
                  <a:solidFill>
                    <a:srgbClr val="526276"/>
                  </a:solidFill>
                  <a:latin typeface="DejaVu Sans"/>
                  <a:ea typeface="DejaVu Sans"/>
                  <a:cs typeface="DejaVu Sans"/>
                </a:endParaRPr>
              </a:p>
            </p:txBody>
          </p:sp>
        </mc:Choice>
        <mc:Fallback xmlns="">
          <p:sp>
            <p:nvSpPr>
              <p:cNvPr id="35" name="lead">
                <a:extLst>
                  <a:ext uri="{FF2B5EF4-FFF2-40B4-BE49-F238E27FC236}">
                    <a16:creationId xmlns:a16="http://schemas.microsoft.com/office/drawing/2014/main" id="{9DA703B0-0BF6-CFE0-6932-355F48F919E3}"/>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16"/>
                <a:stretch>
                  <a:fillRect t="-31148" b="-39344"/>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85577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title">
            <a:extLst>
              <a:ext uri="{FF2B5EF4-FFF2-40B4-BE49-F238E27FC236}">
                <a16:creationId xmlns:a16="http://schemas.microsoft.com/office/drawing/2014/main" id="{BB035391-2507-468C-BCC5-0EF45F49007B}"/>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A general backward step: scalar network</a:t>
            </a:r>
          </a:p>
        </p:txBody>
      </p:sp>
      <p:sp>
        <p:nvSpPr>
          <p:cNvPr id="2" name="lead">
            <a:extLst>
              <a:ext uri="{FF2B5EF4-FFF2-40B4-BE49-F238E27FC236}">
                <a16:creationId xmlns:a16="http://schemas.microsoft.com/office/drawing/2014/main" id="{04017F61-85F6-4D57-9082-964D5BC8CBD6}"/>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We</a:t>
            </a:r>
            <a:r>
              <a:rPr lang="it-IT" sz="2175" b="0" dirty="0">
                <a:solidFill>
                  <a:srgbClr val="526276"/>
                </a:solidFill>
                <a:latin typeface="DejaVu Sans"/>
                <a:ea typeface="DejaVu Sans"/>
                <a:cs typeface="DejaVu Sans"/>
              </a:rPr>
              <a:t> can </a:t>
            </a:r>
            <a:r>
              <a:rPr lang="it-IT" sz="2175" b="0" dirty="0" err="1">
                <a:solidFill>
                  <a:srgbClr val="526276"/>
                </a:solidFill>
                <a:latin typeface="DejaVu Sans"/>
                <a:ea typeface="DejaVu Sans"/>
                <a:cs typeface="DejaVu Sans"/>
              </a:rPr>
              <a:t>rewrite</a:t>
            </a:r>
            <a:r>
              <a:rPr lang="it-IT" sz="2175" b="0" dirty="0">
                <a:solidFill>
                  <a:srgbClr val="526276"/>
                </a:solidFill>
                <a:latin typeface="DejaVu Sans"/>
                <a:ea typeface="DejaVu Sans"/>
                <a:cs typeface="DejaVu Sans"/>
              </a:rPr>
              <a:t> the </a:t>
            </a:r>
            <a:r>
              <a:rPr lang="it-IT" sz="2175" b="0" dirty="0" err="1">
                <a:solidFill>
                  <a:srgbClr val="526276"/>
                </a:solidFill>
                <a:latin typeface="DejaVu Sans"/>
                <a:ea typeface="DejaVu Sans"/>
                <a:cs typeface="DejaVu Sans"/>
              </a:rPr>
              <a:t>backward</a:t>
            </a:r>
            <a:r>
              <a:rPr lang="it-IT" sz="2175" b="0" dirty="0">
                <a:solidFill>
                  <a:srgbClr val="526276"/>
                </a:solidFill>
                <a:latin typeface="DejaVu Sans"/>
                <a:ea typeface="DejaVu Sans"/>
                <a:cs typeface="DejaVu Sans"/>
              </a:rPr>
              <a:t> step </a:t>
            </a:r>
            <a:endParaRPr sz="2175" b="0" dirty="0">
              <a:solidFill>
                <a:srgbClr val="526276"/>
              </a:solidFill>
              <a:latin typeface="DejaVu Sans"/>
              <a:ea typeface="DejaVu Sans"/>
              <a:cs typeface="DejaVu Sans"/>
            </a:endParaRPr>
          </a:p>
        </p:txBody>
      </p:sp>
      <p:sp>
        <p:nvSpPr>
          <p:cNvPr id="3" name="footer_course">
            <a:extLst>
              <a:ext uri="{FF2B5EF4-FFF2-40B4-BE49-F238E27FC236}">
                <a16:creationId xmlns:a16="http://schemas.microsoft.com/office/drawing/2014/main" id="{DA09CDA7-763B-44F7-81CB-BC6889A375AD}"/>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CCB6F00-704C-4F9F-8916-D8CA75520B9D}"/>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28</a:t>
            </a:r>
          </a:p>
        </p:txBody>
      </p:sp>
      <p:sp>
        <p:nvSpPr>
          <p:cNvPr id="5" name="text_1">
            <a:extLst>
              <a:ext uri="{FF2B5EF4-FFF2-40B4-BE49-F238E27FC236}">
                <a16:creationId xmlns:a16="http://schemas.microsoft.com/office/drawing/2014/main" id="{F4F36FCA-FAE3-485E-876B-193FFD4D730D}"/>
              </a:ext>
            </a:extLst>
          </p:cNvPr>
          <p:cNvSpPr>
            <a:spLocks noGrp="1"/>
          </p:cNvSpPr>
          <p:nvPr/>
        </p:nvSpPr>
        <p:spPr>
          <a:xfrm>
            <a:off x="7829550" y="1990725"/>
            <a:ext cx="3905250" cy="4381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Scalar network</a:t>
            </a:r>
          </a:p>
        </p:txBody>
      </p:sp>
      <p:sp>
        <p:nvSpPr>
          <p:cNvPr id="6" name="note_box_2">
            <a:extLst>
              <a:ext uri="{FF2B5EF4-FFF2-40B4-BE49-F238E27FC236}">
                <a16:creationId xmlns:a16="http://schemas.microsoft.com/office/drawing/2014/main" id="{683285F8-C7AF-4476-B5BD-EB83828FAD5D}"/>
              </a:ext>
            </a:extLst>
          </p:cNvPr>
          <p:cNvSpPr>
            <a:spLocks noGrp="1"/>
          </p:cNvSpPr>
          <p:nvPr/>
        </p:nvSpPr>
        <p:spPr>
          <a:xfrm>
            <a:off x="809625" y="1933575"/>
            <a:ext cx="1809750" cy="790575"/>
          </a:xfrm>
          <a:prstGeom prst="roundRect">
            <a:avLst>
              <a:gd name="adj" fmla="val 5000"/>
            </a:avLst>
          </a:prstGeom>
          <a:solidFill>
            <a:srgbClr val="F3F7FB"/>
          </a:solidFill>
          <a:ln w="14288">
            <a:solidFill>
              <a:srgbClr val="235C99"/>
            </a:solidFill>
          </a:ln>
        </p:spPr>
        <p:txBody>
          <a:bodyPr/>
          <a:lstStyle/>
          <a:p>
            <a:endParaRPr lang="it-IT"/>
          </a:p>
        </p:txBody>
      </p:sp>
      <p:sp>
        <p:nvSpPr>
          <p:cNvPr id="7" name="text_3">
            <a:extLst>
              <a:ext uri="{FF2B5EF4-FFF2-40B4-BE49-F238E27FC236}">
                <a16:creationId xmlns:a16="http://schemas.microsoft.com/office/drawing/2014/main" id="{1EB48118-D455-4F7F-B26B-119302231B0A}"/>
              </a:ext>
            </a:extLst>
          </p:cNvPr>
          <p:cNvSpPr>
            <a:spLocks noGrp="1"/>
          </p:cNvSpPr>
          <p:nvPr/>
        </p:nvSpPr>
        <p:spPr>
          <a:xfrm>
            <a:off x="876300" y="2000250"/>
            <a:ext cx="1676400"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Fixed weight</a:t>
            </a:r>
          </a:p>
        </p:txBody>
      </p:sp>
      <mc:AlternateContent xmlns:mc="http://schemas.openxmlformats.org/markup-compatibility/2006" xmlns:a14="http://schemas.microsoft.com/office/drawing/2010/main">
        <mc:Choice Requires="a14">
          <p:sp>
            <p:nvSpPr>
              <p:cNvPr id="8" name="equation_4" descr="w_r">
                <a:extLst>
                  <a:ext uri="{FF2B5EF4-FFF2-40B4-BE49-F238E27FC236}">
                    <a16:creationId xmlns:a16="http://schemas.microsoft.com/office/drawing/2014/main" id="{8CDB54D1-0537-441B-8885-D773EFB75A6E}"/>
                  </a:ext>
                </a:extLst>
              </p:cNvPr>
              <p:cNvSpPr>
                <a:spLocks noGrp="1"/>
              </p:cNvSpPr>
              <p:nvPr/>
            </p:nvSpPr>
            <p:spPr>
              <a:xfrm>
                <a:off x="876300" y="2305050"/>
                <a:ext cx="16764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𝑤</m:t>
                          </m:r>
                        </m:e>
                        <m:sub>
                          <m:r>
                            <a:rPr lang="en-GB" sz="2700">
                              <a:solidFill>
                                <a:srgbClr val="235C99"/>
                              </a:solidFill>
                              <a:latin typeface="Cambria Math"/>
                              <a:ea typeface="Cambria Math"/>
                              <a:cs typeface="Cambria Math"/>
                            </a:rPr>
                            <m:t>𝑟</m:t>
                          </m:r>
                        </m:sub>
                      </m:sSub>
                    </m:oMath>
                  </m:oMathPara>
                </a14:m>
                <a:endParaRPr lang="en-GB" sz="2700"/>
              </a:p>
            </p:txBody>
          </p:sp>
        </mc:Choice>
        <mc:Fallback xmlns="">
          <p:sp>
            <p:nvSpPr>
              <p:cNvPr id="8" name="equation_4" descr="w_r">
                <a:extLst>
                  <a:ext uri="{FF2B5EF4-FFF2-40B4-BE49-F238E27FC236}">
                    <a16:creationId xmlns:a16="http://schemas.microsoft.com/office/drawing/2014/main" id="{037EB7E5-C69E-4C04-A208-E272F20BB2F0}"/>
                  </a:ext>
                </a:extLst>
              </p:cNvPr>
              <p:cNvSpPr>
                <a:spLocks noGrp="1" noRot="1" noChangeAspect="1" noMove="1" noResize="1" noEditPoints="1" noAdjustHandles="1" noChangeArrowheads="1" noChangeShapeType="1" noTextEdit="1"/>
              </p:cNvSpPr>
              <p:nvPr/>
            </p:nvSpPr>
            <p:spPr>
              <a:xfrm>
                <a:off x="876300" y="2305050"/>
                <a:ext cx="1676400" cy="361950"/>
              </a:xfrm>
              <a:prstGeom prst="rect">
                <a:avLst/>
              </a:prstGeom>
              <a:blipFill>
                <a:blip r:embed="rId4"/>
                <a:stretch>
                  <a:fillRect/>
                </a:stretch>
              </a:blipFill>
              <a:ln w="0">
                <a:noFill/>
              </a:ln>
            </p:spPr>
            <p:txBody>
              <a:bodyPr/>
              <a:lstStyle/>
              <a:p>
                <a:r>
                  <a:rPr lang="it-IT">
                    <a:noFill/>
                  </a:rPr>
                  <a:t> </a:t>
                </a:r>
              </a:p>
            </p:txBody>
          </p:sp>
        </mc:Fallback>
      </mc:AlternateContent>
      <p:sp>
        <p:nvSpPr>
          <p:cNvPr id="9" name="note_box_5">
            <a:extLst>
              <a:ext uri="{FF2B5EF4-FFF2-40B4-BE49-F238E27FC236}">
                <a16:creationId xmlns:a16="http://schemas.microsoft.com/office/drawing/2014/main" id="{F7F4CB34-0056-46A9-9899-916BE7601EA9}"/>
              </a:ext>
            </a:extLst>
          </p:cNvPr>
          <p:cNvSpPr>
            <a:spLocks noGrp="1"/>
          </p:cNvSpPr>
          <p:nvPr/>
        </p:nvSpPr>
        <p:spPr>
          <a:xfrm>
            <a:off x="3571875" y="1933575"/>
            <a:ext cx="3000375" cy="790575"/>
          </a:xfrm>
          <a:prstGeom prst="roundRect">
            <a:avLst>
              <a:gd name="adj" fmla="val 5000"/>
            </a:avLst>
          </a:prstGeom>
          <a:solidFill>
            <a:srgbClr val="F3F7FB"/>
          </a:solidFill>
          <a:ln w="14288">
            <a:solidFill>
              <a:srgbClr val="235C99"/>
            </a:solidFill>
          </a:ln>
        </p:spPr>
        <p:txBody>
          <a:bodyPr/>
          <a:lstStyle/>
          <a:p>
            <a:endParaRPr lang="it-IT"/>
          </a:p>
        </p:txBody>
      </p:sp>
      <p:sp>
        <p:nvSpPr>
          <p:cNvPr id="10" name="text_6">
            <a:extLst>
              <a:ext uri="{FF2B5EF4-FFF2-40B4-BE49-F238E27FC236}">
                <a16:creationId xmlns:a16="http://schemas.microsoft.com/office/drawing/2014/main" id="{0345CE8B-7253-40D4-BF14-4230D3D2C86E}"/>
              </a:ext>
            </a:extLst>
          </p:cNvPr>
          <p:cNvSpPr>
            <a:spLocks noGrp="1"/>
          </p:cNvSpPr>
          <p:nvPr/>
        </p:nvSpPr>
        <p:spPr>
          <a:xfrm>
            <a:off x="3638550" y="2000250"/>
            <a:ext cx="2867025"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Saved preactivation</a:t>
            </a:r>
          </a:p>
        </p:txBody>
      </p:sp>
      <mc:AlternateContent xmlns:mc="http://schemas.openxmlformats.org/markup-compatibility/2006" xmlns:a14="http://schemas.microsoft.com/office/drawing/2010/main">
        <mc:Choice Requires="a14">
          <p:sp>
            <p:nvSpPr>
              <p:cNvPr id="11" name="equation_7" descr="a_{r-1}(x)">
                <a:extLst>
                  <a:ext uri="{FF2B5EF4-FFF2-40B4-BE49-F238E27FC236}">
                    <a16:creationId xmlns:a16="http://schemas.microsoft.com/office/drawing/2014/main" id="{D6F6A48F-6965-4F61-826F-1134324CB2A2}"/>
                  </a:ext>
                </a:extLst>
              </p:cNvPr>
              <p:cNvSpPr>
                <a:spLocks noGrp="1"/>
              </p:cNvSpPr>
              <p:nvPr/>
            </p:nvSpPr>
            <p:spPr>
              <a:xfrm>
                <a:off x="3638550" y="2305050"/>
                <a:ext cx="2867025"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𝑎</m:t>
                          </m:r>
                        </m:e>
                        <m:sub>
                          <m:r>
                            <a:rPr lang="en-GB" sz="2700">
                              <a:solidFill>
                                <a:srgbClr val="235C99"/>
                              </a:solidFill>
                              <a:latin typeface="Cambria Math"/>
                              <a:ea typeface="Cambria Math"/>
                              <a:cs typeface="Cambria Math"/>
                            </a:rPr>
                            <m:t>𝑟</m:t>
                          </m:r>
                          <m:r>
                            <a:rPr lang="en-GB" sz="2700">
                              <a:solidFill>
                                <a:srgbClr val="235C99"/>
                              </a:solidFill>
                              <a:latin typeface="Cambria Math"/>
                              <a:ea typeface="Cambria Math"/>
                              <a:cs typeface="Cambria Math"/>
                            </a:rPr>
                            <m:t>−1</m:t>
                          </m:r>
                        </m:sub>
                      </m:sSub>
                      <m:d>
                        <m:dPr>
                          <m:ctrlPr>
                            <a:rPr lang="en-GB" sz="2700">
                              <a:solidFill>
                                <a:srgbClr val="235C99"/>
                              </a:solidFill>
                              <a:latin typeface="Cambria Math"/>
                              <a:ea typeface="Cambria Math"/>
                              <a:cs typeface="Cambria Math"/>
                            </a:rPr>
                          </m:ctrlPr>
                        </m:dPr>
                        <m:e>
                          <m:r>
                            <a:rPr lang="en-GB" sz="2700">
                              <a:solidFill>
                                <a:srgbClr val="235C99"/>
                              </a:solidFill>
                              <a:latin typeface="Cambria Math"/>
                              <a:ea typeface="Cambria Math"/>
                              <a:cs typeface="Cambria Math"/>
                            </a:rPr>
                            <m:t>𝑥</m:t>
                          </m:r>
                        </m:e>
                      </m:d>
                    </m:oMath>
                  </m:oMathPara>
                </a14:m>
                <a:endParaRPr lang="en-GB" sz="2700"/>
              </a:p>
            </p:txBody>
          </p:sp>
        </mc:Choice>
        <mc:Fallback xmlns="">
          <p:sp>
            <p:nvSpPr>
              <p:cNvPr id="11" name="equation_7" descr="a_{r-1}(x)">
                <a:extLst>
                  <a:ext uri="{FF2B5EF4-FFF2-40B4-BE49-F238E27FC236}">
                    <a16:creationId xmlns:a16="http://schemas.microsoft.com/office/drawing/2014/main" id="{9AAF3BDD-A6EA-4A3F-85D8-0AE50E56D7D3}"/>
                  </a:ext>
                </a:extLst>
              </p:cNvPr>
              <p:cNvSpPr>
                <a:spLocks noGrp="1" noRot="1" noChangeAspect="1" noMove="1" noResize="1" noEditPoints="1" noAdjustHandles="1" noChangeArrowheads="1" noChangeShapeType="1" noTextEdit="1"/>
              </p:cNvSpPr>
              <p:nvPr/>
            </p:nvSpPr>
            <p:spPr>
              <a:xfrm>
                <a:off x="3638550" y="2305050"/>
                <a:ext cx="2867025" cy="361950"/>
              </a:xfrm>
              <a:prstGeom prst="rect">
                <a:avLst/>
              </a:prstGeom>
              <a:blipFill>
                <a:blip r:embed="rId5"/>
                <a:stretch>
                  <a:fillRect b="-1667"/>
                </a:stretch>
              </a:blipFill>
              <a:ln w="0">
                <a:noFill/>
              </a:ln>
            </p:spPr>
            <p:txBody>
              <a:bodyPr/>
              <a:lstStyle/>
              <a:p>
                <a:r>
                  <a:rPr lang="it-IT">
                    <a:noFill/>
                  </a:rPr>
                  <a:t> </a:t>
                </a:r>
              </a:p>
            </p:txBody>
          </p:sp>
        </mc:Fallback>
      </mc:AlternateContent>
      <p:sp>
        <p:nvSpPr>
          <p:cNvPr id="12" name="note_box_8">
            <a:extLst>
              <a:ext uri="{FF2B5EF4-FFF2-40B4-BE49-F238E27FC236}">
                <a16:creationId xmlns:a16="http://schemas.microsoft.com/office/drawing/2014/main" id="{2F851018-8F8E-4A95-A188-17D6DF17009F}"/>
              </a:ext>
            </a:extLst>
          </p:cNvPr>
          <p:cNvSpPr>
            <a:spLocks noGrp="1"/>
          </p:cNvSpPr>
          <p:nvPr/>
        </p:nvSpPr>
        <p:spPr>
          <a:xfrm>
            <a:off x="381000" y="3048000"/>
            <a:ext cx="6286500" cy="1409700"/>
          </a:xfrm>
          <a:prstGeom prst="roundRect">
            <a:avLst>
              <a:gd name="adj" fmla="val 5000"/>
            </a:avLst>
          </a:prstGeom>
          <a:solidFill>
            <a:srgbClr val="FCF6F1"/>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3" name="text_9">
                <a:extLst>
                  <a:ext uri="{FF2B5EF4-FFF2-40B4-BE49-F238E27FC236}">
                    <a16:creationId xmlns:a16="http://schemas.microsoft.com/office/drawing/2014/main" id="{109998F0-682D-4C5F-9311-B7010984E062}"/>
                  </a:ext>
                </a:extLst>
              </p:cNvPr>
              <p:cNvSpPr>
                <a:spLocks noGrp="1"/>
              </p:cNvSpPr>
              <p:nvPr/>
            </p:nvSpPr>
            <p:spPr>
              <a:xfrm>
                <a:off x="495300" y="3133725"/>
                <a:ext cx="6057900" cy="342900"/>
              </a:xfrm>
              <a:prstGeom prst="rect">
                <a:avLst/>
              </a:prstGeom>
              <a:noFill/>
              <a:ln w="0">
                <a:noFill/>
              </a:ln>
            </p:spPr>
            <p:txBody>
              <a:bodyPr anchor="ctr">
                <a:noAutofit/>
              </a:bodyPr>
              <a:lstStyle>
                <a:defPPr algn="ctr">
                  <a:defRPr sz="1800" b="1">
                    <a:solidFill>
                      <a:srgbClr val="AB4910"/>
                    </a:solidFill>
                    <a:latin typeface="DejaVu Sans"/>
                    <a:ea typeface="DejaVu Sans"/>
                    <a:cs typeface="DejaVu Sans"/>
                  </a:defRPr>
                </a:defPPr>
              </a:lstStyle>
              <a:p>
                <a:pPr algn="ctr">
                  <a:defRPr sz="1800" b="1">
                    <a:solidFill>
                      <a:srgbClr val="AB4910"/>
                    </a:solidFill>
                    <a:latin typeface="DejaVu Sans"/>
                    <a:ea typeface="DejaVu Sans"/>
                    <a:cs typeface="DejaVu Sans"/>
                  </a:defRPr>
                </a:pPr>
                <a:r>
                  <a:rPr sz="1800" b="1">
                    <a:solidFill>
                      <a:srgbClr val="AB4910"/>
                    </a:solidFill>
                    <a:latin typeface="DejaVu Sans"/>
                    <a:ea typeface="DejaVu Sans"/>
                    <a:cs typeface="DejaVu Sans"/>
                  </a:rPr>
                  <a:t>Preceding layer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−1</m:t>
                    </m:r>
                  </m:oMath>
                </a14:m>
                <a:r>
                  <a:rPr sz="1800" b="1">
                    <a:solidFill>
                      <a:srgbClr val="AB4910"/>
                    </a:solidFill>
                    <a:latin typeface="DejaVu Sans"/>
                    <a:ea typeface="DejaVu Sans"/>
                    <a:cs typeface="DejaVu Sans"/>
                  </a:rPr>
                  <a:t> (if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&gt;1</m:t>
                    </m:r>
                  </m:oMath>
                </a14:m>
                <a:r>
                  <a:rPr sz="1800" b="1">
                    <a:solidFill>
                      <a:srgbClr val="AB4910"/>
                    </a:solidFill>
                    <a:latin typeface="DejaVu Sans"/>
                    <a:ea typeface="DejaVu Sans"/>
                    <a:cs typeface="DejaVu Sans"/>
                  </a:rPr>
                  <a:t>)</a:t>
                </a:r>
              </a:p>
            </p:txBody>
          </p:sp>
        </mc:Choice>
        <mc:Fallback xmlns="">
          <p:sp>
            <p:nvSpPr>
              <p:cNvPr id="13" name="text_9">
                <a:extLst>
                  <a:ext uri="{FF2B5EF4-FFF2-40B4-BE49-F238E27FC236}">
                    <a16:creationId xmlns:a16="http://schemas.microsoft.com/office/drawing/2014/main" id="{0B35DC27-851E-458C-91A1-0A986D755670}"/>
                  </a:ext>
                </a:extLst>
              </p:cNvPr>
              <p:cNvSpPr>
                <a:spLocks noGrp="1" noRot="1" noChangeAspect="1" noMove="1" noResize="1" noEditPoints="1" noAdjustHandles="1" noChangeArrowheads="1" noChangeShapeType="1" noTextEdit="1"/>
              </p:cNvSpPr>
              <p:nvPr/>
            </p:nvSpPr>
            <p:spPr>
              <a:xfrm>
                <a:off x="495300" y="3133725"/>
                <a:ext cx="6057900" cy="342900"/>
              </a:xfrm>
              <a:prstGeom prst="rect">
                <a:avLst/>
              </a:prstGeom>
              <a:blipFill>
                <a:blip r:embed="rId6"/>
                <a:stretch>
                  <a:fillRect t="-12500" b="-321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equation_10" descr="J'_{r-1}(a_{r-1}(x))">
                <a:extLst>
                  <a:ext uri="{FF2B5EF4-FFF2-40B4-BE49-F238E27FC236}">
                    <a16:creationId xmlns:a16="http://schemas.microsoft.com/office/drawing/2014/main" id="{75CCEB02-C3B2-449B-899A-FE18D5C85428}"/>
                  </a:ext>
                </a:extLst>
              </p:cNvPr>
              <p:cNvSpPr>
                <a:spLocks noGrp="1"/>
              </p:cNvSpPr>
              <p:nvPr/>
            </p:nvSpPr>
            <p:spPr>
              <a:xfrm>
                <a:off x="495300" y="3402584"/>
                <a:ext cx="6057900" cy="54813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900">
                              <a:solidFill>
                                <a:srgbClr val="AB4910"/>
                              </a:solidFill>
                              <a:latin typeface="Cambria Math"/>
                              <a:ea typeface="Cambria Math"/>
                              <a:cs typeface="Cambria Math"/>
                            </a:rPr>
                          </m:ctrlPr>
                        </m:sSubSupPr>
                        <m:e>
                          <m:r>
                            <a:rPr lang="en-GB" sz="2900">
                              <a:solidFill>
                                <a:srgbClr val="AB4910"/>
                              </a:solidFill>
                              <a:latin typeface="Cambria Math"/>
                              <a:ea typeface="Cambria Math"/>
                              <a:cs typeface="Cambria Math"/>
                            </a:rPr>
                            <m:t>𝐽</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up>
                          <m:r>
                            <a:rPr lang="en-GB" sz="2900">
                              <a:solidFill>
                                <a:srgbClr val="AB4910"/>
                              </a:solidFill>
                              <a:latin typeface="Cambria Math"/>
                              <a:ea typeface="Cambria Math"/>
                              <a:cs typeface="Cambria Math"/>
                            </a:rPr>
                            <m:t>′</m:t>
                          </m:r>
                        </m:sup>
                      </m:sSubSup>
                      <m:d>
                        <m:dPr>
                          <m:ctrlPr>
                            <a:rPr lang="en-GB" sz="2900" i="1">
                              <a:solidFill>
                                <a:srgbClr val="AB4910"/>
                              </a:solidFill>
                              <a:latin typeface="Cambria Math" panose="02040503050406030204" pitchFamily="18" charset="0"/>
                              <a:ea typeface="Cambria Math"/>
                              <a:cs typeface="Cambria Math"/>
                            </a:rPr>
                          </m:ctrlPr>
                        </m:dPr>
                        <m:e>
                          <m:sSub>
                            <m:sSubPr>
                              <m:ctrlPr>
                                <a:rPr lang="en-GB" sz="2900">
                                  <a:solidFill>
                                    <a:srgbClr val="AB4910"/>
                                  </a:solidFill>
                                  <a:latin typeface="Cambria Math"/>
                                  <a:ea typeface="Cambria Math"/>
                                  <a:cs typeface="Cambria Math"/>
                                </a:rPr>
                              </m:ctrlPr>
                            </m:sSubPr>
                            <m:e>
                              <m:r>
                                <a:rPr lang="en-GB" sz="2900">
                                  <a:solidFill>
                                    <a:srgbClr val="AB4910"/>
                                  </a:solidFill>
                                  <a:latin typeface="Cambria Math"/>
                                  <a:ea typeface="Cambria Math"/>
                                  <a:cs typeface="Cambria Math"/>
                                </a:rPr>
                                <m:t>𝑎</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Sub>
                          <m:d>
                            <m:dPr>
                              <m:ctrlPr>
                                <a:rPr lang="en-GB" sz="2900">
                                  <a:solidFill>
                                    <a:srgbClr val="AB4910"/>
                                  </a:solidFill>
                                  <a:latin typeface="Cambria Math"/>
                                  <a:ea typeface="Cambria Math"/>
                                  <a:cs typeface="Cambria Math"/>
                                </a:rPr>
                              </m:ctrlPr>
                            </m:dPr>
                            <m:e>
                              <m:r>
                                <a:rPr lang="en-GB" sz="2900">
                                  <a:solidFill>
                                    <a:srgbClr val="AB4910"/>
                                  </a:solidFill>
                                  <a:latin typeface="Cambria Math"/>
                                  <a:ea typeface="Cambria Math"/>
                                  <a:cs typeface="Cambria Math"/>
                                </a:rPr>
                                <m:t>𝑥</m:t>
                              </m:r>
                            </m:e>
                          </m:d>
                        </m:e>
                      </m:d>
                    </m:oMath>
                  </m:oMathPara>
                </a14:m>
                <a:endParaRPr lang="en-GB" sz="2900"/>
              </a:p>
            </p:txBody>
          </p:sp>
        </mc:Choice>
        <mc:Fallback xmlns="">
          <p:sp>
            <p:nvSpPr>
              <p:cNvPr id="14" name="equation_10" descr="J'_{r-1}(a_{r-1}(x))">
                <a:extLst>
                  <a:ext uri="{FF2B5EF4-FFF2-40B4-BE49-F238E27FC236}">
                    <a16:creationId xmlns:a16="http://schemas.microsoft.com/office/drawing/2014/main" id="{75CCEB02-C3B2-449B-899A-FE18D5C85428}"/>
                  </a:ext>
                </a:extLst>
              </p:cNvPr>
              <p:cNvSpPr>
                <a:spLocks noGrp="1" noRot="1" noChangeAspect="1" noMove="1" noResize="1" noEditPoints="1" noAdjustHandles="1" noChangeArrowheads="1" noChangeShapeType="1" noTextEdit="1"/>
              </p:cNvSpPr>
              <p:nvPr/>
            </p:nvSpPr>
            <p:spPr>
              <a:xfrm>
                <a:off x="495300" y="3402584"/>
                <a:ext cx="6057900" cy="548132"/>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bigl(J'_{r}(a_r(x))\cdot w_r^{\mathsf{T}}\bigr)⊙\mathrm{step}(a_{r-1}(x))">
                <a:extLst>
                  <a:ext uri="{FF2B5EF4-FFF2-40B4-BE49-F238E27FC236}">
                    <a16:creationId xmlns:a16="http://schemas.microsoft.com/office/drawing/2014/main" id="{0E1CE3B8-B624-4DA2-93AD-CE2040A4DEFD}"/>
                  </a:ext>
                </a:extLst>
              </p:cNvPr>
              <p:cNvSpPr>
                <a:spLocks noGrp="1"/>
              </p:cNvSpPr>
              <p:nvPr/>
            </p:nvSpPr>
            <p:spPr>
              <a:xfrm>
                <a:off x="476250" y="3948716"/>
                <a:ext cx="6096000" cy="494094"/>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600">
                          <a:solidFill>
                            <a:srgbClr val="AB4910"/>
                          </a:solidFill>
                          <a:latin typeface="Cambria Math"/>
                          <a:ea typeface="Cambria Math"/>
                          <a:cs typeface="Cambria Math"/>
                        </a:rPr>
                        <m:t>=</m:t>
                      </m:r>
                      <m:d>
                        <m:dPr>
                          <m:ctrlPr>
                            <a:rPr lang="en-GB" sz="2600" i="1">
                              <a:solidFill>
                                <a:srgbClr val="AB4910"/>
                              </a:solidFill>
                              <a:latin typeface="Cambria Math" panose="02040503050406030204" pitchFamily="18" charset="0"/>
                              <a:ea typeface="Cambria Math"/>
                              <a:cs typeface="Cambria Math"/>
                            </a:rPr>
                          </m:ctrlPr>
                        </m:dPr>
                        <m:e>
                          <m:sSubSup>
                            <m:sSubSupPr>
                              <m:ctrlPr>
                                <a:rPr lang="en-GB" sz="2600">
                                  <a:solidFill>
                                    <a:srgbClr val="AB4910"/>
                                  </a:solidFill>
                                  <a:latin typeface="Cambria Math"/>
                                  <a:ea typeface="Cambria Math"/>
                                  <a:cs typeface="Cambria Math"/>
                                </a:rPr>
                              </m:ctrlPr>
                            </m:sSubSupPr>
                            <m:e>
                              <m:r>
                                <a:rPr lang="en-GB" sz="2600">
                                  <a:solidFill>
                                    <a:srgbClr val="AB4910"/>
                                  </a:solidFill>
                                  <a:latin typeface="Cambria Math"/>
                                  <a:ea typeface="Cambria Math"/>
                                  <a:cs typeface="Cambria Math"/>
                                </a:rPr>
                                <m:t>𝐽</m:t>
                              </m:r>
                            </m:e>
                            <m:sub>
                              <m:r>
                                <a:rPr lang="en-GB" sz="2600">
                                  <a:solidFill>
                                    <a:srgbClr val="AB4910"/>
                                  </a:solidFill>
                                  <a:latin typeface="Cambria Math"/>
                                  <a:ea typeface="Cambria Math"/>
                                  <a:cs typeface="Cambria Math"/>
                                </a:rPr>
                                <m:t>𝑟</m:t>
                              </m:r>
                            </m:sub>
                            <m:sup>
                              <m:r>
                                <a:rPr lang="en-GB" sz="2600">
                                  <a:solidFill>
                                    <a:srgbClr val="AB4910"/>
                                  </a:solidFill>
                                  <a:latin typeface="Cambria Math"/>
                                  <a:ea typeface="Cambria Math"/>
                                  <a:cs typeface="Cambria Math"/>
                                </a:rPr>
                                <m:t>′</m:t>
                              </m:r>
                            </m:sup>
                          </m:sSubSup>
                          <m:d>
                            <m:dPr>
                              <m:ctrlPr>
                                <a:rPr lang="en-GB" sz="2600" i="1">
                                  <a:solidFill>
                                    <a:srgbClr val="AB4910"/>
                                  </a:solidFill>
                                  <a:latin typeface="Cambria Math" panose="02040503050406030204" pitchFamily="18" charset="0"/>
                                  <a:ea typeface="Cambria Math"/>
                                  <a:cs typeface="Cambria Math"/>
                                </a:rPr>
                              </m:ctrlPr>
                            </m:dPr>
                            <m:e>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𝑎</m:t>
                                  </m:r>
                                </m:e>
                                <m:sub>
                                  <m:r>
                                    <a:rPr lang="en-GB" sz="2600">
                                      <a:solidFill>
                                        <a:srgbClr val="AB4910"/>
                                      </a:solidFill>
                                      <a:latin typeface="Cambria Math"/>
                                      <a:ea typeface="Cambria Math"/>
                                      <a:cs typeface="Cambria Math"/>
                                    </a:rPr>
                                    <m:t>𝑟</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𝑥</m:t>
                                  </m:r>
                                </m:e>
                              </m:d>
                            </m:e>
                          </m:d>
                          <m:r>
                            <a:rPr lang="en-GB" sz="2600">
                              <a:solidFill>
                                <a:srgbClr val="AB4910"/>
                              </a:solidFill>
                              <a:latin typeface="Cambria Math"/>
                              <a:ea typeface="Cambria Math"/>
                              <a:cs typeface="Cambria Math"/>
                            </a:rPr>
                            <m:t>⋅</m:t>
                          </m:r>
                          <m:sSubSup>
                            <m:sSubSupPr>
                              <m:ctrlPr>
                                <a:rPr lang="en-GB" sz="2600">
                                  <a:solidFill>
                                    <a:srgbClr val="AB4910"/>
                                  </a:solidFill>
                                  <a:latin typeface="Cambria Math"/>
                                  <a:ea typeface="Cambria Math"/>
                                  <a:cs typeface="Cambria Math"/>
                                </a:rPr>
                              </m:ctrlPr>
                            </m:sSubSupPr>
                            <m:e>
                              <m:r>
                                <a:rPr lang="en-GB" sz="2600">
                                  <a:solidFill>
                                    <a:srgbClr val="AB4910"/>
                                  </a:solidFill>
                                  <a:latin typeface="Cambria Math"/>
                                  <a:ea typeface="Cambria Math"/>
                                  <a:cs typeface="Cambria Math"/>
                                </a:rPr>
                                <m:t>𝑤</m:t>
                              </m:r>
                            </m:e>
                            <m:sub>
                              <m:r>
                                <a:rPr lang="en-GB" sz="2600">
                                  <a:solidFill>
                                    <a:srgbClr val="AB4910"/>
                                  </a:solidFill>
                                  <a:latin typeface="Cambria Math"/>
                                  <a:ea typeface="Cambria Math"/>
                                  <a:cs typeface="Cambria Math"/>
                                </a:rPr>
                                <m:t>𝑟</m:t>
                              </m:r>
                            </m:sub>
                            <m:sup>
                              <m:r>
                                <a:rPr lang="en-GB" sz="2600">
                                  <a:solidFill>
                                    <a:srgbClr val="AB4910"/>
                                  </a:solidFill>
                                  <a:latin typeface="Cambria Math"/>
                                  <a:ea typeface="Cambria Math"/>
                                  <a:cs typeface="Cambria Math"/>
                                </a:rPr>
                                <m:t>𝖳</m:t>
                              </m:r>
                            </m:sup>
                          </m:sSubSup>
                        </m:e>
                      </m:d>
                      <m:r>
                        <a:rPr lang="en-GB" sz="2600">
                          <a:solidFill>
                            <a:srgbClr val="00704D"/>
                          </a:solidFill>
                          <a:latin typeface="Cambria Math"/>
                          <a:ea typeface="Cambria Math"/>
                          <a:cs typeface="Cambria Math"/>
                        </a:rPr>
                        <m:t>⊙</m:t>
                      </m:r>
                      <m:r>
                        <m:rPr>
                          <m:sty m:val="p"/>
                        </m:rPr>
                        <a:rPr lang="en-GB" sz="2600">
                          <a:solidFill>
                            <a:srgbClr val="AB4910"/>
                          </a:solidFill>
                          <a:latin typeface="Cambria Math"/>
                          <a:ea typeface="Cambria Math"/>
                          <a:cs typeface="Cambria Math"/>
                        </a:rPr>
                        <m:t>step</m:t>
                      </m:r>
                      <m:d>
                        <m:dPr>
                          <m:ctrlPr>
                            <a:rPr lang="en-GB" sz="2600" i="1">
                              <a:solidFill>
                                <a:srgbClr val="AB4910"/>
                              </a:solidFill>
                              <a:latin typeface="Cambria Math" panose="02040503050406030204" pitchFamily="18" charset="0"/>
                              <a:ea typeface="Cambria Math"/>
                              <a:cs typeface="Cambria Math"/>
                            </a:rPr>
                          </m:ctrlPr>
                        </m:dPr>
                        <m:e>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𝑎</m:t>
                              </m:r>
                            </m:e>
                            <m:sub>
                              <m:r>
                                <a:rPr lang="en-GB" sz="2600">
                                  <a:solidFill>
                                    <a:srgbClr val="AB4910"/>
                                  </a:solidFill>
                                  <a:latin typeface="Cambria Math"/>
                                  <a:ea typeface="Cambria Math"/>
                                  <a:cs typeface="Cambria Math"/>
                                </a:rPr>
                                <m:t>𝑟</m:t>
                              </m:r>
                              <m:r>
                                <a:rPr lang="en-GB" sz="2600">
                                  <a:solidFill>
                                    <a:srgbClr val="AB4910"/>
                                  </a:solidFill>
                                  <a:latin typeface="Cambria Math"/>
                                  <a:ea typeface="Cambria Math"/>
                                  <a:cs typeface="Cambria Math"/>
                                </a:rPr>
                                <m:t>−1</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𝑥</m:t>
                              </m:r>
                            </m:e>
                          </m:d>
                        </m:e>
                      </m:d>
                    </m:oMath>
                  </m:oMathPara>
                </a14:m>
                <a:endParaRPr lang="en-GB" sz="2600"/>
              </a:p>
            </p:txBody>
          </p:sp>
        </mc:Choice>
        <mc:Fallback xmlns="">
          <p:sp>
            <p:nvSpPr>
              <p:cNvPr id="15" name="equation_11" descr="=\bigl(J'_{r}(a_r(x))\cdot w_r^{\mathsf{T}}\bigr)⊙\mathrm{step}(a_{r-1}(x))">
                <a:extLst>
                  <a:ext uri="{FF2B5EF4-FFF2-40B4-BE49-F238E27FC236}">
                    <a16:creationId xmlns:a16="http://schemas.microsoft.com/office/drawing/2014/main" id="{0E1CE3B8-B624-4DA2-93AD-CE2040A4DEFD}"/>
                  </a:ext>
                </a:extLst>
              </p:cNvPr>
              <p:cNvSpPr>
                <a:spLocks noGrp="1" noRot="1" noChangeAspect="1" noMove="1" noResize="1" noEditPoints="1" noAdjustHandles="1" noChangeArrowheads="1" noChangeShapeType="1" noTextEdit="1"/>
              </p:cNvSpPr>
              <p:nvPr/>
            </p:nvSpPr>
            <p:spPr>
              <a:xfrm>
                <a:off x="476250" y="3948716"/>
                <a:ext cx="6096000" cy="494094"/>
              </a:xfrm>
              <a:prstGeom prst="rect">
                <a:avLst/>
              </a:prstGeom>
              <a:blipFill>
                <a:blip r:embed="rId8"/>
                <a:stretch>
                  <a:fillRect/>
                </a:stretch>
              </a:blipFill>
              <a:ln w="0">
                <a:noFill/>
              </a:ln>
            </p:spPr>
            <p:txBody>
              <a:bodyPr/>
              <a:lstStyle/>
              <a:p>
                <a:r>
                  <a:rPr lang="it-IT">
                    <a:noFill/>
                  </a:rPr>
                  <a:t> </a:t>
                </a:r>
              </a:p>
            </p:txBody>
          </p:sp>
        </mc:Fallback>
      </mc:AlternateContent>
      <p:sp>
        <p:nvSpPr>
          <p:cNvPr id="16" name="note_box_12">
            <a:extLst>
              <a:ext uri="{FF2B5EF4-FFF2-40B4-BE49-F238E27FC236}">
                <a16:creationId xmlns:a16="http://schemas.microsoft.com/office/drawing/2014/main" id="{F7453B87-6D35-469D-8E7E-6EFF386B36E4}"/>
              </a:ext>
            </a:extLst>
          </p:cNvPr>
          <p:cNvSpPr>
            <a:spLocks noGrp="1"/>
          </p:cNvSpPr>
          <p:nvPr/>
        </p:nvSpPr>
        <p:spPr>
          <a:xfrm>
            <a:off x="7829550" y="3048000"/>
            <a:ext cx="3905250" cy="120015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7" name="text_13">
                <a:extLst>
                  <a:ext uri="{FF2B5EF4-FFF2-40B4-BE49-F238E27FC236}">
                    <a16:creationId xmlns:a16="http://schemas.microsoft.com/office/drawing/2014/main" id="{78A45CDB-8630-4F8E-A5C3-15A44E730356}"/>
                  </a:ext>
                </a:extLst>
              </p:cNvPr>
              <p:cNvSpPr>
                <a:spLocks noGrp="1"/>
              </p:cNvSpPr>
              <p:nvPr/>
            </p:nvSpPr>
            <p:spPr>
              <a:xfrm>
                <a:off x="7915275" y="3152775"/>
                <a:ext cx="3733800" cy="352425"/>
              </a:xfrm>
              <a:prstGeom prst="rect">
                <a:avLst/>
              </a:prstGeom>
              <a:noFill/>
              <a:ln w="0">
                <a:noFill/>
              </a:ln>
            </p:spPr>
            <p:txBody>
              <a:bodyPr anchor="ctr">
                <a:noAutofit/>
              </a:bodyPr>
              <a:lstStyle>
                <a:defPPr algn="ctr">
                  <a:defRPr sz="1725" b="1">
                    <a:solidFill>
                      <a:srgbClr val="235C99"/>
                    </a:solidFill>
                    <a:latin typeface="DejaVu Sans"/>
                    <a:ea typeface="DejaVu Sans"/>
                    <a:cs typeface="DejaVu Sans"/>
                  </a:defRPr>
                </a:defPPr>
              </a:lstStyle>
              <a:p>
                <a:pPr algn="ctr">
                  <a:defRPr sz="1725" b="1">
                    <a:solidFill>
                      <a:srgbClr val="235C99"/>
                    </a:solidFill>
                    <a:latin typeface="DejaVu Sans"/>
                    <a:ea typeface="DejaVu Sans"/>
                    <a:cs typeface="DejaVu Sans"/>
                  </a:defRPr>
                </a:pPr>
                <a:r>
                  <a:rPr sz="1725" b="1">
                    <a:solidFill>
                      <a:srgbClr val="235C99"/>
                    </a:solidFill>
                    <a:latin typeface="DejaVu Sans"/>
                    <a:ea typeface="DejaVu Sans"/>
                    <a:cs typeface="DejaVu Sans"/>
                  </a:rPr>
                  <a:t>Already calculated: layer </a:t>
                </a:r>
                <a14:m>
                  <m:oMath xmlns:m="http://schemas.openxmlformats.org/officeDocument/2006/math">
                    <m:r>
                      <a:rPr lang="en-GB" sz="1725">
                        <a:solidFill>
                          <a:srgbClr val="235C99"/>
                        </a:solidFill>
                        <a:latin typeface="Cambria Math"/>
                        <a:ea typeface="Cambria Math"/>
                        <a:cs typeface="Cambria Math"/>
                      </a:rPr>
                      <m:t>𝑟</m:t>
                    </m:r>
                  </m:oMath>
                </a14:m>
                <a:endParaRPr sz="1725" b="1">
                  <a:solidFill>
                    <a:srgbClr val="235C99"/>
                  </a:solidFill>
                  <a:latin typeface="DejaVu Sans"/>
                  <a:ea typeface="DejaVu Sans"/>
                  <a:cs typeface="DejaVu Sans"/>
                </a:endParaRPr>
              </a:p>
            </p:txBody>
          </p:sp>
        </mc:Choice>
        <mc:Fallback xmlns="">
          <p:sp>
            <p:nvSpPr>
              <p:cNvPr id="17" name="text_13">
                <a:extLst>
                  <a:ext uri="{FF2B5EF4-FFF2-40B4-BE49-F238E27FC236}">
                    <a16:creationId xmlns:a16="http://schemas.microsoft.com/office/drawing/2014/main" id="{F04E4338-DBEA-419A-896B-5974766EBDBD}"/>
                  </a:ext>
                </a:extLst>
              </p:cNvPr>
              <p:cNvSpPr>
                <a:spLocks noGrp="1" noRot="1" noChangeAspect="1" noMove="1" noResize="1" noEditPoints="1" noAdjustHandles="1" noChangeArrowheads="1" noChangeShapeType="1" noTextEdit="1"/>
              </p:cNvSpPr>
              <p:nvPr/>
            </p:nvSpPr>
            <p:spPr>
              <a:xfrm>
                <a:off x="7915275" y="3152775"/>
                <a:ext cx="3733800" cy="352425"/>
              </a:xfrm>
              <a:prstGeom prst="rect">
                <a:avLst/>
              </a:prstGeom>
              <a:blipFill>
                <a:blip r:embed="rId9"/>
                <a:stretch>
                  <a:fillRect t="-6897" b="-2586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equation_14" descr="J'_{r}(a_r(x))">
                <a:extLst>
                  <a:ext uri="{FF2B5EF4-FFF2-40B4-BE49-F238E27FC236}">
                    <a16:creationId xmlns:a16="http://schemas.microsoft.com/office/drawing/2014/main" id="{093C9229-7576-4D9D-BF01-D88F40986F07}"/>
                  </a:ext>
                </a:extLst>
              </p:cNvPr>
              <p:cNvSpPr>
                <a:spLocks noGrp="1"/>
              </p:cNvSpPr>
              <p:nvPr/>
            </p:nvSpPr>
            <p:spPr>
              <a:xfrm>
                <a:off x="7924800" y="3551777"/>
                <a:ext cx="3714750" cy="602171"/>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3200">
                              <a:solidFill>
                                <a:srgbClr val="235C99"/>
                              </a:solidFill>
                              <a:latin typeface="Cambria Math"/>
                              <a:ea typeface="Cambria Math"/>
                              <a:cs typeface="Cambria Math"/>
                            </a:rPr>
                          </m:ctrlPr>
                        </m:sSubSupPr>
                        <m:e>
                          <m:r>
                            <a:rPr lang="en-GB" sz="3200">
                              <a:solidFill>
                                <a:srgbClr val="235C99"/>
                              </a:solidFill>
                              <a:latin typeface="Cambria Math"/>
                              <a:ea typeface="Cambria Math"/>
                              <a:cs typeface="Cambria Math"/>
                            </a:rPr>
                            <m:t>𝐽</m:t>
                          </m:r>
                        </m:e>
                        <m:sub>
                          <m:r>
                            <a:rPr lang="en-GB" sz="3200">
                              <a:solidFill>
                                <a:srgbClr val="235C99"/>
                              </a:solidFill>
                              <a:latin typeface="Cambria Math"/>
                              <a:ea typeface="Cambria Math"/>
                              <a:cs typeface="Cambria Math"/>
                            </a:rPr>
                            <m:t>𝑟</m:t>
                          </m:r>
                        </m:sub>
                        <m:sup>
                          <m:r>
                            <a:rPr lang="en-GB" sz="3200">
                              <a:solidFill>
                                <a:srgbClr val="235C99"/>
                              </a:solidFill>
                              <a:latin typeface="Cambria Math"/>
                              <a:ea typeface="Cambria Math"/>
                              <a:cs typeface="Cambria Math"/>
                            </a:rPr>
                            <m:t>′</m:t>
                          </m:r>
                        </m:sup>
                      </m:sSubSup>
                      <m:d>
                        <m:dPr>
                          <m:ctrlPr>
                            <a:rPr lang="en-GB" sz="3200" i="1">
                              <a:solidFill>
                                <a:srgbClr val="235C99"/>
                              </a:solidFill>
                              <a:latin typeface="Cambria Math" panose="02040503050406030204" pitchFamily="18" charset="0"/>
                              <a:ea typeface="Cambria Math"/>
                              <a:cs typeface="Cambria Math"/>
                            </a:rPr>
                          </m:ctrlPr>
                        </m:dPr>
                        <m:e>
                          <m:sSub>
                            <m:sSubPr>
                              <m:ctrlPr>
                                <a:rPr lang="en-GB" sz="3200">
                                  <a:solidFill>
                                    <a:srgbClr val="235C99"/>
                                  </a:solidFill>
                                  <a:latin typeface="Cambria Math"/>
                                  <a:ea typeface="Cambria Math"/>
                                  <a:cs typeface="Cambria Math"/>
                                </a:rPr>
                              </m:ctrlPr>
                            </m:sSubPr>
                            <m:e>
                              <m:r>
                                <a:rPr lang="en-GB" sz="3200">
                                  <a:solidFill>
                                    <a:srgbClr val="235C99"/>
                                  </a:solidFill>
                                  <a:latin typeface="Cambria Math"/>
                                  <a:ea typeface="Cambria Math"/>
                                  <a:cs typeface="Cambria Math"/>
                                </a:rPr>
                                <m:t>𝑎</m:t>
                              </m:r>
                            </m:e>
                            <m:sub>
                              <m:r>
                                <a:rPr lang="en-GB" sz="3200">
                                  <a:solidFill>
                                    <a:srgbClr val="235C99"/>
                                  </a:solidFill>
                                  <a:latin typeface="Cambria Math"/>
                                  <a:ea typeface="Cambria Math"/>
                                  <a:cs typeface="Cambria Math"/>
                                </a:rPr>
                                <m:t>𝑟</m:t>
                              </m:r>
                            </m:sub>
                          </m:sSub>
                          <m:d>
                            <m:dPr>
                              <m:ctrlPr>
                                <a:rPr lang="en-GB" sz="3200">
                                  <a:solidFill>
                                    <a:srgbClr val="235C99"/>
                                  </a:solidFill>
                                  <a:latin typeface="Cambria Math"/>
                                  <a:ea typeface="Cambria Math"/>
                                  <a:cs typeface="Cambria Math"/>
                                </a:rPr>
                              </m:ctrlPr>
                            </m:dPr>
                            <m:e>
                              <m:r>
                                <a:rPr lang="en-GB" sz="3200">
                                  <a:solidFill>
                                    <a:srgbClr val="235C99"/>
                                  </a:solidFill>
                                  <a:latin typeface="Cambria Math"/>
                                  <a:ea typeface="Cambria Math"/>
                                  <a:cs typeface="Cambria Math"/>
                                </a:rPr>
                                <m:t>𝑥</m:t>
                              </m:r>
                            </m:e>
                          </m:d>
                        </m:e>
                      </m:d>
                    </m:oMath>
                  </m:oMathPara>
                </a14:m>
                <a:endParaRPr lang="en-GB" sz="3200"/>
              </a:p>
            </p:txBody>
          </p:sp>
        </mc:Choice>
        <mc:Fallback xmlns="">
          <p:sp>
            <p:nvSpPr>
              <p:cNvPr id="18" name="equation_14" descr="J'_{r}(a_r(x))">
                <a:extLst>
                  <a:ext uri="{FF2B5EF4-FFF2-40B4-BE49-F238E27FC236}">
                    <a16:creationId xmlns:a16="http://schemas.microsoft.com/office/drawing/2014/main" id="{093C9229-7576-4D9D-BF01-D88F40986F07}"/>
                  </a:ext>
                </a:extLst>
              </p:cNvPr>
              <p:cNvSpPr>
                <a:spLocks noGrp="1" noRot="1" noChangeAspect="1" noMove="1" noResize="1" noEditPoints="1" noAdjustHandles="1" noChangeArrowheads="1" noChangeShapeType="1" noTextEdit="1"/>
              </p:cNvSpPr>
              <p:nvPr/>
            </p:nvSpPr>
            <p:spPr>
              <a:xfrm>
                <a:off x="7924800" y="3551777"/>
                <a:ext cx="3714750" cy="602171"/>
              </a:xfrm>
              <a:prstGeom prst="rect">
                <a:avLst/>
              </a:prstGeom>
              <a:blipFill>
                <a:blip r:embed="rId10"/>
                <a:stretch>
                  <a:fillRect/>
                </a:stretch>
              </a:blipFill>
              <a:ln w="0">
                <a:noFill/>
              </a:ln>
            </p:spPr>
            <p:txBody>
              <a:bodyPr/>
              <a:lstStyle/>
              <a:p>
                <a:r>
                  <a:rPr lang="it-IT">
                    <a:noFill/>
                  </a:rPr>
                  <a:t> </a:t>
                </a:r>
              </a:p>
            </p:txBody>
          </p:sp>
        </mc:Fallback>
      </mc:AlternateContent>
      <p:sp>
        <p:nvSpPr>
          <p:cNvPr id="19" name="note_box_15">
            <a:extLst>
              <a:ext uri="{FF2B5EF4-FFF2-40B4-BE49-F238E27FC236}">
                <a16:creationId xmlns:a16="http://schemas.microsoft.com/office/drawing/2014/main" id="{97B70067-F227-4A7F-89DD-87CC2491A6DD}"/>
              </a:ext>
            </a:extLst>
          </p:cNvPr>
          <p:cNvSpPr>
            <a:spLocks noGrp="1"/>
          </p:cNvSpPr>
          <p:nvPr/>
        </p:nvSpPr>
        <p:spPr>
          <a:xfrm>
            <a:off x="1000125" y="4762500"/>
            <a:ext cx="3619500" cy="80010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0" name="text_16">
                <a:extLst>
                  <a:ext uri="{FF2B5EF4-FFF2-40B4-BE49-F238E27FC236}">
                    <a16:creationId xmlns:a16="http://schemas.microsoft.com/office/drawing/2014/main" id="{B3360164-7C59-47CE-BC21-2B02BBD26C34}"/>
                  </a:ext>
                </a:extLst>
              </p:cNvPr>
              <p:cNvSpPr>
                <a:spLocks noGrp="1"/>
              </p:cNvSpPr>
              <p:nvPr/>
            </p:nvSpPr>
            <p:spPr>
              <a:xfrm>
                <a:off x="1085850" y="4829175"/>
                <a:ext cx="3448050" cy="295275"/>
              </a:xfrm>
              <a:prstGeom prst="rect">
                <a:avLst/>
              </a:prstGeom>
              <a:noFill/>
              <a:ln w="0">
                <a:noFill/>
              </a:ln>
            </p:spPr>
            <p:txBody>
              <a:bodyPr anchor="ctr">
                <a:noAutofit/>
              </a:bodyPr>
              <a:lstStyle>
                <a:defPPr algn="ctr">
                  <a:defRPr sz="1650" b="0">
                    <a:solidFill>
                      <a:srgbClr val="235C99"/>
                    </a:solidFill>
                    <a:latin typeface="DejaVu Sans"/>
                    <a:ea typeface="DejaVu Sans"/>
                    <a:cs typeface="DejaVu Sans"/>
                  </a:defRPr>
                </a:defPPr>
              </a:lstStyle>
              <a:p>
                <a:pPr algn="ctr">
                  <a:defRPr sz="1650" b="0">
                    <a:solidFill>
                      <a:srgbClr val="235C99"/>
                    </a:solidFill>
                    <a:latin typeface="DejaVu Sans"/>
                    <a:ea typeface="DejaVu Sans"/>
                    <a:cs typeface="DejaVu Sans"/>
                  </a:defRPr>
                </a:pPr>
                <a:r>
                  <a:rPr sz="1650" b="0">
                    <a:solidFill>
                      <a:srgbClr val="235C99"/>
                    </a:solidFill>
                    <a:latin typeface="DejaVu Sans"/>
                    <a:ea typeface="DejaVu Sans"/>
                    <a:cs typeface="DejaVu Sans"/>
                  </a:rPr>
                  <a:t>Saved input to layer </a:t>
                </a:r>
                <a14:m>
                  <m:oMath xmlns:m="http://schemas.openxmlformats.org/officeDocument/2006/math">
                    <m:r>
                      <a:rPr lang="en-GB" sz="1650">
                        <a:solidFill>
                          <a:srgbClr val="235C99"/>
                        </a:solidFill>
                        <a:latin typeface="Cambria Math"/>
                        <a:ea typeface="Cambria Math"/>
                        <a:cs typeface="Cambria Math"/>
                      </a:rPr>
                      <m:t>𝑟</m:t>
                    </m:r>
                  </m:oMath>
                </a14:m>
                <a:endParaRPr sz="1650" b="0">
                  <a:solidFill>
                    <a:srgbClr val="235C99"/>
                  </a:solidFill>
                  <a:latin typeface="DejaVu Sans"/>
                  <a:ea typeface="DejaVu Sans"/>
                  <a:cs typeface="DejaVu Sans"/>
                </a:endParaRPr>
              </a:p>
            </p:txBody>
          </p:sp>
        </mc:Choice>
        <mc:Fallback xmlns="">
          <p:sp>
            <p:nvSpPr>
              <p:cNvPr id="20" name="text_16">
                <a:extLst>
                  <a:ext uri="{FF2B5EF4-FFF2-40B4-BE49-F238E27FC236}">
                    <a16:creationId xmlns:a16="http://schemas.microsoft.com/office/drawing/2014/main" id="{CAD39B54-5688-4E1E-B973-4760D44B3509}"/>
                  </a:ext>
                </a:extLst>
              </p:cNvPr>
              <p:cNvSpPr>
                <a:spLocks noGrp="1" noRot="1" noChangeAspect="1" noMove="1" noResize="1" noEditPoints="1" noAdjustHandles="1" noChangeArrowheads="1" noChangeShapeType="1" noTextEdit="1"/>
              </p:cNvSpPr>
              <p:nvPr/>
            </p:nvSpPr>
            <p:spPr>
              <a:xfrm>
                <a:off x="1085850" y="4829175"/>
                <a:ext cx="3448050" cy="295275"/>
              </a:xfrm>
              <a:prstGeom prst="rect">
                <a:avLst/>
              </a:prstGeom>
              <a:blipFill>
                <a:blip r:embed="rId11"/>
                <a:stretch>
                  <a:fillRect t="-14286" b="-346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equation_17" descr="\phi_{r-1}(x)">
                <a:extLst>
                  <a:ext uri="{FF2B5EF4-FFF2-40B4-BE49-F238E27FC236}">
                    <a16:creationId xmlns:a16="http://schemas.microsoft.com/office/drawing/2014/main" id="{BCE884B5-915C-43C3-A76D-2FAF42C6666B}"/>
                  </a:ext>
                </a:extLst>
              </p:cNvPr>
              <p:cNvSpPr>
                <a:spLocks noGrp="1"/>
              </p:cNvSpPr>
              <p:nvPr/>
            </p:nvSpPr>
            <p:spPr>
              <a:xfrm>
                <a:off x="1085850" y="5162550"/>
                <a:ext cx="34480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235C99"/>
                              </a:solidFill>
                              <a:latin typeface="Cambria Math"/>
                              <a:ea typeface="Cambria Math"/>
                              <a:cs typeface="Cambria Math"/>
                            </a:rPr>
                          </m:ctrlPr>
                        </m:sSubPr>
                        <m:e>
                          <m:r>
                            <a:rPr lang="en-GB" sz="2800">
                              <a:solidFill>
                                <a:srgbClr val="235C99"/>
                              </a:solidFill>
                              <a:latin typeface="Cambria Math"/>
                              <a:ea typeface="Cambria Math"/>
                              <a:cs typeface="Cambria Math"/>
                            </a:rPr>
                            <m:t>𝜙</m:t>
                          </m:r>
                        </m:e>
                        <m:sub>
                          <m:r>
                            <a:rPr lang="en-GB" sz="2800">
                              <a:solidFill>
                                <a:srgbClr val="235C99"/>
                              </a:solidFill>
                              <a:latin typeface="Cambria Math"/>
                              <a:ea typeface="Cambria Math"/>
                              <a:cs typeface="Cambria Math"/>
                            </a:rPr>
                            <m:t>𝑟</m:t>
                          </m:r>
                          <m:r>
                            <a:rPr lang="en-GB" sz="2800">
                              <a:solidFill>
                                <a:srgbClr val="235C99"/>
                              </a:solidFill>
                              <a:latin typeface="Cambria Math"/>
                              <a:ea typeface="Cambria Math"/>
                              <a:cs typeface="Cambria Math"/>
                            </a:rPr>
                            <m:t>−1</m:t>
                          </m:r>
                        </m:sub>
                      </m:sSub>
                      <m:d>
                        <m:dPr>
                          <m:ctrlPr>
                            <a:rPr lang="en-GB" sz="2800">
                              <a:solidFill>
                                <a:srgbClr val="235C99"/>
                              </a:solidFill>
                              <a:latin typeface="Cambria Math"/>
                              <a:ea typeface="Cambria Math"/>
                              <a:cs typeface="Cambria Math"/>
                            </a:rPr>
                          </m:ctrlPr>
                        </m:dPr>
                        <m:e>
                          <m:r>
                            <a:rPr lang="en-GB" sz="2800">
                              <a:solidFill>
                                <a:srgbClr val="235C99"/>
                              </a:solidFill>
                              <a:latin typeface="Cambria Math"/>
                              <a:ea typeface="Cambria Math"/>
                              <a:cs typeface="Cambria Math"/>
                            </a:rPr>
                            <m:t>𝑥</m:t>
                          </m:r>
                        </m:e>
                      </m:d>
                    </m:oMath>
                  </m:oMathPara>
                </a14:m>
                <a:endParaRPr lang="en-GB" sz="2800"/>
              </a:p>
            </p:txBody>
          </p:sp>
        </mc:Choice>
        <mc:Fallback xmlns="">
          <p:sp>
            <p:nvSpPr>
              <p:cNvPr id="21" name="equation_17" descr="\phi_{r-1}(x)">
                <a:extLst>
                  <a:ext uri="{FF2B5EF4-FFF2-40B4-BE49-F238E27FC236}">
                    <a16:creationId xmlns:a16="http://schemas.microsoft.com/office/drawing/2014/main" id="{D4D7BECA-78D9-416D-ADB3-0FDD5CAE5F77}"/>
                  </a:ext>
                </a:extLst>
              </p:cNvPr>
              <p:cNvSpPr>
                <a:spLocks noGrp="1" noRot="1" noChangeAspect="1" noMove="1" noResize="1" noEditPoints="1" noAdjustHandles="1" noChangeArrowheads="1" noChangeShapeType="1" noTextEdit="1"/>
              </p:cNvSpPr>
              <p:nvPr/>
            </p:nvSpPr>
            <p:spPr>
              <a:xfrm>
                <a:off x="1085850" y="5162550"/>
                <a:ext cx="3448050" cy="342900"/>
              </a:xfrm>
              <a:prstGeom prst="rect">
                <a:avLst/>
              </a:prstGeom>
              <a:blipFill>
                <a:blip r:embed="rId12"/>
                <a:stretch>
                  <a:fillRect b="-7143"/>
                </a:stretch>
              </a:blipFill>
              <a:ln w="0">
                <a:noFill/>
              </a:ln>
            </p:spPr>
            <p:txBody>
              <a:bodyPr/>
              <a:lstStyle/>
              <a:p>
                <a:r>
                  <a:rPr lang="it-IT">
                    <a:noFill/>
                  </a:rPr>
                  <a:t> </a:t>
                </a:r>
              </a:p>
            </p:txBody>
          </p:sp>
        </mc:Fallback>
      </mc:AlternateContent>
      <p:sp>
        <p:nvSpPr>
          <p:cNvPr id="22" name="note_box_18">
            <a:extLst>
              <a:ext uri="{FF2B5EF4-FFF2-40B4-BE49-F238E27FC236}">
                <a16:creationId xmlns:a16="http://schemas.microsoft.com/office/drawing/2014/main" id="{FE08A8BA-E738-4C5C-9539-92ECF29BA027}"/>
              </a:ext>
            </a:extLst>
          </p:cNvPr>
          <p:cNvSpPr>
            <a:spLocks noGrp="1"/>
          </p:cNvSpPr>
          <p:nvPr/>
        </p:nvSpPr>
        <p:spPr>
          <a:xfrm>
            <a:off x="5905500" y="4695825"/>
            <a:ext cx="5829300" cy="8001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3" name="equation_19" descr="\frac{\partial\mathcal{L}_{\mathrm{sq}}}{\partial w_r}=\phi_{r-1}(x)^{\mathsf{T}}\cdot J'_{r}(a_r(x))">
                <a:extLst>
                  <a:ext uri="{FF2B5EF4-FFF2-40B4-BE49-F238E27FC236}">
                    <a16:creationId xmlns:a16="http://schemas.microsoft.com/office/drawing/2014/main" id="{306CF10D-155D-4554-864F-D68160D5E8D2}"/>
                  </a:ext>
                </a:extLst>
              </p:cNvPr>
              <p:cNvSpPr>
                <a:spLocks noGrp="1"/>
              </p:cNvSpPr>
              <p:nvPr/>
            </p:nvSpPr>
            <p:spPr>
              <a:xfrm>
                <a:off x="6010275" y="4724400"/>
                <a:ext cx="56197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300">
                              <a:solidFill>
                                <a:srgbClr val="AF1B29"/>
                              </a:solidFill>
                              <a:latin typeface="Cambria Math"/>
                              <a:ea typeface="Cambria Math"/>
                              <a:cs typeface="Cambria Math"/>
                            </a:rPr>
                          </m:ctrlPr>
                        </m:fPr>
                        <m:num>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ℒ</m:t>
                              </m:r>
                            </m:e>
                            <m:sub>
                              <m:r>
                                <m:rPr>
                                  <m:sty m:val="p"/>
                                </m:rPr>
                                <a:rPr lang="en-GB" sz="2300">
                                  <a:solidFill>
                                    <a:srgbClr val="AF1B29"/>
                                  </a:solidFill>
                                  <a:latin typeface="Cambria Math"/>
                                  <a:ea typeface="Cambria Math"/>
                                  <a:cs typeface="Cambria Math"/>
                                </a:rPr>
                                <m:t>sq</m:t>
                              </m:r>
                            </m:sub>
                          </m:sSub>
                        </m:num>
                        <m:den>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𝑤</m:t>
                              </m:r>
                            </m:e>
                            <m:sub>
                              <m:r>
                                <a:rPr lang="en-GB" sz="2300">
                                  <a:solidFill>
                                    <a:srgbClr val="AF1B29"/>
                                  </a:solidFill>
                                  <a:latin typeface="Cambria Math"/>
                                  <a:ea typeface="Cambria Math"/>
                                  <a:cs typeface="Cambria Math"/>
                                </a:rPr>
                                <m:t>𝑟</m:t>
                              </m:r>
                            </m:sub>
                          </m:sSub>
                        </m:den>
                      </m:f>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𝛉</m:t>
                          </m:r>
                        </m:e>
                      </m:d>
                      <m:r>
                        <a:rPr lang="en-GB" sz="2300">
                          <a:solidFill>
                            <a:srgbClr val="AF1B29"/>
                          </a:solidFill>
                          <a:latin typeface="Cambria Math"/>
                          <a:ea typeface="Cambria Math"/>
                          <a:cs typeface="Cambria Math"/>
                        </a:rPr>
                        <m:t>=</m:t>
                      </m:r>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𝜙</m:t>
                          </m:r>
                        </m:e>
                        <m:sub>
                          <m:r>
                            <a:rPr lang="en-GB" sz="2300">
                              <a:solidFill>
                                <a:srgbClr val="AF1B29"/>
                              </a:solidFill>
                              <a:latin typeface="Cambria Math"/>
                              <a:ea typeface="Cambria Math"/>
                              <a:cs typeface="Cambria Math"/>
                            </a:rPr>
                            <m:t>𝑟</m:t>
                          </m:r>
                          <m:r>
                            <a:rPr lang="en-GB" sz="2300">
                              <a:solidFill>
                                <a:srgbClr val="AF1B29"/>
                              </a:solidFill>
                              <a:latin typeface="Cambria Math"/>
                              <a:ea typeface="Cambria Math"/>
                              <a:cs typeface="Cambria Math"/>
                            </a:rPr>
                            <m:t>−1</m:t>
                          </m:r>
                        </m:sub>
                      </m:sSub>
                      <m:sSup>
                        <m:sSupPr>
                          <m:ctrlPr>
                            <a:rPr lang="en-GB" sz="2300" i="1">
                              <a:solidFill>
                                <a:srgbClr val="AF1B29"/>
                              </a:solidFill>
                              <a:latin typeface="Cambria Math" panose="02040503050406030204" pitchFamily="18" charset="0"/>
                              <a:ea typeface="Cambria Math"/>
                              <a:cs typeface="Cambria Math"/>
                            </a:rPr>
                          </m:ctrlPr>
                        </m:sSupPr>
                        <m:e>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e>
                        <m:sup>
                          <m:r>
                            <a:rPr lang="en-GB" sz="2300">
                              <a:solidFill>
                                <a:srgbClr val="AF1B29"/>
                              </a:solidFill>
                              <a:latin typeface="Cambria Math"/>
                              <a:ea typeface="Cambria Math"/>
                              <a:cs typeface="Cambria Math"/>
                            </a:rPr>
                            <m:t>𝖳</m:t>
                          </m:r>
                        </m:sup>
                      </m:sSup>
                      <m:r>
                        <a:rPr lang="en-GB" sz="2300">
                          <a:solidFill>
                            <a:srgbClr val="6C3091"/>
                          </a:solidFill>
                          <a:latin typeface="Cambria Math"/>
                          <a:ea typeface="Cambria Math"/>
                          <a:cs typeface="Cambria Math"/>
                        </a:rPr>
                        <m:t>⋅</m:t>
                      </m:r>
                      <m:sSubSup>
                        <m:sSubSupPr>
                          <m:ctrlPr>
                            <a:rPr lang="en-GB" sz="2300">
                              <a:solidFill>
                                <a:srgbClr val="AF1B29"/>
                              </a:solidFill>
                              <a:latin typeface="Cambria Math"/>
                              <a:ea typeface="Cambria Math"/>
                              <a:cs typeface="Cambria Math"/>
                            </a:rPr>
                          </m:ctrlPr>
                        </m:sSubSupPr>
                        <m:e>
                          <m:r>
                            <a:rPr lang="en-GB" sz="2300">
                              <a:solidFill>
                                <a:srgbClr val="AF1B29"/>
                              </a:solidFill>
                              <a:latin typeface="Cambria Math"/>
                              <a:ea typeface="Cambria Math"/>
                              <a:cs typeface="Cambria Math"/>
                            </a:rPr>
                            <m:t>𝐽</m:t>
                          </m:r>
                        </m:e>
                        <m:sub>
                          <m:r>
                            <a:rPr lang="en-GB" sz="2300">
                              <a:solidFill>
                                <a:srgbClr val="AF1B29"/>
                              </a:solidFill>
                              <a:latin typeface="Cambria Math"/>
                              <a:ea typeface="Cambria Math"/>
                              <a:cs typeface="Cambria Math"/>
                            </a:rPr>
                            <m:t>𝑟</m:t>
                          </m:r>
                        </m:sub>
                        <m:sup>
                          <m:r>
                            <a:rPr lang="en-GB" sz="2300">
                              <a:solidFill>
                                <a:srgbClr val="AF1B29"/>
                              </a:solidFill>
                              <a:latin typeface="Cambria Math"/>
                              <a:ea typeface="Cambria Math"/>
                              <a:cs typeface="Cambria Math"/>
                            </a:rPr>
                            <m:t>′</m:t>
                          </m:r>
                        </m:sup>
                      </m:sSubSup>
                      <m:d>
                        <m:dPr>
                          <m:ctrlPr>
                            <a:rPr lang="en-GB" sz="2300" i="1">
                              <a:solidFill>
                                <a:srgbClr val="AF1B29"/>
                              </a:solidFill>
                              <a:latin typeface="Cambria Math" panose="02040503050406030204" pitchFamily="18" charset="0"/>
                              <a:ea typeface="Cambria Math"/>
                              <a:cs typeface="Cambria Math"/>
                            </a:rPr>
                          </m:ctrlPr>
                        </m:dPr>
                        <m:e>
                          <m:sSub>
                            <m:sSubPr>
                              <m:ctrlPr>
                                <a:rPr lang="en-GB" sz="2300">
                                  <a:solidFill>
                                    <a:srgbClr val="AF1B29"/>
                                  </a:solidFill>
                                  <a:latin typeface="Cambria Math"/>
                                  <a:ea typeface="Cambria Math"/>
                                  <a:cs typeface="Cambria Math"/>
                                </a:rPr>
                              </m:ctrlPr>
                            </m:sSubPr>
                            <m:e>
                              <m:r>
                                <a:rPr lang="en-GB" sz="2300">
                                  <a:solidFill>
                                    <a:srgbClr val="AF1B29"/>
                                  </a:solidFill>
                                  <a:latin typeface="Cambria Math"/>
                                  <a:ea typeface="Cambria Math"/>
                                  <a:cs typeface="Cambria Math"/>
                                </a:rPr>
                                <m:t>𝑎</m:t>
                              </m:r>
                            </m:e>
                            <m:sub>
                              <m:r>
                                <a:rPr lang="en-GB" sz="2300">
                                  <a:solidFill>
                                    <a:srgbClr val="AF1B29"/>
                                  </a:solidFill>
                                  <a:latin typeface="Cambria Math"/>
                                  <a:ea typeface="Cambria Math"/>
                                  <a:cs typeface="Cambria Math"/>
                                </a:rPr>
                                <m:t>𝑟</m:t>
                              </m:r>
                            </m:sub>
                          </m:sSub>
                          <m:d>
                            <m:dPr>
                              <m:ctrlPr>
                                <a:rPr lang="en-GB" sz="2300">
                                  <a:solidFill>
                                    <a:srgbClr val="AF1B29"/>
                                  </a:solidFill>
                                  <a:latin typeface="Cambria Math"/>
                                  <a:ea typeface="Cambria Math"/>
                                  <a:cs typeface="Cambria Math"/>
                                </a:rPr>
                              </m:ctrlPr>
                            </m:dPr>
                            <m:e>
                              <m:r>
                                <a:rPr lang="en-GB" sz="2300">
                                  <a:solidFill>
                                    <a:srgbClr val="AF1B29"/>
                                  </a:solidFill>
                                  <a:latin typeface="Cambria Math"/>
                                  <a:ea typeface="Cambria Math"/>
                                  <a:cs typeface="Cambria Math"/>
                                </a:rPr>
                                <m:t>𝑥</m:t>
                              </m:r>
                            </m:e>
                          </m:d>
                        </m:e>
                      </m:d>
                    </m:oMath>
                  </m:oMathPara>
                </a14:m>
                <a:endParaRPr lang="en-GB" sz="2300"/>
              </a:p>
            </p:txBody>
          </p:sp>
        </mc:Choice>
        <mc:Fallback xmlns="">
          <p:sp>
            <p:nvSpPr>
              <p:cNvPr id="23" name="equation_19" descr="\frac{\partial\mathcal{L}_{\mathrm{sq}}}{\partial w_r}=\phi_{r-1}(x)^{\mathsf{T}}\cdot J'_{r}(a_r(x))">
                <a:extLst>
                  <a:ext uri="{FF2B5EF4-FFF2-40B4-BE49-F238E27FC236}">
                    <a16:creationId xmlns:a16="http://schemas.microsoft.com/office/drawing/2014/main" id="{306CF10D-155D-4554-864F-D68160D5E8D2}"/>
                  </a:ext>
                </a:extLst>
              </p:cNvPr>
              <p:cNvSpPr>
                <a:spLocks noGrp="1" noRot="1" noChangeAspect="1" noMove="1" noResize="1" noEditPoints="1" noAdjustHandles="1" noChangeArrowheads="1" noChangeShapeType="1" noTextEdit="1"/>
              </p:cNvSpPr>
              <p:nvPr/>
            </p:nvSpPr>
            <p:spPr>
              <a:xfrm>
                <a:off x="6010275" y="4724400"/>
                <a:ext cx="5619750" cy="742950"/>
              </a:xfrm>
              <a:prstGeom prst="rect">
                <a:avLst/>
              </a:prstGeom>
              <a:blipFill>
                <a:blip r:embed="rId13"/>
                <a:stretch>
                  <a:fillRect/>
                </a:stretch>
              </a:blipFill>
              <a:ln w="0">
                <a:noFill/>
              </a:ln>
            </p:spPr>
            <p:txBody>
              <a:bodyPr/>
              <a:lstStyle/>
              <a:p>
                <a:r>
                  <a:rPr lang="it-IT">
                    <a:noFill/>
                  </a:rPr>
                  <a:t> </a:t>
                </a:r>
              </a:p>
            </p:txBody>
          </p:sp>
        </mc:Fallback>
      </mc:AlternateContent>
      <p:sp>
        <p:nvSpPr>
          <p:cNvPr id="24" name="note_box_20">
            <a:extLst>
              <a:ext uri="{FF2B5EF4-FFF2-40B4-BE49-F238E27FC236}">
                <a16:creationId xmlns:a16="http://schemas.microsoft.com/office/drawing/2014/main" id="{FCFC396F-9B39-4C82-BA5E-F774482E67C5}"/>
              </a:ext>
            </a:extLst>
          </p:cNvPr>
          <p:cNvSpPr>
            <a:spLocks noGrp="1"/>
          </p:cNvSpPr>
          <p:nvPr/>
        </p:nvSpPr>
        <p:spPr>
          <a:xfrm>
            <a:off x="5905500" y="5591175"/>
            <a:ext cx="5829300" cy="6858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25" name="equation_21" descr="\frac{\partial\mathcal{L}_{\mathrm{sq}}}{\partial b_r}=J'_{r}(a_r(x))">
                <a:extLst>
                  <a:ext uri="{FF2B5EF4-FFF2-40B4-BE49-F238E27FC236}">
                    <a16:creationId xmlns:a16="http://schemas.microsoft.com/office/drawing/2014/main" id="{CB814F8D-F555-426F-9F9E-D4D38D39EC61}"/>
                  </a:ext>
                </a:extLst>
              </p:cNvPr>
              <p:cNvSpPr>
                <a:spLocks noGrp="1"/>
              </p:cNvSpPr>
              <p:nvPr/>
            </p:nvSpPr>
            <p:spPr>
              <a:xfrm>
                <a:off x="6010275" y="5610225"/>
                <a:ext cx="561975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f>
                        <m:fPr>
                          <m:ctrlPr>
                            <a:rPr lang="en-GB" sz="2000">
                              <a:solidFill>
                                <a:srgbClr val="AF1B29"/>
                              </a:solidFill>
                              <a:latin typeface="Cambria Math"/>
                              <a:ea typeface="Cambria Math"/>
                              <a:cs typeface="Cambria Math"/>
                            </a:rPr>
                          </m:ctrlPr>
                        </m:fPr>
                        <m:num>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num>
                        <m:den>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𝑟</m:t>
                              </m:r>
                            </m:sub>
                          </m:sSub>
                        </m:den>
                      </m:f>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Sup>
                        <m:sSubSupPr>
                          <m:ctrlPr>
                            <a:rPr lang="en-GB" sz="2000">
                              <a:solidFill>
                                <a:srgbClr val="AF1B29"/>
                              </a:solidFill>
                              <a:latin typeface="Cambria Math"/>
                              <a:ea typeface="Cambria Math"/>
                              <a:cs typeface="Cambria Math"/>
                            </a:rPr>
                          </m:ctrlPr>
                        </m:sSubSup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𝑟</m:t>
                          </m:r>
                        </m:sub>
                        <m:sup>
                          <m:r>
                            <a:rPr lang="en-GB" sz="2000">
                              <a:solidFill>
                                <a:srgbClr val="AF1B29"/>
                              </a:solidFill>
                              <a:latin typeface="Cambria Math"/>
                              <a:ea typeface="Cambria Math"/>
                              <a:cs typeface="Cambria Math"/>
                            </a:rPr>
                            <m:t>′</m:t>
                          </m:r>
                        </m:sup>
                      </m:sSubSup>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𝑎</m:t>
                              </m:r>
                            </m:e>
                            <m:sub>
                              <m:r>
                                <a:rPr lang="en-GB" sz="2000">
                                  <a:solidFill>
                                    <a:srgbClr val="AF1B29"/>
                                  </a:solidFill>
                                  <a:latin typeface="Cambria Math"/>
                                  <a:ea typeface="Cambria Math"/>
                                  <a:cs typeface="Cambria Math"/>
                                </a:rPr>
                                <m:t>𝑟</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𝑥</m:t>
                              </m:r>
                            </m:e>
                          </m:d>
                        </m:e>
                      </m:d>
                    </m:oMath>
                  </m:oMathPara>
                </a14:m>
                <a:endParaRPr lang="en-GB" sz="2000"/>
              </a:p>
            </p:txBody>
          </p:sp>
        </mc:Choice>
        <mc:Fallback xmlns="">
          <p:sp>
            <p:nvSpPr>
              <p:cNvPr id="25" name="equation_21" descr="\frac{\partial\mathcal{L}_{\mathrm{sq}}}{\partial b_r}=J'_{r}(a_r(x))">
                <a:extLst>
                  <a:ext uri="{FF2B5EF4-FFF2-40B4-BE49-F238E27FC236}">
                    <a16:creationId xmlns:a16="http://schemas.microsoft.com/office/drawing/2014/main" id="{CB814F8D-F555-426F-9F9E-D4D38D39EC61}"/>
                  </a:ext>
                </a:extLst>
              </p:cNvPr>
              <p:cNvSpPr>
                <a:spLocks noGrp="1" noRot="1" noChangeAspect="1" noMove="1" noResize="1" noEditPoints="1" noAdjustHandles="1" noChangeArrowheads="1" noChangeShapeType="1" noTextEdit="1"/>
              </p:cNvSpPr>
              <p:nvPr/>
            </p:nvSpPr>
            <p:spPr>
              <a:xfrm>
                <a:off x="6010275" y="5610225"/>
                <a:ext cx="5619750" cy="628650"/>
              </a:xfrm>
              <a:prstGeom prst="rect">
                <a:avLst/>
              </a:prstGeom>
              <a:blipFill>
                <a:blip r:embed="rId14"/>
                <a:stretch>
                  <a:fillRect b="-2913"/>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AD7DC668-8CA8-4299-ABED-9EE646E8E529}"/>
              </a:ext>
            </a:extLst>
          </p:cNvPr>
          <p:cNvSpPr>
            <a:spLocks noGrp="1"/>
          </p:cNvSpPr>
          <p:nvPr/>
        </p:nvSpPr>
        <p:spPr>
          <a:xfrm>
            <a:off x="1714500" y="2724150"/>
            <a:ext cx="476" cy="323850"/>
          </a:xfrm>
          <a:prstGeom prst="line">
            <a:avLst/>
          </a:prstGeom>
          <a:noFill/>
          <a:ln w="14288">
            <a:solidFill>
              <a:srgbClr val="235C99"/>
            </a:solidFill>
            <a:prstDash val="dash"/>
            <a:tailEnd type="triangle" w="sm" len="sm"/>
          </a:ln>
        </p:spPr>
        <p:txBody>
          <a:bodyPr/>
          <a:lstStyle/>
          <a:p>
            <a:endParaRPr lang="it-IT"/>
          </a:p>
        </p:txBody>
      </p:sp>
      <p:sp>
        <p:nvSpPr>
          <p:cNvPr id="27" name="line_23">
            <a:extLst>
              <a:ext uri="{FF2B5EF4-FFF2-40B4-BE49-F238E27FC236}">
                <a16:creationId xmlns:a16="http://schemas.microsoft.com/office/drawing/2014/main" id="{DAE303D3-573C-45B1-913D-87BFD379FE10}"/>
              </a:ext>
            </a:extLst>
          </p:cNvPr>
          <p:cNvSpPr>
            <a:spLocks noGrp="1"/>
          </p:cNvSpPr>
          <p:nvPr/>
        </p:nvSpPr>
        <p:spPr>
          <a:xfrm>
            <a:off x="5072063" y="2724150"/>
            <a:ext cx="476" cy="323850"/>
          </a:xfrm>
          <a:prstGeom prst="line">
            <a:avLst/>
          </a:prstGeom>
          <a:noFill/>
          <a:ln w="14288">
            <a:solidFill>
              <a:srgbClr val="235C99"/>
            </a:solidFill>
            <a:prstDash val="dash"/>
            <a:tailEnd type="triangle" w="sm" len="sm"/>
          </a:ln>
        </p:spPr>
        <p:txBody>
          <a:bodyPr/>
          <a:lstStyle/>
          <a:p>
            <a:endParaRPr lang="it-IT"/>
          </a:p>
        </p:txBody>
      </p:sp>
      <p:sp>
        <p:nvSpPr>
          <p:cNvPr id="28" name="line_24">
            <a:extLst>
              <a:ext uri="{FF2B5EF4-FFF2-40B4-BE49-F238E27FC236}">
                <a16:creationId xmlns:a16="http://schemas.microsoft.com/office/drawing/2014/main" id="{681D5EA9-F169-4BB5-8EC5-67A113043820}"/>
              </a:ext>
            </a:extLst>
          </p:cNvPr>
          <p:cNvSpPr>
            <a:spLocks noGrp="1"/>
          </p:cNvSpPr>
          <p:nvPr/>
        </p:nvSpPr>
        <p:spPr>
          <a:xfrm flipH="1">
            <a:off x="6667500" y="3648075"/>
            <a:ext cx="1162050" cy="476"/>
          </a:xfrm>
          <a:prstGeom prst="line">
            <a:avLst/>
          </a:prstGeom>
          <a:noFill/>
          <a:ln w="14288">
            <a:solidFill>
              <a:srgbClr val="235C99"/>
            </a:solidFill>
            <a:prstDash val="dash"/>
            <a:tailEnd type="triangle" w="sm" len="sm"/>
          </a:ln>
        </p:spPr>
        <p:txBody>
          <a:bodyPr/>
          <a:lstStyle/>
          <a:p>
            <a:endParaRPr lang="it-IT"/>
          </a:p>
        </p:txBody>
      </p:sp>
      <p:sp>
        <p:nvSpPr>
          <p:cNvPr id="29" name="line_25">
            <a:extLst>
              <a:ext uri="{FF2B5EF4-FFF2-40B4-BE49-F238E27FC236}">
                <a16:creationId xmlns:a16="http://schemas.microsoft.com/office/drawing/2014/main" id="{4D37FE9E-39FC-4066-9A53-45E83F85B872}"/>
              </a:ext>
            </a:extLst>
          </p:cNvPr>
          <p:cNvSpPr>
            <a:spLocks noGrp="1"/>
          </p:cNvSpPr>
          <p:nvPr/>
        </p:nvSpPr>
        <p:spPr>
          <a:xfrm>
            <a:off x="9782175" y="4248150"/>
            <a:ext cx="476" cy="447675"/>
          </a:xfrm>
          <a:prstGeom prst="line">
            <a:avLst/>
          </a:prstGeom>
          <a:noFill/>
          <a:ln w="14288">
            <a:solidFill>
              <a:srgbClr val="235C99"/>
            </a:solidFill>
            <a:prstDash val="dash"/>
            <a:tailEnd type="triangle" w="sm" len="sm"/>
          </a:ln>
        </p:spPr>
        <p:txBody>
          <a:bodyPr/>
          <a:lstStyle/>
          <a:p>
            <a:endParaRPr lang="it-IT"/>
          </a:p>
        </p:txBody>
      </p:sp>
      <p:sp>
        <p:nvSpPr>
          <p:cNvPr id="30" name="line_26">
            <a:extLst>
              <a:ext uri="{FF2B5EF4-FFF2-40B4-BE49-F238E27FC236}">
                <a16:creationId xmlns:a16="http://schemas.microsoft.com/office/drawing/2014/main" id="{A5931331-7960-47FB-B7F6-14A5E1406A6C}"/>
              </a:ext>
            </a:extLst>
          </p:cNvPr>
          <p:cNvSpPr>
            <a:spLocks noGrp="1"/>
          </p:cNvSpPr>
          <p:nvPr/>
        </p:nvSpPr>
        <p:spPr>
          <a:xfrm>
            <a:off x="4619625" y="5095875"/>
            <a:ext cx="1285875" cy="476"/>
          </a:xfrm>
          <a:prstGeom prst="line">
            <a:avLst/>
          </a:prstGeom>
          <a:noFill/>
          <a:ln w="14288">
            <a:solidFill>
              <a:srgbClr val="235C99"/>
            </a:solidFill>
            <a:prstDash val="dash"/>
            <a:tailEnd type="triangle" w="sm" len="sm"/>
          </a:ln>
        </p:spPr>
        <p:txBody>
          <a:bodyPr/>
          <a:lstStyle/>
          <a:p>
            <a:endParaRPr lang="it-IT"/>
          </a:p>
        </p:txBody>
      </p:sp>
      <p:sp>
        <p:nvSpPr>
          <p:cNvPr id="31" name="line_27">
            <a:extLst>
              <a:ext uri="{FF2B5EF4-FFF2-40B4-BE49-F238E27FC236}">
                <a16:creationId xmlns:a16="http://schemas.microsoft.com/office/drawing/2014/main" id="{3599F18E-A4D5-49C6-BA70-815E582D0366}"/>
              </a:ext>
            </a:extLst>
          </p:cNvPr>
          <p:cNvSpPr>
            <a:spLocks noGrp="1"/>
          </p:cNvSpPr>
          <p:nvPr/>
        </p:nvSpPr>
        <p:spPr>
          <a:xfrm>
            <a:off x="11734800" y="3648075"/>
            <a:ext cx="171450" cy="476"/>
          </a:xfrm>
          <a:prstGeom prst="line">
            <a:avLst/>
          </a:prstGeom>
          <a:noFill/>
          <a:ln w="14288">
            <a:solidFill>
              <a:srgbClr val="235C99"/>
            </a:solidFill>
            <a:prstDash val="dash"/>
          </a:ln>
        </p:spPr>
        <p:txBody>
          <a:bodyPr/>
          <a:lstStyle/>
          <a:p>
            <a:endParaRPr lang="it-IT"/>
          </a:p>
        </p:txBody>
      </p:sp>
      <p:sp>
        <p:nvSpPr>
          <p:cNvPr id="32" name="line_28">
            <a:extLst>
              <a:ext uri="{FF2B5EF4-FFF2-40B4-BE49-F238E27FC236}">
                <a16:creationId xmlns:a16="http://schemas.microsoft.com/office/drawing/2014/main" id="{B1231396-F952-4DE9-A6D1-610F9FAFA745}"/>
              </a:ext>
            </a:extLst>
          </p:cNvPr>
          <p:cNvSpPr>
            <a:spLocks noGrp="1"/>
          </p:cNvSpPr>
          <p:nvPr/>
        </p:nvSpPr>
        <p:spPr>
          <a:xfrm>
            <a:off x="11906250" y="3648075"/>
            <a:ext cx="476" cy="2286000"/>
          </a:xfrm>
          <a:prstGeom prst="line">
            <a:avLst/>
          </a:prstGeom>
          <a:noFill/>
          <a:ln w="14288">
            <a:solidFill>
              <a:srgbClr val="235C99"/>
            </a:solidFill>
            <a:prstDash val="dash"/>
          </a:ln>
        </p:spPr>
        <p:txBody>
          <a:bodyPr/>
          <a:lstStyle/>
          <a:p>
            <a:endParaRPr lang="it-IT"/>
          </a:p>
        </p:txBody>
      </p:sp>
      <p:sp>
        <p:nvSpPr>
          <p:cNvPr id="33" name="line_29">
            <a:extLst>
              <a:ext uri="{FF2B5EF4-FFF2-40B4-BE49-F238E27FC236}">
                <a16:creationId xmlns:a16="http://schemas.microsoft.com/office/drawing/2014/main" id="{E757B0B1-FE45-437C-A47D-DAB91316BFC8}"/>
              </a:ext>
            </a:extLst>
          </p:cNvPr>
          <p:cNvSpPr>
            <a:spLocks noGrp="1"/>
          </p:cNvSpPr>
          <p:nvPr/>
        </p:nvSpPr>
        <p:spPr>
          <a:xfrm flipH="1">
            <a:off x="11734800" y="5934075"/>
            <a:ext cx="171450" cy="476"/>
          </a:xfrm>
          <a:prstGeom prst="line">
            <a:avLst/>
          </a:prstGeom>
          <a:noFill/>
          <a:ln w="14288">
            <a:solidFill>
              <a:srgbClr val="235C99"/>
            </a:solidFill>
            <a:prstDash val="dash"/>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4" name="text_30">
                <a:extLst>
                  <a:ext uri="{FF2B5EF4-FFF2-40B4-BE49-F238E27FC236}">
                    <a16:creationId xmlns:a16="http://schemas.microsoft.com/office/drawing/2014/main" id="{C7DE9C16-8F1A-456E-810E-B00205C5F5DD}"/>
                  </a:ext>
                </a:extLst>
              </p:cNvPr>
              <p:cNvSpPr>
                <a:spLocks noGrp="1"/>
              </p:cNvSpPr>
              <p:nvPr/>
            </p:nvSpPr>
            <p:spPr>
              <a:xfrm>
                <a:off x="904875" y="5657850"/>
                <a:ext cx="3810000" cy="552450"/>
              </a:xfrm>
              <a:prstGeom prst="rect">
                <a:avLst/>
              </a:prstGeom>
              <a:noFill/>
              <a:ln w="0">
                <a:noFill/>
              </a:ln>
            </p:spPr>
            <p:txBody>
              <a:bodyPr anchor="ctr">
                <a:noAutofit/>
              </a:bodyPr>
              <a:lstStyle>
                <a:defPPr algn="ctr">
                  <a:defRPr sz="1725" b="0">
                    <a:solidFill>
                      <a:srgbClr val="AF1B29"/>
                    </a:solidFill>
                    <a:latin typeface="DejaVu Sans"/>
                    <a:ea typeface="DejaVu Sans"/>
                    <a:cs typeface="DejaVu Sans"/>
                  </a:defRPr>
                </a:defPPr>
              </a:lstStyle>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Both are parameter derivatives</a:t>
                </a:r>
              </a:p>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of layer </a:t>
                </a:r>
                <a14:m>
                  <m:oMath xmlns:m="http://schemas.openxmlformats.org/officeDocument/2006/math">
                    <m:r>
                      <a:rPr lang="en-GB" sz="1725">
                        <a:solidFill>
                          <a:srgbClr val="AF1B29"/>
                        </a:solidFill>
                        <a:latin typeface="Cambria Math"/>
                        <a:ea typeface="Cambria Math"/>
                        <a:cs typeface="Cambria Math"/>
                      </a:rPr>
                      <m:t>𝑟</m:t>
                    </m:r>
                  </m:oMath>
                </a14:m>
                <a:r>
                  <a:rPr sz="1725" b="0">
                    <a:solidFill>
                      <a:srgbClr val="AF1B29"/>
                    </a:solidFill>
                    <a:latin typeface="DejaVu Sans"/>
                    <a:ea typeface="DejaVu Sans"/>
                    <a:cs typeface="DejaVu Sans"/>
                  </a:rPr>
                  <a:t>.</a:t>
                </a:r>
              </a:p>
            </p:txBody>
          </p:sp>
        </mc:Choice>
        <mc:Fallback xmlns="">
          <p:sp>
            <p:nvSpPr>
              <p:cNvPr id="34" name="text_30">
                <a:extLst>
                  <a:ext uri="{FF2B5EF4-FFF2-40B4-BE49-F238E27FC236}">
                    <a16:creationId xmlns:a16="http://schemas.microsoft.com/office/drawing/2014/main" id="{C32F1F4D-6196-4A89-A417-3F301CB6FF91}"/>
                  </a:ext>
                </a:extLst>
              </p:cNvPr>
              <p:cNvSpPr>
                <a:spLocks noGrp="1" noRot="1" noChangeAspect="1" noMove="1" noResize="1" noEditPoints="1" noAdjustHandles="1" noChangeArrowheads="1" noChangeShapeType="1" noTextEdit="1"/>
              </p:cNvSpPr>
              <p:nvPr/>
            </p:nvSpPr>
            <p:spPr>
              <a:xfrm>
                <a:off x="904875" y="5657850"/>
                <a:ext cx="3810000" cy="552450"/>
              </a:xfrm>
              <a:prstGeom prst="rect">
                <a:avLst/>
              </a:prstGeom>
              <a:blipFill>
                <a:blip r:embed="rId15"/>
                <a:stretch>
                  <a:fillRect t="-8791" b="-208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 name="text_31">
                <a:extLst>
                  <a:ext uri="{FF2B5EF4-FFF2-40B4-BE49-F238E27FC236}">
                    <a16:creationId xmlns:a16="http://schemas.microsoft.com/office/drawing/2014/main" id="{C6494CDC-2523-4DC0-9443-6395A55F7E22}"/>
                  </a:ext>
                </a:extLst>
              </p:cNvPr>
              <p:cNvSpPr>
                <a:spLocks noGrp="1"/>
              </p:cNvSpPr>
              <p:nvPr/>
            </p:nvSpPr>
            <p:spPr>
              <a:xfrm>
                <a:off x="704850" y="6305550"/>
                <a:ext cx="5143500" cy="180975"/>
              </a:xfrm>
              <a:prstGeom prst="rect">
                <a:avLst/>
              </a:prstGeom>
              <a:noFill/>
              <a:ln w="0">
                <a:noFill/>
              </a:ln>
            </p:spPr>
            <p:txBody>
              <a:bodyPr anchor="ctr">
                <a:noAutofit/>
              </a:bodyPr>
              <a:lstStyle>
                <a:defPPr algn="ctr">
                  <a:defRPr sz="1350" b="0">
                    <a:solidFill>
                      <a:srgbClr val="6C3091"/>
                    </a:solidFill>
                    <a:latin typeface="DejaVu Sans"/>
                    <a:ea typeface="DejaVu Sans"/>
                    <a:cs typeface="DejaVu Sans"/>
                  </a:defRPr>
                </a:defPPr>
              </a:lstStyle>
              <a:p>
                <a:pPr algn="ctr">
                  <a:defRPr sz="1350" b="0">
                    <a:solidFill>
                      <a:srgbClr val="6C3091"/>
                    </a:solidFill>
                    <a:latin typeface="DejaVu Sans"/>
                    <a:ea typeface="DejaVu Sans"/>
                    <a:cs typeface="DejaVu Sans"/>
                  </a:defRPr>
                </a:pPr>
                <a14:m>
                  <m:oMath xmlns:m="http://schemas.openxmlformats.org/officeDocument/2006/math">
                    <m:r>
                      <a:rPr lang="en-GB" sz="1350">
                        <a:solidFill>
                          <a:srgbClr val="6C3091"/>
                        </a:solidFill>
                        <a:latin typeface="Cambria Math"/>
                        <a:ea typeface="Cambria Math"/>
                        <a:cs typeface="Cambria Math"/>
                      </a:rPr>
                      <m:t>⋅</m:t>
                    </m:r>
                  </m:oMath>
                </a14:m>
                <a:r>
                  <a:rPr sz="1350" b="0">
                    <a:solidFill>
                      <a:srgbClr val="6C3091"/>
                    </a:solidFill>
                    <a:latin typeface="DejaVu Sans"/>
                    <a:ea typeface="DejaVu Sans"/>
                    <a:cs typeface="DejaVu Sans"/>
                  </a:rPr>
                  <a:t>  Matrix product</a:t>
                </a:r>
              </a:p>
            </p:txBody>
          </p:sp>
        </mc:Choice>
        <mc:Fallback xmlns="">
          <p:sp>
            <p:nvSpPr>
              <p:cNvPr id="35" name="text_31">
                <a:extLst>
                  <a:ext uri="{FF2B5EF4-FFF2-40B4-BE49-F238E27FC236}">
                    <a16:creationId xmlns:a16="http://schemas.microsoft.com/office/drawing/2014/main" id="{9F47A1D8-38B0-4E0F-A3B6-880EA1022E21}"/>
                  </a:ext>
                </a:extLst>
              </p:cNvPr>
              <p:cNvSpPr>
                <a:spLocks noGrp="1" noRot="1" noChangeAspect="1" noMove="1" noResize="1" noEditPoints="1" noAdjustHandles="1" noChangeArrowheads="1" noChangeShapeType="1" noTextEdit="1"/>
              </p:cNvSpPr>
              <p:nvPr/>
            </p:nvSpPr>
            <p:spPr>
              <a:xfrm>
                <a:off x="704850" y="6305550"/>
                <a:ext cx="5143500" cy="180975"/>
              </a:xfrm>
              <a:prstGeom prst="rect">
                <a:avLst/>
              </a:prstGeom>
              <a:blipFill>
                <a:blip r:embed="rId16"/>
                <a:stretch>
                  <a:fillRect t="-36667" b="-66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text_32">
                <a:extLst>
                  <a:ext uri="{FF2B5EF4-FFF2-40B4-BE49-F238E27FC236}">
                    <a16:creationId xmlns:a16="http://schemas.microsoft.com/office/drawing/2014/main" id="{5447AC91-2DB1-4D70-8CA4-8B05C11250AD}"/>
                  </a:ext>
                </a:extLst>
              </p:cNvPr>
              <p:cNvSpPr>
                <a:spLocks noGrp="1"/>
              </p:cNvSpPr>
              <p:nvPr/>
            </p:nvSpPr>
            <p:spPr>
              <a:xfrm>
                <a:off x="6334125" y="6305550"/>
                <a:ext cx="5238750" cy="180975"/>
              </a:xfrm>
              <a:prstGeom prst="rect">
                <a:avLst/>
              </a:prstGeom>
              <a:noFill/>
              <a:ln w="0">
                <a:noFill/>
              </a:ln>
            </p:spPr>
            <p:txBody>
              <a:bodyPr anchor="ctr">
                <a:noAutofit/>
              </a:bodyPr>
              <a:lstStyle>
                <a:defPPr algn="ctr">
                  <a:defRPr sz="1350" b="0">
                    <a:solidFill>
                      <a:srgbClr val="00704D"/>
                    </a:solidFill>
                    <a:latin typeface="DejaVu Sans"/>
                    <a:ea typeface="DejaVu Sans"/>
                    <a:cs typeface="DejaVu Sans"/>
                  </a:defRPr>
                </a:defPPr>
              </a:lstStyle>
              <a:p>
                <a:pPr algn="ctr">
                  <a:defRPr sz="1350" b="0">
                    <a:solidFill>
                      <a:srgbClr val="00704D"/>
                    </a:solidFill>
                    <a:latin typeface="DejaVu Sans"/>
                    <a:ea typeface="DejaVu Sans"/>
                    <a:cs typeface="DejaVu Sans"/>
                  </a:defRPr>
                </a:pPr>
                <a14:m>
                  <m:oMath xmlns:m="http://schemas.openxmlformats.org/officeDocument/2006/math">
                    <m:r>
                      <a:rPr lang="en-GB" sz="1350">
                        <a:solidFill>
                          <a:srgbClr val="00704D"/>
                        </a:solidFill>
                        <a:latin typeface="Cambria Math"/>
                        <a:ea typeface="Cambria Math"/>
                        <a:cs typeface="Cambria Math"/>
                      </a:rPr>
                      <m:t>⊙</m:t>
                    </m:r>
                  </m:oMath>
                </a14:m>
                <a:r>
                  <a:rPr sz="1350" b="0">
                    <a:solidFill>
                      <a:srgbClr val="00704D"/>
                    </a:solidFill>
                    <a:latin typeface="DejaVu Sans"/>
                    <a:ea typeface="DejaVu Sans"/>
                    <a:cs typeface="DejaVu Sans"/>
                  </a:rPr>
                  <a:t>  Componentwise product</a:t>
                </a:r>
              </a:p>
            </p:txBody>
          </p:sp>
        </mc:Choice>
        <mc:Fallback xmlns="">
          <p:sp>
            <p:nvSpPr>
              <p:cNvPr id="36" name="text_32">
                <a:extLst>
                  <a:ext uri="{FF2B5EF4-FFF2-40B4-BE49-F238E27FC236}">
                    <a16:creationId xmlns:a16="http://schemas.microsoft.com/office/drawing/2014/main" id="{8CAB451E-E552-4DA2-B69F-74FD6F6E7BE2}"/>
                  </a:ext>
                </a:extLst>
              </p:cNvPr>
              <p:cNvSpPr>
                <a:spLocks noGrp="1" noRot="1" noChangeAspect="1" noMove="1" noResize="1" noEditPoints="1" noAdjustHandles="1" noChangeArrowheads="1" noChangeShapeType="1" noTextEdit="1"/>
              </p:cNvSpPr>
              <p:nvPr/>
            </p:nvSpPr>
            <p:spPr>
              <a:xfrm>
                <a:off x="6334125" y="6305550"/>
                <a:ext cx="5238750" cy="180975"/>
              </a:xfrm>
              <a:prstGeom prst="rect">
                <a:avLst/>
              </a:prstGeom>
              <a:blipFill>
                <a:blip r:embed="rId17"/>
                <a:stretch>
                  <a:fillRect t="-36667" b="-6666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855771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title">
            <a:extLst>
              <a:ext uri="{FF2B5EF4-FFF2-40B4-BE49-F238E27FC236}">
                <a16:creationId xmlns:a16="http://schemas.microsoft.com/office/drawing/2014/main" id="{A35A7603-36B2-4E74-911A-62C9BF4CB2F1}"/>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lang="en-GB" sz="3300" b="1" dirty="0">
                <a:solidFill>
                  <a:srgbClr val="182D45"/>
                </a:solidFill>
                <a:latin typeface="DejaVu Sans"/>
                <a:ea typeface="DejaVu Sans"/>
                <a:cs typeface="DejaVu Sans"/>
              </a:rPr>
              <a:t>A general backward step: wider network</a:t>
            </a:r>
          </a:p>
        </p:txBody>
      </p:sp>
      <p:sp>
        <p:nvSpPr>
          <p:cNvPr id="3" name="footer_course">
            <a:extLst>
              <a:ext uri="{FF2B5EF4-FFF2-40B4-BE49-F238E27FC236}">
                <a16:creationId xmlns:a16="http://schemas.microsoft.com/office/drawing/2014/main" id="{50401FEB-52D4-46D9-B33B-A6AC38A6FD54}"/>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02269134-6535-4647-8562-2B55577F8072}"/>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29</a:t>
            </a:r>
          </a:p>
        </p:txBody>
      </p:sp>
      <p:sp>
        <p:nvSpPr>
          <p:cNvPr id="39" name="text_35">
            <a:extLst>
              <a:ext uri="{FF2B5EF4-FFF2-40B4-BE49-F238E27FC236}">
                <a16:creationId xmlns:a16="http://schemas.microsoft.com/office/drawing/2014/main" id="{B5D10000-154D-4F5B-B87C-E1B97EC98438}"/>
              </a:ext>
            </a:extLst>
          </p:cNvPr>
          <p:cNvSpPr>
            <a:spLocks noGrp="1"/>
          </p:cNvSpPr>
          <p:nvPr/>
        </p:nvSpPr>
        <p:spPr>
          <a:xfrm>
            <a:off x="7829550" y="1990725"/>
            <a:ext cx="3905250" cy="4381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Wider network</a:t>
            </a:r>
          </a:p>
        </p:txBody>
      </p:sp>
      <p:sp>
        <p:nvSpPr>
          <p:cNvPr id="40" name="note_box_36">
            <a:extLst>
              <a:ext uri="{FF2B5EF4-FFF2-40B4-BE49-F238E27FC236}">
                <a16:creationId xmlns:a16="http://schemas.microsoft.com/office/drawing/2014/main" id="{B90F728E-F560-4996-B405-8AA9557EB838}"/>
              </a:ext>
            </a:extLst>
          </p:cNvPr>
          <p:cNvSpPr>
            <a:spLocks noGrp="1"/>
          </p:cNvSpPr>
          <p:nvPr/>
        </p:nvSpPr>
        <p:spPr>
          <a:xfrm>
            <a:off x="809625" y="1933575"/>
            <a:ext cx="1809750" cy="790575"/>
          </a:xfrm>
          <a:prstGeom prst="roundRect">
            <a:avLst>
              <a:gd name="adj" fmla="val 5000"/>
            </a:avLst>
          </a:prstGeom>
          <a:solidFill>
            <a:srgbClr val="F3F7FB"/>
          </a:solidFill>
          <a:ln w="14288">
            <a:solidFill>
              <a:srgbClr val="235C99"/>
            </a:solidFill>
          </a:ln>
        </p:spPr>
        <p:txBody>
          <a:bodyPr/>
          <a:lstStyle/>
          <a:p>
            <a:endParaRPr lang="it-IT"/>
          </a:p>
        </p:txBody>
      </p:sp>
      <p:sp>
        <p:nvSpPr>
          <p:cNvPr id="41" name="text_37">
            <a:extLst>
              <a:ext uri="{FF2B5EF4-FFF2-40B4-BE49-F238E27FC236}">
                <a16:creationId xmlns:a16="http://schemas.microsoft.com/office/drawing/2014/main" id="{8BCBE992-506F-4030-8275-3321075597B0}"/>
              </a:ext>
            </a:extLst>
          </p:cNvPr>
          <p:cNvSpPr>
            <a:spLocks noGrp="1"/>
          </p:cNvSpPr>
          <p:nvPr/>
        </p:nvSpPr>
        <p:spPr>
          <a:xfrm>
            <a:off x="876300" y="2000250"/>
            <a:ext cx="1676400"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Fixed weights</a:t>
            </a:r>
          </a:p>
        </p:txBody>
      </p:sp>
      <mc:AlternateContent xmlns:mc="http://schemas.openxmlformats.org/markup-compatibility/2006" xmlns:a14="http://schemas.microsoft.com/office/drawing/2010/main">
        <mc:Choice Requires="a14">
          <p:sp>
            <p:nvSpPr>
              <p:cNvPr id="42" name="equation_38" descr="\mathbf{W}_r">
                <a:extLst>
                  <a:ext uri="{FF2B5EF4-FFF2-40B4-BE49-F238E27FC236}">
                    <a16:creationId xmlns:a16="http://schemas.microsoft.com/office/drawing/2014/main" id="{75956173-10E4-45C8-9527-DCF4B125BE49}"/>
                  </a:ext>
                </a:extLst>
              </p:cNvPr>
              <p:cNvSpPr>
                <a:spLocks noGrp="1"/>
              </p:cNvSpPr>
              <p:nvPr/>
            </p:nvSpPr>
            <p:spPr>
              <a:xfrm>
                <a:off x="876300" y="2305050"/>
                <a:ext cx="167640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𝐖</m:t>
                          </m:r>
                        </m:e>
                        <m:sub>
                          <m:r>
                            <a:rPr lang="en-GB" sz="2700">
                              <a:solidFill>
                                <a:srgbClr val="235C99"/>
                              </a:solidFill>
                              <a:latin typeface="Cambria Math"/>
                              <a:ea typeface="Cambria Math"/>
                              <a:cs typeface="Cambria Math"/>
                            </a:rPr>
                            <m:t>𝑟</m:t>
                          </m:r>
                        </m:sub>
                      </m:sSub>
                    </m:oMath>
                  </m:oMathPara>
                </a14:m>
                <a:endParaRPr lang="en-GB" sz="2700"/>
              </a:p>
            </p:txBody>
          </p:sp>
        </mc:Choice>
        <mc:Fallback xmlns="">
          <p:sp>
            <p:nvSpPr>
              <p:cNvPr id="42" name="equation_38" descr="\mathbf{W}_r">
                <a:extLst>
                  <a:ext uri="{FF2B5EF4-FFF2-40B4-BE49-F238E27FC236}">
                    <a16:creationId xmlns:a16="http://schemas.microsoft.com/office/drawing/2014/main" id="{6759CC47-730E-4559-A822-D8766F3B6CA4}"/>
                  </a:ext>
                </a:extLst>
              </p:cNvPr>
              <p:cNvSpPr>
                <a:spLocks noGrp="1" noRot="1" noChangeAspect="1" noMove="1" noResize="1" noEditPoints="1" noAdjustHandles="1" noChangeArrowheads="1" noChangeShapeType="1" noTextEdit="1"/>
              </p:cNvSpPr>
              <p:nvPr/>
            </p:nvSpPr>
            <p:spPr>
              <a:xfrm>
                <a:off x="876300" y="2305050"/>
                <a:ext cx="1676400" cy="361950"/>
              </a:xfrm>
              <a:prstGeom prst="rect">
                <a:avLst/>
              </a:prstGeom>
              <a:blipFill>
                <a:blip r:embed="rId18"/>
                <a:stretch>
                  <a:fillRect/>
                </a:stretch>
              </a:blipFill>
              <a:ln w="0">
                <a:noFill/>
              </a:ln>
            </p:spPr>
            <p:txBody>
              <a:bodyPr/>
              <a:lstStyle/>
              <a:p>
                <a:r>
                  <a:rPr lang="it-IT">
                    <a:noFill/>
                  </a:rPr>
                  <a:t> </a:t>
                </a:r>
              </a:p>
            </p:txBody>
          </p:sp>
        </mc:Fallback>
      </mc:AlternateContent>
      <p:sp>
        <p:nvSpPr>
          <p:cNvPr id="43" name="note_box_39">
            <a:extLst>
              <a:ext uri="{FF2B5EF4-FFF2-40B4-BE49-F238E27FC236}">
                <a16:creationId xmlns:a16="http://schemas.microsoft.com/office/drawing/2014/main" id="{87BCE252-3CEC-4A7A-B411-C55B4C35AD22}"/>
              </a:ext>
            </a:extLst>
          </p:cNvPr>
          <p:cNvSpPr>
            <a:spLocks noGrp="1"/>
          </p:cNvSpPr>
          <p:nvPr/>
        </p:nvSpPr>
        <p:spPr>
          <a:xfrm>
            <a:off x="3571875" y="1933575"/>
            <a:ext cx="3000375" cy="790575"/>
          </a:xfrm>
          <a:prstGeom prst="roundRect">
            <a:avLst>
              <a:gd name="adj" fmla="val 5000"/>
            </a:avLst>
          </a:prstGeom>
          <a:solidFill>
            <a:srgbClr val="F3F7FB"/>
          </a:solidFill>
          <a:ln w="14288">
            <a:solidFill>
              <a:srgbClr val="235C99"/>
            </a:solidFill>
          </a:ln>
        </p:spPr>
        <p:txBody>
          <a:bodyPr/>
          <a:lstStyle/>
          <a:p>
            <a:endParaRPr lang="it-IT"/>
          </a:p>
        </p:txBody>
      </p:sp>
      <p:sp>
        <p:nvSpPr>
          <p:cNvPr id="44" name="text_40">
            <a:extLst>
              <a:ext uri="{FF2B5EF4-FFF2-40B4-BE49-F238E27FC236}">
                <a16:creationId xmlns:a16="http://schemas.microsoft.com/office/drawing/2014/main" id="{59DD288E-AEBE-486B-8CE9-EEA3D71D14B0}"/>
              </a:ext>
            </a:extLst>
          </p:cNvPr>
          <p:cNvSpPr>
            <a:spLocks noGrp="1"/>
          </p:cNvSpPr>
          <p:nvPr/>
        </p:nvSpPr>
        <p:spPr>
          <a:xfrm>
            <a:off x="3638550" y="2000250"/>
            <a:ext cx="2867025" cy="276225"/>
          </a:xfrm>
          <a:prstGeom prst="rect">
            <a:avLst/>
          </a:prstGeom>
          <a:noFill/>
          <a:ln w="0">
            <a:noFill/>
          </a:ln>
        </p:spPr>
        <p:txBody>
          <a:bodyPr anchor="ctr">
            <a:noAutofit/>
          </a:bodyPr>
          <a:lstStyle>
            <a:defPPr algn="ctr">
              <a:defRPr sz="1575" b="0">
                <a:solidFill>
                  <a:srgbClr val="235C99"/>
                </a:solidFill>
                <a:latin typeface="DejaVu Sans"/>
                <a:ea typeface="DejaVu Sans"/>
                <a:cs typeface="DejaVu Sans"/>
              </a:defRPr>
            </a:defPPr>
          </a:lstStyle>
          <a:p>
            <a:pPr algn="ctr">
              <a:defRPr sz="1575" b="0">
                <a:solidFill>
                  <a:srgbClr val="235C99"/>
                </a:solidFill>
                <a:latin typeface="DejaVu Sans"/>
                <a:ea typeface="DejaVu Sans"/>
                <a:cs typeface="DejaVu Sans"/>
              </a:defRPr>
            </a:pPr>
            <a:r>
              <a:rPr sz="1575" b="0">
                <a:solidFill>
                  <a:srgbClr val="235C99"/>
                </a:solidFill>
                <a:latin typeface="DejaVu Sans"/>
                <a:ea typeface="DejaVu Sans"/>
                <a:cs typeface="DejaVu Sans"/>
              </a:rPr>
              <a:t>Saved preactivations</a:t>
            </a:r>
          </a:p>
        </p:txBody>
      </p:sp>
      <mc:AlternateContent xmlns:mc="http://schemas.openxmlformats.org/markup-compatibility/2006" xmlns:a14="http://schemas.microsoft.com/office/drawing/2010/main">
        <mc:Choice Requires="a14">
          <p:sp>
            <p:nvSpPr>
              <p:cNvPr id="45" name="equation_41" descr="\mathbf{a}_{r-1}(\mathbf{x})">
                <a:extLst>
                  <a:ext uri="{FF2B5EF4-FFF2-40B4-BE49-F238E27FC236}">
                    <a16:creationId xmlns:a16="http://schemas.microsoft.com/office/drawing/2014/main" id="{37BA54D2-68C8-4D78-9C8B-91ECC6A625BB}"/>
                  </a:ext>
                </a:extLst>
              </p:cNvPr>
              <p:cNvSpPr>
                <a:spLocks noGrp="1"/>
              </p:cNvSpPr>
              <p:nvPr/>
            </p:nvSpPr>
            <p:spPr>
              <a:xfrm>
                <a:off x="3638550" y="2305050"/>
                <a:ext cx="2867025"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235C99"/>
                              </a:solidFill>
                              <a:latin typeface="Cambria Math"/>
                              <a:ea typeface="Cambria Math"/>
                              <a:cs typeface="Cambria Math"/>
                            </a:rPr>
                          </m:ctrlPr>
                        </m:sSubPr>
                        <m:e>
                          <m:r>
                            <a:rPr lang="en-GB" sz="2700">
                              <a:solidFill>
                                <a:srgbClr val="235C99"/>
                              </a:solidFill>
                              <a:latin typeface="Cambria Math"/>
                              <a:ea typeface="Cambria Math"/>
                              <a:cs typeface="Cambria Math"/>
                            </a:rPr>
                            <m:t>𝐚</m:t>
                          </m:r>
                        </m:e>
                        <m:sub>
                          <m:r>
                            <a:rPr lang="en-GB" sz="2700">
                              <a:solidFill>
                                <a:srgbClr val="235C99"/>
                              </a:solidFill>
                              <a:latin typeface="Cambria Math"/>
                              <a:ea typeface="Cambria Math"/>
                              <a:cs typeface="Cambria Math"/>
                            </a:rPr>
                            <m:t>𝑟</m:t>
                          </m:r>
                          <m:r>
                            <a:rPr lang="en-GB" sz="2700">
                              <a:solidFill>
                                <a:srgbClr val="235C99"/>
                              </a:solidFill>
                              <a:latin typeface="Cambria Math"/>
                              <a:ea typeface="Cambria Math"/>
                              <a:cs typeface="Cambria Math"/>
                            </a:rPr>
                            <m:t>−1</m:t>
                          </m:r>
                        </m:sub>
                      </m:sSub>
                      <m:d>
                        <m:dPr>
                          <m:ctrlPr>
                            <a:rPr lang="en-GB" sz="2700">
                              <a:solidFill>
                                <a:srgbClr val="235C99"/>
                              </a:solidFill>
                              <a:latin typeface="Cambria Math"/>
                              <a:ea typeface="Cambria Math"/>
                              <a:cs typeface="Cambria Math"/>
                            </a:rPr>
                          </m:ctrlPr>
                        </m:dPr>
                        <m:e>
                          <m:r>
                            <a:rPr lang="en-GB" sz="2700">
                              <a:solidFill>
                                <a:srgbClr val="235C99"/>
                              </a:solidFill>
                              <a:latin typeface="Cambria Math"/>
                              <a:ea typeface="Cambria Math"/>
                              <a:cs typeface="Cambria Math"/>
                            </a:rPr>
                            <m:t>𝐱</m:t>
                          </m:r>
                        </m:e>
                      </m:d>
                    </m:oMath>
                  </m:oMathPara>
                </a14:m>
                <a:endParaRPr lang="en-GB" sz="2700"/>
              </a:p>
            </p:txBody>
          </p:sp>
        </mc:Choice>
        <mc:Fallback xmlns="">
          <p:sp>
            <p:nvSpPr>
              <p:cNvPr id="45" name="equation_41" descr="\mathbf{a}_{r-1}(\mathbf{x})">
                <a:extLst>
                  <a:ext uri="{FF2B5EF4-FFF2-40B4-BE49-F238E27FC236}">
                    <a16:creationId xmlns:a16="http://schemas.microsoft.com/office/drawing/2014/main" id="{73E40342-C132-4A6A-90BC-8B3A7C0C6C4A}"/>
                  </a:ext>
                </a:extLst>
              </p:cNvPr>
              <p:cNvSpPr>
                <a:spLocks noGrp="1" noRot="1" noChangeAspect="1" noMove="1" noResize="1" noEditPoints="1" noAdjustHandles="1" noChangeArrowheads="1" noChangeShapeType="1" noTextEdit="1"/>
              </p:cNvSpPr>
              <p:nvPr/>
            </p:nvSpPr>
            <p:spPr>
              <a:xfrm>
                <a:off x="3638550" y="2305050"/>
                <a:ext cx="2867025" cy="361950"/>
              </a:xfrm>
              <a:prstGeom prst="rect">
                <a:avLst/>
              </a:prstGeom>
              <a:blipFill>
                <a:blip r:embed="rId19"/>
                <a:stretch>
                  <a:fillRect b="-1667"/>
                </a:stretch>
              </a:blipFill>
              <a:ln w="0">
                <a:noFill/>
              </a:ln>
            </p:spPr>
            <p:txBody>
              <a:bodyPr/>
              <a:lstStyle/>
              <a:p>
                <a:r>
                  <a:rPr lang="it-IT">
                    <a:noFill/>
                  </a:rPr>
                  <a:t> </a:t>
                </a:r>
              </a:p>
            </p:txBody>
          </p:sp>
        </mc:Fallback>
      </mc:AlternateContent>
      <p:sp>
        <p:nvSpPr>
          <p:cNvPr id="46" name="note_box_42">
            <a:extLst>
              <a:ext uri="{FF2B5EF4-FFF2-40B4-BE49-F238E27FC236}">
                <a16:creationId xmlns:a16="http://schemas.microsoft.com/office/drawing/2014/main" id="{D6A0A74F-4E6A-42F6-ABA4-70E2A007720C}"/>
              </a:ext>
            </a:extLst>
          </p:cNvPr>
          <p:cNvSpPr>
            <a:spLocks noGrp="1"/>
          </p:cNvSpPr>
          <p:nvPr/>
        </p:nvSpPr>
        <p:spPr>
          <a:xfrm>
            <a:off x="381000" y="3048000"/>
            <a:ext cx="6286500" cy="1409700"/>
          </a:xfrm>
          <a:prstGeom prst="roundRect">
            <a:avLst>
              <a:gd name="adj" fmla="val 5000"/>
            </a:avLst>
          </a:prstGeom>
          <a:solidFill>
            <a:srgbClr val="FCF6F1"/>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47" name="text_43">
                <a:extLst>
                  <a:ext uri="{FF2B5EF4-FFF2-40B4-BE49-F238E27FC236}">
                    <a16:creationId xmlns:a16="http://schemas.microsoft.com/office/drawing/2014/main" id="{AE79D534-EA7A-4CDA-AFD3-EC49B7605858}"/>
                  </a:ext>
                </a:extLst>
              </p:cNvPr>
              <p:cNvSpPr>
                <a:spLocks noGrp="1"/>
              </p:cNvSpPr>
              <p:nvPr/>
            </p:nvSpPr>
            <p:spPr>
              <a:xfrm>
                <a:off x="495300" y="3133725"/>
                <a:ext cx="6057900" cy="342900"/>
              </a:xfrm>
              <a:prstGeom prst="rect">
                <a:avLst/>
              </a:prstGeom>
              <a:noFill/>
              <a:ln w="0">
                <a:noFill/>
              </a:ln>
            </p:spPr>
            <p:txBody>
              <a:bodyPr anchor="ctr">
                <a:noAutofit/>
              </a:bodyPr>
              <a:lstStyle>
                <a:defPPr algn="ctr">
                  <a:defRPr sz="1800" b="1">
                    <a:solidFill>
                      <a:srgbClr val="AB4910"/>
                    </a:solidFill>
                    <a:latin typeface="DejaVu Sans"/>
                    <a:ea typeface="DejaVu Sans"/>
                    <a:cs typeface="DejaVu Sans"/>
                  </a:defRPr>
                </a:defPPr>
              </a:lstStyle>
              <a:p>
                <a:pPr algn="ctr">
                  <a:defRPr sz="1800" b="1">
                    <a:solidFill>
                      <a:srgbClr val="AB4910"/>
                    </a:solidFill>
                    <a:latin typeface="DejaVu Sans"/>
                    <a:ea typeface="DejaVu Sans"/>
                    <a:cs typeface="DejaVu Sans"/>
                  </a:defRPr>
                </a:pPr>
                <a:r>
                  <a:rPr sz="1800" b="1">
                    <a:solidFill>
                      <a:srgbClr val="AB4910"/>
                    </a:solidFill>
                    <a:latin typeface="DejaVu Sans"/>
                    <a:ea typeface="DejaVu Sans"/>
                    <a:cs typeface="DejaVu Sans"/>
                  </a:rPr>
                  <a:t>Preceding layer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−1</m:t>
                    </m:r>
                  </m:oMath>
                </a14:m>
                <a:r>
                  <a:rPr sz="1800" b="1">
                    <a:solidFill>
                      <a:srgbClr val="AB4910"/>
                    </a:solidFill>
                    <a:latin typeface="DejaVu Sans"/>
                    <a:ea typeface="DejaVu Sans"/>
                    <a:cs typeface="DejaVu Sans"/>
                  </a:rPr>
                  <a:t> (if </a:t>
                </a:r>
                <a14:m>
                  <m:oMath xmlns:m="http://schemas.openxmlformats.org/officeDocument/2006/math">
                    <m:r>
                      <a:rPr lang="en-GB" sz="1800">
                        <a:solidFill>
                          <a:srgbClr val="AB4910"/>
                        </a:solidFill>
                        <a:latin typeface="Cambria Math"/>
                        <a:ea typeface="Cambria Math"/>
                        <a:cs typeface="Cambria Math"/>
                      </a:rPr>
                      <m:t>𝑟</m:t>
                    </m:r>
                    <m:r>
                      <a:rPr lang="en-GB" sz="1800">
                        <a:solidFill>
                          <a:srgbClr val="AB4910"/>
                        </a:solidFill>
                        <a:latin typeface="Cambria Math"/>
                        <a:ea typeface="Cambria Math"/>
                        <a:cs typeface="Cambria Math"/>
                      </a:rPr>
                      <m:t>&gt;1</m:t>
                    </m:r>
                  </m:oMath>
                </a14:m>
                <a:r>
                  <a:rPr sz="1800" b="1">
                    <a:solidFill>
                      <a:srgbClr val="AB4910"/>
                    </a:solidFill>
                    <a:latin typeface="DejaVu Sans"/>
                    <a:ea typeface="DejaVu Sans"/>
                    <a:cs typeface="DejaVu Sans"/>
                  </a:rPr>
                  <a:t>)</a:t>
                </a:r>
              </a:p>
            </p:txBody>
          </p:sp>
        </mc:Choice>
        <mc:Fallback xmlns="">
          <p:sp>
            <p:nvSpPr>
              <p:cNvPr id="47" name="text_43">
                <a:extLst>
                  <a:ext uri="{FF2B5EF4-FFF2-40B4-BE49-F238E27FC236}">
                    <a16:creationId xmlns:a16="http://schemas.microsoft.com/office/drawing/2014/main" id="{25959A17-3BDE-4C0A-888C-EDEF45EE5083}"/>
                  </a:ext>
                </a:extLst>
              </p:cNvPr>
              <p:cNvSpPr>
                <a:spLocks noGrp="1" noRot="1" noChangeAspect="1" noMove="1" noResize="1" noEditPoints="1" noAdjustHandles="1" noChangeArrowheads="1" noChangeShapeType="1" noTextEdit="1"/>
              </p:cNvSpPr>
              <p:nvPr/>
            </p:nvSpPr>
            <p:spPr>
              <a:xfrm>
                <a:off x="495300" y="3133725"/>
                <a:ext cx="6057900" cy="342900"/>
              </a:xfrm>
              <a:prstGeom prst="rect">
                <a:avLst/>
              </a:prstGeom>
              <a:blipFill>
                <a:blip r:embed="rId6"/>
                <a:stretch>
                  <a:fillRect t="-12500" b="-3214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8" name="equation_44" descr="\nabla J_{r-1}(\mathbf{a}_{r-1}(\mathbf{x}))">
                <a:extLst>
                  <a:ext uri="{FF2B5EF4-FFF2-40B4-BE49-F238E27FC236}">
                    <a16:creationId xmlns:a16="http://schemas.microsoft.com/office/drawing/2014/main" id="{9ABF777F-E289-40B4-A93A-EDF67333392B}"/>
                  </a:ext>
                </a:extLst>
              </p:cNvPr>
              <p:cNvSpPr>
                <a:spLocks noGrp="1"/>
              </p:cNvSpPr>
              <p:nvPr/>
            </p:nvSpPr>
            <p:spPr>
              <a:xfrm>
                <a:off x="495300" y="3409696"/>
                <a:ext cx="6057900" cy="533908"/>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900">
                          <a:solidFill>
                            <a:srgbClr val="AB4910"/>
                          </a:solidFill>
                          <a:latin typeface="Cambria Math"/>
                          <a:ea typeface="Cambria Math"/>
                          <a:cs typeface="Cambria Math"/>
                        </a:rPr>
                        <m:t>∇</m:t>
                      </m:r>
                      <m:sSub>
                        <m:sSubPr>
                          <m:ctrlPr>
                            <a:rPr lang="en-GB" sz="2900">
                              <a:solidFill>
                                <a:srgbClr val="AB4910"/>
                              </a:solidFill>
                              <a:latin typeface="Cambria Math"/>
                              <a:ea typeface="Cambria Math"/>
                              <a:cs typeface="Cambria Math"/>
                            </a:rPr>
                          </m:ctrlPr>
                        </m:sSubPr>
                        <m:e>
                          <m:r>
                            <a:rPr lang="en-GB" sz="2900">
                              <a:solidFill>
                                <a:srgbClr val="AB4910"/>
                              </a:solidFill>
                              <a:latin typeface="Cambria Math"/>
                              <a:ea typeface="Cambria Math"/>
                              <a:cs typeface="Cambria Math"/>
                            </a:rPr>
                            <m:t>𝐽</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Sub>
                      <m:d>
                        <m:dPr>
                          <m:ctrlPr>
                            <a:rPr lang="en-GB" sz="2900" i="1">
                              <a:solidFill>
                                <a:srgbClr val="AB4910"/>
                              </a:solidFill>
                              <a:latin typeface="Cambria Math" panose="02040503050406030204" pitchFamily="18" charset="0"/>
                              <a:ea typeface="Cambria Math"/>
                              <a:cs typeface="Cambria Math"/>
                            </a:rPr>
                          </m:ctrlPr>
                        </m:dPr>
                        <m:e>
                          <m:sSub>
                            <m:sSubPr>
                              <m:ctrlPr>
                                <a:rPr lang="en-GB" sz="2900">
                                  <a:solidFill>
                                    <a:srgbClr val="AB4910"/>
                                  </a:solidFill>
                                  <a:latin typeface="Cambria Math"/>
                                  <a:ea typeface="Cambria Math"/>
                                  <a:cs typeface="Cambria Math"/>
                                </a:rPr>
                              </m:ctrlPr>
                            </m:sSubPr>
                            <m:e>
                              <m:r>
                                <a:rPr lang="en-GB" sz="2900">
                                  <a:solidFill>
                                    <a:srgbClr val="AB4910"/>
                                  </a:solidFill>
                                  <a:latin typeface="Cambria Math"/>
                                  <a:ea typeface="Cambria Math"/>
                                  <a:cs typeface="Cambria Math"/>
                                </a:rPr>
                                <m:t>𝐚</m:t>
                              </m:r>
                            </m:e>
                            <m:sub>
                              <m:r>
                                <a:rPr lang="en-GB" sz="2900">
                                  <a:solidFill>
                                    <a:srgbClr val="AB4910"/>
                                  </a:solidFill>
                                  <a:latin typeface="Cambria Math"/>
                                  <a:ea typeface="Cambria Math"/>
                                  <a:cs typeface="Cambria Math"/>
                                </a:rPr>
                                <m:t>𝑟</m:t>
                              </m:r>
                              <m:r>
                                <a:rPr lang="en-GB" sz="2900">
                                  <a:solidFill>
                                    <a:srgbClr val="AB4910"/>
                                  </a:solidFill>
                                  <a:latin typeface="Cambria Math"/>
                                  <a:ea typeface="Cambria Math"/>
                                  <a:cs typeface="Cambria Math"/>
                                </a:rPr>
                                <m:t>−1</m:t>
                              </m:r>
                            </m:sub>
                          </m:sSub>
                          <m:d>
                            <m:dPr>
                              <m:ctrlPr>
                                <a:rPr lang="en-GB" sz="2900">
                                  <a:solidFill>
                                    <a:srgbClr val="AB4910"/>
                                  </a:solidFill>
                                  <a:latin typeface="Cambria Math"/>
                                  <a:ea typeface="Cambria Math"/>
                                  <a:cs typeface="Cambria Math"/>
                                </a:rPr>
                              </m:ctrlPr>
                            </m:dPr>
                            <m:e>
                              <m:r>
                                <a:rPr lang="en-GB" sz="2900">
                                  <a:solidFill>
                                    <a:srgbClr val="AB4910"/>
                                  </a:solidFill>
                                  <a:latin typeface="Cambria Math"/>
                                  <a:ea typeface="Cambria Math"/>
                                  <a:cs typeface="Cambria Math"/>
                                </a:rPr>
                                <m:t>𝐱</m:t>
                              </m:r>
                            </m:e>
                          </m:d>
                        </m:e>
                      </m:d>
                    </m:oMath>
                  </m:oMathPara>
                </a14:m>
                <a:endParaRPr lang="en-GB" sz="2900"/>
              </a:p>
            </p:txBody>
          </p:sp>
        </mc:Choice>
        <mc:Fallback xmlns="">
          <p:sp>
            <p:nvSpPr>
              <p:cNvPr id="48" name="equation_44" descr="\nabla J_{r-1}(\mathbf{a}_{r-1}(\mathbf{x}))">
                <a:extLst>
                  <a:ext uri="{FF2B5EF4-FFF2-40B4-BE49-F238E27FC236}">
                    <a16:creationId xmlns:a16="http://schemas.microsoft.com/office/drawing/2014/main" id="{9ABF777F-E289-40B4-A93A-EDF67333392B}"/>
                  </a:ext>
                </a:extLst>
              </p:cNvPr>
              <p:cNvSpPr>
                <a:spLocks noGrp="1" noRot="1" noChangeAspect="1" noMove="1" noResize="1" noEditPoints="1" noAdjustHandles="1" noChangeArrowheads="1" noChangeShapeType="1" noTextEdit="1"/>
              </p:cNvSpPr>
              <p:nvPr/>
            </p:nvSpPr>
            <p:spPr>
              <a:xfrm>
                <a:off x="495300" y="3409696"/>
                <a:ext cx="6057900" cy="533908"/>
              </a:xfrm>
              <a:prstGeom prst="rect">
                <a:avLst/>
              </a:prstGeom>
              <a:blipFill>
                <a:blip r:embed="rId20"/>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9" name="equation_45" descr="=\bigl(\nabla J_{r}(\mathbf{a}_r(\mathbf{x}))\cdot\mathbf{W}_r^{\mathsf{T}}\bigr)⊙\mathbf{step}(\mathbf{a}_{r-1}(\mathbf{x}))">
                <a:extLst>
                  <a:ext uri="{FF2B5EF4-FFF2-40B4-BE49-F238E27FC236}">
                    <a16:creationId xmlns:a16="http://schemas.microsoft.com/office/drawing/2014/main" id="{4A7317C1-A9B1-419B-A525-B8B063483D58}"/>
                  </a:ext>
                </a:extLst>
              </p:cNvPr>
              <p:cNvSpPr>
                <a:spLocks noGrp="1"/>
              </p:cNvSpPr>
              <p:nvPr/>
            </p:nvSpPr>
            <p:spPr>
              <a:xfrm>
                <a:off x="476250" y="3990975"/>
                <a:ext cx="6096000" cy="4095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AB4910"/>
                          </a:solidFill>
                          <a:latin typeface="Cambria Math"/>
                          <a:ea typeface="Cambria Math"/>
                          <a:cs typeface="Cambria Math"/>
                        </a:rPr>
                        <m:t>=</m:t>
                      </m:r>
                      <m:d>
                        <m:dPr>
                          <m:ctrlPr>
                            <a:rPr lang="en-GB" sz="2400">
                              <a:solidFill>
                                <a:srgbClr val="AB4910"/>
                              </a:solidFill>
                              <a:latin typeface="Cambria Math"/>
                              <a:ea typeface="Cambria Math"/>
                              <a:cs typeface="Cambria Math"/>
                            </a:rPr>
                          </m:ctrlPr>
                        </m:dPr>
                        <m:e>
                          <m:r>
                            <m:rPr>
                              <m:sty m:val="p"/>
                            </m:rPr>
                            <a:rPr lang="en-GB" sz="2400">
                              <a:solidFill>
                                <a:srgbClr val="AB4910"/>
                              </a:solidFill>
                              <a:latin typeface="Cambria Math"/>
                              <a:ea typeface="Cambria Math"/>
                              <a:cs typeface="Cambria Math"/>
                            </a:rPr>
                            <m:t>∇</m:t>
                          </m:r>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𝐽</m:t>
                              </m:r>
                            </m:e>
                            <m:sub>
                              <m:r>
                                <a:rPr lang="en-GB" sz="2400">
                                  <a:solidFill>
                                    <a:srgbClr val="AB4910"/>
                                  </a:solidFill>
                                  <a:latin typeface="Cambria Math"/>
                                  <a:ea typeface="Cambria Math"/>
                                  <a:cs typeface="Cambria Math"/>
                                </a:rPr>
                                <m:t>𝑟</m:t>
                              </m:r>
                            </m:sub>
                          </m:sSub>
                          <m:d>
                            <m:dPr>
                              <m:ctrlPr>
                                <a:rPr lang="en-GB" sz="2400" i="1">
                                  <a:solidFill>
                                    <a:srgbClr val="AB4910"/>
                                  </a:solidFill>
                                  <a:latin typeface="Cambria Math" panose="02040503050406030204" pitchFamily="18" charset="0"/>
                                  <a:ea typeface="Cambria Math"/>
                                  <a:cs typeface="Cambria Math"/>
                                </a:rPr>
                              </m:ctrlPr>
                            </m:dPr>
                            <m:e>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𝑟</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e>
                          </m:d>
                          <m:r>
                            <a:rPr lang="en-GB" sz="2400">
                              <a:solidFill>
                                <a:srgbClr val="AB4910"/>
                              </a:solidFill>
                              <a:latin typeface="Cambria Math"/>
                              <a:ea typeface="Cambria Math"/>
                              <a:cs typeface="Cambria Math"/>
                            </a:rPr>
                            <m:t>⋅</m:t>
                          </m:r>
                          <m:sSubSup>
                            <m:sSubSupPr>
                              <m:ctrlPr>
                                <a:rPr lang="en-GB" sz="2400">
                                  <a:solidFill>
                                    <a:srgbClr val="AB4910"/>
                                  </a:solidFill>
                                  <a:latin typeface="Cambria Math"/>
                                  <a:ea typeface="Cambria Math"/>
                                  <a:cs typeface="Cambria Math"/>
                                </a:rPr>
                              </m:ctrlPr>
                            </m:sSubSupPr>
                            <m:e>
                              <m:r>
                                <a:rPr lang="en-GB" sz="2400">
                                  <a:solidFill>
                                    <a:srgbClr val="AB4910"/>
                                  </a:solidFill>
                                  <a:latin typeface="Cambria Math"/>
                                  <a:ea typeface="Cambria Math"/>
                                  <a:cs typeface="Cambria Math"/>
                                </a:rPr>
                                <m:t>𝐖</m:t>
                              </m:r>
                            </m:e>
                            <m:sub>
                              <m:r>
                                <a:rPr lang="en-GB" sz="2400">
                                  <a:solidFill>
                                    <a:srgbClr val="AB4910"/>
                                  </a:solidFill>
                                  <a:latin typeface="Cambria Math"/>
                                  <a:ea typeface="Cambria Math"/>
                                  <a:cs typeface="Cambria Math"/>
                                </a:rPr>
                                <m:t>𝑟</m:t>
                              </m:r>
                            </m:sub>
                            <m:sup>
                              <m:r>
                                <a:rPr lang="en-GB" sz="2400">
                                  <a:solidFill>
                                    <a:srgbClr val="AB4910"/>
                                  </a:solidFill>
                                  <a:latin typeface="Cambria Math"/>
                                  <a:ea typeface="Cambria Math"/>
                                  <a:cs typeface="Cambria Math"/>
                                </a:rPr>
                                <m:t>𝖳</m:t>
                              </m:r>
                            </m:sup>
                          </m:sSubSup>
                        </m:e>
                      </m:d>
                      <m:r>
                        <a:rPr lang="en-GB" sz="2400">
                          <a:solidFill>
                            <a:srgbClr val="00704D"/>
                          </a:solidFill>
                          <a:latin typeface="Cambria Math"/>
                          <a:ea typeface="Cambria Math"/>
                          <a:cs typeface="Cambria Math"/>
                        </a:rPr>
                        <m:t>⊙</m:t>
                      </m:r>
                      <m:r>
                        <a:rPr lang="en-GB" sz="2400">
                          <a:solidFill>
                            <a:srgbClr val="AB4910"/>
                          </a:solidFill>
                          <a:latin typeface="Cambria Math"/>
                          <a:ea typeface="Cambria Math"/>
                          <a:cs typeface="Cambria Math"/>
                        </a:rPr>
                        <m:t>𝐬𝐭𝐞𝐩</m:t>
                      </m:r>
                      <m:d>
                        <m:dPr>
                          <m:ctrlPr>
                            <a:rPr lang="en-GB" sz="2400" i="1">
                              <a:solidFill>
                                <a:srgbClr val="AB4910"/>
                              </a:solidFill>
                              <a:latin typeface="Cambria Math" panose="02040503050406030204" pitchFamily="18" charset="0"/>
                              <a:ea typeface="Cambria Math"/>
                              <a:cs typeface="Cambria Math"/>
                            </a:rPr>
                          </m:ctrlPr>
                        </m:dPr>
                        <m:e>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𝑟</m:t>
                              </m:r>
                              <m:r>
                                <a:rPr lang="en-GB" sz="2400">
                                  <a:solidFill>
                                    <a:srgbClr val="AB4910"/>
                                  </a:solidFill>
                                  <a:latin typeface="Cambria Math"/>
                                  <a:ea typeface="Cambria Math"/>
                                  <a:cs typeface="Cambria Math"/>
                                </a:rPr>
                                <m:t>−1</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e>
                      </m:d>
                    </m:oMath>
                  </m:oMathPara>
                </a14:m>
                <a:endParaRPr lang="en-GB" sz="2400"/>
              </a:p>
            </p:txBody>
          </p:sp>
        </mc:Choice>
        <mc:Fallback xmlns="">
          <p:sp>
            <p:nvSpPr>
              <p:cNvPr id="49" name="equation_45" descr="=\bigl(\nabla J_{r}(\mathbf{a}_r(\mathbf{x}))\cdot\mathbf{W}_r^{\mathsf{T}}\bigr)⊙\mathbf{step}(\mathbf{a}_{r-1}(\mathbf{x}))">
                <a:extLst>
                  <a:ext uri="{FF2B5EF4-FFF2-40B4-BE49-F238E27FC236}">
                    <a16:creationId xmlns:a16="http://schemas.microsoft.com/office/drawing/2014/main" id="{4A7317C1-A9B1-419B-A525-B8B063483D58}"/>
                  </a:ext>
                </a:extLst>
              </p:cNvPr>
              <p:cNvSpPr>
                <a:spLocks noGrp="1" noRot="1" noChangeAspect="1" noMove="1" noResize="1" noEditPoints="1" noAdjustHandles="1" noChangeArrowheads="1" noChangeShapeType="1" noTextEdit="1"/>
              </p:cNvSpPr>
              <p:nvPr/>
            </p:nvSpPr>
            <p:spPr>
              <a:xfrm>
                <a:off x="476250" y="3990975"/>
                <a:ext cx="6096000" cy="409575"/>
              </a:xfrm>
              <a:prstGeom prst="rect">
                <a:avLst/>
              </a:prstGeom>
              <a:blipFill>
                <a:blip r:embed="rId21"/>
                <a:stretch>
                  <a:fillRect/>
                </a:stretch>
              </a:blipFill>
              <a:ln w="0">
                <a:noFill/>
              </a:ln>
            </p:spPr>
            <p:txBody>
              <a:bodyPr/>
              <a:lstStyle/>
              <a:p>
                <a:r>
                  <a:rPr lang="it-IT">
                    <a:noFill/>
                  </a:rPr>
                  <a:t> </a:t>
                </a:r>
              </a:p>
            </p:txBody>
          </p:sp>
        </mc:Fallback>
      </mc:AlternateContent>
      <p:sp>
        <p:nvSpPr>
          <p:cNvPr id="50" name="note_box_46">
            <a:extLst>
              <a:ext uri="{FF2B5EF4-FFF2-40B4-BE49-F238E27FC236}">
                <a16:creationId xmlns:a16="http://schemas.microsoft.com/office/drawing/2014/main" id="{8C32DDA1-1AEF-40DE-B49B-2679E75FA093}"/>
              </a:ext>
            </a:extLst>
          </p:cNvPr>
          <p:cNvSpPr>
            <a:spLocks noGrp="1"/>
          </p:cNvSpPr>
          <p:nvPr/>
        </p:nvSpPr>
        <p:spPr>
          <a:xfrm>
            <a:off x="7829550" y="3048000"/>
            <a:ext cx="3905250" cy="120015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51" name="text_47">
                <a:extLst>
                  <a:ext uri="{FF2B5EF4-FFF2-40B4-BE49-F238E27FC236}">
                    <a16:creationId xmlns:a16="http://schemas.microsoft.com/office/drawing/2014/main" id="{7C8A6C65-7674-469E-8C6B-06D8227F1050}"/>
                  </a:ext>
                </a:extLst>
              </p:cNvPr>
              <p:cNvSpPr>
                <a:spLocks noGrp="1"/>
              </p:cNvSpPr>
              <p:nvPr/>
            </p:nvSpPr>
            <p:spPr>
              <a:xfrm>
                <a:off x="7915275" y="3152775"/>
                <a:ext cx="3733800" cy="352425"/>
              </a:xfrm>
              <a:prstGeom prst="rect">
                <a:avLst/>
              </a:prstGeom>
              <a:noFill/>
              <a:ln w="0">
                <a:noFill/>
              </a:ln>
            </p:spPr>
            <p:txBody>
              <a:bodyPr anchor="ctr">
                <a:noAutofit/>
              </a:bodyPr>
              <a:lstStyle>
                <a:defPPr algn="ctr">
                  <a:defRPr sz="1725" b="1">
                    <a:solidFill>
                      <a:srgbClr val="235C99"/>
                    </a:solidFill>
                    <a:latin typeface="DejaVu Sans"/>
                    <a:ea typeface="DejaVu Sans"/>
                    <a:cs typeface="DejaVu Sans"/>
                  </a:defRPr>
                </a:defPPr>
              </a:lstStyle>
              <a:p>
                <a:pPr algn="ctr">
                  <a:defRPr sz="1725" b="1">
                    <a:solidFill>
                      <a:srgbClr val="235C99"/>
                    </a:solidFill>
                    <a:latin typeface="DejaVu Sans"/>
                    <a:ea typeface="DejaVu Sans"/>
                    <a:cs typeface="DejaVu Sans"/>
                  </a:defRPr>
                </a:pPr>
                <a:r>
                  <a:rPr sz="1725" b="1">
                    <a:solidFill>
                      <a:srgbClr val="235C99"/>
                    </a:solidFill>
                    <a:latin typeface="DejaVu Sans"/>
                    <a:ea typeface="DejaVu Sans"/>
                    <a:cs typeface="DejaVu Sans"/>
                  </a:rPr>
                  <a:t>Already calculated: layer </a:t>
                </a:r>
                <a14:m>
                  <m:oMath xmlns:m="http://schemas.openxmlformats.org/officeDocument/2006/math">
                    <m:r>
                      <a:rPr lang="en-GB" sz="1725">
                        <a:solidFill>
                          <a:srgbClr val="235C99"/>
                        </a:solidFill>
                        <a:latin typeface="Cambria Math"/>
                        <a:ea typeface="Cambria Math"/>
                        <a:cs typeface="Cambria Math"/>
                      </a:rPr>
                      <m:t>𝑟</m:t>
                    </m:r>
                  </m:oMath>
                </a14:m>
                <a:endParaRPr sz="1725" b="1">
                  <a:solidFill>
                    <a:srgbClr val="235C99"/>
                  </a:solidFill>
                  <a:latin typeface="DejaVu Sans"/>
                  <a:ea typeface="DejaVu Sans"/>
                  <a:cs typeface="DejaVu Sans"/>
                </a:endParaRPr>
              </a:p>
            </p:txBody>
          </p:sp>
        </mc:Choice>
        <mc:Fallback xmlns="">
          <p:sp>
            <p:nvSpPr>
              <p:cNvPr id="51" name="text_47">
                <a:extLst>
                  <a:ext uri="{FF2B5EF4-FFF2-40B4-BE49-F238E27FC236}">
                    <a16:creationId xmlns:a16="http://schemas.microsoft.com/office/drawing/2014/main" id="{69F8AFFF-DAE2-4B01-940C-6BD7F8DB1E2F}"/>
                  </a:ext>
                </a:extLst>
              </p:cNvPr>
              <p:cNvSpPr>
                <a:spLocks noGrp="1" noRot="1" noChangeAspect="1" noMove="1" noResize="1" noEditPoints="1" noAdjustHandles="1" noChangeArrowheads="1" noChangeShapeType="1" noTextEdit="1"/>
              </p:cNvSpPr>
              <p:nvPr/>
            </p:nvSpPr>
            <p:spPr>
              <a:xfrm>
                <a:off x="7915275" y="3152775"/>
                <a:ext cx="3733800" cy="352425"/>
              </a:xfrm>
              <a:prstGeom prst="rect">
                <a:avLst/>
              </a:prstGeom>
              <a:blipFill>
                <a:blip r:embed="rId9"/>
                <a:stretch>
                  <a:fillRect t="-6897" b="-2586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2" name="equation_48" descr="\nabla J_{r}(\mathbf{a}_r(\mathbf{x}))">
                <a:extLst>
                  <a:ext uri="{FF2B5EF4-FFF2-40B4-BE49-F238E27FC236}">
                    <a16:creationId xmlns:a16="http://schemas.microsoft.com/office/drawing/2014/main" id="{06001031-F9CD-437E-A3AD-658699A3D0F9}"/>
                  </a:ext>
                </a:extLst>
              </p:cNvPr>
              <p:cNvSpPr>
                <a:spLocks noGrp="1"/>
              </p:cNvSpPr>
              <p:nvPr/>
            </p:nvSpPr>
            <p:spPr>
              <a:xfrm>
                <a:off x="7924800" y="3571875"/>
                <a:ext cx="3714750" cy="5619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200">
                          <a:solidFill>
                            <a:srgbClr val="235C99"/>
                          </a:solidFill>
                          <a:latin typeface="Cambria Math"/>
                          <a:ea typeface="Cambria Math"/>
                          <a:cs typeface="Cambria Math"/>
                        </a:rPr>
                        <m:t>∇</m:t>
                      </m:r>
                      <m:sSub>
                        <m:sSubPr>
                          <m:ctrlPr>
                            <a:rPr lang="en-GB" sz="3200">
                              <a:solidFill>
                                <a:srgbClr val="235C99"/>
                              </a:solidFill>
                              <a:latin typeface="Cambria Math"/>
                              <a:ea typeface="Cambria Math"/>
                              <a:cs typeface="Cambria Math"/>
                            </a:rPr>
                          </m:ctrlPr>
                        </m:sSubPr>
                        <m:e>
                          <m:r>
                            <a:rPr lang="en-GB" sz="3200">
                              <a:solidFill>
                                <a:srgbClr val="235C99"/>
                              </a:solidFill>
                              <a:latin typeface="Cambria Math"/>
                              <a:ea typeface="Cambria Math"/>
                              <a:cs typeface="Cambria Math"/>
                            </a:rPr>
                            <m:t>𝐽</m:t>
                          </m:r>
                        </m:e>
                        <m:sub>
                          <m:r>
                            <a:rPr lang="en-GB" sz="3200">
                              <a:solidFill>
                                <a:srgbClr val="235C99"/>
                              </a:solidFill>
                              <a:latin typeface="Cambria Math"/>
                              <a:ea typeface="Cambria Math"/>
                              <a:cs typeface="Cambria Math"/>
                            </a:rPr>
                            <m:t>𝑟</m:t>
                          </m:r>
                        </m:sub>
                      </m:sSub>
                      <m:d>
                        <m:dPr>
                          <m:ctrlPr>
                            <a:rPr lang="en-GB" sz="3200" i="1">
                              <a:solidFill>
                                <a:srgbClr val="235C99"/>
                              </a:solidFill>
                              <a:latin typeface="Cambria Math" panose="02040503050406030204" pitchFamily="18" charset="0"/>
                              <a:ea typeface="Cambria Math"/>
                              <a:cs typeface="Cambria Math"/>
                            </a:rPr>
                          </m:ctrlPr>
                        </m:dPr>
                        <m:e>
                          <m:sSub>
                            <m:sSubPr>
                              <m:ctrlPr>
                                <a:rPr lang="en-GB" sz="3200">
                                  <a:solidFill>
                                    <a:srgbClr val="235C99"/>
                                  </a:solidFill>
                                  <a:latin typeface="Cambria Math"/>
                                  <a:ea typeface="Cambria Math"/>
                                  <a:cs typeface="Cambria Math"/>
                                </a:rPr>
                              </m:ctrlPr>
                            </m:sSubPr>
                            <m:e>
                              <m:r>
                                <a:rPr lang="en-GB" sz="3200">
                                  <a:solidFill>
                                    <a:srgbClr val="235C99"/>
                                  </a:solidFill>
                                  <a:latin typeface="Cambria Math"/>
                                  <a:ea typeface="Cambria Math"/>
                                  <a:cs typeface="Cambria Math"/>
                                </a:rPr>
                                <m:t>𝐚</m:t>
                              </m:r>
                            </m:e>
                            <m:sub>
                              <m:r>
                                <a:rPr lang="en-GB" sz="3200">
                                  <a:solidFill>
                                    <a:srgbClr val="235C99"/>
                                  </a:solidFill>
                                  <a:latin typeface="Cambria Math"/>
                                  <a:ea typeface="Cambria Math"/>
                                  <a:cs typeface="Cambria Math"/>
                                </a:rPr>
                                <m:t>𝑟</m:t>
                              </m:r>
                            </m:sub>
                          </m:sSub>
                          <m:d>
                            <m:dPr>
                              <m:ctrlPr>
                                <a:rPr lang="en-GB" sz="3200">
                                  <a:solidFill>
                                    <a:srgbClr val="235C99"/>
                                  </a:solidFill>
                                  <a:latin typeface="Cambria Math"/>
                                  <a:ea typeface="Cambria Math"/>
                                  <a:cs typeface="Cambria Math"/>
                                </a:rPr>
                              </m:ctrlPr>
                            </m:dPr>
                            <m:e>
                              <m:r>
                                <a:rPr lang="en-GB" sz="3200">
                                  <a:solidFill>
                                    <a:srgbClr val="235C99"/>
                                  </a:solidFill>
                                  <a:latin typeface="Cambria Math"/>
                                  <a:ea typeface="Cambria Math"/>
                                  <a:cs typeface="Cambria Math"/>
                                </a:rPr>
                                <m:t>𝐱</m:t>
                              </m:r>
                            </m:e>
                          </m:d>
                        </m:e>
                      </m:d>
                    </m:oMath>
                  </m:oMathPara>
                </a14:m>
                <a:endParaRPr lang="en-GB" sz="3200"/>
              </a:p>
            </p:txBody>
          </p:sp>
        </mc:Choice>
        <mc:Fallback xmlns="">
          <p:sp>
            <p:nvSpPr>
              <p:cNvPr id="52" name="equation_48" descr="\nabla J_{r}(\mathbf{a}_r(\mathbf{x}))">
                <a:extLst>
                  <a:ext uri="{FF2B5EF4-FFF2-40B4-BE49-F238E27FC236}">
                    <a16:creationId xmlns:a16="http://schemas.microsoft.com/office/drawing/2014/main" id="{06001031-F9CD-437E-A3AD-658699A3D0F9}"/>
                  </a:ext>
                </a:extLst>
              </p:cNvPr>
              <p:cNvSpPr>
                <a:spLocks noGrp="1" noRot="1" noChangeAspect="1" noMove="1" noResize="1" noEditPoints="1" noAdjustHandles="1" noChangeArrowheads="1" noChangeShapeType="1" noTextEdit="1"/>
              </p:cNvSpPr>
              <p:nvPr/>
            </p:nvSpPr>
            <p:spPr>
              <a:xfrm>
                <a:off x="7924800" y="3571875"/>
                <a:ext cx="3714750" cy="561975"/>
              </a:xfrm>
              <a:prstGeom prst="rect">
                <a:avLst/>
              </a:prstGeom>
              <a:blipFill>
                <a:blip r:embed="rId22"/>
                <a:stretch>
                  <a:fillRect b="-1087"/>
                </a:stretch>
              </a:blipFill>
              <a:ln w="0">
                <a:noFill/>
              </a:ln>
            </p:spPr>
            <p:txBody>
              <a:bodyPr/>
              <a:lstStyle/>
              <a:p>
                <a:r>
                  <a:rPr lang="it-IT">
                    <a:noFill/>
                  </a:rPr>
                  <a:t> </a:t>
                </a:r>
              </a:p>
            </p:txBody>
          </p:sp>
        </mc:Fallback>
      </mc:AlternateContent>
      <p:sp>
        <p:nvSpPr>
          <p:cNvPr id="53" name="note_box_49">
            <a:extLst>
              <a:ext uri="{FF2B5EF4-FFF2-40B4-BE49-F238E27FC236}">
                <a16:creationId xmlns:a16="http://schemas.microsoft.com/office/drawing/2014/main" id="{9E149B65-A970-44E3-AB12-705D8043FA77}"/>
              </a:ext>
            </a:extLst>
          </p:cNvPr>
          <p:cNvSpPr>
            <a:spLocks noGrp="1"/>
          </p:cNvSpPr>
          <p:nvPr/>
        </p:nvSpPr>
        <p:spPr>
          <a:xfrm>
            <a:off x="1000125" y="4762500"/>
            <a:ext cx="3619500" cy="800100"/>
          </a:xfrm>
          <a:prstGeom prst="roundRect">
            <a:avLst>
              <a:gd name="adj" fmla="val 5000"/>
            </a:avLst>
          </a:prstGeom>
          <a:solidFill>
            <a:srgbClr val="F3F7FB"/>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54" name="text_50">
                <a:extLst>
                  <a:ext uri="{FF2B5EF4-FFF2-40B4-BE49-F238E27FC236}">
                    <a16:creationId xmlns:a16="http://schemas.microsoft.com/office/drawing/2014/main" id="{2FEC2A43-C1B6-45E3-B853-0E3D2277BE43}"/>
                  </a:ext>
                </a:extLst>
              </p:cNvPr>
              <p:cNvSpPr>
                <a:spLocks noGrp="1"/>
              </p:cNvSpPr>
              <p:nvPr/>
            </p:nvSpPr>
            <p:spPr>
              <a:xfrm>
                <a:off x="1085850" y="4829175"/>
                <a:ext cx="3448050" cy="295275"/>
              </a:xfrm>
              <a:prstGeom prst="rect">
                <a:avLst/>
              </a:prstGeom>
              <a:noFill/>
              <a:ln w="0">
                <a:noFill/>
              </a:ln>
            </p:spPr>
            <p:txBody>
              <a:bodyPr anchor="ctr">
                <a:noAutofit/>
              </a:bodyPr>
              <a:lstStyle>
                <a:defPPr algn="ctr">
                  <a:defRPr sz="1650" b="0">
                    <a:solidFill>
                      <a:srgbClr val="235C99"/>
                    </a:solidFill>
                    <a:latin typeface="DejaVu Sans"/>
                    <a:ea typeface="DejaVu Sans"/>
                    <a:cs typeface="DejaVu Sans"/>
                  </a:defRPr>
                </a:defPPr>
              </a:lstStyle>
              <a:p>
                <a:pPr algn="ctr">
                  <a:defRPr sz="1650" b="0">
                    <a:solidFill>
                      <a:srgbClr val="235C99"/>
                    </a:solidFill>
                    <a:latin typeface="DejaVu Sans"/>
                    <a:ea typeface="DejaVu Sans"/>
                    <a:cs typeface="DejaVu Sans"/>
                  </a:defRPr>
                </a:pPr>
                <a:r>
                  <a:rPr sz="1650" b="0">
                    <a:solidFill>
                      <a:srgbClr val="235C99"/>
                    </a:solidFill>
                    <a:latin typeface="DejaVu Sans"/>
                    <a:ea typeface="DejaVu Sans"/>
                    <a:cs typeface="DejaVu Sans"/>
                  </a:rPr>
                  <a:t>Saved input to layer </a:t>
                </a:r>
                <a14:m>
                  <m:oMath xmlns:m="http://schemas.openxmlformats.org/officeDocument/2006/math">
                    <m:r>
                      <a:rPr lang="en-GB" sz="1650">
                        <a:solidFill>
                          <a:srgbClr val="235C99"/>
                        </a:solidFill>
                        <a:latin typeface="Cambria Math"/>
                        <a:ea typeface="Cambria Math"/>
                        <a:cs typeface="Cambria Math"/>
                      </a:rPr>
                      <m:t>𝑟</m:t>
                    </m:r>
                  </m:oMath>
                </a14:m>
                <a:endParaRPr sz="1650" b="0">
                  <a:solidFill>
                    <a:srgbClr val="235C99"/>
                  </a:solidFill>
                  <a:latin typeface="DejaVu Sans"/>
                  <a:ea typeface="DejaVu Sans"/>
                  <a:cs typeface="DejaVu Sans"/>
                </a:endParaRPr>
              </a:p>
            </p:txBody>
          </p:sp>
        </mc:Choice>
        <mc:Fallback xmlns="">
          <p:sp>
            <p:nvSpPr>
              <p:cNvPr id="54" name="text_50">
                <a:extLst>
                  <a:ext uri="{FF2B5EF4-FFF2-40B4-BE49-F238E27FC236}">
                    <a16:creationId xmlns:a16="http://schemas.microsoft.com/office/drawing/2014/main" id="{05E99AC4-122D-4D76-A1FC-A105F1836163}"/>
                  </a:ext>
                </a:extLst>
              </p:cNvPr>
              <p:cNvSpPr>
                <a:spLocks noGrp="1" noRot="1" noChangeAspect="1" noMove="1" noResize="1" noEditPoints="1" noAdjustHandles="1" noChangeArrowheads="1" noChangeShapeType="1" noTextEdit="1"/>
              </p:cNvSpPr>
              <p:nvPr/>
            </p:nvSpPr>
            <p:spPr>
              <a:xfrm>
                <a:off x="1085850" y="4829175"/>
                <a:ext cx="3448050" cy="295275"/>
              </a:xfrm>
              <a:prstGeom prst="rect">
                <a:avLst/>
              </a:prstGeom>
              <a:blipFill>
                <a:blip r:embed="rId11"/>
                <a:stretch>
                  <a:fillRect t="-14286" b="-3469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5" name="equation_51" descr="\boldsymbol{\phi}_{r-1}(\mathbf{x})">
                <a:extLst>
                  <a:ext uri="{FF2B5EF4-FFF2-40B4-BE49-F238E27FC236}">
                    <a16:creationId xmlns:a16="http://schemas.microsoft.com/office/drawing/2014/main" id="{7AF69BDD-863B-4E52-A041-8A3359747394}"/>
                  </a:ext>
                </a:extLst>
              </p:cNvPr>
              <p:cNvSpPr>
                <a:spLocks noGrp="1"/>
              </p:cNvSpPr>
              <p:nvPr/>
            </p:nvSpPr>
            <p:spPr>
              <a:xfrm>
                <a:off x="1085850" y="5162550"/>
                <a:ext cx="344805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235C99"/>
                              </a:solidFill>
                              <a:latin typeface="Cambria Math"/>
                              <a:ea typeface="Cambria Math"/>
                              <a:cs typeface="Cambria Math"/>
                            </a:rPr>
                          </m:ctrlPr>
                        </m:sSubPr>
                        <m:e>
                          <m:r>
                            <a:rPr lang="en-GB" sz="2800">
                              <a:solidFill>
                                <a:srgbClr val="235C99"/>
                              </a:solidFill>
                              <a:latin typeface="Cambria Math"/>
                              <a:ea typeface="Cambria Math"/>
                              <a:cs typeface="Cambria Math"/>
                            </a:rPr>
                            <m:t>𝛟</m:t>
                          </m:r>
                        </m:e>
                        <m:sub>
                          <m:r>
                            <a:rPr lang="en-GB" sz="2800">
                              <a:solidFill>
                                <a:srgbClr val="235C99"/>
                              </a:solidFill>
                              <a:latin typeface="Cambria Math"/>
                              <a:ea typeface="Cambria Math"/>
                              <a:cs typeface="Cambria Math"/>
                            </a:rPr>
                            <m:t>𝑟</m:t>
                          </m:r>
                          <m:r>
                            <a:rPr lang="en-GB" sz="2800">
                              <a:solidFill>
                                <a:srgbClr val="235C99"/>
                              </a:solidFill>
                              <a:latin typeface="Cambria Math"/>
                              <a:ea typeface="Cambria Math"/>
                              <a:cs typeface="Cambria Math"/>
                            </a:rPr>
                            <m:t>−1</m:t>
                          </m:r>
                        </m:sub>
                      </m:sSub>
                      <m:d>
                        <m:dPr>
                          <m:ctrlPr>
                            <a:rPr lang="en-GB" sz="2800">
                              <a:solidFill>
                                <a:srgbClr val="235C99"/>
                              </a:solidFill>
                              <a:latin typeface="Cambria Math"/>
                              <a:ea typeface="Cambria Math"/>
                              <a:cs typeface="Cambria Math"/>
                            </a:rPr>
                          </m:ctrlPr>
                        </m:dPr>
                        <m:e>
                          <m:r>
                            <a:rPr lang="en-GB" sz="2800">
                              <a:solidFill>
                                <a:srgbClr val="235C99"/>
                              </a:solidFill>
                              <a:latin typeface="Cambria Math"/>
                              <a:ea typeface="Cambria Math"/>
                              <a:cs typeface="Cambria Math"/>
                            </a:rPr>
                            <m:t>𝐱</m:t>
                          </m:r>
                        </m:e>
                      </m:d>
                    </m:oMath>
                  </m:oMathPara>
                </a14:m>
                <a:endParaRPr lang="en-GB" sz="2800"/>
              </a:p>
            </p:txBody>
          </p:sp>
        </mc:Choice>
        <mc:Fallback xmlns="">
          <p:sp>
            <p:nvSpPr>
              <p:cNvPr id="55" name="equation_51" descr="\boldsymbol{\phi}_{r-1}(\mathbf{x})">
                <a:extLst>
                  <a:ext uri="{FF2B5EF4-FFF2-40B4-BE49-F238E27FC236}">
                    <a16:creationId xmlns:a16="http://schemas.microsoft.com/office/drawing/2014/main" id="{97A74D94-AB9E-465C-92ED-73DA087C107F}"/>
                  </a:ext>
                </a:extLst>
              </p:cNvPr>
              <p:cNvSpPr>
                <a:spLocks noGrp="1" noRot="1" noChangeAspect="1" noMove="1" noResize="1" noEditPoints="1" noAdjustHandles="1" noChangeArrowheads="1" noChangeShapeType="1" noTextEdit="1"/>
              </p:cNvSpPr>
              <p:nvPr/>
            </p:nvSpPr>
            <p:spPr>
              <a:xfrm>
                <a:off x="1085850" y="5162550"/>
                <a:ext cx="3448050" cy="342900"/>
              </a:xfrm>
              <a:prstGeom prst="rect">
                <a:avLst/>
              </a:prstGeom>
              <a:blipFill>
                <a:blip r:embed="rId23"/>
                <a:stretch>
                  <a:fillRect b="-7143"/>
                </a:stretch>
              </a:blipFill>
              <a:ln w="0">
                <a:noFill/>
              </a:ln>
            </p:spPr>
            <p:txBody>
              <a:bodyPr/>
              <a:lstStyle/>
              <a:p>
                <a:r>
                  <a:rPr lang="it-IT">
                    <a:noFill/>
                  </a:rPr>
                  <a:t> </a:t>
                </a:r>
              </a:p>
            </p:txBody>
          </p:sp>
        </mc:Fallback>
      </mc:AlternateContent>
      <p:sp>
        <p:nvSpPr>
          <p:cNvPr id="56" name="note_box_52">
            <a:extLst>
              <a:ext uri="{FF2B5EF4-FFF2-40B4-BE49-F238E27FC236}">
                <a16:creationId xmlns:a16="http://schemas.microsoft.com/office/drawing/2014/main" id="{5EDBD344-5439-427D-AB3D-54889443564B}"/>
              </a:ext>
            </a:extLst>
          </p:cNvPr>
          <p:cNvSpPr>
            <a:spLocks noGrp="1"/>
          </p:cNvSpPr>
          <p:nvPr/>
        </p:nvSpPr>
        <p:spPr>
          <a:xfrm>
            <a:off x="5905500" y="4695825"/>
            <a:ext cx="5829300" cy="8001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57" name="equation_53" descr="\nabla_{\mathbf{W}_r}\mathcal{L}=\boldsymbol{\phi}_{r-1}(\mathbf{x})^{\mathsf{T}}\cdot\nabla J_{r}(\mathbf{a}_r(\mathbf{x}))">
                <a:extLst>
                  <a:ext uri="{FF2B5EF4-FFF2-40B4-BE49-F238E27FC236}">
                    <a16:creationId xmlns:a16="http://schemas.microsoft.com/office/drawing/2014/main" id="{E5F27BD4-46AA-4BAD-8107-0EFE99A720BA}"/>
                  </a:ext>
                </a:extLst>
              </p:cNvPr>
              <p:cNvSpPr>
                <a:spLocks noGrp="1"/>
              </p:cNvSpPr>
              <p:nvPr/>
            </p:nvSpPr>
            <p:spPr>
              <a:xfrm>
                <a:off x="6010275" y="4724400"/>
                <a:ext cx="56197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AF1B29"/>
                              </a:solidFill>
                              <a:latin typeface="Cambria Math"/>
                              <a:ea typeface="Cambria Math"/>
                              <a:cs typeface="Cambria Math"/>
                            </a:rPr>
                          </m:ctrlPr>
                        </m:sSubPr>
                        <m:e>
                          <m:r>
                            <m:rPr>
                              <m:sty m:val="p"/>
                            </m:rPr>
                            <a:rPr lang="en-GB" sz="2700">
                              <a:solidFill>
                                <a:srgbClr val="AF1B29"/>
                              </a:solidFill>
                              <a:latin typeface="Cambria Math"/>
                              <a:ea typeface="Cambria Math"/>
                              <a:cs typeface="Cambria Math"/>
                            </a:rPr>
                            <m:t>∇</m:t>
                          </m:r>
                        </m:e>
                        <m:sub>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𝐖</m:t>
                              </m:r>
                            </m:e>
                            <m:sub>
                              <m:r>
                                <a:rPr lang="en-GB" sz="2700">
                                  <a:solidFill>
                                    <a:srgbClr val="AF1B29"/>
                                  </a:solidFill>
                                  <a:latin typeface="Cambria Math"/>
                                  <a:ea typeface="Cambria Math"/>
                                  <a:cs typeface="Cambria Math"/>
                                </a:rPr>
                                <m:t>𝑟</m:t>
                              </m:r>
                            </m:sub>
                          </m:sSub>
                        </m:sub>
                      </m:sSub>
                      <m:r>
                        <a:rPr lang="en-GB" sz="2700">
                          <a:solidFill>
                            <a:srgbClr val="AF1B29"/>
                          </a:solidFill>
                          <a:latin typeface="Cambria Math"/>
                          <a:ea typeface="Cambria Math"/>
                          <a:cs typeface="Cambria Math"/>
                        </a:rPr>
                        <m:t>ℒ</m:t>
                      </m:r>
                      <m:d>
                        <m:dPr>
                          <m:ctrlPr>
                            <a:rPr lang="en-GB" sz="2700">
                              <a:solidFill>
                                <a:srgbClr val="AF1B29"/>
                              </a:solidFill>
                              <a:latin typeface="Cambria Math"/>
                              <a:ea typeface="Cambria Math"/>
                              <a:cs typeface="Cambria Math"/>
                            </a:rPr>
                          </m:ctrlPr>
                        </m:dPr>
                        <m:e>
                          <m:r>
                            <a:rPr lang="en-GB" sz="2700">
                              <a:solidFill>
                                <a:srgbClr val="AF1B29"/>
                              </a:solidFill>
                              <a:latin typeface="Cambria Math"/>
                              <a:ea typeface="Cambria Math"/>
                              <a:cs typeface="Cambria Math"/>
                            </a:rPr>
                            <m:t>𝛉</m:t>
                          </m:r>
                        </m:e>
                      </m:d>
                      <m:r>
                        <a:rPr lang="en-GB" sz="2700">
                          <a:solidFill>
                            <a:srgbClr val="AF1B29"/>
                          </a:solidFill>
                          <a:latin typeface="Cambria Math"/>
                          <a:ea typeface="Cambria Math"/>
                          <a:cs typeface="Cambria Math"/>
                        </a:rPr>
                        <m:t>=</m:t>
                      </m:r>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𝛟</m:t>
                          </m:r>
                        </m:e>
                        <m:sub>
                          <m:r>
                            <a:rPr lang="en-GB" sz="2700">
                              <a:solidFill>
                                <a:srgbClr val="AF1B29"/>
                              </a:solidFill>
                              <a:latin typeface="Cambria Math"/>
                              <a:ea typeface="Cambria Math"/>
                              <a:cs typeface="Cambria Math"/>
                            </a:rPr>
                            <m:t>𝑟</m:t>
                          </m:r>
                          <m:r>
                            <a:rPr lang="en-GB" sz="2700">
                              <a:solidFill>
                                <a:srgbClr val="AF1B29"/>
                              </a:solidFill>
                              <a:latin typeface="Cambria Math"/>
                              <a:ea typeface="Cambria Math"/>
                              <a:cs typeface="Cambria Math"/>
                            </a:rPr>
                            <m:t>−1</m:t>
                          </m:r>
                        </m:sub>
                      </m:sSub>
                      <m:sSup>
                        <m:sSupPr>
                          <m:ctrlPr>
                            <a:rPr lang="en-GB" sz="2700" i="1">
                              <a:solidFill>
                                <a:srgbClr val="AF1B29"/>
                              </a:solidFill>
                              <a:latin typeface="Cambria Math" panose="02040503050406030204" pitchFamily="18" charset="0"/>
                              <a:ea typeface="Cambria Math"/>
                              <a:cs typeface="Cambria Math"/>
                            </a:rPr>
                          </m:ctrlPr>
                        </m:sSupPr>
                        <m:e>
                          <m:d>
                            <m:dPr>
                              <m:ctrlPr>
                                <a:rPr lang="en-GB" sz="2700">
                                  <a:solidFill>
                                    <a:srgbClr val="AF1B29"/>
                                  </a:solidFill>
                                  <a:latin typeface="Cambria Math"/>
                                  <a:ea typeface="Cambria Math"/>
                                  <a:cs typeface="Cambria Math"/>
                                </a:rPr>
                              </m:ctrlPr>
                            </m:dPr>
                            <m:e>
                              <m:r>
                                <a:rPr lang="en-GB" sz="2700">
                                  <a:solidFill>
                                    <a:srgbClr val="AF1B29"/>
                                  </a:solidFill>
                                  <a:latin typeface="Cambria Math"/>
                                  <a:ea typeface="Cambria Math"/>
                                  <a:cs typeface="Cambria Math"/>
                                </a:rPr>
                                <m:t>𝐱</m:t>
                              </m:r>
                            </m:e>
                          </m:d>
                        </m:e>
                        <m:sup>
                          <m:r>
                            <a:rPr lang="en-GB" sz="2700">
                              <a:solidFill>
                                <a:srgbClr val="AF1B29"/>
                              </a:solidFill>
                              <a:latin typeface="Cambria Math"/>
                              <a:ea typeface="Cambria Math"/>
                              <a:cs typeface="Cambria Math"/>
                            </a:rPr>
                            <m:t>𝖳</m:t>
                          </m:r>
                        </m:sup>
                      </m:sSup>
                      <m:r>
                        <a:rPr lang="en-GB" sz="2700">
                          <a:solidFill>
                            <a:srgbClr val="6C3091"/>
                          </a:solidFill>
                          <a:latin typeface="Cambria Math"/>
                          <a:ea typeface="Cambria Math"/>
                          <a:cs typeface="Cambria Math"/>
                        </a:rPr>
                        <m:t>⋅</m:t>
                      </m:r>
                      <m:r>
                        <m:rPr>
                          <m:sty m:val="p"/>
                        </m:rPr>
                        <a:rPr lang="en-GB" sz="2700">
                          <a:solidFill>
                            <a:srgbClr val="AF1B29"/>
                          </a:solidFill>
                          <a:latin typeface="Cambria Math"/>
                          <a:ea typeface="Cambria Math"/>
                          <a:cs typeface="Cambria Math"/>
                        </a:rPr>
                        <m:t>∇</m:t>
                      </m:r>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𝐽</m:t>
                          </m:r>
                        </m:e>
                        <m:sub>
                          <m:r>
                            <a:rPr lang="en-GB" sz="2700">
                              <a:solidFill>
                                <a:srgbClr val="AF1B29"/>
                              </a:solidFill>
                              <a:latin typeface="Cambria Math"/>
                              <a:ea typeface="Cambria Math"/>
                              <a:cs typeface="Cambria Math"/>
                            </a:rPr>
                            <m:t>𝑟</m:t>
                          </m:r>
                        </m:sub>
                      </m:sSub>
                      <m:d>
                        <m:dPr>
                          <m:ctrlPr>
                            <a:rPr lang="en-GB" sz="2700" i="1">
                              <a:solidFill>
                                <a:srgbClr val="AF1B29"/>
                              </a:solidFill>
                              <a:latin typeface="Cambria Math" panose="02040503050406030204" pitchFamily="18" charset="0"/>
                              <a:ea typeface="Cambria Math"/>
                              <a:cs typeface="Cambria Math"/>
                            </a:rPr>
                          </m:ctrlPr>
                        </m:dPr>
                        <m:e>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𝐚</m:t>
                              </m:r>
                            </m:e>
                            <m:sub>
                              <m:r>
                                <a:rPr lang="en-GB" sz="2700">
                                  <a:solidFill>
                                    <a:srgbClr val="AF1B29"/>
                                  </a:solidFill>
                                  <a:latin typeface="Cambria Math"/>
                                  <a:ea typeface="Cambria Math"/>
                                  <a:cs typeface="Cambria Math"/>
                                </a:rPr>
                                <m:t>𝑟</m:t>
                              </m:r>
                            </m:sub>
                          </m:sSub>
                          <m:d>
                            <m:dPr>
                              <m:ctrlPr>
                                <a:rPr lang="en-GB" sz="2700">
                                  <a:solidFill>
                                    <a:srgbClr val="AF1B29"/>
                                  </a:solidFill>
                                  <a:latin typeface="Cambria Math"/>
                                  <a:ea typeface="Cambria Math"/>
                                  <a:cs typeface="Cambria Math"/>
                                </a:rPr>
                              </m:ctrlPr>
                            </m:dPr>
                            <m:e>
                              <m:r>
                                <a:rPr lang="en-GB" sz="2700">
                                  <a:solidFill>
                                    <a:srgbClr val="AF1B29"/>
                                  </a:solidFill>
                                  <a:latin typeface="Cambria Math"/>
                                  <a:ea typeface="Cambria Math"/>
                                  <a:cs typeface="Cambria Math"/>
                                </a:rPr>
                                <m:t>𝐱</m:t>
                              </m:r>
                            </m:e>
                          </m:d>
                        </m:e>
                      </m:d>
                    </m:oMath>
                  </m:oMathPara>
                </a14:m>
                <a:endParaRPr lang="en-GB" sz="2700"/>
              </a:p>
            </p:txBody>
          </p:sp>
        </mc:Choice>
        <mc:Fallback xmlns="">
          <p:sp>
            <p:nvSpPr>
              <p:cNvPr id="57" name="equation_53" descr="\nabla_{\mathbf{W}_r}\mathcal{L}=\boldsymbol{\phi}_{r-1}(\mathbf{x})^{\mathsf{T}}\cdot\nabla J_{r}(\mathbf{a}_r(\mathbf{x}))">
                <a:extLst>
                  <a:ext uri="{FF2B5EF4-FFF2-40B4-BE49-F238E27FC236}">
                    <a16:creationId xmlns:a16="http://schemas.microsoft.com/office/drawing/2014/main" id="{E5F27BD4-46AA-4BAD-8107-0EFE99A720BA}"/>
                  </a:ext>
                </a:extLst>
              </p:cNvPr>
              <p:cNvSpPr>
                <a:spLocks noGrp="1" noRot="1" noChangeAspect="1" noMove="1" noResize="1" noEditPoints="1" noAdjustHandles="1" noChangeArrowheads="1" noChangeShapeType="1" noTextEdit="1"/>
              </p:cNvSpPr>
              <p:nvPr/>
            </p:nvSpPr>
            <p:spPr>
              <a:xfrm>
                <a:off x="6010275" y="4724400"/>
                <a:ext cx="5619750" cy="742950"/>
              </a:xfrm>
              <a:prstGeom prst="rect">
                <a:avLst/>
              </a:prstGeom>
              <a:blipFill>
                <a:blip r:embed="rId24"/>
                <a:stretch>
                  <a:fillRect/>
                </a:stretch>
              </a:blipFill>
              <a:ln w="0">
                <a:noFill/>
              </a:ln>
            </p:spPr>
            <p:txBody>
              <a:bodyPr/>
              <a:lstStyle/>
              <a:p>
                <a:r>
                  <a:rPr lang="it-IT">
                    <a:noFill/>
                  </a:rPr>
                  <a:t> </a:t>
                </a:r>
              </a:p>
            </p:txBody>
          </p:sp>
        </mc:Fallback>
      </mc:AlternateContent>
      <p:sp>
        <p:nvSpPr>
          <p:cNvPr id="58" name="note_box_54">
            <a:extLst>
              <a:ext uri="{FF2B5EF4-FFF2-40B4-BE49-F238E27FC236}">
                <a16:creationId xmlns:a16="http://schemas.microsoft.com/office/drawing/2014/main" id="{783A985C-DB54-4A94-B63D-3048804AA64A}"/>
              </a:ext>
            </a:extLst>
          </p:cNvPr>
          <p:cNvSpPr>
            <a:spLocks noGrp="1"/>
          </p:cNvSpPr>
          <p:nvPr/>
        </p:nvSpPr>
        <p:spPr>
          <a:xfrm>
            <a:off x="5905500" y="5591175"/>
            <a:ext cx="5829300" cy="685800"/>
          </a:xfrm>
          <a:prstGeom prst="roundRect">
            <a:avLst>
              <a:gd name="adj" fmla="val 5000"/>
            </a:avLst>
          </a:prstGeom>
          <a:solidFill>
            <a:srgbClr val="FCF4F5"/>
          </a:solid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59" name="equation_55" descr="\nabla_{\mathbf{b}_r}\mathcal{L}=\nabla J_{r}(\mathbf{a}_r(\mathbf{x}))">
                <a:extLst>
                  <a:ext uri="{FF2B5EF4-FFF2-40B4-BE49-F238E27FC236}">
                    <a16:creationId xmlns:a16="http://schemas.microsoft.com/office/drawing/2014/main" id="{0478F53F-FDB4-4BFF-B5F2-3F144E8E3C0E}"/>
                  </a:ext>
                </a:extLst>
              </p:cNvPr>
              <p:cNvSpPr>
                <a:spLocks noGrp="1"/>
              </p:cNvSpPr>
              <p:nvPr/>
            </p:nvSpPr>
            <p:spPr>
              <a:xfrm>
                <a:off x="6010275" y="5619750"/>
                <a:ext cx="5619750" cy="6286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AF1B29"/>
                              </a:solidFill>
                              <a:latin typeface="Cambria Math"/>
                              <a:ea typeface="Cambria Math"/>
                              <a:cs typeface="Cambria Math"/>
                            </a:rPr>
                          </m:ctrlPr>
                        </m:sSubPr>
                        <m:e>
                          <m:r>
                            <m:rPr>
                              <m:sty m:val="p"/>
                            </m:rPr>
                            <a:rPr lang="en-GB" sz="2700">
                              <a:solidFill>
                                <a:srgbClr val="AF1B29"/>
                              </a:solidFill>
                              <a:latin typeface="Cambria Math"/>
                              <a:ea typeface="Cambria Math"/>
                              <a:cs typeface="Cambria Math"/>
                            </a:rPr>
                            <m:t>∇</m:t>
                          </m:r>
                        </m:e>
                        <m:sub>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𝐛</m:t>
                              </m:r>
                            </m:e>
                            <m:sub>
                              <m:r>
                                <a:rPr lang="en-GB" sz="2700">
                                  <a:solidFill>
                                    <a:srgbClr val="AF1B29"/>
                                  </a:solidFill>
                                  <a:latin typeface="Cambria Math"/>
                                  <a:ea typeface="Cambria Math"/>
                                  <a:cs typeface="Cambria Math"/>
                                </a:rPr>
                                <m:t>𝑟</m:t>
                              </m:r>
                            </m:sub>
                          </m:sSub>
                        </m:sub>
                      </m:sSub>
                      <m:r>
                        <a:rPr lang="en-GB" sz="2700">
                          <a:solidFill>
                            <a:srgbClr val="AF1B29"/>
                          </a:solidFill>
                          <a:latin typeface="Cambria Math"/>
                          <a:ea typeface="Cambria Math"/>
                          <a:cs typeface="Cambria Math"/>
                        </a:rPr>
                        <m:t>ℒ</m:t>
                      </m:r>
                      <m:d>
                        <m:dPr>
                          <m:ctrlPr>
                            <a:rPr lang="en-GB" sz="2700">
                              <a:solidFill>
                                <a:srgbClr val="AF1B29"/>
                              </a:solidFill>
                              <a:latin typeface="Cambria Math"/>
                              <a:ea typeface="Cambria Math"/>
                              <a:cs typeface="Cambria Math"/>
                            </a:rPr>
                          </m:ctrlPr>
                        </m:dPr>
                        <m:e>
                          <m:r>
                            <a:rPr lang="en-GB" sz="2700">
                              <a:solidFill>
                                <a:srgbClr val="AF1B29"/>
                              </a:solidFill>
                              <a:latin typeface="Cambria Math"/>
                              <a:ea typeface="Cambria Math"/>
                              <a:cs typeface="Cambria Math"/>
                            </a:rPr>
                            <m:t>𝛉</m:t>
                          </m:r>
                        </m:e>
                      </m:d>
                      <m:r>
                        <a:rPr lang="en-GB" sz="2700">
                          <a:solidFill>
                            <a:srgbClr val="AF1B29"/>
                          </a:solidFill>
                          <a:latin typeface="Cambria Math"/>
                          <a:ea typeface="Cambria Math"/>
                          <a:cs typeface="Cambria Math"/>
                        </a:rPr>
                        <m:t>=</m:t>
                      </m:r>
                      <m:r>
                        <m:rPr>
                          <m:sty m:val="p"/>
                        </m:rPr>
                        <a:rPr lang="en-GB" sz="2700">
                          <a:solidFill>
                            <a:srgbClr val="AF1B29"/>
                          </a:solidFill>
                          <a:latin typeface="Cambria Math"/>
                          <a:ea typeface="Cambria Math"/>
                          <a:cs typeface="Cambria Math"/>
                        </a:rPr>
                        <m:t>∇</m:t>
                      </m:r>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𝐽</m:t>
                          </m:r>
                        </m:e>
                        <m:sub>
                          <m:r>
                            <a:rPr lang="en-GB" sz="2700">
                              <a:solidFill>
                                <a:srgbClr val="AF1B29"/>
                              </a:solidFill>
                              <a:latin typeface="Cambria Math"/>
                              <a:ea typeface="Cambria Math"/>
                              <a:cs typeface="Cambria Math"/>
                            </a:rPr>
                            <m:t>𝑟</m:t>
                          </m:r>
                        </m:sub>
                      </m:sSub>
                      <m:d>
                        <m:dPr>
                          <m:ctrlPr>
                            <a:rPr lang="en-GB" sz="2700" i="1">
                              <a:solidFill>
                                <a:srgbClr val="AF1B29"/>
                              </a:solidFill>
                              <a:latin typeface="Cambria Math" panose="02040503050406030204" pitchFamily="18" charset="0"/>
                              <a:ea typeface="Cambria Math"/>
                              <a:cs typeface="Cambria Math"/>
                            </a:rPr>
                          </m:ctrlPr>
                        </m:dPr>
                        <m:e>
                          <m:sSub>
                            <m:sSubPr>
                              <m:ctrlPr>
                                <a:rPr lang="en-GB" sz="2700">
                                  <a:solidFill>
                                    <a:srgbClr val="AF1B29"/>
                                  </a:solidFill>
                                  <a:latin typeface="Cambria Math"/>
                                  <a:ea typeface="Cambria Math"/>
                                  <a:cs typeface="Cambria Math"/>
                                </a:rPr>
                              </m:ctrlPr>
                            </m:sSubPr>
                            <m:e>
                              <m:r>
                                <a:rPr lang="en-GB" sz="2700">
                                  <a:solidFill>
                                    <a:srgbClr val="AF1B29"/>
                                  </a:solidFill>
                                  <a:latin typeface="Cambria Math"/>
                                  <a:ea typeface="Cambria Math"/>
                                  <a:cs typeface="Cambria Math"/>
                                </a:rPr>
                                <m:t>𝐚</m:t>
                              </m:r>
                            </m:e>
                            <m:sub>
                              <m:r>
                                <a:rPr lang="en-GB" sz="2700">
                                  <a:solidFill>
                                    <a:srgbClr val="AF1B29"/>
                                  </a:solidFill>
                                  <a:latin typeface="Cambria Math"/>
                                  <a:ea typeface="Cambria Math"/>
                                  <a:cs typeface="Cambria Math"/>
                                </a:rPr>
                                <m:t>𝑟</m:t>
                              </m:r>
                            </m:sub>
                          </m:sSub>
                          <m:d>
                            <m:dPr>
                              <m:ctrlPr>
                                <a:rPr lang="en-GB" sz="2700">
                                  <a:solidFill>
                                    <a:srgbClr val="AF1B29"/>
                                  </a:solidFill>
                                  <a:latin typeface="Cambria Math"/>
                                  <a:ea typeface="Cambria Math"/>
                                  <a:cs typeface="Cambria Math"/>
                                </a:rPr>
                              </m:ctrlPr>
                            </m:dPr>
                            <m:e>
                              <m:r>
                                <a:rPr lang="en-GB" sz="2700">
                                  <a:solidFill>
                                    <a:srgbClr val="AF1B29"/>
                                  </a:solidFill>
                                  <a:latin typeface="Cambria Math"/>
                                  <a:ea typeface="Cambria Math"/>
                                  <a:cs typeface="Cambria Math"/>
                                </a:rPr>
                                <m:t>𝐱</m:t>
                              </m:r>
                            </m:e>
                          </m:d>
                        </m:e>
                      </m:d>
                    </m:oMath>
                  </m:oMathPara>
                </a14:m>
                <a:endParaRPr lang="en-GB" sz="2700"/>
              </a:p>
            </p:txBody>
          </p:sp>
        </mc:Choice>
        <mc:Fallback xmlns="">
          <p:sp>
            <p:nvSpPr>
              <p:cNvPr id="59" name="equation_55" descr="\nabla_{\mathbf{b}_r}\mathcal{L}=\nabla J_{r}(\mathbf{a}_r(\mathbf{x}))">
                <a:extLst>
                  <a:ext uri="{FF2B5EF4-FFF2-40B4-BE49-F238E27FC236}">
                    <a16:creationId xmlns:a16="http://schemas.microsoft.com/office/drawing/2014/main" id="{0478F53F-FDB4-4BFF-B5F2-3F144E8E3C0E}"/>
                  </a:ext>
                </a:extLst>
              </p:cNvPr>
              <p:cNvSpPr>
                <a:spLocks noGrp="1" noRot="1" noChangeAspect="1" noMove="1" noResize="1" noEditPoints="1" noAdjustHandles="1" noChangeArrowheads="1" noChangeShapeType="1" noTextEdit="1"/>
              </p:cNvSpPr>
              <p:nvPr/>
            </p:nvSpPr>
            <p:spPr>
              <a:xfrm>
                <a:off x="6010275" y="5619750"/>
                <a:ext cx="5619750" cy="628650"/>
              </a:xfrm>
              <a:prstGeom prst="rect">
                <a:avLst/>
              </a:prstGeom>
              <a:blipFill>
                <a:blip r:embed="rId25"/>
                <a:stretch>
                  <a:fillRect/>
                </a:stretch>
              </a:blipFill>
              <a:ln w="0">
                <a:noFill/>
              </a:ln>
            </p:spPr>
            <p:txBody>
              <a:bodyPr/>
              <a:lstStyle/>
              <a:p>
                <a:r>
                  <a:rPr lang="it-IT">
                    <a:noFill/>
                  </a:rPr>
                  <a:t> </a:t>
                </a:r>
              </a:p>
            </p:txBody>
          </p:sp>
        </mc:Fallback>
      </mc:AlternateContent>
      <p:sp>
        <p:nvSpPr>
          <p:cNvPr id="60" name="line_56">
            <a:extLst>
              <a:ext uri="{FF2B5EF4-FFF2-40B4-BE49-F238E27FC236}">
                <a16:creationId xmlns:a16="http://schemas.microsoft.com/office/drawing/2014/main" id="{D47074B3-AF63-4EDC-BECF-C6560BAA2FAA}"/>
              </a:ext>
            </a:extLst>
          </p:cNvPr>
          <p:cNvSpPr>
            <a:spLocks noGrp="1"/>
          </p:cNvSpPr>
          <p:nvPr/>
        </p:nvSpPr>
        <p:spPr>
          <a:xfrm>
            <a:off x="1714500" y="2724150"/>
            <a:ext cx="476" cy="323850"/>
          </a:xfrm>
          <a:prstGeom prst="line">
            <a:avLst/>
          </a:prstGeom>
          <a:noFill/>
          <a:ln w="14288">
            <a:solidFill>
              <a:srgbClr val="235C99"/>
            </a:solidFill>
            <a:prstDash val="dash"/>
            <a:tailEnd type="triangle" w="sm" len="sm"/>
          </a:ln>
        </p:spPr>
        <p:txBody>
          <a:bodyPr/>
          <a:lstStyle/>
          <a:p>
            <a:endParaRPr lang="it-IT"/>
          </a:p>
        </p:txBody>
      </p:sp>
      <p:sp>
        <p:nvSpPr>
          <p:cNvPr id="61" name="line_57">
            <a:extLst>
              <a:ext uri="{FF2B5EF4-FFF2-40B4-BE49-F238E27FC236}">
                <a16:creationId xmlns:a16="http://schemas.microsoft.com/office/drawing/2014/main" id="{6D55B153-F30D-416B-B5F9-2B8180E38DFC}"/>
              </a:ext>
            </a:extLst>
          </p:cNvPr>
          <p:cNvSpPr>
            <a:spLocks noGrp="1"/>
          </p:cNvSpPr>
          <p:nvPr/>
        </p:nvSpPr>
        <p:spPr>
          <a:xfrm>
            <a:off x="5072063" y="2724150"/>
            <a:ext cx="476" cy="323850"/>
          </a:xfrm>
          <a:prstGeom prst="line">
            <a:avLst/>
          </a:prstGeom>
          <a:noFill/>
          <a:ln w="14288">
            <a:solidFill>
              <a:srgbClr val="235C99"/>
            </a:solidFill>
            <a:prstDash val="dash"/>
            <a:tailEnd type="triangle" w="sm" len="sm"/>
          </a:ln>
        </p:spPr>
        <p:txBody>
          <a:bodyPr/>
          <a:lstStyle/>
          <a:p>
            <a:endParaRPr lang="it-IT"/>
          </a:p>
        </p:txBody>
      </p:sp>
      <p:sp>
        <p:nvSpPr>
          <p:cNvPr id="62" name="line_58">
            <a:extLst>
              <a:ext uri="{FF2B5EF4-FFF2-40B4-BE49-F238E27FC236}">
                <a16:creationId xmlns:a16="http://schemas.microsoft.com/office/drawing/2014/main" id="{A7AF7B8C-429E-41C6-A353-A14DFF804F96}"/>
              </a:ext>
            </a:extLst>
          </p:cNvPr>
          <p:cNvSpPr>
            <a:spLocks noGrp="1"/>
          </p:cNvSpPr>
          <p:nvPr/>
        </p:nvSpPr>
        <p:spPr>
          <a:xfrm flipH="1">
            <a:off x="6667500" y="3648075"/>
            <a:ext cx="1162050" cy="476"/>
          </a:xfrm>
          <a:prstGeom prst="line">
            <a:avLst/>
          </a:prstGeom>
          <a:noFill/>
          <a:ln w="14288">
            <a:solidFill>
              <a:srgbClr val="235C99"/>
            </a:solidFill>
            <a:prstDash val="dash"/>
            <a:tailEnd type="triangle" w="sm" len="sm"/>
          </a:ln>
        </p:spPr>
        <p:txBody>
          <a:bodyPr/>
          <a:lstStyle/>
          <a:p>
            <a:endParaRPr lang="it-IT"/>
          </a:p>
        </p:txBody>
      </p:sp>
      <p:sp>
        <p:nvSpPr>
          <p:cNvPr id="63" name="line_59">
            <a:extLst>
              <a:ext uri="{FF2B5EF4-FFF2-40B4-BE49-F238E27FC236}">
                <a16:creationId xmlns:a16="http://schemas.microsoft.com/office/drawing/2014/main" id="{1F5C9C54-1454-49B8-BFE0-717764035BB9}"/>
              </a:ext>
            </a:extLst>
          </p:cNvPr>
          <p:cNvSpPr>
            <a:spLocks noGrp="1"/>
          </p:cNvSpPr>
          <p:nvPr/>
        </p:nvSpPr>
        <p:spPr>
          <a:xfrm>
            <a:off x="9782175" y="4248150"/>
            <a:ext cx="476" cy="447675"/>
          </a:xfrm>
          <a:prstGeom prst="line">
            <a:avLst/>
          </a:prstGeom>
          <a:noFill/>
          <a:ln w="14288">
            <a:solidFill>
              <a:srgbClr val="235C99"/>
            </a:solidFill>
            <a:prstDash val="dash"/>
            <a:tailEnd type="triangle" w="sm" len="sm"/>
          </a:ln>
        </p:spPr>
        <p:txBody>
          <a:bodyPr/>
          <a:lstStyle/>
          <a:p>
            <a:endParaRPr lang="it-IT"/>
          </a:p>
        </p:txBody>
      </p:sp>
      <p:sp>
        <p:nvSpPr>
          <p:cNvPr id="64" name="line_60">
            <a:extLst>
              <a:ext uri="{FF2B5EF4-FFF2-40B4-BE49-F238E27FC236}">
                <a16:creationId xmlns:a16="http://schemas.microsoft.com/office/drawing/2014/main" id="{769E2AD5-99D4-45DD-B407-1DB04B740BBD}"/>
              </a:ext>
            </a:extLst>
          </p:cNvPr>
          <p:cNvSpPr>
            <a:spLocks noGrp="1"/>
          </p:cNvSpPr>
          <p:nvPr/>
        </p:nvSpPr>
        <p:spPr>
          <a:xfrm>
            <a:off x="4619625" y="5095875"/>
            <a:ext cx="1285875" cy="476"/>
          </a:xfrm>
          <a:prstGeom prst="line">
            <a:avLst/>
          </a:prstGeom>
          <a:noFill/>
          <a:ln w="14288">
            <a:solidFill>
              <a:srgbClr val="235C99"/>
            </a:solidFill>
            <a:prstDash val="dash"/>
            <a:tailEnd type="triangle" w="sm" len="sm"/>
          </a:ln>
        </p:spPr>
        <p:txBody>
          <a:bodyPr/>
          <a:lstStyle/>
          <a:p>
            <a:endParaRPr lang="it-IT"/>
          </a:p>
        </p:txBody>
      </p:sp>
      <p:sp>
        <p:nvSpPr>
          <p:cNvPr id="65" name="line_61">
            <a:extLst>
              <a:ext uri="{FF2B5EF4-FFF2-40B4-BE49-F238E27FC236}">
                <a16:creationId xmlns:a16="http://schemas.microsoft.com/office/drawing/2014/main" id="{2EECEB83-A9F3-4C36-8DA1-1566CF691D9E}"/>
              </a:ext>
            </a:extLst>
          </p:cNvPr>
          <p:cNvSpPr>
            <a:spLocks noGrp="1"/>
          </p:cNvSpPr>
          <p:nvPr/>
        </p:nvSpPr>
        <p:spPr>
          <a:xfrm>
            <a:off x="11734800" y="3648075"/>
            <a:ext cx="171450" cy="476"/>
          </a:xfrm>
          <a:prstGeom prst="line">
            <a:avLst/>
          </a:prstGeom>
          <a:noFill/>
          <a:ln w="14288">
            <a:solidFill>
              <a:srgbClr val="235C99"/>
            </a:solidFill>
            <a:prstDash val="dash"/>
          </a:ln>
        </p:spPr>
        <p:txBody>
          <a:bodyPr/>
          <a:lstStyle/>
          <a:p>
            <a:endParaRPr lang="it-IT"/>
          </a:p>
        </p:txBody>
      </p:sp>
      <p:sp>
        <p:nvSpPr>
          <p:cNvPr id="66" name="line_62">
            <a:extLst>
              <a:ext uri="{FF2B5EF4-FFF2-40B4-BE49-F238E27FC236}">
                <a16:creationId xmlns:a16="http://schemas.microsoft.com/office/drawing/2014/main" id="{97799599-B8D7-4541-A9FC-7147F309610A}"/>
              </a:ext>
            </a:extLst>
          </p:cNvPr>
          <p:cNvSpPr>
            <a:spLocks noGrp="1"/>
          </p:cNvSpPr>
          <p:nvPr/>
        </p:nvSpPr>
        <p:spPr>
          <a:xfrm>
            <a:off x="11906250" y="3648075"/>
            <a:ext cx="476" cy="2286000"/>
          </a:xfrm>
          <a:prstGeom prst="line">
            <a:avLst/>
          </a:prstGeom>
          <a:noFill/>
          <a:ln w="14288">
            <a:solidFill>
              <a:srgbClr val="235C99"/>
            </a:solidFill>
            <a:prstDash val="dash"/>
          </a:ln>
        </p:spPr>
        <p:txBody>
          <a:bodyPr/>
          <a:lstStyle/>
          <a:p>
            <a:endParaRPr lang="it-IT"/>
          </a:p>
        </p:txBody>
      </p:sp>
      <p:sp>
        <p:nvSpPr>
          <p:cNvPr id="67" name="line_63">
            <a:extLst>
              <a:ext uri="{FF2B5EF4-FFF2-40B4-BE49-F238E27FC236}">
                <a16:creationId xmlns:a16="http://schemas.microsoft.com/office/drawing/2014/main" id="{E3C4F735-4EE4-4C73-A0C5-570F2EC8597D}"/>
              </a:ext>
            </a:extLst>
          </p:cNvPr>
          <p:cNvSpPr>
            <a:spLocks noGrp="1"/>
          </p:cNvSpPr>
          <p:nvPr/>
        </p:nvSpPr>
        <p:spPr>
          <a:xfrm flipH="1">
            <a:off x="11734800" y="5934075"/>
            <a:ext cx="171450" cy="476"/>
          </a:xfrm>
          <a:prstGeom prst="line">
            <a:avLst/>
          </a:prstGeom>
          <a:noFill/>
          <a:ln w="14288">
            <a:solidFill>
              <a:srgbClr val="235C99"/>
            </a:solidFill>
            <a:prstDash val="dash"/>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68" name="text_64">
                <a:extLst>
                  <a:ext uri="{FF2B5EF4-FFF2-40B4-BE49-F238E27FC236}">
                    <a16:creationId xmlns:a16="http://schemas.microsoft.com/office/drawing/2014/main" id="{2C3DA472-6C0E-4377-8F99-3C4A2CE51BBE}"/>
                  </a:ext>
                </a:extLst>
              </p:cNvPr>
              <p:cNvSpPr>
                <a:spLocks noGrp="1"/>
              </p:cNvSpPr>
              <p:nvPr/>
            </p:nvSpPr>
            <p:spPr>
              <a:xfrm>
                <a:off x="904875" y="5657850"/>
                <a:ext cx="3810000" cy="552450"/>
              </a:xfrm>
              <a:prstGeom prst="rect">
                <a:avLst/>
              </a:prstGeom>
              <a:noFill/>
              <a:ln w="0">
                <a:noFill/>
              </a:ln>
            </p:spPr>
            <p:txBody>
              <a:bodyPr anchor="ctr">
                <a:noAutofit/>
              </a:bodyPr>
              <a:lstStyle>
                <a:defPPr algn="ctr">
                  <a:defRPr sz="1725" b="0">
                    <a:solidFill>
                      <a:srgbClr val="AF1B29"/>
                    </a:solidFill>
                    <a:latin typeface="DejaVu Sans"/>
                    <a:ea typeface="DejaVu Sans"/>
                    <a:cs typeface="DejaVu Sans"/>
                  </a:defRPr>
                </a:defPPr>
              </a:lstStyle>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Both are parameter derivatives</a:t>
                </a:r>
              </a:p>
              <a:p>
                <a:pPr algn="ctr">
                  <a:defRPr sz="1725" b="0">
                    <a:solidFill>
                      <a:srgbClr val="AF1B29"/>
                    </a:solidFill>
                    <a:latin typeface="DejaVu Sans"/>
                    <a:ea typeface="DejaVu Sans"/>
                    <a:cs typeface="DejaVu Sans"/>
                  </a:defRPr>
                </a:pPr>
                <a:r>
                  <a:rPr sz="1725" b="0">
                    <a:solidFill>
                      <a:srgbClr val="AF1B29"/>
                    </a:solidFill>
                    <a:latin typeface="DejaVu Sans"/>
                    <a:ea typeface="DejaVu Sans"/>
                    <a:cs typeface="DejaVu Sans"/>
                  </a:rPr>
                  <a:t>of layer </a:t>
                </a:r>
                <a14:m>
                  <m:oMath xmlns:m="http://schemas.openxmlformats.org/officeDocument/2006/math">
                    <m:r>
                      <a:rPr lang="en-GB" sz="1725">
                        <a:solidFill>
                          <a:srgbClr val="AF1B29"/>
                        </a:solidFill>
                        <a:latin typeface="Cambria Math"/>
                        <a:ea typeface="Cambria Math"/>
                        <a:cs typeface="Cambria Math"/>
                      </a:rPr>
                      <m:t>𝑟</m:t>
                    </m:r>
                  </m:oMath>
                </a14:m>
                <a:r>
                  <a:rPr sz="1725" b="0">
                    <a:solidFill>
                      <a:srgbClr val="AF1B29"/>
                    </a:solidFill>
                    <a:latin typeface="DejaVu Sans"/>
                    <a:ea typeface="DejaVu Sans"/>
                    <a:cs typeface="DejaVu Sans"/>
                  </a:rPr>
                  <a:t>.</a:t>
                </a:r>
              </a:p>
            </p:txBody>
          </p:sp>
        </mc:Choice>
        <mc:Fallback xmlns="">
          <p:sp>
            <p:nvSpPr>
              <p:cNvPr id="68" name="text_64">
                <a:extLst>
                  <a:ext uri="{FF2B5EF4-FFF2-40B4-BE49-F238E27FC236}">
                    <a16:creationId xmlns:a16="http://schemas.microsoft.com/office/drawing/2014/main" id="{B691D4F9-84F8-4C53-A64F-A4ADC5091367}"/>
                  </a:ext>
                </a:extLst>
              </p:cNvPr>
              <p:cNvSpPr>
                <a:spLocks noGrp="1" noRot="1" noChangeAspect="1" noMove="1" noResize="1" noEditPoints="1" noAdjustHandles="1" noChangeArrowheads="1" noChangeShapeType="1" noTextEdit="1"/>
              </p:cNvSpPr>
              <p:nvPr/>
            </p:nvSpPr>
            <p:spPr>
              <a:xfrm>
                <a:off x="904875" y="5657850"/>
                <a:ext cx="3810000" cy="552450"/>
              </a:xfrm>
              <a:prstGeom prst="rect">
                <a:avLst/>
              </a:prstGeom>
              <a:blipFill>
                <a:blip r:embed="rId15"/>
                <a:stretch>
                  <a:fillRect t="-8791" b="-2087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9" name="text_65">
                <a:extLst>
                  <a:ext uri="{FF2B5EF4-FFF2-40B4-BE49-F238E27FC236}">
                    <a16:creationId xmlns:a16="http://schemas.microsoft.com/office/drawing/2014/main" id="{FC346B22-92C0-4598-8936-422D7C6A9C90}"/>
                  </a:ext>
                </a:extLst>
              </p:cNvPr>
              <p:cNvSpPr>
                <a:spLocks noGrp="1"/>
              </p:cNvSpPr>
              <p:nvPr/>
            </p:nvSpPr>
            <p:spPr>
              <a:xfrm>
                <a:off x="704850" y="6305550"/>
                <a:ext cx="5143500" cy="180975"/>
              </a:xfrm>
              <a:prstGeom prst="rect">
                <a:avLst/>
              </a:prstGeom>
              <a:noFill/>
              <a:ln w="0">
                <a:noFill/>
              </a:ln>
            </p:spPr>
            <p:txBody>
              <a:bodyPr anchor="ctr">
                <a:noAutofit/>
              </a:bodyPr>
              <a:lstStyle>
                <a:defPPr algn="ctr">
                  <a:defRPr sz="1350" b="0">
                    <a:solidFill>
                      <a:srgbClr val="6C3091"/>
                    </a:solidFill>
                    <a:latin typeface="DejaVu Sans"/>
                    <a:ea typeface="DejaVu Sans"/>
                    <a:cs typeface="DejaVu Sans"/>
                  </a:defRPr>
                </a:defPPr>
              </a:lstStyle>
              <a:p>
                <a:pPr algn="ctr">
                  <a:defRPr sz="1350" b="0">
                    <a:solidFill>
                      <a:srgbClr val="6C3091"/>
                    </a:solidFill>
                    <a:latin typeface="DejaVu Sans"/>
                    <a:ea typeface="DejaVu Sans"/>
                    <a:cs typeface="DejaVu Sans"/>
                  </a:defRPr>
                </a:pPr>
                <a14:m>
                  <m:oMath xmlns:m="http://schemas.openxmlformats.org/officeDocument/2006/math">
                    <m:r>
                      <a:rPr lang="en-GB" sz="1350">
                        <a:solidFill>
                          <a:srgbClr val="6C3091"/>
                        </a:solidFill>
                        <a:latin typeface="Cambria Math"/>
                        <a:ea typeface="Cambria Math"/>
                        <a:cs typeface="Cambria Math"/>
                      </a:rPr>
                      <m:t>⋅</m:t>
                    </m:r>
                  </m:oMath>
                </a14:m>
                <a:r>
                  <a:rPr sz="1350" b="0">
                    <a:solidFill>
                      <a:srgbClr val="6C3091"/>
                    </a:solidFill>
                    <a:latin typeface="DejaVu Sans"/>
                    <a:ea typeface="DejaVu Sans"/>
                    <a:cs typeface="DejaVu Sans"/>
                  </a:rPr>
                  <a:t>  Matrix product</a:t>
                </a:r>
              </a:p>
            </p:txBody>
          </p:sp>
        </mc:Choice>
        <mc:Fallback xmlns="">
          <p:sp>
            <p:nvSpPr>
              <p:cNvPr id="69" name="text_65">
                <a:extLst>
                  <a:ext uri="{FF2B5EF4-FFF2-40B4-BE49-F238E27FC236}">
                    <a16:creationId xmlns:a16="http://schemas.microsoft.com/office/drawing/2014/main" id="{D336465C-B1F3-425C-AE64-F0F383BBC242}"/>
                  </a:ext>
                </a:extLst>
              </p:cNvPr>
              <p:cNvSpPr>
                <a:spLocks noGrp="1" noRot="1" noChangeAspect="1" noMove="1" noResize="1" noEditPoints="1" noAdjustHandles="1" noChangeArrowheads="1" noChangeShapeType="1" noTextEdit="1"/>
              </p:cNvSpPr>
              <p:nvPr/>
            </p:nvSpPr>
            <p:spPr>
              <a:xfrm>
                <a:off x="704850" y="6305550"/>
                <a:ext cx="5143500" cy="180975"/>
              </a:xfrm>
              <a:prstGeom prst="rect">
                <a:avLst/>
              </a:prstGeom>
              <a:blipFill>
                <a:blip r:embed="rId16"/>
                <a:stretch>
                  <a:fillRect t="-36667" b="-6666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0" name="text_66">
                <a:extLst>
                  <a:ext uri="{FF2B5EF4-FFF2-40B4-BE49-F238E27FC236}">
                    <a16:creationId xmlns:a16="http://schemas.microsoft.com/office/drawing/2014/main" id="{ADF742DA-0B3A-4401-82D6-2B6999F62144}"/>
                  </a:ext>
                </a:extLst>
              </p:cNvPr>
              <p:cNvSpPr>
                <a:spLocks noGrp="1"/>
              </p:cNvSpPr>
              <p:nvPr/>
            </p:nvSpPr>
            <p:spPr>
              <a:xfrm>
                <a:off x="6334125" y="6305550"/>
                <a:ext cx="5238750" cy="180975"/>
              </a:xfrm>
              <a:prstGeom prst="rect">
                <a:avLst/>
              </a:prstGeom>
              <a:noFill/>
              <a:ln w="0">
                <a:noFill/>
              </a:ln>
            </p:spPr>
            <p:txBody>
              <a:bodyPr anchor="ctr">
                <a:noAutofit/>
              </a:bodyPr>
              <a:lstStyle>
                <a:defPPr algn="ctr">
                  <a:defRPr sz="1350" b="0">
                    <a:solidFill>
                      <a:srgbClr val="00704D"/>
                    </a:solidFill>
                    <a:latin typeface="DejaVu Sans"/>
                    <a:ea typeface="DejaVu Sans"/>
                    <a:cs typeface="DejaVu Sans"/>
                  </a:defRPr>
                </a:defPPr>
              </a:lstStyle>
              <a:p>
                <a:pPr algn="ctr">
                  <a:defRPr sz="1350" b="0">
                    <a:solidFill>
                      <a:srgbClr val="00704D"/>
                    </a:solidFill>
                    <a:latin typeface="DejaVu Sans"/>
                    <a:ea typeface="DejaVu Sans"/>
                    <a:cs typeface="DejaVu Sans"/>
                  </a:defRPr>
                </a:pPr>
                <a14:m>
                  <m:oMath xmlns:m="http://schemas.openxmlformats.org/officeDocument/2006/math">
                    <m:r>
                      <a:rPr lang="en-GB" sz="1350">
                        <a:solidFill>
                          <a:srgbClr val="00704D"/>
                        </a:solidFill>
                        <a:latin typeface="Cambria Math"/>
                        <a:ea typeface="Cambria Math"/>
                        <a:cs typeface="Cambria Math"/>
                      </a:rPr>
                      <m:t>⊙</m:t>
                    </m:r>
                  </m:oMath>
                </a14:m>
                <a:r>
                  <a:rPr sz="1350" b="0">
                    <a:solidFill>
                      <a:srgbClr val="00704D"/>
                    </a:solidFill>
                    <a:latin typeface="DejaVu Sans"/>
                    <a:ea typeface="DejaVu Sans"/>
                    <a:cs typeface="DejaVu Sans"/>
                  </a:rPr>
                  <a:t>  Componentwise product</a:t>
                </a:r>
              </a:p>
            </p:txBody>
          </p:sp>
        </mc:Choice>
        <mc:Fallback xmlns="">
          <p:sp>
            <p:nvSpPr>
              <p:cNvPr id="70" name="text_66">
                <a:extLst>
                  <a:ext uri="{FF2B5EF4-FFF2-40B4-BE49-F238E27FC236}">
                    <a16:creationId xmlns:a16="http://schemas.microsoft.com/office/drawing/2014/main" id="{3C2B2778-8FD9-4070-8428-6AC104C26AB8}"/>
                  </a:ext>
                </a:extLst>
              </p:cNvPr>
              <p:cNvSpPr>
                <a:spLocks noGrp="1" noRot="1" noChangeAspect="1" noMove="1" noResize="1" noEditPoints="1" noAdjustHandles="1" noChangeArrowheads="1" noChangeShapeType="1" noTextEdit="1"/>
              </p:cNvSpPr>
              <p:nvPr/>
            </p:nvSpPr>
            <p:spPr>
              <a:xfrm>
                <a:off x="6334125" y="6305550"/>
                <a:ext cx="5238750" cy="180975"/>
              </a:xfrm>
              <a:prstGeom prst="rect">
                <a:avLst/>
              </a:prstGeom>
              <a:blipFill>
                <a:blip r:embed="rId17"/>
                <a:stretch>
                  <a:fillRect t="-36667" b="-66667"/>
                </a:stretch>
              </a:blipFill>
              <a:ln w="0">
                <a:noFill/>
              </a:ln>
            </p:spPr>
            <p:txBody>
              <a:bodyPr/>
              <a:lstStyle/>
              <a:p>
                <a:r>
                  <a:rPr lang="it-IT">
                    <a:noFill/>
                  </a:rPr>
                  <a:t> </a:t>
                </a:r>
              </a:p>
            </p:txBody>
          </p:sp>
        </mc:Fallback>
      </mc:AlternateContent>
      <p:sp>
        <p:nvSpPr>
          <p:cNvPr id="5" name="lead">
            <a:extLst>
              <a:ext uri="{FF2B5EF4-FFF2-40B4-BE49-F238E27FC236}">
                <a16:creationId xmlns:a16="http://schemas.microsoft.com/office/drawing/2014/main" id="{7509500D-0463-34B1-E91C-9131ED006D6A}"/>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lang="it-IT" sz="2175" b="0" dirty="0">
                <a:solidFill>
                  <a:srgbClr val="526276"/>
                </a:solidFill>
                <a:latin typeface="DejaVu Sans"/>
                <a:ea typeface="DejaVu Sans"/>
                <a:cs typeface="DejaVu Sans"/>
              </a:rPr>
              <a:t>To </a:t>
            </a:r>
            <a:r>
              <a:rPr lang="it-IT" sz="2175" b="0" dirty="0" err="1">
                <a:solidFill>
                  <a:srgbClr val="526276"/>
                </a:solidFill>
                <a:latin typeface="DejaVu Sans"/>
                <a:ea typeface="DejaVu Sans"/>
                <a:cs typeface="DejaVu Sans"/>
              </a:rPr>
              <a:t>obtain</a:t>
            </a:r>
            <a:r>
              <a:rPr lang="it-IT" sz="2175" b="0" dirty="0">
                <a:solidFill>
                  <a:srgbClr val="526276"/>
                </a:solidFill>
                <a:latin typeface="DejaVu Sans"/>
                <a:ea typeface="DejaVu Sans"/>
                <a:cs typeface="DejaVu Sans"/>
              </a:rPr>
              <a:t> the </a:t>
            </a:r>
            <a:r>
              <a:rPr lang="it-IT" sz="2175" b="0" dirty="0" err="1">
                <a:solidFill>
                  <a:srgbClr val="526276"/>
                </a:solidFill>
                <a:latin typeface="DejaVu Sans"/>
                <a:ea typeface="DejaVu Sans"/>
                <a:cs typeface="DejaVu Sans"/>
              </a:rPr>
              <a:t>wider</a:t>
            </a:r>
            <a:r>
              <a:rPr lang="it-IT" sz="2175" b="0" dirty="0">
                <a:solidFill>
                  <a:srgbClr val="526276"/>
                </a:solidFill>
                <a:latin typeface="DejaVu Sans"/>
                <a:ea typeface="DejaVu Sans"/>
                <a:cs typeface="DejaVu Sans"/>
              </a:rPr>
              <a:t> network </a:t>
            </a:r>
            <a:r>
              <a:rPr lang="it-IT" sz="2175" b="0" dirty="0" err="1">
                <a:solidFill>
                  <a:srgbClr val="526276"/>
                </a:solidFill>
                <a:latin typeface="DejaVu Sans"/>
                <a:ea typeface="DejaVu Sans"/>
                <a:cs typeface="DejaVu Sans"/>
              </a:rPr>
              <a:t>version</a:t>
            </a:r>
            <a:r>
              <a:rPr lang="it-IT" sz="2175" b="0" dirty="0">
                <a:solidFill>
                  <a:srgbClr val="526276"/>
                </a:solidFill>
                <a:latin typeface="DejaVu Sans"/>
                <a:ea typeface="DejaVu Sans"/>
                <a:cs typeface="DejaVu Sans"/>
              </a:rPr>
              <a:t>,</a:t>
            </a:r>
          </a:p>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replace</a:t>
            </a:r>
            <a:r>
              <a:rPr lang="it-IT" sz="2175" b="0" dirty="0">
                <a:solidFill>
                  <a:srgbClr val="526276"/>
                </a:solidFill>
                <a:latin typeface="DejaVu Sans"/>
                <a:ea typeface="DejaVu Sans"/>
                <a:cs typeface="DejaVu Sans"/>
              </a:rPr>
              <a:t> </a:t>
            </a:r>
            <a:r>
              <a:rPr lang="it-IT" sz="2175" b="0" dirty="0" err="1">
                <a:solidFill>
                  <a:srgbClr val="526276"/>
                </a:solidFill>
                <a:latin typeface="DejaVu Sans"/>
                <a:ea typeface="DejaVu Sans"/>
                <a:cs typeface="DejaVu Sans"/>
              </a:rPr>
              <a:t>scalars</a:t>
            </a:r>
            <a:r>
              <a:rPr lang="it-IT" sz="2175" b="0" dirty="0">
                <a:solidFill>
                  <a:srgbClr val="526276"/>
                </a:solidFill>
                <a:latin typeface="DejaVu Sans"/>
                <a:ea typeface="DejaVu Sans"/>
                <a:cs typeface="DejaVu Sans"/>
              </a:rPr>
              <a:t> with </a:t>
            </a:r>
            <a:r>
              <a:rPr lang="it-IT" sz="2175" b="0" dirty="0" err="1">
                <a:solidFill>
                  <a:srgbClr val="526276"/>
                </a:solidFill>
                <a:latin typeface="DejaVu Sans"/>
                <a:ea typeface="DejaVu Sans"/>
                <a:cs typeface="DejaVu Sans"/>
              </a:rPr>
              <a:t>matrices</a:t>
            </a:r>
            <a:r>
              <a:rPr lang="it-IT" sz="2175" b="0" dirty="0">
                <a:solidFill>
                  <a:srgbClr val="526276"/>
                </a:solidFill>
                <a:latin typeface="DejaVu Sans"/>
                <a:ea typeface="DejaVu Sans"/>
                <a:cs typeface="DejaVu Sans"/>
              </a:rPr>
              <a:t> and </a:t>
            </a:r>
            <a:r>
              <a:rPr lang="it-IT" sz="2175" b="0" dirty="0" err="1">
                <a:solidFill>
                  <a:srgbClr val="526276"/>
                </a:solidFill>
                <a:latin typeface="DejaVu Sans"/>
                <a:ea typeface="DejaVu Sans"/>
                <a:cs typeface="DejaVu Sans"/>
              </a:rPr>
              <a:t>scalar derivatives</a:t>
            </a:r>
            <a:r>
              <a:rPr lang="it-IT" sz="2175" b="0" dirty="0">
                <a:solidFill>
                  <a:srgbClr val="526276"/>
                </a:solidFill>
                <a:latin typeface="DejaVu Sans"/>
                <a:ea typeface="DejaVu Sans"/>
                <a:cs typeface="DejaVu Sans"/>
              </a:rPr>
              <a:t> with </a:t>
            </a:r>
            <a:r>
              <a:rPr lang="it-IT" sz="2175" b="0" dirty="0" err="1">
                <a:solidFill>
                  <a:srgbClr val="526276"/>
                </a:solidFill>
                <a:latin typeface="DejaVu Sans"/>
                <a:ea typeface="DejaVu Sans"/>
                <a:cs typeface="DejaVu Sans"/>
              </a:rPr>
              <a:t>gradients.</a:t>
            </a:r>
            <a:endParaRPr sz="2175" b="0" dirty="0">
              <a:solidFill>
                <a:srgbClr val="526276"/>
              </a:solidFill>
              <a:latin typeface="DejaVu Sans"/>
              <a:ea typeface="DejaVu Sans"/>
              <a:cs typeface="DejaVu Sans"/>
            </a:endParaRPr>
          </a:p>
        </p:txBody>
      </p:sp>
    </p:spTree>
    <p:extLst>
      <p:ext uri="{BB962C8B-B14F-4D97-AF65-F5344CB8AC3E}">
        <p14:creationId xmlns:p14="http://schemas.microsoft.com/office/powerpoint/2010/main" val="855771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 name="title">
            <a:extLst>
              <a:ext uri="{FF2B5EF4-FFF2-40B4-BE49-F238E27FC236}">
                <a16:creationId xmlns:a16="http://schemas.microsoft.com/office/drawing/2014/main" id="{2722C96D-F110-4DA5-8937-EABFED7E192D}"/>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dirty="0">
                <a:solidFill>
                  <a:srgbClr val="182D45"/>
                </a:solidFill>
                <a:latin typeface="DejaVu Sans"/>
                <a:ea typeface="DejaVu Sans"/>
                <a:cs typeface="DejaVu Sans"/>
              </a:rPr>
              <a:t>Return to the network from Lecture 4</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A5C8C814-1420-4A2B-80B2-1053B107D5B0}"/>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The same weights and input; now take the regression target </a:t>
                </a:r>
                <a14:m>
                  <m:oMath xmlns:m="http://schemas.openxmlformats.org/officeDocument/2006/math">
                    <m:r>
                      <a:rPr lang="en-GB" sz="2175">
                        <a:solidFill>
                          <a:srgbClr val="526276"/>
                        </a:solidFill>
                        <a:latin typeface="Cambria Math"/>
                        <a:ea typeface="Cambria Math"/>
                        <a:cs typeface="Cambria Math"/>
                      </a:rPr>
                      <m:t>𝑦</m:t>
                    </m:r>
                    <m:r>
                      <a:rPr lang="en-GB" sz="2175">
                        <a:solidFill>
                          <a:srgbClr val="526276"/>
                        </a:solidFill>
                        <a:latin typeface="Cambria Math"/>
                        <a:ea typeface="Cambria Math"/>
                        <a:cs typeface="Cambria Math"/>
                      </a:rPr>
                      <m:t>=−3</m:t>
                    </m:r>
                  </m:oMath>
                </a14:m>
                <a:r>
                  <a:rPr sz="2175" b="0" dirty="0">
                    <a:solidFill>
                      <a:srgbClr val="526276"/>
                    </a:solidFill>
                    <a:latin typeface="DejaVu Sans"/>
                    <a:ea typeface="DejaVu Sans"/>
                    <a:cs typeface="DejaVu Sans"/>
                  </a:rPr>
                  <a:t>.</a:t>
                </a:r>
              </a:p>
            </p:txBody>
          </p:sp>
        </mc:Choice>
        <mc:Fallback xmlns="">
          <p:sp>
            <p:nvSpPr>
              <p:cNvPr id="2" name="lead">
                <a:extLst>
                  <a:ext uri="{FF2B5EF4-FFF2-40B4-BE49-F238E27FC236}">
                    <a16:creationId xmlns:a16="http://schemas.microsoft.com/office/drawing/2014/main" id="{A5C8C814-1420-4A2B-80B2-1053B107D5B0}"/>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5BF9749-C489-45C9-AAE6-49FD252D0AB3}"/>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797338DC-9D71-4436-9A41-B429041B2894}"/>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30</a:t>
            </a:r>
          </a:p>
        </p:txBody>
      </p:sp>
      <p:sp>
        <p:nvSpPr>
          <p:cNvPr id="5" name="note_box_1">
            <a:extLst>
              <a:ext uri="{FF2B5EF4-FFF2-40B4-BE49-F238E27FC236}">
                <a16:creationId xmlns:a16="http://schemas.microsoft.com/office/drawing/2014/main" id="{80919C01-174C-4D2D-9119-BAA3FE95D900}"/>
              </a:ext>
            </a:extLst>
          </p:cNvPr>
          <p:cNvSpPr>
            <a:spLocks noGrp="1"/>
          </p:cNvSpPr>
          <p:nvPr/>
        </p:nvSpPr>
        <p:spPr>
          <a:xfrm>
            <a:off x="361950" y="1952625"/>
            <a:ext cx="1790700" cy="952500"/>
          </a:xfrm>
          <a:prstGeom prst="roundRect">
            <a:avLst>
              <a:gd name="adj" fmla="val 5000"/>
            </a:avLst>
          </a:prstGeom>
          <a:solidFill>
            <a:srgbClr val="F4F7FA"/>
          </a:solidFill>
          <a:ln w="14288">
            <a:solidFill>
              <a:srgbClr val="25313F"/>
            </a:solidFill>
          </a:ln>
        </p:spPr>
        <p:txBody>
          <a:bodyPr/>
          <a:lstStyle/>
          <a:p>
            <a:endParaRPr lang="it-IT"/>
          </a:p>
        </p:txBody>
      </p:sp>
      <mc:AlternateContent xmlns:mc="http://schemas.openxmlformats.org/markup-compatibility/2006" xmlns:a14="http://schemas.microsoft.com/office/drawing/2010/main">
        <mc:Choice Requires="a14">
          <p:sp>
            <p:nvSpPr>
              <p:cNvPr id="6" name="equation_2" descr="\boldsymbol{\phi}_0(\mathbf{x})">
                <a:extLst>
                  <a:ext uri="{FF2B5EF4-FFF2-40B4-BE49-F238E27FC236}">
                    <a16:creationId xmlns:a16="http://schemas.microsoft.com/office/drawing/2014/main" id="{CDE03663-F9EA-4507-9E56-F4C1A2482166}"/>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5313F"/>
                              </a:solidFill>
                              <a:latin typeface="Cambria Math"/>
                              <a:ea typeface="Cambria Math"/>
                              <a:cs typeface="Cambria Math"/>
                            </a:rPr>
                          </m:ctrlPr>
                        </m:sSubPr>
                        <m:e>
                          <m:r>
                            <a:rPr lang="en-GB" sz="2500">
                              <a:solidFill>
                                <a:srgbClr val="25313F"/>
                              </a:solidFill>
                              <a:latin typeface="Cambria Math"/>
                              <a:ea typeface="Cambria Math"/>
                              <a:cs typeface="Cambria Math"/>
                            </a:rPr>
                            <m:t>𝛟</m:t>
                          </m:r>
                        </m:e>
                        <m:sub>
                          <m:r>
                            <a:rPr lang="en-GB" sz="2500">
                              <a:solidFill>
                                <a:srgbClr val="25313F"/>
                              </a:solidFill>
                              <a:latin typeface="Cambria Math"/>
                              <a:ea typeface="Cambria Math"/>
                              <a:cs typeface="Cambria Math"/>
                            </a:rPr>
                            <m:t>0</m:t>
                          </m:r>
                        </m:sub>
                      </m:sSub>
                      <m:d>
                        <m:dPr>
                          <m:ctrlPr>
                            <a:rPr lang="en-GB" sz="2500">
                              <a:solidFill>
                                <a:srgbClr val="25313F"/>
                              </a:solidFill>
                              <a:latin typeface="Cambria Math"/>
                              <a:ea typeface="Cambria Math"/>
                              <a:cs typeface="Cambria Math"/>
                            </a:rPr>
                          </m:ctrlPr>
                        </m:dPr>
                        <m:e>
                          <m:r>
                            <a:rPr lang="en-GB" sz="2500">
                              <a:solidFill>
                                <a:srgbClr val="25313F"/>
                              </a:solidFill>
                              <a:latin typeface="Cambria Math"/>
                              <a:ea typeface="Cambria Math"/>
                              <a:cs typeface="Cambria Math"/>
                            </a:rPr>
                            <m:t>𝐱</m:t>
                          </m:r>
                        </m:e>
                      </m:d>
                    </m:oMath>
                  </m:oMathPara>
                </a14:m>
                <a:endParaRPr lang="en-GB" sz="2500"/>
              </a:p>
            </p:txBody>
          </p:sp>
        </mc:Choice>
        <mc:Fallback xmlns="">
          <p:sp>
            <p:nvSpPr>
              <p:cNvPr id="6" name="equation_2" descr="\boldsymbol{\phi}_0(\mathbf{x})">
                <a:extLst>
                  <a:ext uri="{FF2B5EF4-FFF2-40B4-BE49-F238E27FC236}">
                    <a16:creationId xmlns:a16="http://schemas.microsoft.com/office/drawing/2014/main" id="{CDE03663-F9EA-4507-9E56-F4C1A2482166}"/>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4"/>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equation_3" descr="(1,2)">
                <a:extLst>
                  <a:ext uri="{FF2B5EF4-FFF2-40B4-BE49-F238E27FC236}">
                    <a16:creationId xmlns:a16="http://schemas.microsoft.com/office/drawing/2014/main" id="{32F88EAF-4CCA-409C-9792-4468B12335E2}"/>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5313F"/>
                              </a:solidFill>
                              <a:latin typeface="Cambria Math"/>
                              <a:ea typeface="Cambria Math"/>
                              <a:cs typeface="Cambria Math"/>
                            </a:rPr>
                          </m:ctrlPr>
                        </m:dPr>
                        <m:e>
                          <m:r>
                            <a:rPr lang="en-GB" sz="2500">
                              <a:solidFill>
                                <a:srgbClr val="25313F"/>
                              </a:solidFill>
                              <a:latin typeface="Cambria Math"/>
                              <a:ea typeface="Cambria Math"/>
                              <a:cs typeface="Cambria Math"/>
                            </a:rPr>
                            <m:t>1,2</m:t>
                          </m:r>
                        </m:e>
                      </m:d>
                    </m:oMath>
                  </m:oMathPara>
                </a14:m>
                <a:endParaRPr lang="en-GB" sz="2500"/>
              </a:p>
            </p:txBody>
          </p:sp>
        </mc:Choice>
        <mc:Fallback xmlns="">
          <p:sp>
            <p:nvSpPr>
              <p:cNvPr id="7" name="equation_3" descr="(1,2)">
                <a:extLst>
                  <a:ext uri="{FF2B5EF4-FFF2-40B4-BE49-F238E27FC236}">
                    <a16:creationId xmlns:a16="http://schemas.microsoft.com/office/drawing/2014/main" id="{32F88EAF-4CCA-409C-9792-4468B12335E2}"/>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5"/>
                <a:stretch>
                  <a:fillRect b="-28788"/>
                </a:stretch>
              </a:blipFill>
              <a:ln w="0">
                <a:noFill/>
              </a:ln>
            </p:spPr>
            <p:txBody>
              <a:bodyPr/>
              <a:lstStyle/>
              <a:p>
                <a:r>
                  <a:rPr lang="it-IT">
                    <a:noFill/>
                  </a:rPr>
                  <a:t> </a:t>
                </a:r>
              </a:p>
            </p:txBody>
          </p:sp>
        </mc:Fallback>
      </mc:AlternateContent>
      <p:sp>
        <p:nvSpPr>
          <p:cNvPr id="8" name="line_4">
            <a:extLst>
              <a:ext uri="{FF2B5EF4-FFF2-40B4-BE49-F238E27FC236}">
                <a16:creationId xmlns:a16="http://schemas.microsoft.com/office/drawing/2014/main" id="{ED6C0CDB-3782-4FFE-967A-4079BCF8B7B7}"/>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9" name="text_5">
            <a:extLst>
              <a:ext uri="{FF2B5EF4-FFF2-40B4-BE49-F238E27FC236}">
                <a16:creationId xmlns:a16="http://schemas.microsoft.com/office/drawing/2014/main" id="{A6039D6F-A392-4F7C-A3FC-C12C6BF27E40}"/>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0" name="note_box_6">
            <a:extLst>
              <a:ext uri="{FF2B5EF4-FFF2-40B4-BE49-F238E27FC236}">
                <a16:creationId xmlns:a16="http://schemas.microsoft.com/office/drawing/2014/main" id="{3F6391AD-A293-428F-AAC9-A12DB2420733}"/>
              </a:ext>
            </a:extLst>
          </p:cNvPr>
          <p:cNvSpPr>
            <a:spLocks noGrp="1"/>
          </p:cNvSpPr>
          <p:nvPr/>
        </p:nvSpPr>
        <p:spPr>
          <a:xfrm>
            <a:off x="27813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 name="equation_7" descr="\mathbf{a}_1(\mathbf{x})">
                <a:extLst>
                  <a:ext uri="{FF2B5EF4-FFF2-40B4-BE49-F238E27FC236}">
                    <a16:creationId xmlns:a16="http://schemas.microsoft.com/office/drawing/2014/main" id="{24F1B048-BF7A-4B21-93C7-AD1EF9D48274}"/>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1" name="equation_7" descr="\mathbf{a}_1(\mathbf{x})">
                <a:extLst>
                  <a:ext uri="{FF2B5EF4-FFF2-40B4-BE49-F238E27FC236}">
                    <a16:creationId xmlns:a16="http://schemas.microsoft.com/office/drawing/2014/main" id="{24F1B048-BF7A-4B21-93C7-AD1EF9D48274}"/>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6"/>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equation_8" descr="?">
                <a:extLst>
                  <a:ext uri="{FF2B5EF4-FFF2-40B4-BE49-F238E27FC236}">
                    <a16:creationId xmlns:a16="http://schemas.microsoft.com/office/drawing/2014/main" id="{26E34FA3-CC77-427D-9FC1-3CF65FFB3831}"/>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2" name="equation_8" descr="?">
                <a:extLst>
                  <a:ext uri="{FF2B5EF4-FFF2-40B4-BE49-F238E27FC236}">
                    <a16:creationId xmlns:a16="http://schemas.microsoft.com/office/drawing/2014/main" id="{26E34FA3-CC77-427D-9FC1-3CF65FFB3831}"/>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7"/>
                <a:stretch>
                  <a:fillRect b="-3030"/>
                </a:stretch>
              </a:blipFill>
              <a:ln w="0">
                <a:noFill/>
              </a:ln>
            </p:spPr>
            <p:txBody>
              <a:bodyPr/>
              <a:lstStyle/>
              <a:p>
                <a:r>
                  <a:rPr lang="it-IT">
                    <a:noFill/>
                  </a:rPr>
                  <a:t> </a:t>
                </a:r>
              </a:p>
            </p:txBody>
          </p:sp>
        </mc:Fallback>
      </mc:AlternateContent>
      <p:sp>
        <p:nvSpPr>
          <p:cNvPr id="13" name="line_9">
            <a:extLst>
              <a:ext uri="{FF2B5EF4-FFF2-40B4-BE49-F238E27FC236}">
                <a16:creationId xmlns:a16="http://schemas.microsoft.com/office/drawing/2014/main" id="{D040DC1E-2814-4FE2-834B-8D5C98B4C824}"/>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14" name="text_10">
            <a:extLst>
              <a:ext uri="{FF2B5EF4-FFF2-40B4-BE49-F238E27FC236}">
                <a16:creationId xmlns:a16="http://schemas.microsoft.com/office/drawing/2014/main" id="{F8DAAEB1-7399-4FA2-8D6E-D3FB922D9770}"/>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5" name="note_box_11">
            <a:extLst>
              <a:ext uri="{FF2B5EF4-FFF2-40B4-BE49-F238E27FC236}">
                <a16:creationId xmlns:a16="http://schemas.microsoft.com/office/drawing/2014/main" id="{726D9340-95D0-43CD-94DF-44E5D7BA5860}"/>
              </a:ext>
            </a:extLst>
          </p:cNvPr>
          <p:cNvSpPr>
            <a:spLocks noGrp="1"/>
          </p:cNvSpPr>
          <p:nvPr/>
        </p:nvSpPr>
        <p:spPr>
          <a:xfrm>
            <a:off x="52006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 name="equation_12" descr="\boldsymbol{\phi}_1(\mathbf{x})">
                <a:extLst>
                  <a:ext uri="{FF2B5EF4-FFF2-40B4-BE49-F238E27FC236}">
                    <a16:creationId xmlns:a16="http://schemas.microsoft.com/office/drawing/2014/main" id="{7C942CFC-868E-485A-80C0-D87B1F6CCA9F}"/>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6" name="equation_12" descr="\boldsymbol{\phi}_1(\mathbf{x})">
                <a:extLst>
                  <a:ext uri="{FF2B5EF4-FFF2-40B4-BE49-F238E27FC236}">
                    <a16:creationId xmlns:a16="http://schemas.microsoft.com/office/drawing/2014/main" id="{7C942CFC-868E-485A-80C0-D87B1F6CCA9F}"/>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equation_13" descr="?">
                <a:extLst>
                  <a:ext uri="{FF2B5EF4-FFF2-40B4-BE49-F238E27FC236}">
                    <a16:creationId xmlns:a16="http://schemas.microsoft.com/office/drawing/2014/main" id="{282F7E5E-6816-4E10-A365-5F712832BD75}"/>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7" name="equation_13" descr="?">
                <a:extLst>
                  <a:ext uri="{FF2B5EF4-FFF2-40B4-BE49-F238E27FC236}">
                    <a16:creationId xmlns:a16="http://schemas.microsoft.com/office/drawing/2014/main" id="{282F7E5E-6816-4E10-A365-5F712832BD75}"/>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9"/>
                <a:stretch>
                  <a:fillRect b="-3030"/>
                </a:stretch>
              </a:blipFill>
              <a:ln w="0">
                <a:noFill/>
              </a:ln>
            </p:spPr>
            <p:txBody>
              <a:bodyPr/>
              <a:lstStyle/>
              <a:p>
                <a:r>
                  <a:rPr lang="it-IT">
                    <a:noFill/>
                  </a:rPr>
                  <a:t> </a:t>
                </a:r>
              </a:p>
            </p:txBody>
          </p:sp>
        </mc:Fallback>
      </mc:AlternateContent>
      <p:sp>
        <p:nvSpPr>
          <p:cNvPr id="18" name="line_14">
            <a:extLst>
              <a:ext uri="{FF2B5EF4-FFF2-40B4-BE49-F238E27FC236}">
                <a16:creationId xmlns:a16="http://schemas.microsoft.com/office/drawing/2014/main" id="{5890009D-17CC-4E1A-BC06-8D4F9AED20A1}"/>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19" name="text_15">
            <a:extLst>
              <a:ext uri="{FF2B5EF4-FFF2-40B4-BE49-F238E27FC236}">
                <a16:creationId xmlns:a16="http://schemas.microsoft.com/office/drawing/2014/main" id="{22177815-4ADA-48C0-986B-C4F21E56A6E7}"/>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0" name="note_box_16">
            <a:extLst>
              <a:ext uri="{FF2B5EF4-FFF2-40B4-BE49-F238E27FC236}">
                <a16:creationId xmlns:a16="http://schemas.microsoft.com/office/drawing/2014/main" id="{BE3C8A43-BA72-4FE5-A894-B7DAAAA0B836}"/>
              </a:ext>
            </a:extLst>
          </p:cNvPr>
          <p:cNvSpPr>
            <a:spLocks noGrp="1"/>
          </p:cNvSpPr>
          <p:nvPr/>
        </p:nvSpPr>
        <p:spPr>
          <a:xfrm>
            <a:off x="76200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1" name="equation_17" descr="\mathbf{a}_2(\mathbf{x})">
                <a:extLst>
                  <a:ext uri="{FF2B5EF4-FFF2-40B4-BE49-F238E27FC236}">
                    <a16:creationId xmlns:a16="http://schemas.microsoft.com/office/drawing/2014/main" id="{E2DC116A-B245-486B-91AC-3EE0214F79B4}"/>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2</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21" name="equation_17" descr="\mathbf{a}_2(\mathbf{x})">
                <a:extLst>
                  <a:ext uri="{FF2B5EF4-FFF2-40B4-BE49-F238E27FC236}">
                    <a16:creationId xmlns:a16="http://schemas.microsoft.com/office/drawing/2014/main" id="{E2DC116A-B245-486B-91AC-3EE0214F79B4}"/>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1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equation_18" descr="?">
                <a:extLst>
                  <a:ext uri="{FF2B5EF4-FFF2-40B4-BE49-F238E27FC236}">
                    <a16:creationId xmlns:a16="http://schemas.microsoft.com/office/drawing/2014/main" id="{99735BAC-D49D-4195-917A-B70E0BA76A6D}"/>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22" name="equation_18" descr="?">
                <a:extLst>
                  <a:ext uri="{FF2B5EF4-FFF2-40B4-BE49-F238E27FC236}">
                    <a16:creationId xmlns:a16="http://schemas.microsoft.com/office/drawing/2014/main" id="{99735BAC-D49D-4195-917A-B70E0BA76A6D}"/>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11"/>
                <a:stretch>
                  <a:fillRect b="-3030"/>
                </a:stretch>
              </a:blipFill>
              <a:ln w="0">
                <a:noFill/>
              </a:ln>
            </p:spPr>
            <p:txBody>
              <a:bodyPr/>
              <a:lstStyle/>
              <a:p>
                <a:r>
                  <a:rPr lang="it-IT">
                    <a:noFill/>
                  </a:rPr>
                  <a:t> </a:t>
                </a:r>
              </a:p>
            </p:txBody>
          </p:sp>
        </mc:Fallback>
      </mc:AlternateContent>
      <p:sp>
        <p:nvSpPr>
          <p:cNvPr id="23" name="line_19">
            <a:extLst>
              <a:ext uri="{FF2B5EF4-FFF2-40B4-BE49-F238E27FC236}">
                <a16:creationId xmlns:a16="http://schemas.microsoft.com/office/drawing/2014/main" id="{ACFB2C2D-A85A-4F0A-814F-638A0C2E7829}"/>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24" name="text_20">
            <a:extLst>
              <a:ext uri="{FF2B5EF4-FFF2-40B4-BE49-F238E27FC236}">
                <a16:creationId xmlns:a16="http://schemas.microsoft.com/office/drawing/2014/main" id="{7F1D7DF9-689B-4295-8929-B77B9472226A}"/>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5" name="note_box_21">
            <a:extLst>
              <a:ext uri="{FF2B5EF4-FFF2-40B4-BE49-F238E27FC236}">
                <a16:creationId xmlns:a16="http://schemas.microsoft.com/office/drawing/2014/main" id="{BDCDA66B-FCCB-41B5-B890-A157E86190CA}"/>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6" name="equation_22" descr="\mathcal{L}_{\mathrm{sq}}">
                <a:extLst>
                  <a:ext uri="{FF2B5EF4-FFF2-40B4-BE49-F238E27FC236}">
                    <a16:creationId xmlns:a16="http://schemas.microsoft.com/office/drawing/2014/main" id="{9EDB6CF7-51AD-48BF-91C3-607EB7817AB4}"/>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26" name="equation_22" descr="\mathcal{L}_{\mathrm{sq}}">
                <a:extLst>
                  <a:ext uri="{FF2B5EF4-FFF2-40B4-BE49-F238E27FC236}">
                    <a16:creationId xmlns:a16="http://schemas.microsoft.com/office/drawing/2014/main" id="{9EDB6CF7-51AD-48BF-91C3-607EB7817AB4}"/>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 name="equation_23" descr="?">
                <a:extLst>
                  <a:ext uri="{FF2B5EF4-FFF2-40B4-BE49-F238E27FC236}">
                    <a16:creationId xmlns:a16="http://schemas.microsoft.com/office/drawing/2014/main" id="{5D4C6B45-96C9-4C74-83F2-C659E83E936D}"/>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27" name="equation_23" descr="?">
                <a:extLst>
                  <a:ext uri="{FF2B5EF4-FFF2-40B4-BE49-F238E27FC236}">
                    <a16:creationId xmlns:a16="http://schemas.microsoft.com/office/drawing/2014/main" id="{5D4C6B45-96C9-4C74-83F2-C659E83E936D}"/>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28" name="note_box_24">
            <a:extLst>
              <a:ext uri="{FF2B5EF4-FFF2-40B4-BE49-F238E27FC236}">
                <a16:creationId xmlns:a16="http://schemas.microsoft.com/office/drawing/2014/main" id="{1DC3C28E-13BD-4415-9EF6-493E2426989B}"/>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 name="equation_25" descr="\mathbf W_1=\begin{pmatrix}1&amp;2&amp;-1\\-1&amp;0&amp;1\end{pmatrix}">
                <a:extLst>
                  <a:ext uri="{FF2B5EF4-FFF2-40B4-BE49-F238E27FC236}">
                    <a16:creationId xmlns:a16="http://schemas.microsoft.com/office/drawing/2014/main" id="{1AA245B9-B92C-497D-A1C6-3D97BCAD013A}"/>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29" name="equation_25" descr="\mathbf W_1=\begin{pmatrix}1&amp;2&amp;-1\\-1&amp;0&amp;1\end{pmatrix}">
                <a:extLst>
                  <a:ext uri="{FF2B5EF4-FFF2-40B4-BE49-F238E27FC236}">
                    <a16:creationId xmlns:a16="http://schemas.microsoft.com/office/drawing/2014/main" id="{1AA245B9-B92C-497D-A1C6-3D97BCAD013A}"/>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30" name="note_box_26">
            <a:extLst>
              <a:ext uri="{FF2B5EF4-FFF2-40B4-BE49-F238E27FC236}">
                <a16:creationId xmlns:a16="http://schemas.microsoft.com/office/drawing/2014/main" id="{13F4CF8B-8C86-4F21-B692-4E238FF0738D}"/>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1" name="equation_27" descr="\mathbf b_1=(0,1,0)">
                <a:extLst>
                  <a:ext uri="{FF2B5EF4-FFF2-40B4-BE49-F238E27FC236}">
                    <a16:creationId xmlns:a16="http://schemas.microsoft.com/office/drawing/2014/main" id="{610EA68E-E07B-447B-99C1-713D206B456B}"/>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31" name="equation_27" descr="\mathbf b_1=(0,1,0)">
                <a:extLst>
                  <a:ext uri="{FF2B5EF4-FFF2-40B4-BE49-F238E27FC236}">
                    <a16:creationId xmlns:a16="http://schemas.microsoft.com/office/drawing/2014/main" id="{610EA68E-E07B-447B-99C1-713D206B456B}"/>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32" name="note_box_28">
            <a:extLst>
              <a:ext uri="{FF2B5EF4-FFF2-40B4-BE49-F238E27FC236}">
                <a16:creationId xmlns:a16="http://schemas.microsoft.com/office/drawing/2014/main" id="{3A7DE42F-FD9D-4A29-B3D5-970E301A9FF2}"/>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 name="equation_29" descr="\mathbf W_2=\begin{pmatrix}2\\-1\\1/2\end{pmatrix}">
                <a:extLst>
                  <a:ext uri="{FF2B5EF4-FFF2-40B4-BE49-F238E27FC236}">
                    <a16:creationId xmlns:a16="http://schemas.microsoft.com/office/drawing/2014/main" id="{3F85A9AF-BD36-4778-B65A-1E1C8371E64C}"/>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33" name="equation_29" descr="\mathbf W_2=\begin{pmatrix}2\\-1\\1/2\end{pmatrix}">
                <a:extLst>
                  <a:ext uri="{FF2B5EF4-FFF2-40B4-BE49-F238E27FC236}">
                    <a16:creationId xmlns:a16="http://schemas.microsoft.com/office/drawing/2014/main" id="{3F85A9AF-BD36-4778-B65A-1E1C8371E64C}"/>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34" name="note_box_30">
            <a:extLst>
              <a:ext uri="{FF2B5EF4-FFF2-40B4-BE49-F238E27FC236}">
                <a16:creationId xmlns:a16="http://schemas.microsoft.com/office/drawing/2014/main" id="{62EB47DC-8772-4068-BF85-2753C57E867D}"/>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5" name="equation_31" descr="b_2=-1">
                <a:extLst>
                  <a:ext uri="{FF2B5EF4-FFF2-40B4-BE49-F238E27FC236}">
                    <a16:creationId xmlns:a16="http://schemas.microsoft.com/office/drawing/2014/main" id="{C2A79D84-8F9C-41D8-8364-80B5D9F27144}"/>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35" name="equation_31" descr="b_2=-1">
                <a:extLst>
                  <a:ext uri="{FF2B5EF4-FFF2-40B4-BE49-F238E27FC236}">
                    <a16:creationId xmlns:a16="http://schemas.microsoft.com/office/drawing/2014/main" id="{C2A79D84-8F9C-41D8-8364-80B5D9F27144}"/>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 name="equation_32" descr="y=-3">
                <a:extLst>
                  <a:ext uri="{FF2B5EF4-FFF2-40B4-BE49-F238E27FC236}">
                    <a16:creationId xmlns:a16="http://schemas.microsoft.com/office/drawing/2014/main" id="{E8E54C5D-EDBA-46EF-821E-216A0227AD47}"/>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36" name="equation_32" descr="y=-3">
                <a:extLst>
                  <a:ext uri="{FF2B5EF4-FFF2-40B4-BE49-F238E27FC236}">
                    <a16:creationId xmlns:a16="http://schemas.microsoft.com/office/drawing/2014/main" id="{E8E54C5D-EDBA-46EF-821E-216A0227AD47}"/>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37" name="line_33">
            <a:extLst>
              <a:ext uri="{FF2B5EF4-FFF2-40B4-BE49-F238E27FC236}">
                <a16:creationId xmlns:a16="http://schemas.microsoft.com/office/drawing/2014/main" id="{111A861C-AFCF-4CED-910C-E00F19A5DFEF}"/>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38" name="line_34">
            <a:extLst>
              <a:ext uri="{FF2B5EF4-FFF2-40B4-BE49-F238E27FC236}">
                <a16:creationId xmlns:a16="http://schemas.microsoft.com/office/drawing/2014/main" id="{B24F07A5-F491-4115-AEA3-FDEEC561D5BF}"/>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39" name="line_35">
            <a:extLst>
              <a:ext uri="{FF2B5EF4-FFF2-40B4-BE49-F238E27FC236}">
                <a16:creationId xmlns:a16="http://schemas.microsoft.com/office/drawing/2014/main" id="{B4BD34E1-D635-4B00-B05C-8007B0BC1879}"/>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40" name="line_36">
            <a:extLst>
              <a:ext uri="{FF2B5EF4-FFF2-40B4-BE49-F238E27FC236}">
                <a16:creationId xmlns:a16="http://schemas.microsoft.com/office/drawing/2014/main" id="{AAB917FF-60E0-4077-BD47-AEFF2BCFB100}"/>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41" name="line_37">
            <a:extLst>
              <a:ext uri="{FF2B5EF4-FFF2-40B4-BE49-F238E27FC236}">
                <a16:creationId xmlns:a16="http://schemas.microsoft.com/office/drawing/2014/main" id="{0F6E3EA3-D755-4B80-9E81-4DEC983B4B44}"/>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42" name="note_brace_38">
            <a:extLst>
              <a:ext uri="{FF2B5EF4-FFF2-40B4-BE49-F238E27FC236}">
                <a16:creationId xmlns:a16="http://schemas.microsoft.com/office/drawing/2014/main" id="{027BC7E8-3056-4F26-AB78-A81C3E15E226}"/>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43" name="text_39">
            <a:extLst>
              <a:ext uri="{FF2B5EF4-FFF2-40B4-BE49-F238E27FC236}">
                <a16:creationId xmlns:a16="http://schemas.microsoft.com/office/drawing/2014/main" id="{8F19EDCF-E6CB-477F-A8E4-6157C04DD2FC}"/>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44" name="note_brace_40">
            <a:extLst>
              <a:ext uri="{FF2B5EF4-FFF2-40B4-BE49-F238E27FC236}">
                <a16:creationId xmlns:a16="http://schemas.microsoft.com/office/drawing/2014/main" id="{EF571AC3-CF2D-478D-B27A-A161D93F2330}"/>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45" name="text_41">
            <a:extLst>
              <a:ext uri="{FF2B5EF4-FFF2-40B4-BE49-F238E27FC236}">
                <a16:creationId xmlns:a16="http://schemas.microsoft.com/office/drawing/2014/main" id="{BFE87856-65B7-404A-BD95-73AF4E0578DE}"/>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46" name="text_42">
            <a:extLst>
              <a:ext uri="{FF2B5EF4-FFF2-40B4-BE49-F238E27FC236}">
                <a16:creationId xmlns:a16="http://schemas.microsoft.com/office/drawing/2014/main" id="{1699B2E7-67BA-469E-9955-4C643A614A48}"/>
              </a:ext>
            </a:extLst>
          </p:cNvPr>
          <p:cNvSpPr>
            <a:spLocks noGrp="1"/>
          </p:cNvSpPr>
          <p:nvPr/>
        </p:nvSpPr>
        <p:spPr>
          <a:xfrm>
            <a:off x="571500" y="5467350"/>
            <a:ext cx="11049000" cy="571500"/>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1875" b="1">
                <a:solidFill>
                  <a:srgbClr val="182D45"/>
                </a:solidFill>
                <a:latin typeface="DejaVu Sans"/>
                <a:ea typeface="DejaVu Sans"/>
                <a:cs typeface="DejaVu Sans"/>
              </a:rPr>
              <a:t>We will calculate one quantity at a time, from left to right.</a:t>
            </a:r>
          </a:p>
        </p:txBody>
      </p:sp>
      <p:sp>
        <p:nvSpPr>
          <p:cNvPr id="47" name="shape_43">
            <a:extLst>
              <a:ext uri="{FF2B5EF4-FFF2-40B4-BE49-F238E27FC236}">
                <a16:creationId xmlns:a16="http://schemas.microsoft.com/office/drawing/2014/main" id="{51B5A9B5-B930-4723-AE7A-EE22AD650A06}"/>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48" name="note_box_44">
            <a:extLst>
              <a:ext uri="{FF2B5EF4-FFF2-40B4-BE49-F238E27FC236}">
                <a16:creationId xmlns:a16="http://schemas.microsoft.com/office/drawing/2014/main" id="{2F0F3426-7077-410D-B938-4D406E803821}"/>
              </a:ext>
            </a:extLst>
          </p:cNvPr>
          <p:cNvSpPr>
            <a:spLocks noGrp="1"/>
          </p:cNvSpPr>
          <p:nvPr/>
        </p:nvSpPr>
        <p:spPr>
          <a:xfrm>
            <a:off x="36195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9" name="equation_45" descr="\boldsymbol{\phi}_0(\mathbf{x})">
                <a:extLst>
                  <a:ext uri="{FF2B5EF4-FFF2-40B4-BE49-F238E27FC236}">
                    <a16:creationId xmlns:a16="http://schemas.microsoft.com/office/drawing/2014/main" id="{F5D4E184-B8DE-4CE6-A2AB-2ABB986C9ED0}"/>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𝛟</m:t>
                          </m:r>
                        </m:e>
                        <m:sub>
                          <m:r>
                            <a:rPr lang="en-GB" sz="2500">
                              <a:solidFill>
                                <a:srgbClr val="235C99"/>
                              </a:solidFill>
                              <a:latin typeface="Cambria Math"/>
                              <a:ea typeface="Cambria Math"/>
                              <a:cs typeface="Cambria Math"/>
                            </a:rPr>
                            <m:t>0</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49" name="equation_45" descr="\boldsymbol{\phi}_0(\mathbf{x})">
                <a:extLst>
                  <a:ext uri="{FF2B5EF4-FFF2-40B4-BE49-F238E27FC236}">
                    <a16:creationId xmlns:a16="http://schemas.microsoft.com/office/drawing/2014/main" id="{F5D4E184-B8DE-4CE6-A2AB-2ABB986C9ED0}"/>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19"/>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0" name="equation_46" descr="(1,2)">
                <a:extLst>
                  <a:ext uri="{FF2B5EF4-FFF2-40B4-BE49-F238E27FC236}">
                    <a16:creationId xmlns:a16="http://schemas.microsoft.com/office/drawing/2014/main" id="{9FC7964C-C8C1-44D2-9F0C-4C26C09A23F8}"/>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1,2</m:t>
                          </m:r>
                        </m:e>
                      </m:d>
                    </m:oMath>
                  </m:oMathPara>
                </a14:m>
                <a:endParaRPr lang="en-GB" sz="2500"/>
              </a:p>
            </p:txBody>
          </p:sp>
        </mc:Choice>
        <mc:Fallback xmlns="">
          <p:sp>
            <p:nvSpPr>
              <p:cNvPr id="50" name="equation_46" descr="(1,2)">
                <a:extLst>
                  <a:ext uri="{FF2B5EF4-FFF2-40B4-BE49-F238E27FC236}">
                    <a16:creationId xmlns:a16="http://schemas.microsoft.com/office/drawing/2014/main" id="{9FC7964C-C8C1-44D2-9F0C-4C26C09A23F8}"/>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0"/>
                <a:stretch>
                  <a:fillRect b="-28788"/>
                </a:stretch>
              </a:blipFill>
              <a:ln w="0">
                <a:noFill/>
              </a:ln>
            </p:spPr>
            <p:txBody>
              <a:bodyPr/>
              <a:lstStyle/>
              <a:p>
                <a:r>
                  <a:rPr lang="it-IT">
                    <a:noFill/>
                  </a:rPr>
                  <a:t> </a:t>
                </a:r>
              </a:p>
            </p:txBody>
          </p:sp>
        </mc:Fallback>
      </mc:AlternateContent>
      <p:sp>
        <p:nvSpPr>
          <p:cNvPr id="51" name="line_47">
            <a:extLst>
              <a:ext uri="{FF2B5EF4-FFF2-40B4-BE49-F238E27FC236}">
                <a16:creationId xmlns:a16="http://schemas.microsoft.com/office/drawing/2014/main" id="{337B09C5-73A9-421F-AE04-018446287F54}"/>
              </a:ext>
            </a:extLst>
          </p:cNvPr>
          <p:cNvSpPr>
            <a:spLocks noGrp="1"/>
          </p:cNvSpPr>
          <p:nvPr/>
        </p:nvSpPr>
        <p:spPr>
          <a:xfrm>
            <a:off x="2171700" y="2428875"/>
            <a:ext cx="581025" cy="476"/>
          </a:xfrm>
          <a:prstGeom prst="line">
            <a:avLst/>
          </a:prstGeom>
          <a:noFill/>
          <a:ln w="14288">
            <a:solidFill>
              <a:srgbClr val="235C99"/>
            </a:solidFill>
            <a:tailEnd type="triangle" w="sm" len="sm"/>
          </a:ln>
        </p:spPr>
        <p:txBody>
          <a:bodyPr/>
          <a:lstStyle/>
          <a:p>
            <a:endParaRPr lang="it-IT"/>
          </a:p>
        </p:txBody>
      </p:sp>
      <p:sp>
        <p:nvSpPr>
          <p:cNvPr id="52" name="text_48">
            <a:extLst>
              <a:ext uri="{FF2B5EF4-FFF2-40B4-BE49-F238E27FC236}">
                <a16:creationId xmlns:a16="http://schemas.microsoft.com/office/drawing/2014/main" id="{6203CB28-484C-4698-A5FB-FAFB31F8C3B9}"/>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affine</a:t>
            </a:r>
          </a:p>
        </p:txBody>
      </p:sp>
      <p:sp>
        <p:nvSpPr>
          <p:cNvPr id="53" name="note_box_49">
            <a:extLst>
              <a:ext uri="{FF2B5EF4-FFF2-40B4-BE49-F238E27FC236}">
                <a16:creationId xmlns:a16="http://schemas.microsoft.com/office/drawing/2014/main" id="{A8414507-E6CB-491C-9900-EB16A851268B}"/>
              </a:ext>
            </a:extLst>
          </p:cNvPr>
          <p:cNvSpPr>
            <a:spLocks noGrp="1"/>
          </p:cNvSpPr>
          <p:nvPr/>
        </p:nvSpPr>
        <p:spPr>
          <a:xfrm>
            <a:off x="278130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54" name="equation_50" descr="\mathbf{a}_1(\mathbf{x})">
                <a:extLst>
                  <a:ext uri="{FF2B5EF4-FFF2-40B4-BE49-F238E27FC236}">
                    <a16:creationId xmlns:a16="http://schemas.microsoft.com/office/drawing/2014/main" id="{4B133F60-9A05-4816-A213-B0C11F36BCBA}"/>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𝐚</m:t>
                          </m:r>
                        </m:e>
                        <m:sub>
                          <m:r>
                            <a:rPr lang="en-GB" sz="2500">
                              <a:solidFill>
                                <a:srgbClr val="AB4910"/>
                              </a:solidFill>
                              <a:latin typeface="Cambria Math"/>
                              <a:ea typeface="Cambria Math"/>
                              <a:cs typeface="Cambria Math"/>
                            </a:rPr>
                            <m:t>1</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54" name="equation_50" descr="\mathbf{a}_1(\mathbf{x})">
                <a:extLst>
                  <a:ext uri="{FF2B5EF4-FFF2-40B4-BE49-F238E27FC236}">
                    <a16:creationId xmlns:a16="http://schemas.microsoft.com/office/drawing/2014/main" id="{4B133F60-9A05-4816-A213-B0C11F36BCBA}"/>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21"/>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5" name="equation_51" descr="?">
                <a:extLst>
                  <a:ext uri="{FF2B5EF4-FFF2-40B4-BE49-F238E27FC236}">
                    <a16:creationId xmlns:a16="http://schemas.microsoft.com/office/drawing/2014/main" id="{CE3A04CA-C32D-4848-A951-2E0910B0DCBD}"/>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B4910"/>
                          </a:solidFill>
                          <a:latin typeface="Cambria Math"/>
                          <a:ea typeface="Cambria Math"/>
                          <a:cs typeface="Cambria Math"/>
                        </a:rPr>
                        <m:t>?</m:t>
                      </m:r>
                    </m:oMath>
                  </m:oMathPara>
                </a14:m>
                <a:endParaRPr lang="en-GB" sz="2500"/>
              </a:p>
            </p:txBody>
          </p:sp>
        </mc:Choice>
        <mc:Fallback xmlns="">
          <p:sp>
            <p:nvSpPr>
              <p:cNvPr id="55" name="equation_51" descr="?">
                <a:extLst>
                  <a:ext uri="{FF2B5EF4-FFF2-40B4-BE49-F238E27FC236}">
                    <a16:creationId xmlns:a16="http://schemas.microsoft.com/office/drawing/2014/main" id="{CE3A04CA-C32D-4848-A951-2E0910B0DCBD}"/>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22"/>
                <a:stretch>
                  <a:fillRect b="-3030"/>
                </a:stretch>
              </a:blipFill>
              <a:ln w="0">
                <a:noFill/>
              </a:ln>
            </p:spPr>
            <p:txBody>
              <a:bodyPr/>
              <a:lstStyle/>
              <a:p>
                <a:r>
                  <a:rPr lang="it-IT">
                    <a:noFill/>
                  </a:rPr>
                  <a:t> </a:t>
                </a:r>
              </a:p>
            </p:txBody>
          </p:sp>
        </mc:Fallback>
      </mc:AlternateContent>
      <p:sp>
        <p:nvSpPr>
          <p:cNvPr id="56" name="line_52">
            <a:extLst>
              <a:ext uri="{FF2B5EF4-FFF2-40B4-BE49-F238E27FC236}">
                <a16:creationId xmlns:a16="http://schemas.microsoft.com/office/drawing/2014/main" id="{E6080107-B68C-4FCE-9030-297CEE1B2C84}"/>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57" name="text_53">
            <a:extLst>
              <a:ext uri="{FF2B5EF4-FFF2-40B4-BE49-F238E27FC236}">
                <a16:creationId xmlns:a16="http://schemas.microsoft.com/office/drawing/2014/main" id="{0461FEE6-286C-473E-A645-A5AC56E3A22A}"/>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58" name="note_box_54">
            <a:extLst>
              <a:ext uri="{FF2B5EF4-FFF2-40B4-BE49-F238E27FC236}">
                <a16:creationId xmlns:a16="http://schemas.microsoft.com/office/drawing/2014/main" id="{A0A4B383-118C-4232-A1DC-F470016239E5}"/>
              </a:ext>
            </a:extLst>
          </p:cNvPr>
          <p:cNvSpPr>
            <a:spLocks noGrp="1"/>
          </p:cNvSpPr>
          <p:nvPr/>
        </p:nvSpPr>
        <p:spPr>
          <a:xfrm>
            <a:off x="52006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9" name="equation_55" descr="\boldsymbol{\phi}_1(\mathbf{x})">
                <a:extLst>
                  <a:ext uri="{FF2B5EF4-FFF2-40B4-BE49-F238E27FC236}">
                    <a16:creationId xmlns:a16="http://schemas.microsoft.com/office/drawing/2014/main" id="{CFB008B3-DADA-4236-A443-6266A6D600F3}"/>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59" name="equation_55" descr="\boldsymbol{\phi}_1(\mathbf{x})">
                <a:extLst>
                  <a:ext uri="{FF2B5EF4-FFF2-40B4-BE49-F238E27FC236}">
                    <a16:creationId xmlns:a16="http://schemas.microsoft.com/office/drawing/2014/main" id="{CFB008B3-DADA-4236-A443-6266A6D600F3}"/>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0" name="equation_56" descr="?">
                <a:extLst>
                  <a:ext uri="{FF2B5EF4-FFF2-40B4-BE49-F238E27FC236}">
                    <a16:creationId xmlns:a16="http://schemas.microsoft.com/office/drawing/2014/main" id="{DCADCB57-9F8F-4190-BB55-53F15701B26C}"/>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60" name="equation_56" descr="?">
                <a:extLst>
                  <a:ext uri="{FF2B5EF4-FFF2-40B4-BE49-F238E27FC236}">
                    <a16:creationId xmlns:a16="http://schemas.microsoft.com/office/drawing/2014/main" id="{DCADCB57-9F8F-4190-BB55-53F15701B26C}"/>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9"/>
                <a:stretch>
                  <a:fillRect b="-3030"/>
                </a:stretch>
              </a:blipFill>
              <a:ln w="0">
                <a:noFill/>
              </a:ln>
            </p:spPr>
            <p:txBody>
              <a:bodyPr/>
              <a:lstStyle/>
              <a:p>
                <a:r>
                  <a:rPr lang="it-IT">
                    <a:noFill/>
                  </a:rPr>
                  <a:t> </a:t>
                </a:r>
              </a:p>
            </p:txBody>
          </p:sp>
        </mc:Fallback>
      </mc:AlternateContent>
      <p:sp>
        <p:nvSpPr>
          <p:cNvPr id="61" name="line_57">
            <a:extLst>
              <a:ext uri="{FF2B5EF4-FFF2-40B4-BE49-F238E27FC236}">
                <a16:creationId xmlns:a16="http://schemas.microsoft.com/office/drawing/2014/main" id="{8BF2D2E4-795F-43FB-A73F-B243A5D48209}"/>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62" name="text_58">
            <a:extLst>
              <a:ext uri="{FF2B5EF4-FFF2-40B4-BE49-F238E27FC236}">
                <a16:creationId xmlns:a16="http://schemas.microsoft.com/office/drawing/2014/main" id="{041BA431-6D9E-4A79-8B46-AC6BD4F5624A}"/>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63" name="note_box_59">
            <a:extLst>
              <a:ext uri="{FF2B5EF4-FFF2-40B4-BE49-F238E27FC236}">
                <a16:creationId xmlns:a16="http://schemas.microsoft.com/office/drawing/2014/main" id="{E7B05D0D-EBD9-44C3-95B6-D60E31B75D4E}"/>
              </a:ext>
            </a:extLst>
          </p:cNvPr>
          <p:cNvSpPr>
            <a:spLocks noGrp="1"/>
          </p:cNvSpPr>
          <p:nvPr/>
        </p:nvSpPr>
        <p:spPr>
          <a:xfrm>
            <a:off x="76200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4" name="equation_60" descr="\mathbf{a}_2(\mathbf{x})">
                <a:extLst>
                  <a:ext uri="{FF2B5EF4-FFF2-40B4-BE49-F238E27FC236}">
                    <a16:creationId xmlns:a16="http://schemas.microsoft.com/office/drawing/2014/main" id="{FBCC09CF-A128-4A35-AD0D-93423C2A506B}"/>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2</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64" name="equation_60" descr="\mathbf{a}_2(\mathbf{x})">
                <a:extLst>
                  <a:ext uri="{FF2B5EF4-FFF2-40B4-BE49-F238E27FC236}">
                    <a16:creationId xmlns:a16="http://schemas.microsoft.com/office/drawing/2014/main" id="{FBCC09CF-A128-4A35-AD0D-93423C2A506B}"/>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1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5" name="equation_61" descr="?">
                <a:extLst>
                  <a:ext uri="{FF2B5EF4-FFF2-40B4-BE49-F238E27FC236}">
                    <a16:creationId xmlns:a16="http://schemas.microsoft.com/office/drawing/2014/main" id="{165C4C14-964D-473A-8894-5095D27EAC0D}"/>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65" name="equation_61" descr="?">
                <a:extLst>
                  <a:ext uri="{FF2B5EF4-FFF2-40B4-BE49-F238E27FC236}">
                    <a16:creationId xmlns:a16="http://schemas.microsoft.com/office/drawing/2014/main" id="{165C4C14-964D-473A-8894-5095D27EAC0D}"/>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11"/>
                <a:stretch>
                  <a:fillRect b="-3030"/>
                </a:stretch>
              </a:blipFill>
              <a:ln w="0">
                <a:noFill/>
              </a:ln>
            </p:spPr>
            <p:txBody>
              <a:bodyPr/>
              <a:lstStyle/>
              <a:p>
                <a:r>
                  <a:rPr lang="it-IT">
                    <a:noFill/>
                  </a:rPr>
                  <a:t> </a:t>
                </a:r>
              </a:p>
            </p:txBody>
          </p:sp>
        </mc:Fallback>
      </mc:AlternateContent>
      <p:sp>
        <p:nvSpPr>
          <p:cNvPr id="66" name="line_62">
            <a:extLst>
              <a:ext uri="{FF2B5EF4-FFF2-40B4-BE49-F238E27FC236}">
                <a16:creationId xmlns:a16="http://schemas.microsoft.com/office/drawing/2014/main" id="{6F757B8B-DE20-45C4-8460-FD4B5870443E}"/>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67" name="text_63">
            <a:extLst>
              <a:ext uri="{FF2B5EF4-FFF2-40B4-BE49-F238E27FC236}">
                <a16:creationId xmlns:a16="http://schemas.microsoft.com/office/drawing/2014/main" id="{CE0CE92D-AA4D-428D-B117-06D50B31A395}"/>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68" name="note_box_64">
            <a:extLst>
              <a:ext uri="{FF2B5EF4-FFF2-40B4-BE49-F238E27FC236}">
                <a16:creationId xmlns:a16="http://schemas.microsoft.com/office/drawing/2014/main" id="{8E4B8671-8265-4744-9D61-F1365FE1C13C}"/>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9" name="equation_65" descr="\mathcal{L}_{\mathrm{sq}}">
                <a:extLst>
                  <a:ext uri="{FF2B5EF4-FFF2-40B4-BE49-F238E27FC236}">
                    <a16:creationId xmlns:a16="http://schemas.microsoft.com/office/drawing/2014/main" id="{47C9F1BA-27C3-456C-B1F4-A8292C037EE6}"/>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69" name="equation_65" descr="\mathcal{L}_{\mathrm{sq}}">
                <a:extLst>
                  <a:ext uri="{FF2B5EF4-FFF2-40B4-BE49-F238E27FC236}">
                    <a16:creationId xmlns:a16="http://schemas.microsoft.com/office/drawing/2014/main" id="{47C9F1BA-27C3-456C-B1F4-A8292C037EE6}"/>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0" name="equation_66" descr="?">
                <a:extLst>
                  <a:ext uri="{FF2B5EF4-FFF2-40B4-BE49-F238E27FC236}">
                    <a16:creationId xmlns:a16="http://schemas.microsoft.com/office/drawing/2014/main" id="{5E8F4CCA-A551-4282-9A41-3BB8317A41FC}"/>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70" name="equation_66" descr="?">
                <a:extLst>
                  <a:ext uri="{FF2B5EF4-FFF2-40B4-BE49-F238E27FC236}">
                    <a16:creationId xmlns:a16="http://schemas.microsoft.com/office/drawing/2014/main" id="{5E8F4CCA-A551-4282-9A41-3BB8317A41FC}"/>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71" name="note_box_67">
            <a:extLst>
              <a:ext uri="{FF2B5EF4-FFF2-40B4-BE49-F238E27FC236}">
                <a16:creationId xmlns:a16="http://schemas.microsoft.com/office/drawing/2014/main" id="{5428E49F-ED42-4AA1-9958-9B93A5AC3BB6}"/>
              </a:ext>
            </a:extLst>
          </p:cNvPr>
          <p:cNvSpPr>
            <a:spLocks noGrp="1"/>
          </p:cNvSpPr>
          <p:nvPr/>
        </p:nvSpPr>
        <p:spPr>
          <a:xfrm>
            <a:off x="1123950" y="3552825"/>
            <a:ext cx="2990850" cy="105727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2" name="equation_68" descr="\mathbf W_1=\begin{pmatrix}1&amp;2&amp;-1\\-1&amp;0&amp;1\end{pmatrix}">
                <a:extLst>
                  <a:ext uri="{FF2B5EF4-FFF2-40B4-BE49-F238E27FC236}">
                    <a16:creationId xmlns:a16="http://schemas.microsoft.com/office/drawing/2014/main" id="{7D3D4681-2C73-4968-B43B-D26A10A32E24}"/>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235C99"/>
                              </a:solidFill>
                              <a:latin typeface="Cambria Math"/>
                              <a:ea typeface="Cambria Math"/>
                              <a:cs typeface="Cambria Math"/>
                            </a:rPr>
                          </m:ctrlPr>
                        </m:sSubPr>
                        <m:e>
                          <m:r>
                            <a:rPr lang="en-GB" sz="2400">
                              <a:solidFill>
                                <a:srgbClr val="235C99"/>
                              </a:solidFill>
                              <a:latin typeface="Cambria Math"/>
                              <a:ea typeface="Cambria Math"/>
                              <a:cs typeface="Cambria Math"/>
                            </a:rPr>
                            <m:t>𝐖</m:t>
                          </m:r>
                        </m:e>
                        <m:sub>
                          <m:r>
                            <a:rPr lang="en-GB" sz="2400">
                              <a:solidFill>
                                <a:srgbClr val="235C99"/>
                              </a:solidFill>
                              <a:latin typeface="Cambria Math"/>
                              <a:ea typeface="Cambria Math"/>
                              <a:cs typeface="Cambria Math"/>
                            </a:rPr>
                            <m:t>1</m:t>
                          </m:r>
                        </m:sub>
                      </m:sSub>
                      <m:r>
                        <a:rPr lang="en-GB" sz="2400">
                          <a:solidFill>
                            <a:srgbClr val="235C99"/>
                          </a:solidFill>
                          <a:latin typeface="Cambria Math"/>
                          <a:ea typeface="Cambria Math"/>
                          <a:cs typeface="Cambria Math"/>
                        </a:rPr>
                        <m:t>=</m:t>
                      </m:r>
                      <m:d>
                        <m:dPr>
                          <m:ctrlPr>
                            <a:rPr lang="en-GB" sz="2400" i="1">
                              <a:solidFill>
                                <a:srgbClr val="235C99"/>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235C99"/>
                                  </a:solidFill>
                                  <a:latin typeface="Cambria Math" panose="02040503050406030204" pitchFamily="18" charset="0"/>
                                  <a:ea typeface="Cambria Math"/>
                                  <a:cs typeface="Cambria Math"/>
                                </a:rPr>
                              </m:ctrlPr>
                            </m:mPr>
                            <m:mr>
                              <m:e>
                                <m:r>
                                  <a:rPr lang="en-GB" sz="2400">
                                    <a:solidFill>
                                      <a:srgbClr val="235C99"/>
                                    </a:solidFill>
                                    <a:latin typeface="Cambria Math"/>
                                    <a:ea typeface="Cambria Math"/>
                                    <a:cs typeface="Cambria Math"/>
                                  </a:rPr>
                                  <m:t>1</m:t>
                                </m:r>
                              </m:e>
                              <m:e>
                                <m:r>
                                  <a:rPr lang="en-GB" sz="2400">
                                    <a:solidFill>
                                      <a:srgbClr val="235C99"/>
                                    </a:solidFill>
                                    <a:latin typeface="Cambria Math"/>
                                    <a:ea typeface="Cambria Math"/>
                                    <a:cs typeface="Cambria Math"/>
                                  </a:rPr>
                                  <m:t>2</m:t>
                                </m:r>
                              </m:e>
                              <m:e>
                                <m:r>
                                  <a:rPr lang="en-GB" sz="2400">
                                    <a:solidFill>
                                      <a:srgbClr val="235C99"/>
                                    </a:solidFill>
                                    <a:latin typeface="Cambria Math"/>
                                    <a:ea typeface="Cambria Math"/>
                                    <a:cs typeface="Cambria Math"/>
                                  </a:rPr>
                                  <m:t>−1</m:t>
                                </m:r>
                              </m:e>
                            </m:mr>
                            <m:mr>
                              <m:e>
                                <m:r>
                                  <a:rPr lang="en-GB" sz="2400">
                                    <a:solidFill>
                                      <a:srgbClr val="235C99"/>
                                    </a:solidFill>
                                    <a:latin typeface="Cambria Math"/>
                                    <a:ea typeface="Cambria Math"/>
                                    <a:cs typeface="Cambria Math"/>
                                  </a:rPr>
                                  <m:t>−1</m:t>
                                </m:r>
                              </m:e>
                              <m:e>
                                <m:r>
                                  <a:rPr lang="en-GB" sz="2400">
                                    <a:solidFill>
                                      <a:srgbClr val="235C99"/>
                                    </a:solidFill>
                                    <a:latin typeface="Cambria Math"/>
                                    <a:ea typeface="Cambria Math"/>
                                    <a:cs typeface="Cambria Math"/>
                                  </a:rPr>
                                  <m:t>0</m:t>
                                </m:r>
                              </m:e>
                              <m:e>
                                <m:r>
                                  <a:rPr lang="en-GB" sz="2400">
                                    <a:solidFill>
                                      <a:srgbClr val="235C99"/>
                                    </a:solidFill>
                                    <a:latin typeface="Cambria Math"/>
                                    <a:ea typeface="Cambria Math"/>
                                    <a:cs typeface="Cambria Math"/>
                                  </a:rPr>
                                  <m:t>1</m:t>
                                </m:r>
                              </m:e>
                            </m:mr>
                          </m:m>
                        </m:e>
                      </m:d>
                    </m:oMath>
                  </m:oMathPara>
                </a14:m>
                <a:endParaRPr lang="en-GB" sz="2400"/>
              </a:p>
            </p:txBody>
          </p:sp>
        </mc:Choice>
        <mc:Fallback xmlns="">
          <p:sp>
            <p:nvSpPr>
              <p:cNvPr id="72" name="equation_68" descr="\mathbf W_1=\begin{pmatrix}1&amp;2&amp;-1\\-1&amp;0&amp;1\end{pmatrix}">
                <a:extLst>
                  <a:ext uri="{FF2B5EF4-FFF2-40B4-BE49-F238E27FC236}">
                    <a16:creationId xmlns:a16="http://schemas.microsoft.com/office/drawing/2014/main" id="{7D3D4681-2C73-4968-B43B-D26A10A32E24}"/>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23"/>
                <a:stretch>
                  <a:fillRect/>
                </a:stretch>
              </a:blipFill>
              <a:ln w="0">
                <a:noFill/>
              </a:ln>
            </p:spPr>
            <p:txBody>
              <a:bodyPr/>
              <a:lstStyle/>
              <a:p>
                <a:r>
                  <a:rPr lang="it-IT">
                    <a:noFill/>
                  </a:rPr>
                  <a:t> </a:t>
                </a:r>
              </a:p>
            </p:txBody>
          </p:sp>
        </mc:Fallback>
      </mc:AlternateContent>
      <p:sp>
        <p:nvSpPr>
          <p:cNvPr id="73" name="note_box_69">
            <a:extLst>
              <a:ext uri="{FF2B5EF4-FFF2-40B4-BE49-F238E27FC236}">
                <a16:creationId xmlns:a16="http://schemas.microsoft.com/office/drawing/2014/main" id="{F349FD95-D95C-4AC8-BFFA-77AFC93D27F3}"/>
              </a:ext>
            </a:extLst>
          </p:cNvPr>
          <p:cNvSpPr>
            <a:spLocks noGrp="1"/>
          </p:cNvSpPr>
          <p:nvPr/>
        </p:nvSpPr>
        <p:spPr>
          <a:xfrm>
            <a:off x="4200525" y="3724275"/>
            <a:ext cx="2295525" cy="7048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4" name="equation_70" descr="\mathbf b_1=(0,1,0)">
                <a:extLst>
                  <a:ext uri="{FF2B5EF4-FFF2-40B4-BE49-F238E27FC236}">
                    <a16:creationId xmlns:a16="http://schemas.microsoft.com/office/drawing/2014/main" id="{8A521AF2-B053-490B-84C9-767271CAE766}"/>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𝐛</m:t>
                          </m:r>
                        </m:e>
                        <m:sub>
                          <m:r>
                            <a:rPr lang="en-GB" sz="2500">
                              <a:solidFill>
                                <a:srgbClr val="235C99"/>
                              </a:solidFill>
                              <a:latin typeface="Cambria Math"/>
                              <a:ea typeface="Cambria Math"/>
                              <a:cs typeface="Cambria Math"/>
                            </a:rPr>
                            <m:t>1</m:t>
                          </m:r>
                        </m:sub>
                      </m:sSub>
                      <m:r>
                        <a:rPr lang="en-GB" sz="2500">
                          <a:solidFill>
                            <a:srgbClr val="235C99"/>
                          </a:solidFill>
                          <a:latin typeface="Cambria Math"/>
                          <a:ea typeface="Cambria Math"/>
                          <a:cs typeface="Cambria Math"/>
                        </a:rPr>
                        <m:t>=</m:t>
                      </m:r>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0,1,0</m:t>
                          </m:r>
                        </m:e>
                      </m:d>
                    </m:oMath>
                  </m:oMathPara>
                </a14:m>
                <a:endParaRPr lang="en-GB" sz="2500"/>
              </a:p>
            </p:txBody>
          </p:sp>
        </mc:Choice>
        <mc:Fallback xmlns="">
          <p:sp>
            <p:nvSpPr>
              <p:cNvPr id="74" name="equation_70" descr="\mathbf b_1=(0,1,0)">
                <a:extLst>
                  <a:ext uri="{FF2B5EF4-FFF2-40B4-BE49-F238E27FC236}">
                    <a16:creationId xmlns:a16="http://schemas.microsoft.com/office/drawing/2014/main" id="{8A521AF2-B053-490B-84C9-767271CAE766}"/>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24"/>
                <a:stretch>
                  <a:fillRect b="-3093"/>
                </a:stretch>
              </a:blipFill>
              <a:ln w="0">
                <a:noFill/>
              </a:ln>
            </p:spPr>
            <p:txBody>
              <a:bodyPr/>
              <a:lstStyle/>
              <a:p>
                <a:r>
                  <a:rPr lang="it-IT">
                    <a:noFill/>
                  </a:rPr>
                  <a:t> </a:t>
                </a:r>
              </a:p>
            </p:txBody>
          </p:sp>
        </mc:Fallback>
      </mc:AlternateContent>
      <p:sp>
        <p:nvSpPr>
          <p:cNvPr id="75" name="note_box_71">
            <a:extLst>
              <a:ext uri="{FF2B5EF4-FFF2-40B4-BE49-F238E27FC236}">
                <a16:creationId xmlns:a16="http://schemas.microsoft.com/office/drawing/2014/main" id="{A6AB6E99-3EBF-4809-BCDB-D30A9BC9CEE1}"/>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6" name="equation_72" descr="\mathbf W_2=\begin{pmatrix}2\\-1\\1/2\end{pmatrix}">
                <a:extLst>
                  <a:ext uri="{FF2B5EF4-FFF2-40B4-BE49-F238E27FC236}">
                    <a16:creationId xmlns:a16="http://schemas.microsoft.com/office/drawing/2014/main" id="{0AE3E6EB-09B8-4287-B5FA-B2EEDB900BFA}"/>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76" name="equation_72" descr="\mathbf W_2=\begin{pmatrix}2\\-1\\1/2\end{pmatrix}">
                <a:extLst>
                  <a:ext uri="{FF2B5EF4-FFF2-40B4-BE49-F238E27FC236}">
                    <a16:creationId xmlns:a16="http://schemas.microsoft.com/office/drawing/2014/main" id="{0AE3E6EB-09B8-4287-B5FA-B2EEDB900BFA}"/>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77" name="note_box_73">
            <a:extLst>
              <a:ext uri="{FF2B5EF4-FFF2-40B4-BE49-F238E27FC236}">
                <a16:creationId xmlns:a16="http://schemas.microsoft.com/office/drawing/2014/main" id="{79C82AA4-6C1F-4534-AA9E-72FF50290D37}"/>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 name="equation_74" descr="b_2=-1">
                <a:extLst>
                  <a:ext uri="{FF2B5EF4-FFF2-40B4-BE49-F238E27FC236}">
                    <a16:creationId xmlns:a16="http://schemas.microsoft.com/office/drawing/2014/main" id="{00414228-D30A-469E-B641-318C6AAFE1E4}"/>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78" name="equation_74" descr="b_2=-1">
                <a:extLst>
                  <a:ext uri="{FF2B5EF4-FFF2-40B4-BE49-F238E27FC236}">
                    <a16:creationId xmlns:a16="http://schemas.microsoft.com/office/drawing/2014/main" id="{00414228-D30A-469E-B641-318C6AAFE1E4}"/>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9" name="equation_75" descr="y=-3">
                <a:extLst>
                  <a:ext uri="{FF2B5EF4-FFF2-40B4-BE49-F238E27FC236}">
                    <a16:creationId xmlns:a16="http://schemas.microsoft.com/office/drawing/2014/main" id="{9A820799-7631-435E-B6E8-756E9EC34110}"/>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79" name="equation_75" descr="y=-3">
                <a:extLst>
                  <a:ext uri="{FF2B5EF4-FFF2-40B4-BE49-F238E27FC236}">
                    <a16:creationId xmlns:a16="http://schemas.microsoft.com/office/drawing/2014/main" id="{9A820799-7631-435E-B6E8-756E9EC34110}"/>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80" name="line_76">
            <a:extLst>
              <a:ext uri="{FF2B5EF4-FFF2-40B4-BE49-F238E27FC236}">
                <a16:creationId xmlns:a16="http://schemas.microsoft.com/office/drawing/2014/main" id="{7BEE4BFF-D040-4F5A-915A-0351CBD4BCE5}"/>
              </a:ext>
            </a:extLst>
          </p:cNvPr>
          <p:cNvSpPr>
            <a:spLocks noGrp="1"/>
          </p:cNvSpPr>
          <p:nvPr/>
        </p:nvSpPr>
        <p:spPr>
          <a:xfrm flipV="1">
            <a:off x="2619375" y="2924175"/>
            <a:ext cx="923925" cy="609600"/>
          </a:xfrm>
          <a:prstGeom prst="line">
            <a:avLst/>
          </a:prstGeom>
          <a:noFill/>
          <a:ln w="16193">
            <a:solidFill>
              <a:srgbClr val="235C99"/>
            </a:solidFill>
            <a:tailEnd type="triangle" w="sm" len="sm"/>
          </a:ln>
        </p:spPr>
        <p:txBody>
          <a:bodyPr/>
          <a:lstStyle/>
          <a:p>
            <a:endParaRPr lang="it-IT"/>
          </a:p>
        </p:txBody>
      </p:sp>
      <p:sp>
        <p:nvSpPr>
          <p:cNvPr id="81" name="line_77">
            <a:extLst>
              <a:ext uri="{FF2B5EF4-FFF2-40B4-BE49-F238E27FC236}">
                <a16:creationId xmlns:a16="http://schemas.microsoft.com/office/drawing/2014/main" id="{7E8DC183-2BF2-4553-B190-A8427E347F84}"/>
              </a:ext>
            </a:extLst>
          </p:cNvPr>
          <p:cNvSpPr>
            <a:spLocks noGrp="1"/>
          </p:cNvSpPr>
          <p:nvPr/>
        </p:nvSpPr>
        <p:spPr>
          <a:xfrm flipH="1" flipV="1">
            <a:off x="3810000" y="2924175"/>
            <a:ext cx="1524000" cy="781050"/>
          </a:xfrm>
          <a:prstGeom prst="line">
            <a:avLst/>
          </a:prstGeom>
          <a:noFill/>
          <a:ln w="16193">
            <a:solidFill>
              <a:srgbClr val="235C99"/>
            </a:solidFill>
            <a:tailEnd type="triangle" w="sm" len="sm"/>
          </a:ln>
        </p:spPr>
        <p:txBody>
          <a:bodyPr/>
          <a:lstStyle/>
          <a:p>
            <a:endParaRPr lang="it-IT"/>
          </a:p>
        </p:txBody>
      </p:sp>
      <p:sp>
        <p:nvSpPr>
          <p:cNvPr id="82" name="line_78">
            <a:extLst>
              <a:ext uri="{FF2B5EF4-FFF2-40B4-BE49-F238E27FC236}">
                <a16:creationId xmlns:a16="http://schemas.microsoft.com/office/drawing/2014/main" id="{ECB94C60-E98F-46A9-BAE9-36AD8219C28C}"/>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83" name="line_79">
            <a:extLst>
              <a:ext uri="{FF2B5EF4-FFF2-40B4-BE49-F238E27FC236}">
                <a16:creationId xmlns:a16="http://schemas.microsoft.com/office/drawing/2014/main" id="{7581278D-D4B5-4C84-9833-713A5AF49AFC}"/>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84" name="line_80">
            <a:extLst>
              <a:ext uri="{FF2B5EF4-FFF2-40B4-BE49-F238E27FC236}">
                <a16:creationId xmlns:a16="http://schemas.microsoft.com/office/drawing/2014/main" id="{62610854-5C9F-4669-AA07-9BC9392A3457}"/>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85" name="note_brace_81">
            <a:extLst>
              <a:ext uri="{FF2B5EF4-FFF2-40B4-BE49-F238E27FC236}">
                <a16:creationId xmlns:a16="http://schemas.microsoft.com/office/drawing/2014/main" id="{64DBEE3F-E3DF-4E3A-9C3E-77A238D431E6}"/>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86" name="text_82">
            <a:extLst>
              <a:ext uri="{FF2B5EF4-FFF2-40B4-BE49-F238E27FC236}">
                <a16:creationId xmlns:a16="http://schemas.microsoft.com/office/drawing/2014/main" id="{E11079D1-17FA-434C-BF85-826BE468E333}"/>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87" name="note_brace_83">
            <a:extLst>
              <a:ext uri="{FF2B5EF4-FFF2-40B4-BE49-F238E27FC236}">
                <a16:creationId xmlns:a16="http://schemas.microsoft.com/office/drawing/2014/main" id="{04F22D03-9C12-4305-89E9-EF48882528B2}"/>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88" name="text_84">
            <a:extLst>
              <a:ext uri="{FF2B5EF4-FFF2-40B4-BE49-F238E27FC236}">
                <a16:creationId xmlns:a16="http://schemas.microsoft.com/office/drawing/2014/main" id="{8FC6A5B0-E4C9-452A-AE3C-C09371210585}"/>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89" name="text_85">
            <a:extLst>
              <a:ext uri="{FF2B5EF4-FFF2-40B4-BE49-F238E27FC236}">
                <a16:creationId xmlns:a16="http://schemas.microsoft.com/office/drawing/2014/main" id="{52782529-634D-40ED-A211-52FC4D745925}"/>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2025" b="1">
                <a:solidFill>
                  <a:srgbClr val="182D45"/>
                </a:solidFill>
                <a:latin typeface="DejaVu Sans"/>
                <a:ea typeface="DejaVu Sans"/>
                <a:cs typeface="DejaVu Sans"/>
              </a:rPr>
              <a:t>What value belongs in the highlighted box?</a:t>
            </a:r>
          </a:p>
        </p:txBody>
      </p:sp>
      <mc:AlternateContent xmlns:mc="http://schemas.openxmlformats.org/markup-compatibility/2006" xmlns:a14="http://schemas.microsoft.com/office/drawing/2010/main">
        <mc:Choice Requires="a14">
          <p:sp>
            <p:nvSpPr>
              <p:cNvPr id="392" name="forward_question_1">
                <a:extLst>
                  <a:ext uri="{FF2B5EF4-FFF2-40B4-BE49-F238E27FC236}">
                    <a16:creationId xmlns:a16="http://schemas.microsoft.com/office/drawing/2014/main" id="{56E73F80-783A-46EE-B5F3-E5604260400B}"/>
                  </a:ext>
                </a:extLst>
              </p:cNvPr>
              <p:cNvSpPr>
                <a:spLocks noGrp="1"/>
              </p:cNvSpPr>
              <p:nvPr/>
            </p:nvSpPr>
            <p:spPr>
              <a:xfrm>
                <a:off x="571500" y="5467350"/>
                <a:ext cx="11049000" cy="571500"/>
              </a:xfrm>
              <a:prstGeom prst="rect">
                <a:avLst/>
              </a:prstGeom>
              <a:noFill/>
              <a:ln w="0">
                <a:noFill/>
              </a:ln>
            </p:spPr>
            <p:txBody>
              <a:bodyPr wrap="none" lIns="0" tIns="0" rIns="0" bIns="0" anchor="ctr"/>
              <a:lstStyle>
                <a:defPPr algn="ctr">
                  <a:defRPr sz="2400">
                    <a:solidFill>
                      <a:srgbClr val="AB4910"/>
                    </a:solidFill>
                    <a:latin typeface="DejaVu Sans"/>
                    <a:ea typeface="DejaVu Sans"/>
                    <a:cs typeface="DejaVu Sans"/>
                  </a:defRPr>
                </a:defPPr>
              </a:lstStyle>
              <a:p>
                <a:pPr algn="ctr"/>
                <a14:m>
                  <m:oMathPara xmlns:m="http://schemas.openxmlformats.org/officeDocument/2006/math">
                    <m:oMath>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1</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r>
                        <a:rPr lang="en-GB" sz="2400">
                          <a:solidFill>
                            <a:srgbClr val="AB4910"/>
                          </a:solidFill>
                          <a:latin typeface="Cambria Math"/>
                          <a:ea typeface="Cambria Math"/>
                          <a:cs typeface="Cambria Math"/>
                        </a:rPr>
                        <m:t>=</m:t>
                      </m:r>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𝛟</m:t>
                          </m:r>
                        </m:e>
                        <m:sub>
                          <m:r>
                            <a:rPr lang="en-GB" sz="2400">
                              <a:solidFill>
                                <a:srgbClr val="AB4910"/>
                              </a:solidFill>
                              <a:latin typeface="Cambria Math"/>
                              <a:ea typeface="Cambria Math"/>
                              <a:cs typeface="Cambria Math"/>
                            </a:rPr>
                            <m:t>0</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𝐖</m:t>
                          </m:r>
                        </m:e>
                        <m:sub>
                          <m:r>
                            <a:rPr lang="en-GB" sz="2400">
                              <a:solidFill>
                                <a:srgbClr val="AB4910"/>
                              </a:solidFill>
                              <a:latin typeface="Cambria Math"/>
                              <a:ea typeface="Cambria Math"/>
                              <a:cs typeface="Cambria Math"/>
                            </a:rPr>
                            <m:t>1</m:t>
                          </m:r>
                        </m:sub>
                      </m:sSub>
                      <m:r>
                        <a:rPr lang="en-GB" sz="2400">
                          <a:solidFill>
                            <a:srgbClr val="AB4910"/>
                          </a:solidFill>
                          <a:latin typeface="Cambria Math"/>
                          <a:ea typeface="Cambria Math"/>
                          <a:cs typeface="Cambria Math"/>
                        </a:rPr>
                        <m:t>+</m:t>
                      </m:r>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𝐛</m:t>
                          </m:r>
                        </m:e>
                        <m:sub>
                          <m:r>
                            <a:rPr lang="en-GB" sz="2400">
                              <a:solidFill>
                                <a:srgbClr val="AB4910"/>
                              </a:solidFill>
                              <a:latin typeface="Cambria Math"/>
                              <a:ea typeface="Cambria Math"/>
                              <a:cs typeface="Cambria Math"/>
                            </a:rPr>
                            <m:t>1</m:t>
                          </m:r>
                        </m:sub>
                      </m:sSub>
                      <m:r>
                        <a:rPr lang="en-GB" sz="2400">
                          <a:solidFill>
                            <a:srgbClr val="AB4910"/>
                          </a:solidFill>
                          <a:latin typeface="Cambria Math"/>
                          <a:ea typeface="Cambria Math"/>
                          <a:cs typeface="Cambria Math"/>
                        </a:rPr>
                        <m:t>=?</m:t>
                      </m:r>
                    </m:oMath>
                  </m:oMathPara>
                </a14:m>
                <a:endParaRPr/>
              </a:p>
            </p:txBody>
          </p:sp>
        </mc:Choice>
        <mc:Fallback xmlns="">
          <p:sp>
            <p:nvSpPr>
              <p:cNvPr id="392" name="forward_question_1">
                <a:extLst>
                  <a:ext uri="{FF2B5EF4-FFF2-40B4-BE49-F238E27FC236}">
                    <a16:creationId xmlns:a16="http://schemas.microsoft.com/office/drawing/2014/main" id="{56E73F80-783A-46EE-B5F3-E5604260400B}"/>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25"/>
                <a:stretch>
                  <a:fillRect b="-3191"/>
                </a:stretch>
              </a:blipFill>
              <a:ln w="0">
                <a:noFill/>
              </a:ln>
            </p:spPr>
            <p:txBody>
              <a:bodyPr/>
              <a:lstStyle/>
              <a:p>
                <a:r>
                  <a:rPr lang="it-IT">
                    <a:noFill/>
                  </a:rPr>
                  <a:t> </a:t>
                </a:r>
              </a:p>
            </p:txBody>
          </p:sp>
        </mc:Fallback>
      </mc:AlternateContent>
      <p:sp>
        <p:nvSpPr>
          <p:cNvPr id="90" name="shape_86">
            <a:extLst>
              <a:ext uri="{FF2B5EF4-FFF2-40B4-BE49-F238E27FC236}">
                <a16:creationId xmlns:a16="http://schemas.microsoft.com/office/drawing/2014/main" id="{BD4B7A2E-9EDE-4F14-AD65-7E86CCC91C9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91" name="note_box_87">
            <a:extLst>
              <a:ext uri="{FF2B5EF4-FFF2-40B4-BE49-F238E27FC236}">
                <a16:creationId xmlns:a16="http://schemas.microsoft.com/office/drawing/2014/main" id="{094C9C47-1CFB-40DB-9CEB-E76002AD15DF}"/>
              </a:ext>
            </a:extLst>
          </p:cNvPr>
          <p:cNvSpPr>
            <a:spLocks noGrp="1"/>
          </p:cNvSpPr>
          <p:nvPr/>
        </p:nvSpPr>
        <p:spPr>
          <a:xfrm>
            <a:off x="36195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92" name="equation_88" descr="\boldsymbol{\phi}_0(\mathbf{x})">
                <a:extLst>
                  <a:ext uri="{FF2B5EF4-FFF2-40B4-BE49-F238E27FC236}">
                    <a16:creationId xmlns:a16="http://schemas.microsoft.com/office/drawing/2014/main" id="{E04CB7CE-9801-4FCF-B991-45648214E317}"/>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𝛟</m:t>
                          </m:r>
                        </m:e>
                        <m:sub>
                          <m:r>
                            <a:rPr lang="en-GB" sz="2500">
                              <a:solidFill>
                                <a:srgbClr val="235C99"/>
                              </a:solidFill>
                              <a:latin typeface="Cambria Math"/>
                              <a:ea typeface="Cambria Math"/>
                              <a:cs typeface="Cambria Math"/>
                            </a:rPr>
                            <m:t>0</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92" name="equation_88" descr="\boldsymbol{\phi}_0(\mathbf{x})">
                <a:extLst>
                  <a:ext uri="{FF2B5EF4-FFF2-40B4-BE49-F238E27FC236}">
                    <a16:creationId xmlns:a16="http://schemas.microsoft.com/office/drawing/2014/main" id="{E04CB7CE-9801-4FCF-B991-45648214E317}"/>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19"/>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3" name="equation_89" descr="(1,2)">
                <a:extLst>
                  <a:ext uri="{FF2B5EF4-FFF2-40B4-BE49-F238E27FC236}">
                    <a16:creationId xmlns:a16="http://schemas.microsoft.com/office/drawing/2014/main" id="{E939675E-5626-4B55-BDD2-2146821A7CCD}"/>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1,2</m:t>
                          </m:r>
                        </m:e>
                      </m:d>
                    </m:oMath>
                  </m:oMathPara>
                </a14:m>
                <a:endParaRPr lang="en-GB" sz="2500"/>
              </a:p>
            </p:txBody>
          </p:sp>
        </mc:Choice>
        <mc:Fallback xmlns="">
          <p:sp>
            <p:nvSpPr>
              <p:cNvPr id="93" name="equation_89" descr="(1,2)">
                <a:extLst>
                  <a:ext uri="{FF2B5EF4-FFF2-40B4-BE49-F238E27FC236}">
                    <a16:creationId xmlns:a16="http://schemas.microsoft.com/office/drawing/2014/main" id="{E939675E-5626-4B55-BDD2-2146821A7CCD}"/>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0"/>
                <a:stretch>
                  <a:fillRect b="-28788"/>
                </a:stretch>
              </a:blipFill>
              <a:ln w="0">
                <a:noFill/>
              </a:ln>
            </p:spPr>
            <p:txBody>
              <a:bodyPr/>
              <a:lstStyle/>
              <a:p>
                <a:r>
                  <a:rPr lang="it-IT">
                    <a:noFill/>
                  </a:rPr>
                  <a:t> </a:t>
                </a:r>
              </a:p>
            </p:txBody>
          </p:sp>
        </mc:Fallback>
      </mc:AlternateContent>
      <p:sp>
        <p:nvSpPr>
          <p:cNvPr id="94" name="line_90">
            <a:extLst>
              <a:ext uri="{FF2B5EF4-FFF2-40B4-BE49-F238E27FC236}">
                <a16:creationId xmlns:a16="http://schemas.microsoft.com/office/drawing/2014/main" id="{79570754-4FB4-4448-8C23-F9BF2B9E6923}"/>
              </a:ext>
            </a:extLst>
          </p:cNvPr>
          <p:cNvSpPr>
            <a:spLocks noGrp="1"/>
          </p:cNvSpPr>
          <p:nvPr/>
        </p:nvSpPr>
        <p:spPr>
          <a:xfrm>
            <a:off x="2171700" y="2428875"/>
            <a:ext cx="581025" cy="476"/>
          </a:xfrm>
          <a:prstGeom prst="line">
            <a:avLst/>
          </a:prstGeom>
          <a:noFill/>
          <a:ln w="14288">
            <a:solidFill>
              <a:srgbClr val="235C99"/>
            </a:solidFill>
            <a:tailEnd type="triangle" w="sm" len="sm"/>
          </a:ln>
        </p:spPr>
        <p:txBody>
          <a:bodyPr/>
          <a:lstStyle/>
          <a:p>
            <a:endParaRPr lang="it-IT"/>
          </a:p>
        </p:txBody>
      </p:sp>
      <p:sp>
        <p:nvSpPr>
          <p:cNvPr id="95" name="text_91">
            <a:extLst>
              <a:ext uri="{FF2B5EF4-FFF2-40B4-BE49-F238E27FC236}">
                <a16:creationId xmlns:a16="http://schemas.microsoft.com/office/drawing/2014/main" id="{221B8D93-1748-40CC-BF31-587B21E99F9A}"/>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affine</a:t>
            </a:r>
          </a:p>
        </p:txBody>
      </p:sp>
      <p:sp>
        <p:nvSpPr>
          <p:cNvPr id="96" name="note_box_92">
            <a:extLst>
              <a:ext uri="{FF2B5EF4-FFF2-40B4-BE49-F238E27FC236}">
                <a16:creationId xmlns:a16="http://schemas.microsoft.com/office/drawing/2014/main" id="{45300AAD-0953-46F2-AA12-D111AD5CFAE0}"/>
              </a:ext>
            </a:extLst>
          </p:cNvPr>
          <p:cNvSpPr>
            <a:spLocks noGrp="1"/>
          </p:cNvSpPr>
          <p:nvPr/>
        </p:nvSpPr>
        <p:spPr>
          <a:xfrm>
            <a:off x="278130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97" name="equation_93" descr="\mathbf{a}_1(\mathbf{x})">
                <a:extLst>
                  <a:ext uri="{FF2B5EF4-FFF2-40B4-BE49-F238E27FC236}">
                    <a16:creationId xmlns:a16="http://schemas.microsoft.com/office/drawing/2014/main" id="{1BB5DD16-E319-4132-9F2F-DF51750A5437}"/>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𝐚</m:t>
                          </m:r>
                        </m:e>
                        <m:sub>
                          <m:r>
                            <a:rPr lang="en-GB" sz="2500">
                              <a:solidFill>
                                <a:srgbClr val="AB4910"/>
                              </a:solidFill>
                              <a:latin typeface="Cambria Math"/>
                              <a:ea typeface="Cambria Math"/>
                              <a:cs typeface="Cambria Math"/>
                            </a:rPr>
                            <m:t>1</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97" name="equation_93" descr="\mathbf{a}_1(\mathbf{x})">
                <a:extLst>
                  <a:ext uri="{FF2B5EF4-FFF2-40B4-BE49-F238E27FC236}">
                    <a16:creationId xmlns:a16="http://schemas.microsoft.com/office/drawing/2014/main" id="{1BB5DD16-E319-4132-9F2F-DF51750A5437}"/>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21"/>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8" name="equation_94" descr="(-1,3,1)">
                <a:extLst>
                  <a:ext uri="{FF2B5EF4-FFF2-40B4-BE49-F238E27FC236}">
                    <a16:creationId xmlns:a16="http://schemas.microsoft.com/office/drawing/2014/main" id="{5AE13345-2C53-4ECF-8DD4-76FAA1DF0EB1}"/>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−1,3,1</m:t>
                          </m:r>
                        </m:e>
                      </m:d>
                    </m:oMath>
                  </m:oMathPara>
                </a14:m>
                <a:endParaRPr lang="en-GB" sz="2500"/>
              </a:p>
            </p:txBody>
          </p:sp>
        </mc:Choice>
        <mc:Fallback xmlns="">
          <p:sp>
            <p:nvSpPr>
              <p:cNvPr id="98" name="equation_94" descr="(-1,3,1)">
                <a:extLst>
                  <a:ext uri="{FF2B5EF4-FFF2-40B4-BE49-F238E27FC236}">
                    <a16:creationId xmlns:a16="http://schemas.microsoft.com/office/drawing/2014/main" id="{5AE13345-2C53-4ECF-8DD4-76FAA1DF0EB1}"/>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26"/>
                <a:stretch>
                  <a:fillRect b="-28788"/>
                </a:stretch>
              </a:blipFill>
              <a:ln w="0">
                <a:noFill/>
              </a:ln>
            </p:spPr>
            <p:txBody>
              <a:bodyPr/>
              <a:lstStyle/>
              <a:p>
                <a:r>
                  <a:rPr lang="it-IT">
                    <a:noFill/>
                  </a:rPr>
                  <a:t> </a:t>
                </a:r>
              </a:p>
            </p:txBody>
          </p:sp>
        </mc:Fallback>
      </mc:AlternateContent>
      <p:sp>
        <p:nvSpPr>
          <p:cNvPr id="99" name="line_95">
            <a:extLst>
              <a:ext uri="{FF2B5EF4-FFF2-40B4-BE49-F238E27FC236}">
                <a16:creationId xmlns:a16="http://schemas.microsoft.com/office/drawing/2014/main" id="{E567635A-0636-4CA6-822F-211F82FAFA21}"/>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100" name="text_96">
            <a:extLst>
              <a:ext uri="{FF2B5EF4-FFF2-40B4-BE49-F238E27FC236}">
                <a16:creationId xmlns:a16="http://schemas.microsoft.com/office/drawing/2014/main" id="{15DD68A8-985D-4A2D-8B8D-0891DC44D44D}"/>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01" name="note_box_97">
            <a:extLst>
              <a:ext uri="{FF2B5EF4-FFF2-40B4-BE49-F238E27FC236}">
                <a16:creationId xmlns:a16="http://schemas.microsoft.com/office/drawing/2014/main" id="{8FA96DAA-6BF1-4298-97E4-90EAE606E41D}"/>
              </a:ext>
            </a:extLst>
          </p:cNvPr>
          <p:cNvSpPr>
            <a:spLocks noGrp="1"/>
          </p:cNvSpPr>
          <p:nvPr/>
        </p:nvSpPr>
        <p:spPr>
          <a:xfrm>
            <a:off x="52006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02" name="equation_98" descr="\boldsymbol{\phi}_1(\mathbf{x})">
                <a:extLst>
                  <a:ext uri="{FF2B5EF4-FFF2-40B4-BE49-F238E27FC236}">
                    <a16:creationId xmlns:a16="http://schemas.microsoft.com/office/drawing/2014/main" id="{F25DD19F-2FED-4C52-9040-7D1EC8E354C0}"/>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02" name="equation_98" descr="\boldsymbol{\phi}_1(\mathbf{x})">
                <a:extLst>
                  <a:ext uri="{FF2B5EF4-FFF2-40B4-BE49-F238E27FC236}">
                    <a16:creationId xmlns:a16="http://schemas.microsoft.com/office/drawing/2014/main" id="{F25DD19F-2FED-4C52-9040-7D1EC8E354C0}"/>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3" name="equation_99" descr="?">
                <a:extLst>
                  <a:ext uri="{FF2B5EF4-FFF2-40B4-BE49-F238E27FC236}">
                    <a16:creationId xmlns:a16="http://schemas.microsoft.com/office/drawing/2014/main" id="{B2247463-B708-4E56-8DE2-BD0F1DC990AD}"/>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03" name="equation_99" descr="?">
                <a:extLst>
                  <a:ext uri="{FF2B5EF4-FFF2-40B4-BE49-F238E27FC236}">
                    <a16:creationId xmlns:a16="http://schemas.microsoft.com/office/drawing/2014/main" id="{B2247463-B708-4E56-8DE2-BD0F1DC990AD}"/>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9"/>
                <a:stretch>
                  <a:fillRect b="-3030"/>
                </a:stretch>
              </a:blipFill>
              <a:ln w="0">
                <a:noFill/>
              </a:ln>
            </p:spPr>
            <p:txBody>
              <a:bodyPr/>
              <a:lstStyle/>
              <a:p>
                <a:r>
                  <a:rPr lang="it-IT">
                    <a:noFill/>
                  </a:rPr>
                  <a:t> </a:t>
                </a:r>
              </a:p>
            </p:txBody>
          </p:sp>
        </mc:Fallback>
      </mc:AlternateContent>
      <p:sp>
        <p:nvSpPr>
          <p:cNvPr id="104" name="line_100">
            <a:extLst>
              <a:ext uri="{FF2B5EF4-FFF2-40B4-BE49-F238E27FC236}">
                <a16:creationId xmlns:a16="http://schemas.microsoft.com/office/drawing/2014/main" id="{128CD932-EF40-4FF7-9F67-4BB26995FBBB}"/>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105" name="text_101">
            <a:extLst>
              <a:ext uri="{FF2B5EF4-FFF2-40B4-BE49-F238E27FC236}">
                <a16:creationId xmlns:a16="http://schemas.microsoft.com/office/drawing/2014/main" id="{629E340C-8CB8-4AB8-BD16-79E3814640F8}"/>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06" name="note_box_102">
            <a:extLst>
              <a:ext uri="{FF2B5EF4-FFF2-40B4-BE49-F238E27FC236}">
                <a16:creationId xmlns:a16="http://schemas.microsoft.com/office/drawing/2014/main" id="{6FBF3A62-4488-4FA6-85E7-38EFF615EB38}"/>
              </a:ext>
            </a:extLst>
          </p:cNvPr>
          <p:cNvSpPr>
            <a:spLocks noGrp="1"/>
          </p:cNvSpPr>
          <p:nvPr/>
        </p:nvSpPr>
        <p:spPr>
          <a:xfrm>
            <a:off x="76200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07" name="equation_103" descr="\mathbf{a}_2(\mathbf{x})">
                <a:extLst>
                  <a:ext uri="{FF2B5EF4-FFF2-40B4-BE49-F238E27FC236}">
                    <a16:creationId xmlns:a16="http://schemas.microsoft.com/office/drawing/2014/main" id="{49CBAEA9-CE3A-4EE6-9523-20A15C161DFF}"/>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2</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07" name="equation_103" descr="\mathbf{a}_2(\mathbf{x})">
                <a:extLst>
                  <a:ext uri="{FF2B5EF4-FFF2-40B4-BE49-F238E27FC236}">
                    <a16:creationId xmlns:a16="http://schemas.microsoft.com/office/drawing/2014/main" id="{49CBAEA9-CE3A-4EE6-9523-20A15C161DFF}"/>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1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8" name="equation_104" descr="?">
                <a:extLst>
                  <a:ext uri="{FF2B5EF4-FFF2-40B4-BE49-F238E27FC236}">
                    <a16:creationId xmlns:a16="http://schemas.microsoft.com/office/drawing/2014/main" id="{F1C4E36F-308C-40D3-8E7A-42E36424E2E0}"/>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08" name="equation_104" descr="?">
                <a:extLst>
                  <a:ext uri="{FF2B5EF4-FFF2-40B4-BE49-F238E27FC236}">
                    <a16:creationId xmlns:a16="http://schemas.microsoft.com/office/drawing/2014/main" id="{F1C4E36F-308C-40D3-8E7A-42E36424E2E0}"/>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11"/>
                <a:stretch>
                  <a:fillRect b="-3030"/>
                </a:stretch>
              </a:blipFill>
              <a:ln w="0">
                <a:noFill/>
              </a:ln>
            </p:spPr>
            <p:txBody>
              <a:bodyPr/>
              <a:lstStyle/>
              <a:p>
                <a:r>
                  <a:rPr lang="it-IT">
                    <a:noFill/>
                  </a:rPr>
                  <a:t> </a:t>
                </a:r>
              </a:p>
            </p:txBody>
          </p:sp>
        </mc:Fallback>
      </mc:AlternateContent>
      <p:sp>
        <p:nvSpPr>
          <p:cNvPr id="109" name="line_105">
            <a:extLst>
              <a:ext uri="{FF2B5EF4-FFF2-40B4-BE49-F238E27FC236}">
                <a16:creationId xmlns:a16="http://schemas.microsoft.com/office/drawing/2014/main" id="{F5A52610-DB8F-4187-AAE9-66D407A92016}"/>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110" name="text_106">
            <a:extLst>
              <a:ext uri="{FF2B5EF4-FFF2-40B4-BE49-F238E27FC236}">
                <a16:creationId xmlns:a16="http://schemas.microsoft.com/office/drawing/2014/main" id="{CBE3B347-5682-4AFB-9935-EE33DF897C92}"/>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11" name="note_box_107">
            <a:extLst>
              <a:ext uri="{FF2B5EF4-FFF2-40B4-BE49-F238E27FC236}">
                <a16:creationId xmlns:a16="http://schemas.microsoft.com/office/drawing/2014/main" id="{2FFC91B0-84F1-462B-A3AB-27A48D80A101}"/>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2" name="equation_108" descr="\mathcal{L}_{\mathrm{sq}}">
                <a:extLst>
                  <a:ext uri="{FF2B5EF4-FFF2-40B4-BE49-F238E27FC236}">
                    <a16:creationId xmlns:a16="http://schemas.microsoft.com/office/drawing/2014/main" id="{C687BE97-B1A5-46C8-9BA4-1E48E4D0B8BB}"/>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112" name="equation_108" descr="\mathcal{L}_{\mathrm{sq}}">
                <a:extLst>
                  <a:ext uri="{FF2B5EF4-FFF2-40B4-BE49-F238E27FC236}">
                    <a16:creationId xmlns:a16="http://schemas.microsoft.com/office/drawing/2014/main" id="{C687BE97-B1A5-46C8-9BA4-1E48E4D0B8BB}"/>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3" name="equation_109" descr="?">
                <a:extLst>
                  <a:ext uri="{FF2B5EF4-FFF2-40B4-BE49-F238E27FC236}">
                    <a16:creationId xmlns:a16="http://schemas.microsoft.com/office/drawing/2014/main" id="{E4C22823-A4F7-4983-A60B-52B2B8D901E7}"/>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13" name="equation_109" descr="?">
                <a:extLst>
                  <a:ext uri="{FF2B5EF4-FFF2-40B4-BE49-F238E27FC236}">
                    <a16:creationId xmlns:a16="http://schemas.microsoft.com/office/drawing/2014/main" id="{E4C22823-A4F7-4983-A60B-52B2B8D901E7}"/>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114" name="note_box_110">
            <a:extLst>
              <a:ext uri="{FF2B5EF4-FFF2-40B4-BE49-F238E27FC236}">
                <a16:creationId xmlns:a16="http://schemas.microsoft.com/office/drawing/2014/main" id="{950FF5C7-413F-4D2E-B38B-B6412B1B3783}"/>
              </a:ext>
            </a:extLst>
          </p:cNvPr>
          <p:cNvSpPr>
            <a:spLocks noGrp="1"/>
          </p:cNvSpPr>
          <p:nvPr/>
        </p:nvSpPr>
        <p:spPr>
          <a:xfrm>
            <a:off x="1123950" y="3552825"/>
            <a:ext cx="2990850" cy="105727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5" name="equation_111" descr="\mathbf W_1=\begin{pmatrix}1&amp;2&amp;-1\\-1&amp;0&amp;1\end{pmatrix}">
                <a:extLst>
                  <a:ext uri="{FF2B5EF4-FFF2-40B4-BE49-F238E27FC236}">
                    <a16:creationId xmlns:a16="http://schemas.microsoft.com/office/drawing/2014/main" id="{AF0F15BB-89D2-43BB-B98A-01298B8CB62D}"/>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235C99"/>
                              </a:solidFill>
                              <a:latin typeface="Cambria Math"/>
                              <a:ea typeface="Cambria Math"/>
                              <a:cs typeface="Cambria Math"/>
                            </a:rPr>
                          </m:ctrlPr>
                        </m:sSubPr>
                        <m:e>
                          <m:r>
                            <a:rPr lang="en-GB" sz="2400">
                              <a:solidFill>
                                <a:srgbClr val="235C99"/>
                              </a:solidFill>
                              <a:latin typeface="Cambria Math"/>
                              <a:ea typeface="Cambria Math"/>
                              <a:cs typeface="Cambria Math"/>
                            </a:rPr>
                            <m:t>𝐖</m:t>
                          </m:r>
                        </m:e>
                        <m:sub>
                          <m:r>
                            <a:rPr lang="en-GB" sz="2400">
                              <a:solidFill>
                                <a:srgbClr val="235C99"/>
                              </a:solidFill>
                              <a:latin typeface="Cambria Math"/>
                              <a:ea typeface="Cambria Math"/>
                              <a:cs typeface="Cambria Math"/>
                            </a:rPr>
                            <m:t>1</m:t>
                          </m:r>
                        </m:sub>
                      </m:sSub>
                      <m:r>
                        <a:rPr lang="en-GB" sz="2400">
                          <a:solidFill>
                            <a:srgbClr val="235C99"/>
                          </a:solidFill>
                          <a:latin typeface="Cambria Math"/>
                          <a:ea typeface="Cambria Math"/>
                          <a:cs typeface="Cambria Math"/>
                        </a:rPr>
                        <m:t>=</m:t>
                      </m:r>
                      <m:d>
                        <m:dPr>
                          <m:ctrlPr>
                            <a:rPr lang="en-GB" sz="2400" i="1">
                              <a:solidFill>
                                <a:srgbClr val="235C99"/>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235C99"/>
                                  </a:solidFill>
                                  <a:latin typeface="Cambria Math" panose="02040503050406030204" pitchFamily="18" charset="0"/>
                                  <a:ea typeface="Cambria Math"/>
                                  <a:cs typeface="Cambria Math"/>
                                </a:rPr>
                              </m:ctrlPr>
                            </m:mPr>
                            <m:mr>
                              <m:e>
                                <m:r>
                                  <a:rPr lang="en-GB" sz="2400">
                                    <a:solidFill>
                                      <a:srgbClr val="235C99"/>
                                    </a:solidFill>
                                    <a:latin typeface="Cambria Math"/>
                                    <a:ea typeface="Cambria Math"/>
                                    <a:cs typeface="Cambria Math"/>
                                  </a:rPr>
                                  <m:t>1</m:t>
                                </m:r>
                              </m:e>
                              <m:e>
                                <m:r>
                                  <a:rPr lang="en-GB" sz="2400">
                                    <a:solidFill>
                                      <a:srgbClr val="235C99"/>
                                    </a:solidFill>
                                    <a:latin typeface="Cambria Math"/>
                                    <a:ea typeface="Cambria Math"/>
                                    <a:cs typeface="Cambria Math"/>
                                  </a:rPr>
                                  <m:t>2</m:t>
                                </m:r>
                              </m:e>
                              <m:e>
                                <m:r>
                                  <a:rPr lang="en-GB" sz="2400">
                                    <a:solidFill>
                                      <a:srgbClr val="235C99"/>
                                    </a:solidFill>
                                    <a:latin typeface="Cambria Math"/>
                                    <a:ea typeface="Cambria Math"/>
                                    <a:cs typeface="Cambria Math"/>
                                  </a:rPr>
                                  <m:t>−1</m:t>
                                </m:r>
                              </m:e>
                            </m:mr>
                            <m:mr>
                              <m:e>
                                <m:r>
                                  <a:rPr lang="en-GB" sz="2400">
                                    <a:solidFill>
                                      <a:srgbClr val="235C99"/>
                                    </a:solidFill>
                                    <a:latin typeface="Cambria Math"/>
                                    <a:ea typeface="Cambria Math"/>
                                    <a:cs typeface="Cambria Math"/>
                                  </a:rPr>
                                  <m:t>−1</m:t>
                                </m:r>
                              </m:e>
                              <m:e>
                                <m:r>
                                  <a:rPr lang="en-GB" sz="2400">
                                    <a:solidFill>
                                      <a:srgbClr val="235C99"/>
                                    </a:solidFill>
                                    <a:latin typeface="Cambria Math"/>
                                    <a:ea typeface="Cambria Math"/>
                                    <a:cs typeface="Cambria Math"/>
                                  </a:rPr>
                                  <m:t>0</m:t>
                                </m:r>
                              </m:e>
                              <m:e>
                                <m:r>
                                  <a:rPr lang="en-GB" sz="2400">
                                    <a:solidFill>
                                      <a:srgbClr val="235C99"/>
                                    </a:solidFill>
                                    <a:latin typeface="Cambria Math"/>
                                    <a:ea typeface="Cambria Math"/>
                                    <a:cs typeface="Cambria Math"/>
                                  </a:rPr>
                                  <m:t>1</m:t>
                                </m:r>
                              </m:e>
                            </m:mr>
                          </m:m>
                        </m:e>
                      </m:d>
                    </m:oMath>
                  </m:oMathPara>
                </a14:m>
                <a:endParaRPr lang="en-GB" sz="2400"/>
              </a:p>
            </p:txBody>
          </p:sp>
        </mc:Choice>
        <mc:Fallback xmlns="">
          <p:sp>
            <p:nvSpPr>
              <p:cNvPr id="115" name="equation_111" descr="\mathbf W_1=\begin{pmatrix}1&amp;2&amp;-1\\-1&amp;0&amp;1\end{pmatrix}">
                <a:extLst>
                  <a:ext uri="{FF2B5EF4-FFF2-40B4-BE49-F238E27FC236}">
                    <a16:creationId xmlns:a16="http://schemas.microsoft.com/office/drawing/2014/main" id="{AF0F15BB-89D2-43BB-B98A-01298B8CB62D}"/>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23"/>
                <a:stretch>
                  <a:fillRect/>
                </a:stretch>
              </a:blipFill>
              <a:ln w="0">
                <a:noFill/>
              </a:ln>
            </p:spPr>
            <p:txBody>
              <a:bodyPr/>
              <a:lstStyle/>
              <a:p>
                <a:r>
                  <a:rPr lang="it-IT">
                    <a:noFill/>
                  </a:rPr>
                  <a:t> </a:t>
                </a:r>
              </a:p>
            </p:txBody>
          </p:sp>
        </mc:Fallback>
      </mc:AlternateContent>
      <p:sp>
        <p:nvSpPr>
          <p:cNvPr id="116" name="note_box_112">
            <a:extLst>
              <a:ext uri="{FF2B5EF4-FFF2-40B4-BE49-F238E27FC236}">
                <a16:creationId xmlns:a16="http://schemas.microsoft.com/office/drawing/2014/main" id="{D718ADD8-E4C1-4F0B-B356-4FCCB06AF102}"/>
              </a:ext>
            </a:extLst>
          </p:cNvPr>
          <p:cNvSpPr>
            <a:spLocks noGrp="1"/>
          </p:cNvSpPr>
          <p:nvPr/>
        </p:nvSpPr>
        <p:spPr>
          <a:xfrm>
            <a:off x="4200525" y="3724275"/>
            <a:ext cx="2295525" cy="7048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7" name="equation_113" descr="\mathbf b_1=(0,1,0)">
                <a:extLst>
                  <a:ext uri="{FF2B5EF4-FFF2-40B4-BE49-F238E27FC236}">
                    <a16:creationId xmlns:a16="http://schemas.microsoft.com/office/drawing/2014/main" id="{58A09F45-E307-4E16-ABA8-996CAA6E821B}"/>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𝐛</m:t>
                          </m:r>
                        </m:e>
                        <m:sub>
                          <m:r>
                            <a:rPr lang="en-GB" sz="2500">
                              <a:solidFill>
                                <a:srgbClr val="235C99"/>
                              </a:solidFill>
                              <a:latin typeface="Cambria Math"/>
                              <a:ea typeface="Cambria Math"/>
                              <a:cs typeface="Cambria Math"/>
                            </a:rPr>
                            <m:t>1</m:t>
                          </m:r>
                        </m:sub>
                      </m:sSub>
                      <m:r>
                        <a:rPr lang="en-GB" sz="2500">
                          <a:solidFill>
                            <a:srgbClr val="235C99"/>
                          </a:solidFill>
                          <a:latin typeface="Cambria Math"/>
                          <a:ea typeface="Cambria Math"/>
                          <a:cs typeface="Cambria Math"/>
                        </a:rPr>
                        <m:t>=</m:t>
                      </m:r>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0,1,0</m:t>
                          </m:r>
                        </m:e>
                      </m:d>
                    </m:oMath>
                  </m:oMathPara>
                </a14:m>
                <a:endParaRPr lang="en-GB" sz="2500"/>
              </a:p>
            </p:txBody>
          </p:sp>
        </mc:Choice>
        <mc:Fallback xmlns="">
          <p:sp>
            <p:nvSpPr>
              <p:cNvPr id="117" name="equation_113" descr="\mathbf b_1=(0,1,0)">
                <a:extLst>
                  <a:ext uri="{FF2B5EF4-FFF2-40B4-BE49-F238E27FC236}">
                    <a16:creationId xmlns:a16="http://schemas.microsoft.com/office/drawing/2014/main" id="{58A09F45-E307-4E16-ABA8-996CAA6E821B}"/>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24"/>
                <a:stretch>
                  <a:fillRect b="-3093"/>
                </a:stretch>
              </a:blipFill>
              <a:ln w="0">
                <a:noFill/>
              </a:ln>
            </p:spPr>
            <p:txBody>
              <a:bodyPr/>
              <a:lstStyle/>
              <a:p>
                <a:r>
                  <a:rPr lang="it-IT">
                    <a:noFill/>
                  </a:rPr>
                  <a:t> </a:t>
                </a:r>
              </a:p>
            </p:txBody>
          </p:sp>
        </mc:Fallback>
      </mc:AlternateContent>
      <p:sp>
        <p:nvSpPr>
          <p:cNvPr id="118" name="note_box_114">
            <a:extLst>
              <a:ext uri="{FF2B5EF4-FFF2-40B4-BE49-F238E27FC236}">
                <a16:creationId xmlns:a16="http://schemas.microsoft.com/office/drawing/2014/main" id="{861C1952-F8DC-47B8-9441-2F867B8EFD1C}"/>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9" name="equation_115" descr="\mathbf W_2=\begin{pmatrix}2\\-1\\1/2\end{pmatrix}">
                <a:extLst>
                  <a:ext uri="{FF2B5EF4-FFF2-40B4-BE49-F238E27FC236}">
                    <a16:creationId xmlns:a16="http://schemas.microsoft.com/office/drawing/2014/main" id="{7F3F39E5-0E48-4E84-8C83-842FF778407D}"/>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119" name="equation_115" descr="\mathbf W_2=\begin{pmatrix}2\\-1\\1/2\end{pmatrix}">
                <a:extLst>
                  <a:ext uri="{FF2B5EF4-FFF2-40B4-BE49-F238E27FC236}">
                    <a16:creationId xmlns:a16="http://schemas.microsoft.com/office/drawing/2014/main" id="{7F3F39E5-0E48-4E84-8C83-842FF778407D}"/>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120" name="note_box_116">
            <a:extLst>
              <a:ext uri="{FF2B5EF4-FFF2-40B4-BE49-F238E27FC236}">
                <a16:creationId xmlns:a16="http://schemas.microsoft.com/office/drawing/2014/main" id="{1DC4133E-CF33-4BFF-B5F0-1516A2769ED1}"/>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1" name="equation_117" descr="b_2=-1">
                <a:extLst>
                  <a:ext uri="{FF2B5EF4-FFF2-40B4-BE49-F238E27FC236}">
                    <a16:creationId xmlns:a16="http://schemas.microsoft.com/office/drawing/2014/main" id="{01F2C52D-B9AC-43F1-A480-11D253E8AB1D}"/>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121" name="equation_117" descr="b_2=-1">
                <a:extLst>
                  <a:ext uri="{FF2B5EF4-FFF2-40B4-BE49-F238E27FC236}">
                    <a16:creationId xmlns:a16="http://schemas.microsoft.com/office/drawing/2014/main" id="{01F2C52D-B9AC-43F1-A480-11D253E8AB1D}"/>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2" name="equation_118" descr="y=-3">
                <a:extLst>
                  <a:ext uri="{FF2B5EF4-FFF2-40B4-BE49-F238E27FC236}">
                    <a16:creationId xmlns:a16="http://schemas.microsoft.com/office/drawing/2014/main" id="{CAB688D5-5D03-4724-8B73-76F59AFB41D4}"/>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122" name="equation_118" descr="y=-3">
                <a:extLst>
                  <a:ext uri="{FF2B5EF4-FFF2-40B4-BE49-F238E27FC236}">
                    <a16:creationId xmlns:a16="http://schemas.microsoft.com/office/drawing/2014/main" id="{CAB688D5-5D03-4724-8B73-76F59AFB41D4}"/>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123" name="line_119">
            <a:extLst>
              <a:ext uri="{FF2B5EF4-FFF2-40B4-BE49-F238E27FC236}">
                <a16:creationId xmlns:a16="http://schemas.microsoft.com/office/drawing/2014/main" id="{5389877D-23D6-4CF5-B1AA-A58F818CB069}"/>
              </a:ext>
            </a:extLst>
          </p:cNvPr>
          <p:cNvSpPr>
            <a:spLocks noGrp="1"/>
          </p:cNvSpPr>
          <p:nvPr/>
        </p:nvSpPr>
        <p:spPr>
          <a:xfrm flipV="1">
            <a:off x="2619375" y="2924175"/>
            <a:ext cx="923925" cy="609600"/>
          </a:xfrm>
          <a:prstGeom prst="line">
            <a:avLst/>
          </a:prstGeom>
          <a:noFill/>
          <a:ln w="16193">
            <a:solidFill>
              <a:srgbClr val="235C99"/>
            </a:solidFill>
            <a:tailEnd type="triangle" w="sm" len="sm"/>
          </a:ln>
        </p:spPr>
        <p:txBody>
          <a:bodyPr/>
          <a:lstStyle/>
          <a:p>
            <a:endParaRPr lang="it-IT"/>
          </a:p>
        </p:txBody>
      </p:sp>
      <p:sp>
        <p:nvSpPr>
          <p:cNvPr id="124" name="line_120">
            <a:extLst>
              <a:ext uri="{FF2B5EF4-FFF2-40B4-BE49-F238E27FC236}">
                <a16:creationId xmlns:a16="http://schemas.microsoft.com/office/drawing/2014/main" id="{C5065D46-0FC9-41B1-B282-56DFDE6C01B3}"/>
              </a:ext>
            </a:extLst>
          </p:cNvPr>
          <p:cNvSpPr>
            <a:spLocks noGrp="1"/>
          </p:cNvSpPr>
          <p:nvPr/>
        </p:nvSpPr>
        <p:spPr>
          <a:xfrm flipH="1" flipV="1">
            <a:off x="3810000" y="2924175"/>
            <a:ext cx="1524000" cy="781050"/>
          </a:xfrm>
          <a:prstGeom prst="line">
            <a:avLst/>
          </a:prstGeom>
          <a:noFill/>
          <a:ln w="16193">
            <a:solidFill>
              <a:srgbClr val="235C99"/>
            </a:solidFill>
            <a:tailEnd type="triangle" w="sm" len="sm"/>
          </a:ln>
        </p:spPr>
        <p:txBody>
          <a:bodyPr/>
          <a:lstStyle/>
          <a:p>
            <a:endParaRPr lang="it-IT"/>
          </a:p>
        </p:txBody>
      </p:sp>
      <p:sp>
        <p:nvSpPr>
          <p:cNvPr id="125" name="line_121">
            <a:extLst>
              <a:ext uri="{FF2B5EF4-FFF2-40B4-BE49-F238E27FC236}">
                <a16:creationId xmlns:a16="http://schemas.microsoft.com/office/drawing/2014/main" id="{20B4EFBD-936D-48EE-ABAC-A845C15F695C}"/>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126" name="line_122">
            <a:extLst>
              <a:ext uri="{FF2B5EF4-FFF2-40B4-BE49-F238E27FC236}">
                <a16:creationId xmlns:a16="http://schemas.microsoft.com/office/drawing/2014/main" id="{5E9BCC19-A6E7-4A13-B814-3227AF9D3CA1}"/>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127" name="line_123">
            <a:extLst>
              <a:ext uri="{FF2B5EF4-FFF2-40B4-BE49-F238E27FC236}">
                <a16:creationId xmlns:a16="http://schemas.microsoft.com/office/drawing/2014/main" id="{B8A54B60-66C5-4195-A732-41BD7A5654DC}"/>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128" name="note_brace_124">
            <a:extLst>
              <a:ext uri="{FF2B5EF4-FFF2-40B4-BE49-F238E27FC236}">
                <a16:creationId xmlns:a16="http://schemas.microsoft.com/office/drawing/2014/main" id="{785A14C3-FBC6-453D-A583-6CFE4E22FC74}"/>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129" name="text_125">
            <a:extLst>
              <a:ext uri="{FF2B5EF4-FFF2-40B4-BE49-F238E27FC236}">
                <a16:creationId xmlns:a16="http://schemas.microsoft.com/office/drawing/2014/main" id="{D070D4CF-789E-4CD4-923B-63CCEBDAB432}"/>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30" name="note_brace_126">
            <a:extLst>
              <a:ext uri="{FF2B5EF4-FFF2-40B4-BE49-F238E27FC236}">
                <a16:creationId xmlns:a16="http://schemas.microsoft.com/office/drawing/2014/main" id="{E9675412-4365-4BA0-9C2B-B168F94E0BD4}"/>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131" name="text_127">
            <a:extLst>
              <a:ext uri="{FF2B5EF4-FFF2-40B4-BE49-F238E27FC236}">
                <a16:creationId xmlns:a16="http://schemas.microsoft.com/office/drawing/2014/main" id="{78BE0466-AB7C-40D0-AAD9-46DBA426DB7A}"/>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32" name="equation_128" descr="\mathbf a_1(\mathbf{x})=\boldsymbol\phi_0(\mathbf{x})\mathbf W_1+\mathbf b_1=(-1,2,1)+(0,1,0)=(-1,3,1)">
                <a:extLst>
                  <a:ext uri="{FF2B5EF4-FFF2-40B4-BE49-F238E27FC236}">
                    <a16:creationId xmlns:a16="http://schemas.microsoft.com/office/drawing/2014/main" id="{1751BF9C-03D7-40B8-A103-E0ABD6020DB1}"/>
                  </a:ext>
                </a:extLst>
              </p:cNvPr>
              <p:cNvSpPr>
                <a:spLocks noGrp="1"/>
              </p:cNvSpPr>
              <p:nvPr/>
            </p:nvSpPr>
            <p:spPr>
              <a:xfrm>
                <a:off x="571500" y="5467350"/>
                <a:ext cx="110490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𝐚</m:t>
                          </m:r>
                        </m:e>
                        <m:sub>
                          <m:r>
                            <a:rPr lang="en-GB" sz="2600">
                              <a:solidFill>
                                <a:srgbClr val="AB4910"/>
                              </a:solidFill>
                              <a:latin typeface="Cambria Math"/>
                              <a:ea typeface="Cambria Math"/>
                              <a:cs typeface="Cambria Math"/>
                            </a:rPr>
                            <m:t>1</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𝐱</m:t>
                          </m:r>
                        </m:e>
                      </m:d>
                      <m:r>
                        <a:rPr lang="en-GB" sz="2600">
                          <a:solidFill>
                            <a:srgbClr val="AB4910"/>
                          </a:solidFill>
                          <a:latin typeface="Cambria Math"/>
                          <a:ea typeface="Cambria Math"/>
                          <a:cs typeface="Cambria Math"/>
                        </a:rPr>
                        <m:t>=</m:t>
                      </m:r>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𝛟</m:t>
                          </m:r>
                        </m:e>
                        <m:sub>
                          <m:r>
                            <a:rPr lang="en-GB" sz="2600">
                              <a:solidFill>
                                <a:srgbClr val="AB4910"/>
                              </a:solidFill>
                              <a:latin typeface="Cambria Math"/>
                              <a:ea typeface="Cambria Math"/>
                              <a:cs typeface="Cambria Math"/>
                            </a:rPr>
                            <m:t>0</m:t>
                          </m:r>
                        </m:sub>
                      </m:sSub>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𝐱</m:t>
                          </m:r>
                        </m:e>
                      </m:d>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𝐖</m:t>
                          </m:r>
                        </m:e>
                        <m:sub>
                          <m:r>
                            <a:rPr lang="en-GB" sz="2600">
                              <a:solidFill>
                                <a:srgbClr val="AB4910"/>
                              </a:solidFill>
                              <a:latin typeface="Cambria Math"/>
                              <a:ea typeface="Cambria Math"/>
                              <a:cs typeface="Cambria Math"/>
                            </a:rPr>
                            <m:t>1</m:t>
                          </m:r>
                        </m:sub>
                      </m:sSub>
                      <m:r>
                        <a:rPr lang="en-GB" sz="2600">
                          <a:solidFill>
                            <a:srgbClr val="AB4910"/>
                          </a:solidFill>
                          <a:latin typeface="Cambria Math"/>
                          <a:ea typeface="Cambria Math"/>
                          <a:cs typeface="Cambria Math"/>
                        </a:rPr>
                        <m:t>+</m:t>
                      </m:r>
                      <m:sSub>
                        <m:sSubPr>
                          <m:ctrlPr>
                            <a:rPr lang="en-GB" sz="2600">
                              <a:solidFill>
                                <a:srgbClr val="AB4910"/>
                              </a:solidFill>
                              <a:latin typeface="Cambria Math"/>
                              <a:ea typeface="Cambria Math"/>
                              <a:cs typeface="Cambria Math"/>
                            </a:rPr>
                          </m:ctrlPr>
                        </m:sSubPr>
                        <m:e>
                          <m:r>
                            <a:rPr lang="en-GB" sz="2600">
                              <a:solidFill>
                                <a:srgbClr val="AB4910"/>
                              </a:solidFill>
                              <a:latin typeface="Cambria Math"/>
                              <a:ea typeface="Cambria Math"/>
                              <a:cs typeface="Cambria Math"/>
                            </a:rPr>
                            <m:t>𝐛</m:t>
                          </m:r>
                        </m:e>
                        <m:sub>
                          <m:r>
                            <a:rPr lang="en-GB" sz="2600">
                              <a:solidFill>
                                <a:srgbClr val="AB4910"/>
                              </a:solidFill>
                              <a:latin typeface="Cambria Math"/>
                              <a:ea typeface="Cambria Math"/>
                              <a:cs typeface="Cambria Math"/>
                            </a:rPr>
                            <m:t>1</m:t>
                          </m:r>
                        </m:sub>
                      </m:sSub>
                      <m:r>
                        <a:rPr lang="en-GB" sz="2600">
                          <a:solidFill>
                            <a:srgbClr val="AB4910"/>
                          </a:solidFill>
                          <a:latin typeface="Cambria Math"/>
                          <a:ea typeface="Cambria Math"/>
                          <a:cs typeface="Cambria Math"/>
                        </a:rPr>
                        <m:t>=</m:t>
                      </m:r>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−1,2,1</m:t>
                          </m:r>
                        </m:e>
                      </m:d>
                      <m:r>
                        <a:rPr lang="en-GB" sz="2600">
                          <a:solidFill>
                            <a:srgbClr val="AB4910"/>
                          </a:solidFill>
                          <a:latin typeface="Cambria Math"/>
                          <a:ea typeface="Cambria Math"/>
                          <a:cs typeface="Cambria Math"/>
                        </a:rPr>
                        <m:t>+</m:t>
                      </m:r>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0,1,0</m:t>
                          </m:r>
                        </m:e>
                      </m:d>
                      <m:r>
                        <a:rPr lang="en-GB" sz="2600">
                          <a:solidFill>
                            <a:srgbClr val="AB4910"/>
                          </a:solidFill>
                          <a:latin typeface="Cambria Math"/>
                          <a:ea typeface="Cambria Math"/>
                          <a:cs typeface="Cambria Math"/>
                        </a:rPr>
                        <m:t>=</m:t>
                      </m:r>
                      <m:d>
                        <m:dPr>
                          <m:ctrlPr>
                            <a:rPr lang="en-GB" sz="2600">
                              <a:solidFill>
                                <a:srgbClr val="AB4910"/>
                              </a:solidFill>
                              <a:latin typeface="Cambria Math"/>
                              <a:ea typeface="Cambria Math"/>
                              <a:cs typeface="Cambria Math"/>
                            </a:rPr>
                          </m:ctrlPr>
                        </m:dPr>
                        <m:e>
                          <m:r>
                            <a:rPr lang="en-GB" sz="2600">
                              <a:solidFill>
                                <a:srgbClr val="AB4910"/>
                              </a:solidFill>
                              <a:latin typeface="Cambria Math"/>
                              <a:ea typeface="Cambria Math"/>
                              <a:cs typeface="Cambria Math"/>
                            </a:rPr>
                            <m:t>−1,3,1</m:t>
                          </m:r>
                        </m:e>
                      </m:d>
                    </m:oMath>
                  </m:oMathPara>
                </a14:m>
                <a:endParaRPr lang="en-GB" sz="2600"/>
              </a:p>
            </p:txBody>
          </p:sp>
        </mc:Choice>
        <mc:Fallback xmlns="">
          <p:sp>
            <p:nvSpPr>
              <p:cNvPr id="132" name="equation_128" descr="\mathbf a_1(\mathbf{x})=\boldsymbol\phi_0(\mathbf{x})\mathbf W_1+\mathbf b_1=(-1,2,1)+(0,1,0)=(-1,3,1)">
                <a:extLst>
                  <a:ext uri="{FF2B5EF4-FFF2-40B4-BE49-F238E27FC236}">
                    <a16:creationId xmlns:a16="http://schemas.microsoft.com/office/drawing/2014/main" id="{1751BF9C-03D7-40B8-A103-E0ABD6020DB1}"/>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27"/>
                <a:stretch>
                  <a:fillRect/>
                </a:stretch>
              </a:blipFill>
              <a:ln w="0">
                <a:noFill/>
              </a:ln>
            </p:spPr>
            <p:txBody>
              <a:bodyPr/>
              <a:lstStyle/>
              <a:p>
                <a:r>
                  <a:rPr lang="it-IT">
                    <a:noFill/>
                  </a:rPr>
                  <a:t> </a:t>
                </a:r>
              </a:p>
            </p:txBody>
          </p:sp>
        </mc:Fallback>
      </mc:AlternateContent>
      <p:sp>
        <p:nvSpPr>
          <p:cNvPr id="133" name="shape_129">
            <a:extLst>
              <a:ext uri="{FF2B5EF4-FFF2-40B4-BE49-F238E27FC236}">
                <a16:creationId xmlns:a16="http://schemas.microsoft.com/office/drawing/2014/main" id="{BEF2C041-8C10-4322-B3BD-F3992723C7AA}"/>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34" name="note_box_130">
            <a:extLst>
              <a:ext uri="{FF2B5EF4-FFF2-40B4-BE49-F238E27FC236}">
                <a16:creationId xmlns:a16="http://schemas.microsoft.com/office/drawing/2014/main" id="{80A6570E-8F0C-4631-ABB7-ED94AE49F101}"/>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5" name="equation_131" descr="\boldsymbol{\phi}_0(\mathbf{x})">
                <a:extLst>
                  <a:ext uri="{FF2B5EF4-FFF2-40B4-BE49-F238E27FC236}">
                    <a16:creationId xmlns:a16="http://schemas.microsoft.com/office/drawing/2014/main" id="{2C7EADE5-041E-4FC5-A4D4-FC5E2E827122}"/>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35" name="equation_131" descr="\boldsymbol{\phi}_0(\mathbf{x})">
                <a:extLst>
                  <a:ext uri="{FF2B5EF4-FFF2-40B4-BE49-F238E27FC236}">
                    <a16:creationId xmlns:a16="http://schemas.microsoft.com/office/drawing/2014/main" id="{2C7EADE5-041E-4FC5-A4D4-FC5E2E827122}"/>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6" name="equation_132" descr="(1,2)">
                <a:extLst>
                  <a:ext uri="{FF2B5EF4-FFF2-40B4-BE49-F238E27FC236}">
                    <a16:creationId xmlns:a16="http://schemas.microsoft.com/office/drawing/2014/main" id="{BEA27F3B-E62B-4862-89FA-1322C2F04738}"/>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136" name="equation_132" descr="(1,2)">
                <a:extLst>
                  <a:ext uri="{FF2B5EF4-FFF2-40B4-BE49-F238E27FC236}">
                    <a16:creationId xmlns:a16="http://schemas.microsoft.com/office/drawing/2014/main" id="{BEA27F3B-E62B-4862-89FA-1322C2F04738}"/>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137" name="line_133">
            <a:extLst>
              <a:ext uri="{FF2B5EF4-FFF2-40B4-BE49-F238E27FC236}">
                <a16:creationId xmlns:a16="http://schemas.microsoft.com/office/drawing/2014/main" id="{A2DFB962-9D34-4AAA-A435-02AEC352C171}"/>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138" name="text_134">
            <a:extLst>
              <a:ext uri="{FF2B5EF4-FFF2-40B4-BE49-F238E27FC236}">
                <a16:creationId xmlns:a16="http://schemas.microsoft.com/office/drawing/2014/main" id="{D1A042E9-1925-4097-A494-FAC47FD67FD3}"/>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39" name="note_box_135">
            <a:extLst>
              <a:ext uri="{FF2B5EF4-FFF2-40B4-BE49-F238E27FC236}">
                <a16:creationId xmlns:a16="http://schemas.microsoft.com/office/drawing/2014/main" id="{4C788771-C23A-4A05-B4C7-ECEAEC7BBFD8}"/>
              </a:ext>
            </a:extLst>
          </p:cNvPr>
          <p:cNvSpPr>
            <a:spLocks noGrp="1"/>
          </p:cNvSpPr>
          <p:nvPr/>
        </p:nvSpPr>
        <p:spPr>
          <a:xfrm>
            <a:off x="278130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40" name="equation_136" descr="\mathbf{a}_1(\mathbf{x})">
                <a:extLst>
                  <a:ext uri="{FF2B5EF4-FFF2-40B4-BE49-F238E27FC236}">
                    <a16:creationId xmlns:a16="http://schemas.microsoft.com/office/drawing/2014/main" id="{7C58B824-144D-4051-A54F-C269B6C124FF}"/>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𝐚</m:t>
                          </m:r>
                        </m:e>
                        <m:sub>
                          <m:r>
                            <a:rPr lang="en-GB" sz="2500">
                              <a:solidFill>
                                <a:srgbClr val="235C99"/>
                              </a:solidFill>
                              <a:latin typeface="Cambria Math"/>
                              <a:ea typeface="Cambria Math"/>
                              <a:cs typeface="Cambria Math"/>
                            </a:rPr>
                            <m:t>1</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140" name="equation_136" descr="\mathbf{a}_1(\mathbf{x})">
                <a:extLst>
                  <a:ext uri="{FF2B5EF4-FFF2-40B4-BE49-F238E27FC236}">
                    <a16:creationId xmlns:a16="http://schemas.microsoft.com/office/drawing/2014/main" id="{7C58B824-144D-4051-A54F-C269B6C124FF}"/>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3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1" name="equation_137" descr="(-1,3,1)">
                <a:extLst>
                  <a:ext uri="{FF2B5EF4-FFF2-40B4-BE49-F238E27FC236}">
                    <a16:creationId xmlns:a16="http://schemas.microsoft.com/office/drawing/2014/main" id="{D4FA48DB-0597-4943-8AB7-7B7FA4AD1FC9}"/>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−1,3,1</m:t>
                          </m:r>
                        </m:e>
                      </m:d>
                    </m:oMath>
                  </m:oMathPara>
                </a14:m>
                <a:endParaRPr lang="en-GB" sz="2500"/>
              </a:p>
            </p:txBody>
          </p:sp>
        </mc:Choice>
        <mc:Fallback xmlns="">
          <p:sp>
            <p:nvSpPr>
              <p:cNvPr id="141" name="equation_137" descr="(-1,3,1)">
                <a:extLst>
                  <a:ext uri="{FF2B5EF4-FFF2-40B4-BE49-F238E27FC236}">
                    <a16:creationId xmlns:a16="http://schemas.microsoft.com/office/drawing/2014/main" id="{D4FA48DB-0597-4943-8AB7-7B7FA4AD1FC9}"/>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1"/>
                <a:stretch>
                  <a:fillRect b="-28788"/>
                </a:stretch>
              </a:blipFill>
              <a:ln w="0">
                <a:noFill/>
              </a:ln>
            </p:spPr>
            <p:txBody>
              <a:bodyPr/>
              <a:lstStyle/>
              <a:p>
                <a:r>
                  <a:rPr lang="it-IT">
                    <a:noFill/>
                  </a:rPr>
                  <a:t> </a:t>
                </a:r>
              </a:p>
            </p:txBody>
          </p:sp>
        </mc:Fallback>
      </mc:AlternateContent>
      <p:sp>
        <p:nvSpPr>
          <p:cNvPr id="142" name="line_138">
            <a:extLst>
              <a:ext uri="{FF2B5EF4-FFF2-40B4-BE49-F238E27FC236}">
                <a16:creationId xmlns:a16="http://schemas.microsoft.com/office/drawing/2014/main" id="{FE11280B-D8FA-4F8F-821A-9C90B714F6A2}"/>
              </a:ext>
            </a:extLst>
          </p:cNvPr>
          <p:cNvSpPr>
            <a:spLocks noGrp="1"/>
          </p:cNvSpPr>
          <p:nvPr/>
        </p:nvSpPr>
        <p:spPr>
          <a:xfrm>
            <a:off x="4591050" y="2428875"/>
            <a:ext cx="581025" cy="476"/>
          </a:xfrm>
          <a:prstGeom prst="line">
            <a:avLst/>
          </a:prstGeom>
          <a:noFill/>
          <a:ln w="14288">
            <a:solidFill>
              <a:srgbClr val="235C99"/>
            </a:solidFill>
            <a:tailEnd type="triangle" w="sm" len="sm"/>
          </a:ln>
        </p:spPr>
        <p:txBody>
          <a:bodyPr/>
          <a:lstStyle/>
          <a:p>
            <a:endParaRPr lang="it-IT"/>
          </a:p>
        </p:txBody>
      </p:sp>
      <p:sp>
        <p:nvSpPr>
          <p:cNvPr id="143" name="text_139">
            <a:extLst>
              <a:ext uri="{FF2B5EF4-FFF2-40B4-BE49-F238E27FC236}">
                <a16:creationId xmlns:a16="http://schemas.microsoft.com/office/drawing/2014/main" id="{D32604A1-1156-4E39-A050-480E9FD6A9D2}"/>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ReLU</a:t>
            </a:r>
          </a:p>
        </p:txBody>
      </p:sp>
      <p:sp>
        <p:nvSpPr>
          <p:cNvPr id="144" name="note_box_140">
            <a:extLst>
              <a:ext uri="{FF2B5EF4-FFF2-40B4-BE49-F238E27FC236}">
                <a16:creationId xmlns:a16="http://schemas.microsoft.com/office/drawing/2014/main" id="{82586C44-6291-428D-99D9-C25AF642CE9C}"/>
              </a:ext>
            </a:extLst>
          </p:cNvPr>
          <p:cNvSpPr>
            <a:spLocks noGrp="1"/>
          </p:cNvSpPr>
          <p:nvPr/>
        </p:nvSpPr>
        <p:spPr>
          <a:xfrm>
            <a:off x="520065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45" name="equation_141" descr="\boldsymbol{\phi}_1(\mathbf{x})">
                <a:extLst>
                  <a:ext uri="{FF2B5EF4-FFF2-40B4-BE49-F238E27FC236}">
                    <a16:creationId xmlns:a16="http://schemas.microsoft.com/office/drawing/2014/main" id="{BB48BD80-1E70-4A40-B61D-43D7D32A39FB}"/>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𝛟</m:t>
                          </m:r>
                        </m:e>
                        <m:sub>
                          <m:r>
                            <a:rPr lang="en-GB" sz="2500">
                              <a:solidFill>
                                <a:srgbClr val="AB4910"/>
                              </a:solidFill>
                              <a:latin typeface="Cambria Math"/>
                              <a:ea typeface="Cambria Math"/>
                              <a:cs typeface="Cambria Math"/>
                            </a:rPr>
                            <m:t>1</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145" name="equation_141" descr="\boldsymbol{\phi}_1(\mathbf{x})">
                <a:extLst>
                  <a:ext uri="{FF2B5EF4-FFF2-40B4-BE49-F238E27FC236}">
                    <a16:creationId xmlns:a16="http://schemas.microsoft.com/office/drawing/2014/main" id="{BB48BD80-1E70-4A40-B61D-43D7D32A39FB}"/>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32"/>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6" name="equation_142" descr="?">
                <a:extLst>
                  <a:ext uri="{FF2B5EF4-FFF2-40B4-BE49-F238E27FC236}">
                    <a16:creationId xmlns:a16="http://schemas.microsoft.com/office/drawing/2014/main" id="{8D89598D-68A6-40D6-8F5B-1198EAC0D656}"/>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B4910"/>
                          </a:solidFill>
                          <a:latin typeface="Cambria Math"/>
                          <a:ea typeface="Cambria Math"/>
                          <a:cs typeface="Cambria Math"/>
                        </a:rPr>
                        <m:t>?</m:t>
                      </m:r>
                    </m:oMath>
                  </m:oMathPara>
                </a14:m>
                <a:endParaRPr lang="en-GB" sz="2500"/>
              </a:p>
            </p:txBody>
          </p:sp>
        </mc:Choice>
        <mc:Fallback xmlns="">
          <p:sp>
            <p:nvSpPr>
              <p:cNvPr id="146" name="equation_142" descr="?">
                <a:extLst>
                  <a:ext uri="{FF2B5EF4-FFF2-40B4-BE49-F238E27FC236}">
                    <a16:creationId xmlns:a16="http://schemas.microsoft.com/office/drawing/2014/main" id="{8D89598D-68A6-40D6-8F5B-1198EAC0D656}"/>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33"/>
                <a:stretch>
                  <a:fillRect b="-3030"/>
                </a:stretch>
              </a:blipFill>
              <a:ln w="0">
                <a:noFill/>
              </a:ln>
            </p:spPr>
            <p:txBody>
              <a:bodyPr/>
              <a:lstStyle/>
              <a:p>
                <a:r>
                  <a:rPr lang="it-IT">
                    <a:noFill/>
                  </a:rPr>
                  <a:t> </a:t>
                </a:r>
              </a:p>
            </p:txBody>
          </p:sp>
        </mc:Fallback>
      </mc:AlternateContent>
      <p:sp>
        <p:nvSpPr>
          <p:cNvPr id="147" name="line_143">
            <a:extLst>
              <a:ext uri="{FF2B5EF4-FFF2-40B4-BE49-F238E27FC236}">
                <a16:creationId xmlns:a16="http://schemas.microsoft.com/office/drawing/2014/main" id="{8BF4AB56-8E4D-4BEB-B549-182E29EF6A0F}"/>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148" name="text_144">
            <a:extLst>
              <a:ext uri="{FF2B5EF4-FFF2-40B4-BE49-F238E27FC236}">
                <a16:creationId xmlns:a16="http://schemas.microsoft.com/office/drawing/2014/main" id="{23E3F075-7EEF-42CB-80B9-E1276F97C20A}"/>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49" name="note_box_145">
            <a:extLst>
              <a:ext uri="{FF2B5EF4-FFF2-40B4-BE49-F238E27FC236}">
                <a16:creationId xmlns:a16="http://schemas.microsoft.com/office/drawing/2014/main" id="{4FA8F320-A62C-4062-AD7C-3BCA7B13BF9C}"/>
              </a:ext>
            </a:extLst>
          </p:cNvPr>
          <p:cNvSpPr>
            <a:spLocks noGrp="1"/>
          </p:cNvSpPr>
          <p:nvPr/>
        </p:nvSpPr>
        <p:spPr>
          <a:xfrm>
            <a:off x="76200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50" name="equation_146" descr="\mathbf{a}_2(\mathbf{x})">
                <a:extLst>
                  <a:ext uri="{FF2B5EF4-FFF2-40B4-BE49-F238E27FC236}">
                    <a16:creationId xmlns:a16="http://schemas.microsoft.com/office/drawing/2014/main" id="{0AC255A6-7507-46ED-BCCE-477BD855BD20}"/>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2</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50" name="equation_146" descr="\mathbf{a}_2(\mathbf{x})">
                <a:extLst>
                  <a:ext uri="{FF2B5EF4-FFF2-40B4-BE49-F238E27FC236}">
                    <a16:creationId xmlns:a16="http://schemas.microsoft.com/office/drawing/2014/main" id="{0AC255A6-7507-46ED-BCCE-477BD855BD20}"/>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1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1" name="equation_147" descr="?">
                <a:extLst>
                  <a:ext uri="{FF2B5EF4-FFF2-40B4-BE49-F238E27FC236}">
                    <a16:creationId xmlns:a16="http://schemas.microsoft.com/office/drawing/2014/main" id="{6D113795-9CAC-4AFD-9505-C1BD84E421AF}"/>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51" name="equation_147" descr="?">
                <a:extLst>
                  <a:ext uri="{FF2B5EF4-FFF2-40B4-BE49-F238E27FC236}">
                    <a16:creationId xmlns:a16="http://schemas.microsoft.com/office/drawing/2014/main" id="{6D113795-9CAC-4AFD-9505-C1BD84E421AF}"/>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11"/>
                <a:stretch>
                  <a:fillRect b="-3030"/>
                </a:stretch>
              </a:blipFill>
              <a:ln w="0">
                <a:noFill/>
              </a:ln>
            </p:spPr>
            <p:txBody>
              <a:bodyPr/>
              <a:lstStyle/>
              <a:p>
                <a:r>
                  <a:rPr lang="it-IT">
                    <a:noFill/>
                  </a:rPr>
                  <a:t> </a:t>
                </a:r>
              </a:p>
            </p:txBody>
          </p:sp>
        </mc:Fallback>
      </mc:AlternateContent>
      <p:sp>
        <p:nvSpPr>
          <p:cNvPr id="152" name="line_148">
            <a:extLst>
              <a:ext uri="{FF2B5EF4-FFF2-40B4-BE49-F238E27FC236}">
                <a16:creationId xmlns:a16="http://schemas.microsoft.com/office/drawing/2014/main" id="{00C0BE95-FFD6-4203-B140-6BDE43DEC439}"/>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153" name="text_149">
            <a:extLst>
              <a:ext uri="{FF2B5EF4-FFF2-40B4-BE49-F238E27FC236}">
                <a16:creationId xmlns:a16="http://schemas.microsoft.com/office/drawing/2014/main" id="{5F8AE78C-E4EA-4526-8486-3550C76A7C61}"/>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54" name="note_box_150">
            <a:extLst>
              <a:ext uri="{FF2B5EF4-FFF2-40B4-BE49-F238E27FC236}">
                <a16:creationId xmlns:a16="http://schemas.microsoft.com/office/drawing/2014/main" id="{6E11E866-3E00-4E4B-89DD-4D083521CA04}"/>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55" name="equation_151" descr="\mathcal{L}_{\mathrm{sq}}">
                <a:extLst>
                  <a:ext uri="{FF2B5EF4-FFF2-40B4-BE49-F238E27FC236}">
                    <a16:creationId xmlns:a16="http://schemas.microsoft.com/office/drawing/2014/main" id="{CB604067-85CE-4668-BAC1-9888AC9DD7B9}"/>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155" name="equation_151" descr="\mathcal{L}_{\mathrm{sq}}">
                <a:extLst>
                  <a:ext uri="{FF2B5EF4-FFF2-40B4-BE49-F238E27FC236}">
                    <a16:creationId xmlns:a16="http://schemas.microsoft.com/office/drawing/2014/main" id="{CB604067-85CE-4668-BAC1-9888AC9DD7B9}"/>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6" name="equation_152" descr="?">
                <a:extLst>
                  <a:ext uri="{FF2B5EF4-FFF2-40B4-BE49-F238E27FC236}">
                    <a16:creationId xmlns:a16="http://schemas.microsoft.com/office/drawing/2014/main" id="{06E159D9-3E0E-477B-B4D5-8E5FD680E376}"/>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56" name="equation_152" descr="?">
                <a:extLst>
                  <a:ext uri="{FF2B5EF4-FFF2-40B4-BE49-F238E27FC236}">
                    <a16:creationId xmlns:a16="http://schemas.microsoft.com/office/drawing/2014/main" id="{06E159D9-3E0E-477B-B4D5-8E5FD680E376}"/>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157" name="note_box_153">
            <a:extLst>
              <a:ext uri="{FF2B5EF4-FFF2-40B4-BE49-F238E27FC236}">
                <a16:creationId xmlns:a16="http://schemas.microsoft.com/office/drawing/2014/main" id="{943A6B36-9B22-4263-BC1F-0861EB314FD0}"/>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58" name="equation_154" descr="\mathbf W_1=\begin{pmatrix}1&amp;2&amp;-1\\-1&amp;0&amp;1\end{pmatrix}">
                <a:extLst>
                  <a:ext uri="{FF2B5EF4-FFF2-40B4-BE49-F238E27FC236}">
                    <a16:creationId xmlns:a16="http://schemas.microsoft.com/office/drawing/2014/main" id="{B7FD7A45-264A-4C51-ADBA-C7F64F40C386}"/>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158" name="equation_154" descr="\mathbf W_1=\begin{pmatrix}1&amp;2&amp;-1\\-1&amp;0&amp;1\end{pmatrix}">
                <a:extLst>
                  <a:ext uri="{FF2B5EF4-FFF2-40B4-BE49-F238E27FC236}">
                    <a16:creationId xmlns:a16="http://schemas.microsoft.com/office/drawing/2014/main" id="{B7FD7A45-264A-4C51-ADBA-C7F64F40C386}"/>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159" name="note_box_155">
            <a:extLst>
              <a:ext uri="{FF2B5EF4-FFF2-40B4-BE49-F238E27FC236}">
                <a16:creationId xmlns:a16="http://schemas.microsoft.com/office/drawing/2014/main" id="{54600E31-E7A5-44FD-96C0-D9D1314BCC39}"/>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0" name="equation_156" descr="\mathbf b_1=(0,1,0)">
                <a:extLst>
                  <a:ext uri="{FF2B5EF4-FFF2-40B4-BE49-F238E27FC236}">
                    <a16:creationId xmlns:a16="http://schemas.microsoft.com/office/drawing/2014/main" id="{8AA6F929-98D1-4759-B54D-99F881AC9B15}"/>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160" name="equation_156" descr="\mathbf b_1=(0,1,0)">
                <a:extLst>
                  <a:ext uri="{FF2B5EF4-FFF2-40B4-BE49-F238E27FC236}">
                    <a16:creationId xmlns:a16="http://schemas.microsoft.com/office/drawing/2014/main" id="{8AA6F929-98D1-4759-B54D-99F881AC9B15}"/>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161" name="note_box_157">
            <a:extLst>
              <a:ext uri="{FF2B5EF4-FFF2-40B4-BE49-F238E27FC236}">
                <a16:creationId xmlns:a16="http://schemas.microsoft.com/office/drawing/2014/main" id="{60E56CF1-7DC0-4BFD-B0F3-913F6A96496F}"/>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2" name="equation_158" descr="\mathbf W_2=\begin{pmatrix}2\\-1\\1/2\end{pmatrix}">
                <a:extLst>
                  <a:ext uri="{FF2B5EF4-FFF2-40B4-BE49-F238E27FC236}">
                    <a16:creationId xmlns:a16="http://schemas.microsoft.com/office/drawing/2014/main" id="{BDB8F1E3-7E98-4442-90D4-BBD0B7A7D284}"/>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162" name="equation_158" descr="\mathbf W_2=\begin{pmatrix}2\\-1\\1/2\end{pmatrix}">
                <a:extLst>
                  <a:ext uri="{FF2B5EF4-FFF2-40B4-BE49-F238E27FC236}">
                    <a16:creationId xmlns:a16="http://schemas.microsoft.com/office/drawing/2014/main" id="{BDB8F1E3-7E98-4442-90D4-BBD0B7A7D284}"/>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163" name="note_box_159">
            <a:extLst>
              <a:ext uri="{FF2B5EF4-FFF2-40B4-BE49-F238E27FC236}">
                <a16:creationId xmlns:a16="http://schemas.microsoft.com/office/drawing/2014/main" id="{40ACDB12-8BF9-4A8D-970F-8F9A83E97FFE}"/>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4" name="equation_160" descr="b_2=-1">
                <a:extLst>
                  <a:ext uri="{FF2B5EF4-FFF2-40B4-BE49-F238E27FC236}">
                    <a16:creationId xmlns:a16="http://schemas.microsoft.com/office/drawing/2014/main" id="{57172E1A-3D77-4713-9FC4-C5BEF98B97CC}"/>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164" name="equation_160" descr="b_2=-1">
                <a:extLst>
                  <a:ext uri="{FF2B5EF4-FFF2-40B4-BE49-F238E27FC236}">
                    <a16:creationId xmlns:a16="http://schemas.microsoft.com/office/drawing/2014/main" id="{57172E1A-3D77-4713-9FC4-C5BEF98B97CC}"/>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5" name="equation_161" descr="y=-3">
                <a:extLst>
                  <a:ext uri="{FF2B5EF4-FFF2-40B4-BE49-F238E27FC236}">
                    <a16:creationId xmlns:a16="http://schemas.microsoft.com/office/drawing/2014/main" id="{C3400A6E-7D12-40C6-94CC-FC303193CB2B}"/>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165" name="equation_161" descr="y=-3">
                <a:extLst>
                  <a:ext uri="{FF2B5EF4-FFF2-40B4-BE49-F238E27FC236}">
                    <a16:creationId xmlns:a16="http://schemas.microsoft.com/office/drawing/2014/main" id="{C3400A6E-7D12-40C6-94CC-FC303193CB2B}"/>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166" name="line_162">
            <a:extLst>
              <a:ext uri="{FF2B5EF4-FFF2-40B4-BE49-F238E27FC236}">
                <a16:creationId xmlns:a16="http://schemas.microsoft.com/office/drawing/2014/main" id="{DBDC9CDE-B840-44D2-B54E-C6618581B3F4}"/>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167" name="line_163">
            <a:extLst>
              <a:ext uri="{FF2B5EF4-FFF2-40B4-BE49-F238E27FC236}">
                <a16:creationId xmlns:a16="http://schemas.microsoft.com/office/drawing/2014/main" id="{A2677184-FA14-4CB4-9D35-C0289C442C95}"/>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168" name="line_164">
            <a:extLst>
              <a:ext uri="{FF2B5EF4-FFF2-40B4-BE49-F238E27FC236}">
                <a16:creationId xmlns:a16="http://schemas.microsoft.com/office/drawing/2014/main" id="{48EAC4E1-9A2A-4C18-8D8B-E1DD068BDF3F}"/>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169" name="line_165">
            <a:extLst>
              <a:ext uri="{FF2B5EF4-FFF2-40B4-BE49-F238E27FC236}">
                <a16:creationId xmlns:a16="http://schemas.microsoft.com/office/drawing/2014/main" id="{D28A19D9-A026-42EA-849D-D46FD30CB9EC}"/>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170" name="line_166">
            <a:extLst>
              <a:ext uri="{FF2B5EF4-FFF2-40B4-BE49-F238E27FC236}">
                <a16:creationId xmlns:a16="http://schemas.microsoft.com/office/drawing/2014/main" id="{6AB9B706-E925-4481-A861-A50CAC9CA2C7}"/>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171" name="note_brace_167">
            <a:extLst>
              <a:ext uri="{FF2B5EF4-FFF2-40B4-BE49-F238E27FC236}">
                <a16:creationId xmlns:a16="http://schemas.microsoft.com/office/drawing/2014/main" id="{D4577BE6-B8CE-4931-A945-E920DBD8435C}"/>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172" name="text_168">
            <a:extLst>
              <a:ext uri="{FF2B5EF4-FFF2-40B4-BE49-F238E27FC236}">
                <a16:creationId xmlns:a16="http://schemas.microsoft.com/office/drawing/2014/main" id="{17538CF2-DA2C-4158-83CA-D478CC3684D0}"/>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73" name="note_brace_169">
            <a:extLst>
              <a:ext uri="{FF2B5EF4-FFF2-40B4-BE49-F238E27FC236}">
                <a16:creationId xmlns:a16="http://schemas.microsoft.com/office/drawing/2014/main" id="{B0895B8B-051A-471B-A723-33BBD7198826}"/>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174" name="text_170">
            <a:extLst>
              <a:ext uri="{FF2B5EF4-FFF2-40B4-BE49-F238E27FC236}">
                <a16:creationId xmlns:a16="http://schemas.microsoft.com/office/drawing/2014/main" id="{7A988041-8F3A-4393-9A42-5650B47AE262}"/>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75" name="text_171">
            <a:extLst>
              <a:ext uri="{FF2B5EF4-FFF2-40B4-BE49-F238E27FC236}">
                <a16:creationId xmlns:a16="http://schemas.microsoft.com/office/drawing/2014/main" id="{CB2EEDE4-6070-4FEA-A7D6-FF30B076BB19}"/>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2025" b="1">
                <a:solidFill>
                  <a:srgbClr val="182D45"/>
                </a:solidFill>
                <a:latin typeface="DejaVu Sans"/>
                <a:ea typeface="DejaVu Sans"/>
                <a:cs typeface="DejaVu Sans"/>
              </a:rPr>
              <a:t>What value belongs in the highlighted box?</a:t>
            </a:r>
          </a:p>
        </p:txBody>
      </p:sp>
      <mc:AlternateContent xmlns:mc="http://schemas.openxmlformats.org/markup-compatibility/2006" xmlns:a14="http://schemas.microsoft.com/office/drawing/2010/main">
        <mc:Choice Requires="a14">
          <p:sp>
            <p:nvSpPr>
              <p:cNvPr id="393" name="forward_question_2">
                <a:extLst>
                  <a:ext uri="{FF2B5EF4-FFF2-40B4-BE49-F238E27FC236}">
                    <a16:creationId xmlns:a16="http://schemas.microsoft.com/office/drawing/2014/main" id="{DA4DE7A5-1596-4CD0-A388-0B7381301E76}"/>
                  </a:ext>
                </a:extLst>
              </p:cNvPr>
              <p:cNvSpPr>
                <a:spLocks noGrp="1"/>
              </p:cNvSpPr>
              <p:nvPr/>
            </p:nvSpPr>
            <p:spPr>
              <a:xfrm>
                <a:off x="571500" y="5467350"/>
                <a:ext cx="11049000" cy="571500"/>
              </a:xfrm>
              <a:prstGeom prst="rect">
                <a:avLst/>
              </a:prstGeom>
              <a:noFill/>
              <a:ln w="0">
                <a:noFill/>
              </a:ln>
            </p:spPr>
            <p:txBody>
              <a:bodyPr wrap="none" lIns="0" tIns="0" rIns="0" bIns="0" anchor="ctr"/>
              <a:lstStyle>
                <a:defPPr algn="ctr">
                  <a:defRPr sz="2400">
                    <a:solidFill>
                      <a:srgbClr val="AB4910"/>
                    </a:solidFill>
                    <a:latin typeface="DejaVu Sans"/>
                    <a:ea typeface="DejaVu Sans"/>
                    <a:cs typeface="DejaVu Sans"/>
                  </a:defRPr>
                </a:defPPr>
              </a:lstStyle>
              <a:p>
                <a:pPr algn="ctr"/>
                <a14:m>
                  <m:oMathPara xmlns:m="http://schemas.openxmlformats.org/officeDocument/2006/math">
                    <m:oMath>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𝛟</m:t>
                          </m:r>
                        </m:e>
                        <m:sub>
                          <m:r>
                            <a:rPr lang="en-GB" sz="2400">
                              <a:solidFill>
                                <a:srgbClr val="AB4910"/>
                              </a:solidFill>
                              <a:latin typeface="Cambria Math"/>
                              <a:ea typeface="Cambria Math"/>
                              <a:cs typeface="Cambria Math"/>
                            </a:rPr>
                            <m:t>1</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r>
                        <a:rPr lang="en-GB" sz="2400">
                          <a:solidFill>
                            <a:srgbClr val="AB4910"/>
                          </a:solidFill>
                          <a:latin typeface="Cambria Math"/>
                          <a:ea typeface="Cambria Math"/>
                          <a:cs typeface="Cambria Math"/>
                        </a:rPr>
                        <m:t>=</m:t>
                      </m:r>
                      <m:r>
                        <m:rPr>
                          <m:sty m:val="p"/>
                        </m:rPr>
                        <a:rPr lang="en-GB" sz="2400">
                          <a:solidFill>
                            <a:srgbClr val="AB4910"/>
                          </a:solidFill>
                          <a:latin typeface="Cambria Math"/>
                          <a:ea typeface="Cambria Math"/>
                          <a:cs typeface="Cambria Math"/>
                        </a:rPr>
                        <m:t>ReLU</m:t>
                      </m:r>
                      <m:d>
                        <m:dPr>
                          <m:ctrlPr>
                            <a:rPr lang="en-GB" sz="2400" i="1">
                              <a:solidFill>
                                <a:srgbClr val="AB4910"/>
                              </a:solidFill>
                              <a:latin typeface="Cambria Math" panose="02040503050406030204" pitchFamily="18" charset="0"/>
                              <a:ea typeface="Cambria Math"/>
                              <a:cs typeface="Cambria Math"/>
                            </a:rPr>
                          </m:ctrlPr>
                        </m:dPr>
                        <m:e>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1</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e>
                      </m:d>
                      <m:r>
                        <a:rPr lang="en-GB" sz="2400">
                          <a:solidFill>
                            <a:srgbClr val="AB4910"/>
                          </a:solidFill>
                          <a:latin typeface="Cambria Math"/>
                          <a:ea typeface="Cambria Math"/>
                          <a:cs typeface="Cambria Math"/>
                        </a:rPr>
                        <m:t>=?</m:t>
                      </m:r>
                    </m:oMath>
                  </m:oMathPara>
                </a14:m>
                <a:endParaRPr/>
              </a:p>
            </p:txBody>
          </p:sp>
        </mc:Choice>
        <mc:Fallback xmlns="">
          <p:sp>
            <p:nvSpPr>
              <p:cNvPr id="393" name="forward_question_2">
                <a:extLst>
                  <a:ext uri="{FF2B5EF4-FFF2-40B4-BE49-F238E27FC236}">
                    <a16:creationId xmlns:a16="http://schemas.microsoft.com/office/drawing/2014/main" id="{DA4DE7A5-1596-4CD0-A388-0B7381301E76}"/>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34"/>
                <a:stretch>
                  <a:fillRect/>
                </a:stretch>
              </a:blipFill>
              <a:ln w="0">
                <a:noFill/>
              </a:ln>
            </p:spPr>
            <p:txBody>
              <a:bodyPr/>
              <a:lstStyle/>
              <a:p>
                <a:r>
                  <a:rPr lang="it-IT">
                    <a:noFill/>
                  </a:rPr>
                  <a:t> </a:t>
                </a:r>
              </a:p>
            </p:txBody>
          </p:sp>
        </mc:Fallback>
      </mc:AlternateContent>
      <p:sp>
        <p:nvSpPr>
          <p:cNvPr id="176" name="shape_172">
            <a:extLst>
              <a:ext uri="{FF2B5EF4-FFF2-40B4-BE49-F238E27FC236}">
                <a16:creationId xmlns:a16="http://schemas.microsoft.com/office/drawing/2014/main" id="{7F1E7929-9098-460B-9667-1AC8F0D8D2D0}"/>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77" name="note_box_173">
            <a:extLst>
              <a:ext uri="{FF2B5EF4-FFF2-40B4-BE49-F238E27FC236}">
                <a16:creationId xmlns:a16="http://schemas.microsoft.com/office/drawing/2014/main" id="{CD47C3CE-F4BA-428A-A665-3FCFFE710EE0}"/>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78" name="equation_174" descr="\boldsymbol{\phi}_0(\mathbf{x})">
                <a:extLst>
                  <a:ext uri="{FF2B5EF4-FFF2-40B4-BE49-F238E27FC236}">
                    <a16:creationId xmlns:a16="http://schemas.microsoft.com/office/drawing/2014/main" id="{823A199C-08EC-41C5-882E-9E0F2964502D}"/>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78" name="equation_174" descr="\boldsymbol{\phi}_0(\mathbf{x})">
                <a:extLst>
                  <a:ext uri="{FF2B5EF4-FFF2-40B4-BE49-F238E27FC236}">
                    <a16:creationId xmlns:a16="http://schemas.microsoft.com/office/drawing/2014/main" id="{823A199C-08EC-41C5-882E-9E0F2964502D}"/>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9" name="equation_175" descr="(1,2)">
                <a:extLst>
                  <a:ext uri="{FF2B5EF4-FFF2-40B4-BE49-F238E27FC236}">
                    <a16:creationId xmlns:a16="http://schemas.microsoft.com/office/drawing/2014/main" id="{DCAF82D0-7D27-4B9D-9857-787C2E6FF554}"/>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179" name="equation_175" descr="(1,2)">
                <a:extLst>
                  <a:ext uri="{FF2B5EF4-FFF2-40B4-BE49-F238E27FC236}">
                    <a16:creationId xmlns:a16="http://schemas.microsoft.com/office/drawing/2014/main" id="{DCAF82D0-7D27-4B9D-9857-787C2E6FF554}"/>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180" name="line_176">
            <a:extLst>
              <a:ext uri="{FF2B5EF4-FFF2-40B4-BE49-F238E27FC236}">
                <a16:creationId xmlns:a16="http://schemas.microsoft.com/office/drawing/2014/main" id="{9A02800B-16B2-4FC7-AE34-FBA3BD248A02}"/>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181" name="text_177">
            <a:extLst>
              <a:ext uri="{FF2B5EF4-FFF2-40B4-BE49-F238E27FC236}">
                <a16:creationId xmlns:a16="http://schemas.microsoft.com/office/drawing/2014/main" id="{A447ACF6-C784-42EE-9B3F-C6D281819F5D}"/>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82" name="note_box_178">
            <a:extLst>
              <a:ext uri="{FF2B5EF4-FFF2-40B4-BE49-F238E27FC236}">
                <a16:creationId xmlns:a16="http://schemas.microsoft.com/office/drawing/2014/main" id="{FA95AB2D-C3A5-4957-920B-C7503CB6E577}"/>
              </a:ext>
            </a:extLst>
          </p:cNvPr>
          <p:cNvSpPr>
            <a:spLocks noGrp="1"/>
          </p:cNvSpPr>
          <p:nvPr/>
        </p:nvSpPr>
        <p:spPr>
          <a:xfrm>
            <a:off x="278130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83" name="equation_179" descr="\mathbf{a}_1(\mathbf{x})">
                <a:extLst>
                  <a:ext uri="{FF2B5EF4-FFF2-40B4-BE49-F238E27FC236}">
                    <a16:creationId xmlns:a16="http://schemas.microsoft.com/office/drawing/2014/main" id="{41437D38-11D0-47CF-818B-B8E759BF3E27}"/>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𝐚</m:t>
                          </m:r>
                        </m:e>
                        <m:sub>
                          <m:r>
                            <a:rPr lang="en-GB" sz="2500">
                              <a:solidFill>
                                <a:srgbClr val="235C99"/>
                              </a:solidFill>
                              <a:latin typeface="Cambria Math"/>
                              <a:ea typeface="Cambria Math"/>
                              <a:cs typeface="Cambria Math"/>
                            </a:rPr>
                            <m:t>1</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183" name="equation_179" descr="\mathbf{a}_1(\mathbf{x})">
                <a:extLst>
                  <a:ext uri="{FF2B5EF4-FFF2-40B4-BE49-F238E27FC236}">
                    <a16:creationId xmlns:a16="http://schemas.microsoft.com/office/drawing/2014/main" id="{41437D38-11D0-47CF-818B-B8E759BF3E27}"/>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3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4" name="equation_180" descr="(-1,3,1)">
                <a:extLst>
                  <a:ext uri="{FF2B5EF4-FFF2-40B4-BE49-F238E27FC236}">
                    <a16:creationId xmlns:a16="http://schemas.microsoft.com/office/drawing/2014/main" id="{E29F1346-8049-4F10-9025-3E9ACF4F3F50}"/>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−1,3,1</m:t>
                          </m:r>
                        </m:e>
                      </m:d>
                    </m:oMath>
                  </m:oMathPara>
                </a14:m>
                <a:endParaRPr lang="en-GB" sz="2500"/>
              </a:p>
            </p:txBody>
          </p:sp>
        </mc:Choice>
        <mc:Fallback xmlns="">
          <p:sp>
            <p:nvSpPr>
              <p:cNvPr id="184" name="equation_180" descr="(-1,3,1)">
                <a:extLst>
                  <a:ext uri="{FF2B5EF4-FFF2-40B4-BE49-F238E27FC236}">
                    <a16:creationId xmlns:a16="http://schemas.microsoft.com/office/drawing/2014/main" id="{E29F1346-8049-4F10-9025-3E9ACF4F3F50}"/>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1"/>
                <a:stretch>
                  <a:fillRect b="-28788"/>
                </a:stretch>
              </a:blipFill>
              <a:ln w="0">
                <a:noFill/>
              </a:ln>
            </p:spPr>
            <p:txBody>
              <a:bodyPr/>
              <a:lstStyle/>
              <a:p>
                <a:r>
                  <a:rPr lang="it-IT">
                    <a:noFill/>
                  </a:rPr>
                  <a:t> </a:t>
                </a:r>
              </a:p>
            </p:txBody>
          </p:sp>
        </mc:Fallback>
      </mc:AlternateContent>
      <p:sp>
        <p:nvSpPr>
          <p:cNvPr id="185" name="line_181">
            <a:extLst>
              <a:ext uri="{FF2B5EF4-FFF2-40B4-BE49-F238E27FC236}">
                <a16:creationId xmlns:a16="http://schemas.microsoft.com/office/drawing/2014/main" id="{E51EA3CB-477F-43F5-B73B-28A6366962F8}"/>
              </a:ext>
            </a:extLst>
          </p:cNvPr>
          <p:cNvSpPr>
            <a:spLocks noGrp="1"/>
          </p:cNvSpPr>
          <p:nvPr/>
        </p:nvSpPr>
        <p:spPr>
          <a:xfrm>
            <a:off x="4591050" y="2428875"/>
            <a:ext cx="581025" cy="476"/>
          </a:xfrm>
          <a:prstGeom prst="line">
            <a:avLst/>
          </a:prstGeom>
          <a:noFill/>
          <a:ln w="14288">
            <a:solidFill>
              <a:srgbClr val="235C99"/>
            </a:solidFill>
            <a:tailEnd type="triangle" w="sm" len="sm"/>
          </a:ln>
        </p:spPr>
        <p:txBody>
          <a:bodyPr/>
          <a:lstStyle/>
          <a:p>
            <a:endParaRPr lang="it-IT"/>
          </a:p>
        </p:txBody>
      </p:sp>
      <p:sp>
        <p:nvSpPr>
          <p:cNvPr id="186" name="text_182">
            <a:extLst>
              <a:ext uri="{FF2B5EF4-FFF2-40B4-BE49-F238E27FC236}">
                <a16:creationId xmlns:a16="http://schemas.microsoft.com/office/drawing/2014/main" id="{C9031329-7D76-44AC-BF45-E8DA5C9F2334}"/>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ReLU</a:t>
            </a:r>
          </a:p>
        </p:txBody>
      </p:sp>
      <p:sp>
        <p:nvSpPr>
          <p:cNvPr id="187" name="note_box_183">
            <a:extLst>
              <a:ext uri="{FF2B5EF4-FFF2-40B4-BE49-F238E27FC236}">
                <a16:creationId xmlns:a16="http://schemas.microsoft.com/office/drawing/2014/main" id="{1B4A90F8-3FD6-43C8-9238-CF0F27C05B41}"/>
              </a:ext>
            </a:extLst>
          </p:cNvPr>
          <p:cNvSpPr>
            <a:spLocks noGrp="1"/>
          </p:cNvSpPr>
          <p:nvPr/>
        </p:nvSpPr>
        <p:spPr>
          <a:xfrm>
            <a:off x="520065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88" name="equation_184" descr="\boldsymbol{\phi}_1(\mathbf{x})">
                <a:extLst>
                  <a:ext uri="{FF2B5EF4-FFF2-40B4-BE49-F238E27FC236}">
                    <a16:creationId xmlns:a16="http://schemas.microsoft.com/office/drawing/2014/main" id="{D59C00CF-1774-4329-8538-F7BC5061AF3E}"/>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𝛟</m:t>
                          </m:r>
                        </m:e>
                        <m:sub>
                          <m:r>
                            <a:rPr lang="en-GB" sz="2500">
                              <a:solidFill>
                                <a:srgbClr val="AB4910"/>
                              </a:solidFill>
                              <a:latin typeface="Cambria Math"/>
                              <a:ea typeface="Cambria Math"/>
                              <a:cs typeface="Cambria Math"/>
                            </a:rPr>
                            <m:t>1</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188" name="equation_184" descr="\boldsymbol{\phi}_1(\mathbf{x})">
                <a:extLst>
                  <a:ext uri="{FF2B5EF4-FFF2-40B4-BE49-F238E27FC236}">
                    <a16:creationId xmlns:a16="http://schemas.microsoft.com/office/drawing/2014/main" id="{D59C00CF-1774-4329-8538-F7BC5061AF3E}"/>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32"/>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9" name="equation_185" descr="(0,3,1)">
                <a:extLst>
                  <a:ext uri="{FF2B5EF4-FFF2-40B4-BE49-F238E27FC236}">
                    <a16:creationId xmlns:a16="http://schemas.microsoft.com/office/drawing/2014/main" id="{F66F62FA-AE8E-4AFF-B615-FAF3AAFD2827}"/>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0,3,1</m:t>
                          </m:r>
                        </m:e>
                      </m:d>
                    </m:oMath>
                  </m:oMathPara>
                </a14:m>
                <a:endParaRPr lang="en-GB" sz="2500"/>
              </a:p>
            </p:txBody>
          </p:sp>
        </mc:Choice>
        <mc:Fallback xmlns="">
          <p:sp>
            <p:nvSpPr>
              <p:cNvPr id="189" name="equation_185" descr="(0,3,1)">
                <a:extLst>
                  <a:ext uri="{FF2B5EF4-FFF2-40B4-BE49-F238E27FC236}">
                    <a16:creationId xmlns:a16="http://schemas.microsoft.com/office/drawing/2014/main" id="{F66F62FA-AE8E-4AFF-B615-FAF3AAFD2827}"/>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35"/>
                <a:stretch>
                  <a:fillRect b="-28788"/>
                </a:stretch>
              </a:blipFill>
              <a:ln w="0">
                <a:noFill/>
              </a:ln>
            </p:spPr>
            <p:txBody>
              <a:bodyPr/>
              <a:lstStyle/>
              <a:p>
                <a:r>
                  <a:rPr lang="it-IT">
                    <a:noFill/>
                  </a:rPr>
                  <a:t> </a:t>
                </a:r>
              </a:p>
            </p:txBody>
          </p:sp>
        </mc:Fallback>
      </mc:AlternateContent>
      <p:sp>
        <p:nvSpPr>
          <p:cNvPr id="190" name="line_186">
            <a:extLst>
              <a:ext uri="{FF2B5EF4-FFF2-40B4-BE49-F238E27FC236}">
                <a16:creationId xmlns:a16="http://schemas.microsoft.com/office/drawing/2014/main" id="{88012B54-2AB6-4966-8DAD-B61531D4346A}"/>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191" name="text_187">
            <a:extLst>
              <a:ext uri="{FF2B5EF4-FFF2-40B4-BE49-F238E27FC236}">
                <a16:creationId xmlns:a16="http://schemas.microsoft.com/office/drawing/2014/main" id="{EFCA7436-C0CE-4B5A-A809-D9DBA5A7C905}"/>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92" name="note_box_188">
            <a:extLst>
              <a:ext uri="{FF2B5EF4-FFF2-40B4-BE49-F238E27FC236}">
                <a16:creationId xmlns:a16="http://schemas.microsoft.com/office/drawing/2014/main" id="{55ABD3BF-1019-4D6B-8954-91E33FD8BA0E}"/>
              </a:ext>
            </a:extLst>
          </p:cNvPr>
          <p:cNvSpPr>
            <a:spLocks noGrp="1"/>
          </p:cNvSpPr>
          <p:nvPr/>
        </p:nvSpPr>
        <p:spPr>
          <a:xfrm>
            <a:off x="76200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3" name="equation_189" descr="\mathbf{a}_2(\mathbf{x})">
                <a:extLst>
                  <a:ext uri="{FF2B5EF4-FFF2-40B4-BE49-F238E27FC236}">
                    <a16:creationId xmlns:a16="http://schemas.microsoft.com/office/drawing/2014/main" id="{8BD883ED-6FC7-42A1-9FFA-EF1E6F29635B}"/>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2</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193" name="equation_189" descr="\mathbf{a}_2(\mathbf{x})">
                <a:extLst>
                  <a:ext uri="{FF2B5EF4-FFF2-40B4-BE49-F238E27FC236}">
                    <a16:creationId xmlns:a16="http://schemas.microsoft.com/office/drawing/2014/main" id="{8BD883ED-6FC7-42A1-9FFA-EF1E6F29635B}"/>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1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4" name="equation_190" descr="?">
                <a:extLst>
                  <a:ext uri="{FF2B5EF4-FFF2-40B4-BE49-F238E27FC236}">
                    <a16:creationId xmlns:a16="http://schemas.microsoft.com/office/drawing/2014/main" id="{1B352E2E-72AA-40C3-A258-47C32AEF2995}"/>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94" name="equation_190" descr="?">
                <a:extLst>
                  <a:ext uri="{FF2B5EF4-FFF2-40B4-BE49-F238E27FC236}">
                    <a16:creationId xmlns:a16="http://schemas.microsoft.com/office/drawing/2014/main" id="{1B352E2E-72AA-40C3-A258-47C32AEF2995}"/>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11"/>
                <a:stretch>
                  <a:fillRect b="-3030"/>
                </a:stretch>
              </a:blipFill>
              <a:ln w="0">
                <a:noFill/>
              </a:ln>
            </p:spPr>
            <p:txBody>
              <a:bodyPr/>
              <a:lstStyle/>
              <a:p>
                <a:r>
                  <a:rPr lang="it-IT">
                    <a:noFill/>
                  </a:rPr>
                  <a:t> </a:t>
                </a:r>
              </a:p>
            </p:txBody>
          </p:sp>
        </mc:Fallback>
      </mc:AlternateContent>
      <p:sp>
        <p:nvSpPr>
          <p:cNvPr id="195" name="line_191">
            <a:extLst>
              <a:ext uri="{FF2B5EF4-FFF2-40B4-BE49-F238E27FC236}">
                <a16:creationId xmlns:a16="http://schemas.microsoft.com/office/drawing/2014/main" id="{448A6D1F-B905-4A06-B2E6-E0F4A96014A9}"/>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196" name="text_192">
            <a:extLst>
              <a:ext uri="{FF2B5EF4-FFF2-40B4-BE49-F238E27FC236}">
                <a16:creationId xmlns:a16="http://schemas.microsoft.com/office/drawing/2014/main" id="{E63EAD3E-275F-4B42-AC70-AB0199456C3B}"/>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97" name="note_box_193">
            <a:extLst>
              <a:ext uri="{FF2B5EF4-FFF2-40B4-BE49-F238E27FC236}">
                <a16:creationId xmlns:a16="http://schemas.microsoft.com/office/drawing/2014/main" id="{54923B83-784A-4C91-BBB6-14B50F3CA721}"/>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8" name="equation_194" descr="\mathcal{L}_{\mathrm{sq}}">
                <a:extLst>
                  <a:ext uri="{FF2B5EF4-FFF2-40B4-BE49-F238E27FC236}">
                    <a16:creationId xmlns:a16="http://schemas.microsoft.com/office/drawing/2014/main" id="{D1D8E595-8924-47C2-972B-7E23A11FABFF}"/>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198" name="equation_194" descr="\mathcal{L}_{\mathrm{sq}}">
                <a:extLst>
                  <a:ext uri="{FF2B5EF4-FFF2-40B4-BE49-F238E27FC236}">
                    <a16:creationId xmlns:a16="http://schemas.microsoft.com/office/drawing/2014/main" id="{D1D8E595-8924-47C2-972B-7E23A11FABFF}"/>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9" name="equation_195" descr="?">
                <a:extLst>
                  <a:ext uri="{FF2B5EF4-FFF2-40B4-BE49-F238E27FC236}">
                    <a16:creationId xmlns:a16="http://schemas.microsoft.com/office/drawing/2014/main" id="{55272ECC-B270-41B4-AFFA-35717FE60E02}"/>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199" name="equation_195" descr="?">
                <a:extLst>
                  <a:ext uri="{FF2B5EF4-FFF2-40B4-BE49-F238E27FC236}">
                    <a16:creationId xmlns:a16="http://schemas.microsoft.com/office/drawing/2014/main" id="{55272ECC-B270-41B4-AFFA-35717FE60E02}"/>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200" name="note_box_196">
            <a:extLst>
              <a:ext uri="{FF2B5EF4-FFF2-40B4-BE49-F238E27FC236}">
                <a16:creationId xmlns:a16="http://schemas.microsoft.com/office/drawing/2014/main" id="{C554B2FB-C40D-44BB-97D2-F78D4C73E1D5}"/>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1" name="equation_197" descr="\mathbf W_1=\begin{pmatrix}1&amp;2&amp;-1\\-1&amp;0&amp;1\end{pmatrix}">
                <a:extLst>
                  <a:ext uri="{FF2B5EF4-FFF2-40B4-BE49-F238E27FC236}">
                    <a16:creationId xmlns:a16="http://schemas.microsoft.com/office/drawing/2014/main" id="{12E952A9-03E8-4BD3-B908-0DAA00D8EAB3}"/>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201" name="equation_197" descr="\mathbf W_1=\begin{pmatrix}1&amp;2&amp;-1\\-1&amp;0&amp;1\end{pmatrix}">
                <a:extLst>
                  <a:ext uri="{FF2B5EF4-FFF2-40B4-BE49-F238E27FC236}">
                    <a16:creationId xmlns:a16="http://schemas.microsoft.com/office/drawing/2014/main" id="{12E952A9-03E8-4BD3-B908-0DAA00D8EAB3}"/>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202" name="note_box_198">
            <a:extLst>
              <a:ext uri="{FF2B5EF4-FFF2-40B4-BE49-F238E27FC236}">
                <a16:creationId xmlns:a16="http://schemas.microsoft.com/office/drawing/2014/main" id="{80E0A17F-EB17-482F-B10C-933EA92BF0A0}"/>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3" name="equation_199" descr="\mathbf b_1=(0,1,0)">
                <a:extLst>
                  <a:ext uri="{FF2B5EF4-FFF2-40B4-BE49-F238E27FC236}">
                    <a16:creationId xmlns:a16="http://schemas.microsoft.com/office/drawing/2014/main" id="{163F4B7C-34C4-4010-BF5B-2431C1E32FC5}"/>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203" name="equation_199" descr="\mathbf b_1=(0,1,0)">
                <a:extLst>
                  <a:ext uri="{FF2B5EF4-FFF2-40B4-BE49-F238E27FC236}">
                    <a16:creationId xmlns:a16="http://schemas.microsoft.com/office/drawing/2014/main" id="{163F4B7C-34C4-4010-BF5B-2431C1E32FC5}"/>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204" name="note_box_200">
            <a:extLst>
              <a:ext uri="{FF2B5EF4-FFF2-40B4-BE49-F238E27FC236}">
                <a16:creationId xmlns:a16="http://schemas.microsoft.com/office/drawing/2014/main" id="{ADDC84E9-D66F-4921-A72B-C1D2E2FF18D8}"/>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5" name="equation_201" descr="\mathbf W_2=\begin{pmatrix}2\\-1\\1/2\end{pmatrix}">
                <a:extLst>
                  <a:ext uri="{FF2B5EF4-FFF2-40B4-BE49-F238E27FC236}">
                    <a16:creationId xmlns:a16="http://schemas.microsoft.com/office/drawing/2014/main" id="{701B3EBB-A32F-48DC-B2FB-458A6E77B968}"/>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205" name="equation_201" descr="\mathbf W_2=\begin{pmatrix}2\\-1\\1/2\end{pmatrix}">
                <a:extLst>
                  <a:ext uri="{FF2B5EF4-FFF2-40B4-BE49-F238E27FC236}">
                    <a16:creationId xmlns:a16="http://schemas.microsoft.com/office/drawing/2014/main" id="{701B3EBB-A32F-48DC-B2FB-458A6E77B968}"/>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206" name="note_box_202">
            <a:extLst>
              <a:ext uri="{FF2B5EF4-FFF2-40B4-BE49-F238E27FC236}">
                <a16:creationId xmlns:a16="http://schemas.microsoft.com/office/drawing/2014/main" id="{4A680809-33A1-42B5-AEA3-1B5323FF2144}"/>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7" name="equation_203" descr="b_2=-1">
                <a:extLst>
                  <a:ext uri="{FF2B5EF4-FFF2-40B4-BE49-F238E27FC236}">
                    <a16:creationId xmlns:a16="http://schemas.microsoft.com/office/drawing/2014/main" id="{3BE49F51-1079-482C-95E5-5A100A3EE027}"/>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207" name="equation_203" descr="b_2=-1">
                <a:extLst>
                  <a:ext uri="{FF2B5EF4-FFF2-40B4-BE49-F238E27FC236}">
                    <a16:creationId xmlns:a16="http://schemas.microsoft.com/office/drawing/2014/main" id="{3BE49F51-1079-482C-95E5-5A100A3EE027}"/>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8" name="equation_204" descr="y=-3">
                <a:extLst>
                  <a:ext uri="{FF2B5EF4-FFF2-40B4-BE49-F238E27FC236}">
                    <a16:creationId xmlns:a16="http://schemas.microsoft.com/office/drawing/2014/main" id="{2E9B952D-D5A4-4B3E-A1DA-D37D719D325A}"/>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208" name="equation_204" descr="y=-3">
                <a:extLst>
                  <a:ext uri="{FF2B5EF4-FFF2-40B4-BE49-F238E27FC236}">
                    <a16:creationId xmlns:a16="http://schemas.microsoft.com/office/drawing/2014/main" id="{2E9B952D-D5A4-4B3E-A1DA-D37D719D325A}"/>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209" name="line_205">
            <a:extLst>
              <a:ext uri="{FF2B5EF4-FFF2-40B4-BE49-F238E27FC236}">
                <a16:creationId xmlns:a16="http://schemas.microsoft.com/office/drawing/2014/main" id="{7EF28FAA-7E41-44BB-B799-086C1F16DB80}"/>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210" name="line_206">
            <a:extLst>
              <a:ext uri="{FF2B5EF4-FFF2-40B4-BE49-F238E27FC236}">
                <a16:creationId xmlns:a16="http://schemas.microsoft.com/office/drawing/2014/main" id="{0EAAADDB-8E0E-4461-9C17-EBF1CE90DCDB}"/>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211" name="line_207">
            <a:extLst>
              <a:ext uri="{FF2B5EF4-FFF2-40B4-BE49-F238E27FC236}">
                <a16:creationId xmlns:a16="http://schemas.microsoft.com/office/drawing/2014/main" id="{D10C2159-0A08-45AA-8A74-06C2A9169C2C}"/>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212" name="line_208">
            <a:extLst>
              <a:ext uri="{FF2B5EF4-FFF2-40B4-BE49-F238E27FC236}">
                <a16:creationId xmlns:a16="http://schemas.microsoft.com/office/drawing/2014/main" id="{8A491D35-21B8-4F18-94D1-88026B19F6E2}"/>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213" name="line_209">
            <a:extLst>
              <a:ext uri="{FF2B5EF4-FFF2-40B4-BE49-F238E27FC236}">
                <a16:creationId xmlns:a16="http://schemas.microsoft.com/office/drawing/2014/main" id="{B204EE66-4D93-46AB-B1C4-79EFE80103CA}"/>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214" name="note_brace_210">
            <a:extLst>
              <a:ext uri="{FF2B5EF4-FFF2-40B4-BE49-F238E27FC236}">
                <a16:creationId xmlns:a16="http://schemas.microsoft.com/office/drawing/2014/main" id="{BC1F4705-6145-43BE-ABB1-B660764B5E71}"/>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215" name="text_211">
            <a:extLst>
              <a:ext uri="{FF2B5EF4-FFF2-40B4-BE49-F238E27FC236}">
                <a16:creationId xmlns:a16="http://schemas.microsoft.com/office/drawing/2014/main" id="{F808C139-29C2-408F-AD49-4346140D3943}"/>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16" name="note_brace_212">
            <a:extLst>
              <a:ext uri="{FF2B5EF4-FFF2-40B4-BE49-F238E27FC236}">
                <a16:creationId xmlns:a16="http://schemas.microsoft.com/office/drawing/2014/main" id="{83F96600-AEEA-481A-A133-BFE1306C36E9}"/>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217" name="text_213">
            <a:extLst>
              <a:ext uri="{FF2B5EF4-FFF2-40B4-BE49-F238E27FC236}">
                <a16:creationId xmlns:a16="http://schemas.microsoft.com/office/drawing/2014/main" id="{6BECFA82-C4CC-4096-BD82-B7142EBC894B}"/>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218" name="equation_214" descr="\boldsymbol\phi_1(\mathbf{x})=\mathrm{ReLU}(\mathbf a_1(\mathbf{x}))=\mathrm{ReLU}(-1,3,1)=(0,3,1)">
                <a:extLst>
                  <a:ext uri="{FF2B5EF4-FFF2-40B4-BE49-F238E27FC236}">
                    <a16:creationId xmlns:a16="http://schemas.microsoft.com/office/drawing/2014/main" id="{F1A657B8-DA50-4FF3-943D-2F83EFB6D5DA}"/>
                  </a:ext>
                </a:extLst>
              </p:cNvPr>
              <p:cNvSpPr>
                <a:spLocks noGrp="1"/>
              </p:cNvSpPr>
              <p:nvPr/>
            </p:nvSpPr>
            <p:spPr>
              <a:xfrm>
                <a:off x="571500" y="5467350"/>
                <a:ext cx="110490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𝛟</m:t>
                          </m:r>
                        </m:e>
                        <m:sub>
                          <m:r>
                            <a:rPr lang="en-GB" sz="2800">
                              <a:solidFill>
                                <a:srgbClr val="AB4910"/>
                              </a:solidFill>
                              <a:latin typeface="Cambria Math"/>
                              <a:ea typeface="Cambria Math"/>
                              <a:cs typeface="Cambria Math"/>
                            </a:rPr>
                            <m:t>1</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𝐱</m:t>
                          </m:r>
                        </m:e>
                      </m:d>
                      <m:r>
                        <a:rPr lang="en-GB" sz="2800">
                          <a:solidFill>
                            <a:srgbClr val="AB4910"/>
                          </a:solidFill>
                          <a:latin typeface="Cambria Math"/>
                          <a:ea typeface="Cambria Math"/>
                          <a:cs typeface="Cambria Math"/>
                        </a:rPr>
                        <m:t>=</m:t>
                      </m:r>
                      <m:r>
                        <m:rPr>
                          <m:sty m:val="p"/>
                        </m:rPr>
                        <a:rPr lang="en-GB" sz="2800">
                          <a:solidFill>
                            <a:srgbClr val="AB4910"/>
                          </a:solidFill>
                          <a:latin typeface="Cambria Math"/>
                          <a:ea typeface="Cambria Math"/>
                          <a:cs typeface="Cambria Math"/>
                        </a:rPr>
                        <m:t>ReLU</m:t>
                      </m:r>
                      <m:d>
                        <m:dPr>
                          <m:ctrlPr>
                            <a:rPr lang="en-GB" sz="2800" i="1">
                              <a:solidFill>
                                <a:srgbClr val="AB4910"/>
                              </a:solidFill>
                              <a:latin typeface="Cambria Math" panose="02040503050406030204" pitchFamily="18" charset="0"/>
                              <a:ea typeface="Cambria Math"/>
                              <a:cs typeface="Cambria Math"/>
                            </a:rPr>
                          </m:ctrlPr>
                        </m:dPr>
                        <m:e>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𝐚</m:t>
                              </m:r>
                            </m:e>
                            <m:sub>
                              <m:r>
                                <a:rPr lang="en-GB" sz="2800">
                                  <a:solidFill>
                                    <a:srgbClr val="AB4910"/>
                                  </a:solidFill>
                                  <a:latin typeface="Cambria Math"/>
                                  <a:ea typeface="Cambria Math"/>
                                  <a:cs typeface="Cambria Math"/>
                                </a:rPr>
                                <m:t>1</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𝐱</m:t>
                              </m:r>
                            </m:e>
                          </m:d>
                        </m:e>
                      </m:d>
                      <m:r>
                        <a:rPr lang="en-GB" sz="2800">
                          <a:solidFill>
                            <a:srgbClr val="AB4910"/>
                          </a:solidFill>
                          <a:latin typeface="Cambria Math"/>
                          <a:ea typeface="Cambria Math"/>
                          <a:cs typeface="Cambria Math"/>
                        </a:rPr>
                        <m:t>=</m:t>
                      </m:r>
                      <m:r>
                        <m:rPr>
                          <m:sty m:val="p"/>
                        </m:rPr>
                        <a:rPr lang="en-GB" sz="2800">
                          <a:solidFill>
                            <a:srgbClr val="AB4910"/>
                          </a:solidFill>
                          <a:latin typeface="Cambria Math"/>
                          <a:ea typeface="Cambria Math"/>
                          <a:cs typeface="Cambria Math"/>
                        </a:rPr>
                        <m:t>ReLU</m:t>
                      </m:r>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−1,3,1</m:t>
                          </m:r>
                        </m:e>
                      </m:d>
                      <m:r>
                        <a:rPr lang="en-GB" sz="2800">
                          <a:solidFill>
                            <a:srgbClr val="AB4910"/>
                          </a:solidFill>
                          <a:latin typeface="Cambria Math"/>
                          <a:ea typeface="Cambria Math"/>
                          <a:cs typeface="Cambria Math"/>
                        </a:rPr>
                        <m:t>=</m:t>
                      </m:r>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0,3,1</m:t>
                          </m:r>
                        </m:e>
                      </m:d>
                    </m:oMath>
                  </m:oMathPara>
                </a14:m>
                <a:endParaRPr lang="en-GB" sz="2800"/>
              </a:p>
            </p:txBody>
          </p:sp>
        </mc:Choice>
        <mc:Fallback xmlns="">
          <p:sp>
            <p:nvSpPr>
              <p:cNvPr id="218" name="equation_214" descr="\boldsymbol\phi_1(\mathbf{x})=\mathrm{ReLU}(\mathbf a_1(\mathbf{x}))=\mathrm{ReLU}(-1,3,1)=(0,3,1)">
                <a:extLst>
                  <a:ext uri="{FF2B5EF4-FFF2-40B4-BE49-F238E27FC236}">
                    <a16:creationId xmlns:a16="http://schemas.microsoft.com/office/drawing/2014/main" id="{F1A657B8-DA50-4FF3-943D-2F83EFB6D5DA}"/>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36"/>
                <a:stretch>
                  <a:fillRect/>
                </a:stretch>
              </a:blipFill>
              <a:ln w="0">
                <a:noFill/>
              </a:ln>
            </p:spPr>
            <p:txBody>
              <a:bodyPr/>
              <a:lstStyle/>
              <a:p>
                <a:r>
                  <a:rPr lang="it-IT">
                    <a:noFill/>
                  </a:rPr>
                  <a:t> </a:t>
                </a:r>
              </a:p>
            </p:txBody>
          </p:sp>
        </mc:Fallback>
      </mc:AlternateContent>
      <p:sp>
        <p:nvSpPr>
          <p:cNvPr id="219" name="shape_215">
            <a:extLst>
              <a:ext uri="{FF2B5EF4-FFF2-40B4-BE49-F238E27FC236}">
                <a16:creationId xmlns:a16="http://schemas.microsoft.com/office/drawing/2014/main" id="{76DE198D-43E4-4171-992F-162151525F44}"/>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20" name="note_box_216">
            <a:extLst>
              <a:ext uri="{FF2B5EF4-FFF2-40B4-BE49-F238E27FC236}">
                <a16:creationId xmlns:a16="http://schemas.microsoft.com/office/drawing/2014/main" id="{DAC42B10-303C-4FB9-8DE5-A4EDB7BEC701}"/>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1" name="equation_217" descr="\boldsymbol{\phi}_0(\mathbf{x})">
                <a:extLst>
                  <a:ext uri="{FF2B5EF4-FFF2-40B4-BE49-F238E27FC236}">
                    <a16:creationId xmlns:a16="http://schemas.microsoft.com/office/drawing/2014/main" id="{D1227F88-E5CC-455C-A444-A5605BCA3CE6}"/>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221" name="equation_217" descr="\boldsymbol{\phi}_0(\mathbf{x})">
                <a:extLst>
                  <a:ext uri="{FF2B5EF4-FFF2-40B4-BE49-F238E27FC236}">
                    <a16:creationId xmlns:a16="http://schemas.microsoft.com/office/drawing/2014/main" id="{D1227F88-E5CC-455C-A444-A5605BCA3CE6}"/>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2" name="equation_218" descr="(1,2)">
                <a:extLst>
                  <a:ext uri="{FF2B5EF4-FFF2-40B4-BE49-F238E27FC236}">
                    <a16:creationId xmlns:a16="http://schemas.microsoft.com/office/drawing/2014/main" id="{F248FAC0-2A4A-461E-965C-5DF94F69DF42}"/>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222" name="equation_218" descr="(1,2)">
                <a:extLst>
                  <a:ext uri="{FF2B5EF4-FFF2-40B4-BE49-F238E27FC236}">
                    <a16:creationId xmlns:a16="http://schemas.microsoft.com/office/drawing/2014/main" id="{F248FAC0-2A4A-461E-965C-5DF94F69DF42}"/>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223" name="line_219">
            <a:extLst>
              <a:ext uri="{FF2B5EF4-FFF2-40B4-BE49-F238E27FC236}">
                <a16:creationId xmlns:a16="http://schemas.microsoft.com/office/drawing/2014/main" id="{0C3E225A-7390-4A73-B68E-FE93CEA4B5B4}"/>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224" name="text_220">
            <a:extLst>
              <a:ext uri="{FF2B5EF4-FFF2-40B4-BE49-F238E27FC236}">
                <a16:creationId xmlns:a16="http://schemas.microsoft.com/office/drawing/2014/main" id="{C09D6A73-EF8B-45AF-AB52-9036265B9DB1}"/>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25" name="note_box_221">
            <a:extLst>
              <a:ext uri="{FF2B5EF4-FFF2-40B4-BE49-F238E27FC236}">
                <a16:creationId xmlns:a16="http://schemas.microsoft.com/office/drawing/2014/main" id="{4339987A-4754-4032-A62E-67F8AD15CAD2}"/>
              </a:ext>
            </a:extLst>
          </p:cNvPr>
          <p:cNvSpPr>
            <a:spLocks noGrp="1"/>
          </p:cNvSpPr>
          <p:nvPr/>
        </p:nvSpPr>
        <p:spPr>
          <a:xfrm>
            <a:off x="27813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6" name="equation_222" descr="\mathbf{a}_1(\mathbf{x})">
                <a:extLst>
                  <a:ext uri="{FF2B5EF4-FFF2-40B4-BE49-F238E27FC236}">
                    <a16:creationId xmlns:a16="http://schemas.microsoft.com/office/drawing/2014/main" id="{96827BF8-E412-478B-B03B-C34B0705ACB6}"/>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226" name="equation_222" descr="\mathbf{a}_1(\mathbf{x})">
                <a:extLst>
                  <a:ext uri="{FF2B5EF4-FFF2-40B4-BE49-F238E27FC236}">
                    <a16:creationId xmlns:a16="http://schemas.microsoft.com/office/drawing/2014/main" id="{96827BF8-E412-478B-B03B-C34B0705ACB6}"/>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6"/>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7" name="equation_223" descr="(-1,3,1)">
                <a:extLst>
                  <a:ext uri="{FF2B5EF4-FFF2-40B4-BE49-F238E27FC236}">
                    <a16:creationId xmlns:a16="http://schemas.microsoft.com/office/drawing/2014/main" id="{1094ACC2-71FE-401A-BC44-1C12A1604ABC}"/>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−1,3,1</m:t>
                          </m:r>
                        </m:e>
                      </m:d>
                    </m:oMath>
                  </m:oMathPara>
                </a14:m>
                <a:endParaRPr lang="en-GB" sz="2500"/>
              </a:p>
            </p:txBody>
          </p:sp>
        </mc:Choice>
        <mc:Fallback xmlns="">
          <p:sp>
            <p:nvSpPr>
              <p:cNvPr id="227" name="equation_223" descr="(-1,3,1)">
                <a:extLst>
                  <a:ext uri="{FF2B5EF4-FFF2-40B4-BE49-F238E27FC236}">
                    <a16:creationId xmlns:a16="http://schemas.microsoft.com/office/drawing/2014/main" id="{1094ACC2-71FE-401A-BC44-1C12A1604ABC}"/>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7"/>
                <a:stretch>
                  <a:fillRect b="-28788"/>
                </a:stretch>
              </a:blipFill>
              <a:ln w="0">
                <a:noFill/>
              </a:ln>
            </p:spPr>
            <p:txBody>
              <a:bodyPr/>
              <a:lstStyle/>
              <a:p>
                <a:r>
                  <a:rPr lang="it-IT">
                    <a:noFill/>
                  </a:rPr>
                  <a:t> </a:t>
                </a:r>
              </a:p>
            </p:txBody>
          </p:sp>
        </mc:Fallback>
      </mc:AlternateContent>
      <p:sp>
        <p:nvSpPr>
          <p:cNvPr id="228" name="line_224">
            <a:extLst>
              <a:ext uri="{FF2B5EF4-FFF2-40B4-BE49-F238E27FC236}">
                <a16:creationId xmlns:a16="http://schemas.microsoft.com/office/drawing/2014/main" id="{7A7B7A4C-C643-4019-9FBE-AB77F7EFC1FB}"/>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229" name="text_225">
            <a:extLst>
              <a:ext uri="{FF2B5EF4-FFF2-40B4-BE49-F238E27FC236}">
                <a16:creationId xmlns:a16="http://schemas.microsoft.com/office/drawing/2014/main" id="{DDF4816E-A81A-4134-A7B1-5DB080FB597C}"/>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230" name="note_box_226">
            <a:extLst>
              <a:ext uri="{FF2B5EF4-FFF2-40B4-BE49-F238E27FC236}">
                <a16:creationId xmlns:a16="http://schemas.microsoft.com/office/drawing/2014/main" id="{5F0BB667-E6BF-4AF2-B7AC-984584BA2B63}"/>
              </a:ext>
            </a:extLst>
          </p:cNvPr>
          <p:cNvSpPr>
            <a:spLocks noGrp="1"/>
          </p:cNvSpPr>
          <p:nvPr/>
        </p:nvSpPr>
        <p:spPr>
          <a:xfrm>
            <a:off x="520065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31" name="equation_227" descr="\boldsymbol{\phi}_1(\mathbf{x})">
                <a:extLst>
                  <a:ext uri="{FF2B5EF4-FFF2-40B4-BE49-F238E27FC236}">
                    <a16:creationId xmlns:a16="http://schemas.microsoft.com/office/drawing/2014/main" id="{2C509E78-6B47-4F23-A0D9-8B181699D9D3}"/>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𝛟</m:t>
                          </m:r>
                        </m:e>
                        <m:sub>
                          <m:r>
                            <a:rPr lang="en-GB" sz="2500">
                              <a:solidFill>
                                <a:srgbClr val="235C99"/>
                              </a:solidFill>
                              <a:latin typeface="Cambria Math"/>
                              <a:ea typeface="Cambria Math"/>
                              <a:cs typeface="Cambria Math"/>
                            </a:rPr>
                            <m:t>1</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231" name="equation_227" descr="\boldsymbol{\phi}_1(\mathbf{x})">
                <a:extLst>
                  <a:ext uri="{FF2B5EF4-FFF2-40B4-BE49-F238E27FC236}">
                    <a16:creationId xmlns:a16="http://schemas.microsoft.com/office/drawing/2014/main" id="{2C509E78-6B47-4F23-A0D9-8B181699D9D3}"/>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3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2" name="equation_228" descr="(0,3,1)">
                <a:extLst>
                  <a:ext uri="{FF2B5EF4-FFF2-40B4-BE49-F238E27FC236}">
                    <a16:creationId xmlns:a16="http://schemas.microsoft.com/office/drawing/2014/main" id="{40D60127-210F-4D76-9C50-E67FE504F983}"/>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0,3,1</m:t>
                          </m:r>
                        </m:e>
                      </m:d>
                    </m:oMath>
                  </m:oMathPara>
                </a14:m>
                <a:endParaRPr lang="en-GB" sz="2500"/>
              </a:p>
            </p:txBody>
          </p:sp>
        </mc:Choice>
        <mc:Fallback xmlns="">
          <p:sp>
            <p:nvSpPr>
              <p:cNvPr id="232" name="equation_228" descr="(0,3,1)">
                <a:extLst>
                  <a:ext uri="{FF2B5EF4-FFF2-40B4-BE49-F238E27FC236}">
                    <a16:creationId xmlns:a16="http://schemas.microsoft.com/office/drawing/2014/main" id="{40D60127-210F-4D76-9C50-E67FE504F983}"/>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39"/>
                <a:stretch>
                  <a:fillRect b="-28788"/>
                </a:stretch>
              </a:blipFill>
              <a:ln w="0">
                <a:noFill/>
              </a:ln>
            </p:spPr>
            <p:txBody>
              <a:bodyPr/>
              <a:lstStyle/>
              <a:p>
                <a:r>
                  <a:rPr lang="it-IT">
                    <a:noFill/>
                  </a:rPr>
                  <a:t> </a:t>
                </a:r>
              </a:p>
            </p:txBody>
          </p:sp>
        </mc:Fallback>
      </mc:AlternateContent>
      <p:sp>
        <p:nvSpPr>
          <p:cNvPr id="233" name="line_229">
            <a:extLst>
              <a:ext uri="{FF2B5EF4-FFF2-40B4-BE49-F238E27FC236}">
                <a16:creationId xmlns:a16="http://schemas.microsoft.com/office/drawing/2014/main" id="{ED90C853-149E-41AB-B5BB-74E84ADF8D2E}"/>
              </a:ext>
            </a:extLst>
          </p:cNvPr>
          <p:cNvSpPr>
            <a:spLocks noGrp="1"/>
          </p:cNvSpPr>
          <p:nvPr/>
        </p:nvSpPr>
        <p:spPr>
          <a:xfrm>
            <a:off x="7010400" y="2428875"/>
            <a:ext cx="581025" cy="476"/>
          </a:xfrm>
          <a:prstGeom prst="line">
            <a:avLst/>
          </a:prstGeom>
          <a:noFill/>
          <a:ln w="14288">
            <a:solidFill>
              <a:srgbClr val="235C99"/>
            </a:solidFill>
            <a:tailEnd type="triangle" w="sm" len="sm"/>
          </a:ln>
        </p:spPr>
        <p:txBody>
          <a:bodyPr/>
          <a:lstStyle/>
          <a:p>
            <a:endParaRPr lang="it-IT"/>
          </a:p>
        </p:txBody>
      </p:sp>
      <p:sp>
        <p:nvSpPr>
          <p:cNvPr id="234" name="text_230">
            <a:extLst>
              <a:ext uri="{FF2B5EF4-FFF2-40B4-BE49-F238E27FC236}">
                <a16:creationId xmlns:a16="http://schemas.microsoft.com/office/drawing/2014/main" id="{E73F62A6-9EC3-479B-B38B-C48331E62C3A}"/>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affine</a:t>
            </a:r>
          </a:p>
        </p:txBody>
      </p:sp>
      <p:sp>
        <p:nvSpPr>
          <p:cNvPr id="235" name="note_box_231">
            <a:extLst>
              <a:ext uri="{FF2B5EF4-FFF2-40B4-BE49-F238E27FC236}">
                <a16:creationId xmlns:a16="http://schemas.microsoft.com/office/drawing/2014/main" id="{15752701-7E1B-4F20-BB52-42EFDCB8A80D}"/>
              </a:ext>
            </a:extLst>
          </p:cNvPr>
          <p:cNvSpPr>
            <a:spLocks noGrp="1"/>
          </p:cNvSpPr>
          <p:nvPr/>
        </p:nvSpPr>
        <p:spPr>
          <a:xfrm>
            <a:off x="762000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36" name="equation_232" descr="\mathbf{a}_2(\mathbf{x})">
                <a:extLst>
                  <a:ext uri="{FF2B5EF4-FFF2-40B4-BE49-F238E27FC236}">
                    <a16:creationId xmlns:a16="http://schemas.microsoft.com/office/drawing/2014/main" id="{1D361862-75A3-4E29-9EE5-66DD12D8AFEC}"/>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𝐚</m:t>
                          </m:r>
                        </m:e>
                        <m:sub>
                          <m:r>
                            <a:rPr lang="en-GB" sz="2500">
                              <a:solidFill>
                                <a:srgbClr val="AB4910"/>
                              </a:solidFill>
                              <a:latin typeface="Cambria Math"/>
                              <a:ea typeface="Cambria Math"/>
                              <a:cs typeface="Cambria Math"/>
                            </a:rPr>
                            <m:t>2</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236" name="equation_232" descr="\mathbf{a}_2(\mathbf{x})">
                <a:extLst>
                  <a:ext uri="{FF2B5EF4-FFF2-40B4-BE49-F238E27FC236}">
                    <a16:creationId xmlns:a16="http://schemas.microsoft.com/office/drawing/2014/main" id="{1D361862-75A3-4E29-9EE5-66DD12D8AFEC}"/>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4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7" name="equation_233" descr="?">
                <a:extLst>
                  <a:ext uri="{FF2B5EF4-FFF2-40B4-BE49-F238E27FC236}">
                    <a16:creationId xmlns:a16="http://schemas.microsoft.com/office/drawing/2014/main" id="{C47B1ABE-0951-4EE1-9BA9-D273168ECDBB}"/>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B4910"/>
                          </a:solidFill>
                          <a:latin typeface="Cambria Math"/>
                          <a:ea typeface="Cambria Math"/>
                          <a:cs typeface="Cambria Math"/>
                        </a:rPr>
                        <m:t>?</m:t>
                      </m:r>
                    </m:oMath>
                  </m:oMathPara>
                </a14:m>
                <a:endParaRPr lang="en-GB" sz="2500"/>
              </a:p>
            </p:txBody>
          </p:sp>
        </mc:Choice>
        <mc:Fallback xmlns="">
          <p:sp>
            <p:nvSpPr>
              <p:cNvPr id="237" name="equation_233" descr="?">
                <a:extLst>
                  <a:ext uri="{FF2B5EF4-FFF2-40B4-BE49-F238E27FC236}">
                    <a16:creationId xmlns:a16="http://schemas.microsoft.com/office/drawing/2014/main" id="{C47B1ABE-0951-4EE1-9BA9-D273168ECDBB}"/>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41"/>
                <a:stretch>
                  <a:fillRect b="-3030"/>
                </a:stretch>
              </a:blipFill>
              <a:ln w="0">
                <a:noFill/>
              </a:ln>
            </p:spPr>
            <p:txBody>
              <a:bodyPr/>
              <a:lstStyle/>
              <a:p>
                <a:r>
                  <a:rPr lang="it-IT">
                    <a:noFill/>
                  </a:rPr>
                  <a:t> </a:t>
                </a:r>
              </a:p>
            </p:txBody>
          </p:sp>
        </mc:Fallback>
      </mc:AlternateContent>
      <p:sp>
        <p:nvSpPr>
          <p:cNvPr id="238" name="line_234">
            <a:extLst>
              <a:ext uri="{FF2B5EF4-FFF2-40B4-BE49-F238E27FC236}">
                <a16:creationId xmlns:a16="http://schemas.microsoft.com/office/drawing/2014/main" id="{A8A2878D-776A-401A-81F8-E488C4FBA126}"/>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239" name="text_235">
            <a:extLst>
              <a:ext uri="{FF2B5EF4-FFF2-40B4-BE49-F238E27FC236}">
                <a16:creationId xmlns:a16="http://schemas.microsoft.com/office/drawing/2014/main" id="{9B6BA54F-CC02-4C00-8376-AAFE68224F16}"/>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40" name="note_box_236">
            <a:extLst>
              <a:ext uri="{FF2B5EF4-FFF2-40B4-BE49-F238E27FC236}">
                <a16:creationId xmlns:a16="http://schemas.microsoft.com/office/drawing/2014/main" id="{B71CE3CB-1669-4286-A532-8E9C4EB7543C}"/>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1" name="equation_237" descr="\mathcal{L}_{\mathrm{sq}}">
                <a:extLst>
                  <a:ext uri="{FF2B5EF4-FFF2-40B4-BE49-F238E27FC236}">
                    <a16:creationId xmlns:a16="http://schemas.microsoft.com/office/drawing/2014/main" id="{96726934-804B-4D84-9E98-E3F3305CD11F}"/>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241" name="equation_237" descr="\mathcal{L}_{\mathrm{sq}}">
                <a:extLst>
                  <a:ext uri="{FF2B5EF4-FFF2-40B4-BE49-F238E27FC236}">
                    <a16:creationId xmlns:a16="http://schemas.microsoft.com/office/drawing/2014/main" id="{96726934-804B-4D84-9E98-E3F3305CD11F}"/>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2" name="equation_238" descr="?">
                <a:extLst>
                  <a:ext uri="{FF2B5EF4-FFF2-40B4-BE49-F238E27FC236}">
                    <a16:creationId xmlns:a16="http://schemas.microsoft.com/office/drawing/2014/main" id="{B64EB650-FC22-4D56-B8DE-464B5F20FAFF}"/>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242" name="equation_238" descr="?">
                <a:extLst>
                  <a:ext uri="{FF2B5EF4-FFF2-40B4-BE49-F238E27FC236}">
                    <a16:creationId xmlns:a16="http://schemas.microsoft.com/office/drawing/2014/main" id="{B64EB650-FC22-4D56-B8DE-464B5F20FAFF}"/>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243" name="note_box_239">
            <a:extLst>
              <a:ext uri="{FF2B5EF4-FFF2-40B4-BE49-F238E27FC236}">
                <a16:creationId xmlns:a16="http://schemas.microsoft.com/office/drawing/2014/main" id="{4A5509DD-1BF3-4A91-803C-18B0F5F1857A}"/>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4" name="equation_240" descr="\mathbf W_1=\begin{pmatrix}1&amp;2&amp;-1\\-1&amp;0&amp;1\end{pmatrix}">
                <a:extLst>
                  <a:ext uri="{FF2B5EF4-FFF2-40B4-BE49-F238E27FC236}">
                    <a16:creationId xmlns:a16="http://schemas.microsoft.com/office/drawing/2014/main" id="{80E73BBF-FC8F-4283-9EE8-0C927303C675}"/>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244" name="equation_240" descr="\mathbf W_1=\begin{pmatrix}1&amp;2&amp;-1\\-1&amp;0&amp;1\end{pmatrix}">
                <a:extLst>
                  <a:ext uri="{FF2B5EF4-FFF2-40B4-BE49-F238E27FC236}">
                    <a16:creationId xmlns:a16="http://schemas.microsoft.com/office/drawing/2014/main" id="{80E73BBF-FC8F-4283-9EE8-0C927303C675}"/>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245" name="note_box_241">
            <a:extLst>
              <a:ext uri="{FF2B5EF4-FFF2-40B4-BE49-F238E27FC236}">
                <a16:creationId xmlns:a16="http://schemas.microsoft.com/office/drawing/2014/main" id="{89EE1989-8DB8-4ED5-8432-93BAD944C93C}"/>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6" name="equation_242" descr="\mathbf b_1=(0,1,0)">
                <a:extLst>
                  <a:ext uri="{FF2B5EF4-FFF2-40B4-BE49-F238E27FC236}">
                    <a16:creationId xmlns:a16="http://schemas.microsoft.com/office/drawing/2014/main" id="{5B9B5ED7-BF7D-4DD0-BFA0-FE9D243702BF}"/>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246" name="equation_242" descr="\mathbf b_1=(0,1,0)">
                <a:extLst>
                  <a:ext uri="{FF2B5EF4-FFF2-40B4-BE49-F238E27FC236}">
                    <a16:creationId xmlns:a16="http://schemas.microsoft.com/office/drawing/2014/main" id="{5B9B5ED7-BF7D-4DD0-BFA0-FE9D243702BF}"/>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247" name="note_box_243">
            <a:extLst>
              <a:ext uri="{FF2B5EF4-FFF2-40B4-BE49-F238E27FC236}">
                <a16:creationId xmlns:a16="http://schemas.microsoft.com/office/drawing/2014/main" id="{357CFE1D-10A4-40FA-BB38-59075099B61A}"/>
              </a:ext>
            </a:extLst>
          </p:cNvPr>
          <p:cNvSpPr>
            <a:spLocks noGrp="1"/>
          </p:cNvSpPr>
          <p:nvPr/>
        </p:nvSpPr>
        <p:spPr>
          <a:xfrm>
            <a:off x="6762750" y="3362325"/>
            <a:ext cx="2038350" cy="143827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48" name="equation_244" descr="\mathbf W_2=\begin{pmatrix}2\\-1\\1/2\end{pmatrix}">
                <a:extLst>
                  <a:ext uri="{FF2B5EF4-FFF2-40B4-BE49-F238E27FC236}">
                    <a16:creationId xmlns:a16="http://schemas.microsoft.com/office/drawing/2014/main" id="{7A7B4C07-57FD-42DC-9714-03216C4D173E}"/>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235C99"/>
                              </a:solidFill>
                              <a:latin typeface="Cambria Math"/>
                              <a:ea typeface="Cambria Math"/>
                              <a:cs typeface="Cambria Math"/>
                            </a:rPr>
                          </m:ctrlPr>
                        </m:sSubPr>
                        <m:e>
                          <m:r>
                            <a:rPr lang="en-GB" sz="2400">
                              <a:solidFill>
                                <a:srgbClr val="235C99"/>
                              </a:solidFill>
                              <a:latin typeface="Cambria Math"/>
                              <a:ea typeface="Cambria Math"/>
                              <a:cs typeface="Cambria Math"/>
                            </a:rPr>
                            <m:t>𝐖</m:t>
                          </m:r>
                        </m:e>
                        <m:sub>
                          <m:r>
                            <a:rPr lang="en-GB" sz="2400">
                              <a:solidFill>
                                <a:srgbClr val="235C99"/>
                              </a:solidFill>
                              <a:latin typeface="Cambria Math"/>
                              <a:ea typeface="Cambria Math"/>
                              <a:cs typeface="Cambria Math"/>
                            </a:rPr>
                            <m:t>2</m:t>
                          </m:r>
                        </m:sub>
                      </m:sSub>
                      <m:r>
                        <a:rPr lang="en-GB" sz="2400">
                          <a:solidFill>
                            <a:srgbClr val="235C99"/>
                          </a:solidFill>
                          <a:latin typeface="Cambria Math"/>
                          <a:ea typeface="Cambria Math"/>
                          <a:cs typeface="Cambria Math"/>
                        </a:rPr>
                        <m:t>=</m:t>
                      </m:r>
                      <m:d>
                        <m:dPr>
                          <m:ctrlPr>
                            <a:rPr lang="en-GB" sz="2400" i="1">
                              <a:solidFill>
                                <a:srgbClr val="235C99"/>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235C99"/>
                                  </a:solidFill>
                                  <a:latin typeface="Cambria Math" panose="02040503050406030204" pitchFamily="18" charset="0"/>
                                  <a:ea typeface="Cambria Math"/>
                                  <a:cs typeface="Cambria Math"/>
                                </a:rPr>
                              </m:ctrlPr>
                            </m:mPr>
                            <m:mr>
                              <m:e>
                                <m:r>
                                  <a:rPr lang="en-GB" sz="2400">
                                    <a:solidFill>
                                      <a:srgbClr val="235C99"/>
                                    </a:solidFill>
                                    <a:latin typeface="Cambria Math"/>
                                    <a:ea typeface="Cambria Math"/>
                                    <a:cs typeface="Cambria Math"/>
                                  </a:rPr>
                                  <m:t>2</m:t>
                                </m:r>
                              </m:e>
                            </m:mr>
                            <m:mr>
                              <m:e>
                                <m:r>
                                  <a:rPr lang="en-GB" sz="2400">
                                    <a:solidFill>
                                      <a:srgbClr val="235C99"/>
                                    </a:solidFill>
                                    <a:latin typeface="Cambria Math"/>
                                    <a:ea typeface="Cambria Math"/>
                                    <a:cs typeface="Cambria Math"/>
                                  </a:rPr>
                                  <m:t>−1</m:t>
                                </m:r>
                              </m:e>
                            </m:mr>
                            <m:mr>
                              <m:e>
                                <m:r>
                                  <a:rPr lang="en-GB" sz="2400">
                                    <a:solidFill>
                                      <a:srgbClr val="235C99"/>
                                    </a:solidFill>
                                    <a:latin typeface="Cambria Math"/>
                                    <a:ea typeface="Cambria Math"/>
                                    <a:cs typeface="Cambria Math"/>
                                  </a:rPr>
                                  <m:t>1/2</m:t>
                                </m:r>
                              </m:e>
                            </m:mr>
                          </m:m>
                        </m:e>
                      </m:d>
                    </m:oMath>
                  </m:oMathPara>
                </a14:m>
                <a:endParaRPr lang="en-GB" sz="2400"/>
              </a:p>
            </p:txBody>
          </p:sp>
        </mc:Choice>
        <mc:Fallback xmlns="">
          <p:sp>
            <p:nvSpPr>
              <p:cNvPr id="248" name="equation_244" descr="\mathbf W_2=\begin{pmatrix}2\\-1\\1/2\end{pmatrix}">
                <a:extLst>
                  <a:ext uri="{FF2B5EF4-FFF2-40B4-BE49-F238E27FC236}">
                    <a16:creationId xmlns:a16="http://schemas.microsoft.com/office/drawing/2014/main" id="{7A7B4C07-57FD-42DC-9714-03216C4D173E}"/>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42"/>
                <a:stretch>
                  <a:fillRect/>
                </a:stretch>
              </a:blipFill>
              <a:ln w="0">
                <a:noFill/>
              </a:ln>
            </p:spPr>
            <p:txBody>
              <a:bodyPr/>
              <a:lstStyle/>
              <a:p>
                <a:r>
                  <a:rPr lang="it-IT">
                    <a:noFill/>
                  </a:rPr>
                  <a:t> </a:t>
                </a:r>
              </a:p>
            </p:txBody>
          </p:sp>
        </mc:Fallback>
      </mc:AlternateContent>
      <p:sp>
        <p:nvSpPr>
          <p:cNvPr id="249" name="note_box_245">
            <a:extLst>
              <a:ext uri="{FF2B5EF4-FFF2-40B4-BE49-F238E27FC236}">
                <a16:creationId xmlns:a16="http://schemas.microsoft.com/office/drawing/2014/main" id="{D6417955-52BB-4ED0-91C7-5232D8D12C37}"/>
              </a:ext>
            </a:extLst>
          </p:cNvPr>
          <p:cNvSpPr>
            <a:spLocks noGrp="1"/>
          </p:cNvSpPr>
          <p:nvPr/>
        </p:nvSpPr>
        <p:spPr>
          <a:xfrm>
            <a:off x="8915400" y="3724275"/>
            <a:ext cx="1228725" cy="7048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50" name="equation_246" descr="b_2=-1">
                <a:extLst>
                  <a:ext uri="{FF2B5EF4-FFF2-40B4-BE49-F238E27FC236}">
                    <a16:creationId xmlns:a16="http://schemas.microsoft.com/office/drawing/2014/main" id="{7CF1C3A4-5642-43E9-96E4-0C4EC1D5637C}"/>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𝑏</m:t>
                          </m:r>
                        </m:e>
                        <m:sub>
                          <m:r>
                            <a:rPr lang="en-GB" sz="2500">
                              <a:solidFill>
                                <a:srgbClr val="235C99"/>
                              </a:solidFill>
                              <a:latin typeface="Cambria Math"/>
                              <a:ea typeface="Cambria Math"/>
                              <a:cs typeface="Cambria Math"/>
                            </a:rPr>
                            <m:t>2</m:t>
                          </m:r>
                        </m:sub>
                      </m:sSub>
                      <m:r>
                        <a:rPr lang="en-GB" sz="2500">
                          <a:solidFill>
                            <a:srgbClr val="235C99"/>
                          </a:solidFill>
                          <a:latin typeface="Cambria Math"/>
                          <a:ea typeface="Cambria Math"/>
                          <a:cs typeface="Cambria Math"/>
                        </a:rPr>
                        <m:t>=−1</m:t>
                      </m:r>
                    </m:oMath>
                  </m:oMathPara>
                </a14:m>
                <a:endParaRPr lang="en-GB" sz="2500"/>
              </a:p>
            </p:txBody>
          </p:sp>
        </mc:Choice>
        <mc:Fallback xmlns="">
          <p:sp>
            <p:nvSpPr>
              <p:cNvPr id="250" name="equation_246" descr="b_2=-1">
                <a:extLst>
                  <a:ext uri="{FF2B5EF4-FFF2-40B4-BE49-F238E27FC236}">
                    <a16:creationId xmlns:a16="http://schemas.microsoft.com/office/drawing/2014/main" id="{7CF1C3A4-5642-43E9-96E4-0C4EC1D5637C}"/>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43"/>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1" name="equation_247" descr="y=-3">
                <a:extLst>
                  <a:ext uri="{FF2B5EF4-FFF2-40B4-BE49-F238E27FC236}">
                    <a16:creationId xmlns:a16="http://schemas.microsoft.com/office/drawing/2014/main" id="{B0511B7E-2972-442B-9FD8-6B62433718B6}"/>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251" name="equation_247" descr="y=-3">
                <a:extLst>
                  <a:ext uri="{FF2B5EF4-FFF2-40B4-BE49-F238E27FC236}">
                    <a16:creationId xmlns:a16="http://schemas.microsoft.com/office/drawing/2014/main" id="{B0511B7E-2972-442B-9FD8-6B62433718B6}"/>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252" name="line_248">
            <a:extLst>
              <a:ext uri="{FF2B5EF4-FFF2-40B4-BE49-F238E27FC236}">
                <a16:creationId xmlns:a16="http://schemas.microsoft.com/office/drawing/2014/main" id="{E8C5C480-720C-47A1-94C0-83966D3CD48F}"/>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253" name="line_249">
            <a:extLst>
              <a:ext uri="{FF2B5EF4-FFF2-40B4-BE49-F238E27FC236}">
                <a16:creationId xmlns:a16="http://schemas.microsoft.com/office/drawing/2014/main" id="{139DEDEC-20BA-4251-9569-05603971636F}"/>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254" name="line_250">
            <a:extLst>
              <a:ext uri="{FF2B5EF4-FFF2-40B4-BE49-F238E27FC236}">
                <a16:creationId xmlns:a16="http://schemas.microsoft.com/office/drawing/2014/main" id="{CF03B569-5677-47DE-9658-66EB13FBBF06}"/>
              </a:ext>
            </a:extLst>
          </p:cNvPr>
          <p:cNvSpPr>
            <a:spLocks noGrp="1"/>
          </p:cNvSpPr>
          <p:nvPr/>
        </p:nvSpPr>
        <p:spPr>
          <a:xfrm flipV="1">
            <a:off x="7781925" y="2924175"/>
            <a:ext cx="609600" cy="419100"/>
          </a:xfrm>
          <a:prstGeom prst="line">
            <a:avLst/>
          </a:prstGeom>
          <a:noFill/>
          <a:ln w="16193">
            <a:solidFill>
              <a:srgbClr val="235C99"/>
            </a:solidFill>
            <a:tailEnd type="triangle" w="sm" len="sm"/>
          </a:ln>
        </p:spPr>
        <p:txBody>
          <a:bodyPr/>
          <a:lstStyle/>
          <a:p>
            <a:endParaRPr lang="it-IT"/>
          </a:p>
        </p:txBody>
      </p:sp>
      <p:sp>
        <p:nvSpPr>
          <p:cNvPr id="255" name="line_251">
            <a:extLst>
              <a:ext uri="{FF2B5EF4-FFF2-40B4-BE49-F238E27FC236}">
                <a16:creationId xmlns:a16="http://schemas.microsoft.com/office/drawing/2014/main" id="{51118014-8BEA-4B07-83A4-4680D0B0EA88}"/>
              </a:ext>
            </a:extLst>
          </p:cNvPr>
          <p:cNvSpPr>
            <a:spLocks noGrp="1"/>
          </p:cNvSpPr>
          <p:nvPr/>
        </p:nvSpPr>
        <p:spPr>
          <a:xfrm flipH="1" flipV="1">
            <a:off x="8648700" y="2924175"/>
            <a:ext cx="876300" cy="781050"/>
          </a:xfrm>
          <a:prstGeom prst="line">
            <a:avLst/>
          </a:prstGeom>
          <a:noFill/>
          <a:ln w="16193">
            <a:solidFill>
              <a:srgbClr val="235C99"/>
            </a:solidFill>
            <a:tailEnd type="triangle" w="sm" len="sm"/>
          </a:ln>
        </p:spPr>
        <p:txBody>
          <a:bodyPr/>
          <a:lstStyle/>
          <a:p>
            <a:endParaRPr lang="it-IT"/>
          </a:p>
        </p:txBody>
      </p:sp>
      <p:sp>
        <p:nvSpPr>
          <p:cNvPr id="256" name="line_252">
            <a:extLst>
              <a:ext uri="{FF2B5EF4-FFF2-40B4-BE49-F238E27FC236}">
                <a16:creationId xmlns:a16="http://schemas.microsoft.com/office/drawing/2014/main" id="{8A62BEF0-6736-43DB-AED4-02F1DD46FFEE}"/>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257" name="note_brace_253">
            <a:extLst>
              <a:ext uri="{FF2B5EF4-FFF2-40B4-BE49-F238E27FC236}">
                <a16:creationId xmlns:a16="http://schemas.microsoft.com/office/drawing/2014/main" id="{BAAB866A-324F-4DF2-9737-2326BB4614F9}"/>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258" name="text_254">
            <a:extLst>
              <a:ext uri="{FF2B5EF4-FFF2-40B4-BE49-F238E27FC236}">
                <a16:creationId xmlns:a16="http://schemas.microsoft.com/office/drawing/2014/main" id="{7748CFA5-7867-4074-A47E-B7DB6C8E9CE0}"/>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259" name="note_brace_255">
            <a:extLst>
              <a:ext uri="{FF2B5EF4-FFF2-40B4-BE49-F238E27FC236}">
                <a16:creationId xmlns:a16="http://schemas.microsoft.com/office/drawing/2014/main" id="{EEDD875E-0B11-4B7E-838E-69AFF855F161}"/>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260" name="text_256">
            <a:extLst>
              <a:ext uri="{FF2B5EF4-FFF2-40B4-BE49-F238E27FC236}">
                <a16:creationId xmlns:a16="http://schemas.microsoft.com/office/drawing/2014/main" id="{4EE5B9F0-E320-4215-8C73-71E5C5C1CD15}"/>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261" name="text_257">
            <a:extLst>
              <a:ext uri="{FF2B5EF4-FFF2-40B4-BE49-F238E27FC236}">
                <a16:creationId xmlns:a16="http://schemas.microsoft.com/office/drawing/2014/main" id="{DFBA3446-604E-45AD-8D26-BE667AE13C22}"/>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2025" b="1">
                <a:solidFill>
                  <a:srgbClr val="182D45"/>
                </a:solidFill>
                <a:latin typeface="DejaVu Sans"/>
                <a:ea typeface="DejaVu Sans"/>
                <a:cs typeface="DejaVu Sans"/>
              </a:rPr>
              <a:t>What value belongs in the highlighted box?</a:t>
            </a:r>
          </a:p>
        </p:txBody>
      </p:sp>
      <mc:AlternateContent xmlns:mc="http://schemas.openxmlformats.org/markup-compatibility/2006" xmlns:a14="http://schemas.microsoft.com/office/drawing/2010/main">
        <mc:Choice Requires="a14">
          <p:sp>
            <p:nvSpPr>
              <p:cNvPr id="394" name="forward_question_3">
                <a:extLst>
                  <a:ext uri="{FF2B5EF4-FFF2-40B4-BE49-F238E27FC236}">
                    <a16:creationId xmlns:a16="http://schemas.microsoft.com/office/drawing/2014/main" id="{59B98245-F6DB-4877-80F9-64F6598EDE4E}"/>
                  </a:ext>
                </a:extLst>
              </p:cNvPr>
              <p:cNvSpPr>
                <a:spLocks noGrp="1"/>
              </p:cNvSpPr>
              <p:nvPr/>
            </p:nvSpPr>
            <p:spPr>
              <a:xfrm>
                <a:off x="571500" y="5467350"/>
                <a:ext cx="11049000" cy="571500"/>
              </a:xfrm>
              <a:prstGeom prst="rect">
                <a:avLst/>
              </a:prstGeom>
              <a:noFill/>
              <a:ln w="0">
                <a:noFill/>
              </a:ln>
            </p:spPr>
            <p:txBody>
              <a:bodyPr wrap="none" lIns="0" tIns="0" rIns="0" bIns="0" anchor="ctr"/>
              <a:lstStyle>
                <a:defPPr algn="ctr">
                  <a:defRPr sz="2400">
                    <a:solidFill>
                      <a:srgbClr val="AB4910"/>
                    </a:solidFill>
                    <a:latin typeface="DejaVu Sans"/>
                    <a:ea typeface="DejaVu Sans"/>
                    <a:cs typeface="DejaVu Sans"/>
                  </a:defRPr>
                </a:defPPr>
              </a:lstStyle>
              <a:p>
                <a:pPr algn="ctr"/>
                <a14:m>
                  <m:oMathPara xmlns:m="http://schemas.openxmlformats.org/officeDocument/2006/math">
                    <m:oMath>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2</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r>
                        <a:rPr lang="en-GB" sz="2400">
                          <a:solidFill>
                            <a:srgbClr val="AB4910"/>
                          </a:solidFill>
                          <a:latin typeface="Cambria Math"/>
                          <a:ea typeface="Cambria Math"/>
                          <a:cs typeface="Cambria Math"/>
                        </a:rPr>
                        <m:t>=</m:t>
                      </m:r>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𝛟</m:t>
                          </m:r>
                        </m:e>
                        <m:sub>
                          <m:r>
                            <a:rPr lang="en-GB" sz="2400">
                              <a:solidFill>
                                <a:srgbClr val="AB4910"/>
                              </a:solidFill>
                              <a:latin typeface="Cambria Math"/>
                              <a:ea typeface="Cambria Math"/>
                              <a:cs typeface="Cambria Math"/>
                            </a:rPr>
                            <m:t>1</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𝐖</m:t>
                          </m:r>
                        </m:e>
                        <m:sub>
                          <m:r>
                            <a:rPr lang="en-GB" sz="2400">
                              <a:solidFill>
                                <a:srgbClr val="AB4910"/>
                              </a:solidFill>
                              <a:latin typeface="Cambria Math"/>
                              <a:ea typeface="Cambria Math"/>
                              <a:cs typeface="Cambria Math"/>
                            </a:rPr>
                            <m:t>2</m:t>
                          </m:r>
                        </m:sub>
                      </m:sSub>
                      <m:r>
                        <a:rPr lang="en-GB" sz="2400">
                          <a:solidFill>
                            <a:srgbClr val="AB4910"/>
                          </a:solidFill>
                          <a:latin typeface="Cambria Math"/>
                          <a:ea typeface="Cambria Math"/>
                          <a:cs typeface="Cambria Math"/>
                        </a:rPr>
                        <m:t>+</m:t>
                      </m:r>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𝑏</m:t>
                          </m:r>
                        </m:e>
                        <m:sub>
                          <m:r>
                            <a:rPr lang="en-GB" sz="2400">
                              <a:solidFill>
                                <a:srgbClr val="AB4910"/>
                              </a:solidFill>
                              <a:latin typeface="Cambria Math"/>
                              <a:ea typeface="Cambria Math"/>
                              <a:cs typeface="Cambria Math"/>
                            </a:rPr>
                            <m:t>2</m:t>
                          </m:r>
                        </m:sub>
                      </m:sSub>
                      <m:r>
                        <a:rPr lang="en-GB" sz="2400">
                          <a:solidFill>
                            <a:srgbClr val="AB4910"/>
                          </a:solidFill>
                          <a:latin typeface="Cambria Math"/>
                          <a:ea typeface="Cambria Math"/>
                          <a:cs typeface="Cambria Math"/>
                        </a:rPr>
                        <m:t>=?</m:t>
                      </m:r>
                    </m:oMath>
                  </m:oMathPara>
                </a14:m>
                <a:endParaRPr/>
              </a:p>
            </p:txBody>
          </p:sp>
        </mc:Choice>
        <mc:Fallback xmlns="">
          <p:sp>
            <p:nvSpPr>
              <p:cNvPr id="394" name="forward_question_3">
                <a:extLst>
                  <a:ext uri="{FF2B5EF4-FFF2-40B4-BE49-F238E27FC236}">
                    <a16:creationId xmlns:a16="http://schemas.microsoft.com/office/drawing/2014/main" id="{59B98245-F6DB-4877-80F9-64F6598EDE4E}"/>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44"/>
                <a:stretch>
                  <a:fillRect b="-3191"/>
                </a:stretch>
              </a:blipFill>
              <a:ln w="0">
                <a:noFill/>
              </a:ln>
            </p:spPr>
            <p:txBody>
              <a:bodyPr/>
              <a:lstStyle/>
              <a:p>
                <a:r>
                  <a:rPr lang="it-IT">
                    <a:noFill/>
                  </a:rPr>
                  <a:t> </a:t>
                </a:r>
              </a:p>
            </p:txBody>
          </p:sp>
        </mc:Fallback>
      </mc:AlternateContent>
      <p:sp>
        <p:nvSpPr>
          <p:cNvPr id="262" name="shape_258">
            <a:extLst>
              <a:ext uri="{FF2B5EF4-FFF2-40B4-BE49-F238E27FC236}">
                <a16:creationId xmlns:a16="http://schemas.microsoft.com/office/drawing/2014/main" id="{C9A82EF1-D365-4230-9A0D-D72C62ABE38E}"/>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263" name="note_box_259">
            <a:extLst>
              <a:ext uri="{FF2B5EF4-FFF2-40B4-BE49-F238E27FC236}">
                <a16:creationId xmlns:a16="http://schemas.microsoft.com/office/drawing/2014/main" id="{F4F38D89-3BB7-4223-880B-2D836B3B7046}"/>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64" name="equation_260" descr="\boldsymbol{\phi}_0(\mathbf{x})">
                <a:extLst>
                  <a:ext uri="{FF2B5EF4-FFF2-40B4-BE49-F238E27FC236}">
                    <a16:creationId xmlns:a16="http://schemas.microsoft.com/office/drawing/2014/main" id="{CC197EB7-8969-444D-86E1-F9FB6D503B61}"/>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264" name="equation_260" descr="\boldsymbol{\phi}_0(\mathbf{x})">
                <a:extLst>
                  <a:ext uri="{FF2B5EF4-FFF2-40B4-BE49-F238E27FC236}">
                    <a16:creationId xmlns:a16="http://schemas.microsoft.com/office/drawing/2014/main" id="{CC197EB7-8969-444D-86E1-F9FB6D503B61}"/>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5" name="equation_261" descr="(1,2)">
                <a:extLst>
                  <a:ext uri="{FF2B5EF4-FFF2-40B4-BE49-F238E27FC236}">
                    <a16:creationId xmlns:a16="http://schemas.microsoft.com/office/drawing/2014/main" id="{5DA99D73-7B82-4ED0-AA94-848B24D4EC01}"/>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265" name="equation_261" descr="(1,2)">
                <a:extLst>
                  <a:ext uri="{FF2B5EF4-FFF2-40B4-BE49-F238E27FC236}">
                    <a16:creationId xmlns:a16="http://schemas.microsoft.com/office/drawing/2014/main" id="{5DA99D73-7B82-4ED0-AA94-848B24D4EC01}"/>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266" name="line_262">
            <a:extLst>
              <a:ext uri="{FF2B5EF4-FFF2-40B4-BE49-F238E27FC236}">
                <a16:creationId xmlns:a16="http://schemas.microsoft.com/office/drawing/2014/main" id="{B8CA24C2-B337-4D9F-A6F3-A5D127BD607B}"/>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267" name="text_263">
            <a:extLst>
              <a:ext uri="{FF2B5EF4-FFF2-40B4-BE49-F238E27FC236}">
                <a16:creationId xmlns:a16="http://schemas.microsoft.com/office/drawing/2014/main" id="{956ACBD4-FC49-4AED-8EC6-327A0319A9DE}"/>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68" name="note_box_264">
            <a:extLst>
              <a:ext uri="{FF2B5EF4-FFF2-40B4-BE49-F238E27FC236}">
                <a16:creationId xmlns:a16="http://schemas.microsoft.com/office/drawing/2014/main" id="{F8F11D61-B149-48BB-96CE-5355D3A31ACC}"/>
              </a:ext>
            </a:extLst>
          </p:cNvPr>
          <p:cNvSpPr>
            <a:spLocks noGrp="1"/>
          </p:cNvSpPr>
          <p:nvPr/>
        </p:nvSpPr>
        <p:spPr>
          <a:xfrm>
            <a:off x="27813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69" name="equation_265" descr="\mathbf{a}_1(\mathbf{x})">
                <a:extLst>
                  <a:ext uri="{FF2B5EF4-FFF2-40B4-BE49-F238E27FC236}">
                    <a16:creationId xmlns:a16="http://schemas.microsoft.com/office/drawing/2014/main" id="{D3253149-83D4-48C8-BACC-2A1DBD9C7793}"/>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269" name="equation_265" descr="\mathbf{a}_1(\mathbf{x})">
                <a:extLst>
                  <a:ext uri="{FF2B5EF4-FFF2-40B4-BE49-F238E27FC236}">
                    <a16:creationId xmlns:a16="http://schemas.microsoft.com/office/drawing/2014/main" id="{D3253149-83D4-48C8-BACC-2A1DBD9C7793}"/>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6"/>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0" name="equation_266" descr="(-1,3,1)">
                <a:extLst>
                  <a:ext uri="{FF2B5EF4-FFF2-40B4-BE49-F238E27FC236}">
                    <a16:creationId xmlns:a16="http://schemas.microsoft.com/office/drawing/2014/main" id="{E09C0AC3-5332-4DF7-87A6-04DE3AABA0D8}"/>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−1,3,1</m:t>
                          </m:r>
                        </m:e>
                      </m:d>
                    </m:oMath>
                  </m:oMathPara>
                </a14:m>
                <a:endParaRPr lang="en-GB" sz="2500"/>
              </a:p>
            </p:txBody>
          </p:sp>
        </mc:Choice>
        <mc:Fallback xmlns="">
          <p:sp>
            <p:nvSpPr>
              <p:cNvPr id="270" name="equation_266" descr="(-1,3,1)">
                <a:extLst>
                  <a:ext uri="{FF2B5EF4-FFF2-40B4-BE49-F238E27FC236}">
                    <a16:creationId xmlns:a16="http://schemas.microsoft.com/office/drawing/2014/main" id="{E09C0AC3-5332-4DF7-87A6-04DE3AABA0D8}"/>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7"/>
                <a:stretch>
                  <a:fillRect b="-28788"/>
                </a:stretch>
              </a:blipFill>
              <a:ln w="0">
                <a:noFill/>
              </a:ln>
            </p:spPr>
            <p:txBody>
              <a:bodyPr/>
              <a:lstStyle/>
              <a:p>
                <a:r>
                  <a:rPr lang="it-IT">
                    <a:noFill/>
                  </a:rPr>
                  <a:t> </a:t>
                </a:r>
              </a:p>
            </p:txBody>
          </p:sp>
        </mc:Fallback>
      </mc:AlternateContent>
      <p:sp>
        <p:nvSpPr>
          <p:cNvPr id="271" name="line_267">
            <a:extLst>
              <a:ext uri="{FF2B5EF4-FFF2-40B4-BE49-F238E27FC236}">
                <a16:creationId xmlns:a16="http://schemas.microsoft.com/office/drawing/2014/main" id="{621BBD60-1307-408C-B68D-6BD655B10E70}"/>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272" name="text_268">
            <a:extLst>
              <a:ext uri="{FF2B5EF4-FFF2-40B4-BE49-F238E27FC236}">
                <a16:creationId xmlns:a16="http://schemas.microsoft.com/office/drawing/2014/main" id="{877CC059-306C-4764-98F8-23C81B36456B}"/>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273" name="note_box_269">
            <a:extLst>
              <a:ext uri="{FF2B5EF4-FFF2-40B4-BE49-F238E27FC236}">
                <a16:creationId xmlns:a16="http://schemas.microsoft.com/office/drawing/2014/main" id="{F6FED6CC-DAF4-4DC2-BB84-9E290E9EAA84}"/>
              </a:ext>
            </a:extLst>
          </p:cNvPr>
          <p:cNvSpPr>
            <a:spLocks noGrp="1"/>
          </p:cNvSpPr>
          <p:nvPr/>
        </p:nvSpPr>
        <p:spPr>
          <a:xfrm>
            <a:off x="520065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74" name="equation_270" descr="\boldsymbol{\phi}_1(\mathbf{x})">
                <a:extLst>
                  <a:ext uri="{FF2B5EF4-FFF2-40B4-BE49-F238E27FC236}">
                    <a16:creationId xmlns:a16="http://schemas.microsoft.com/office/drawing/2014/main" id="{C47D509E-1CF4-48FC-8C4B-ACF0933CCDEF}"/>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𝛟</m:t>
                          </m:r>
                        </m:e>
                        <m:sub>
                          <m:r>
                            <a:rPr lang="en-GB" sz="2500">
                              <a:solidFill>
                                <a:srgbClr val="235C99"/>
                              </a:solidFill>
                              <a:latin typeface="Cambria Math"/>
                              <a:ea typeface="Cambria Math"/>
                              <a:cs typeface="Cambria Math"/>
                            </a:rPr>
                            <m:t>1</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274" name="equation_270" descr="\boldsymbol{\phi}_1(\mathbf{x})">
                <a:extLst>
                  <a:ext uri="{FF2B5EF4-FFF2-40B4-BE49-F238E27FC236}">
                    <a16:creationId xmlns:a16="http://schemas.microsoft.com/office/drawing/2014/main" id="{C47D509E-1CF4-48FC-8C4B-ACF0933CCDEF}"/>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3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5" name="equation_271" descr="(0,3,1)">
                <a:extLst>
                  <a:ext uri="{FF2B5EF4-FFF2-40B4-BE49-F238E27FC236}">
                    <a16:creationId xmlns:a16="http://schemas.microsoft.com/office/drawing/2014/main" id="{AF467CBC-BCAF-4344-BB8E-EA61A36CED1F}"/>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0,3,1</m:t>
                          </m:r>
                        </m:e>
                      </m:d>
                    </m:oMath>
                  </m:oMathPara>
                </a14:m>
                <a:endParaRPr lang="en-GB" sz="2500"/>
              </a:p>
            </p:txBody>
          </p:sp>
        </mc:Choice>
        <mc:Fallback xmlns="">
          <p:sp>
            <p:nvSpPr>
              <p:cNvPr id="275" name="equation_271" descr="(0,3,1)">
                <a:extLst>
                  <a:ext uri="{FF2B5EF4-FFF2-40B4-BE49-F238E27FC236}">
                    <a16:creationId xmlns:a16="http://schemas.microsoft.com/office/drawing/2014/main" id="{AF467CBC-BCAF-4344-BB8E-EA61A36CED1F}"/>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39"/>
                <a:stretch>
                  <a:fillRect b="-28788"/>
                </a:stretch>
              </a:blipFill>
              <a:ln w="0">
                <a:noFill/>
              </a:ln>
            </p:spPr>
            <p:txBody>
              <a:bodyPr/>
              <a:lstStyle/>
              <a:p>
                <a:r>
                  <a:rPr lang="it-IT">
                    <a:noFill/>
                  </a:rPr>
                  <a:t> </a:t>
                </a:r>
              </a:p>
            </p:txBody>
          </p:sp>
        </mc:Fallback>
      </mc:AlternateContent>
      <p:sp>
        <p:nvSpPr>
          <p:cNvPr id="276" name="line_272">
            <a:extLst>
              <a:ext uri="{FF2B5EF4-FFF2-40B4-BE49-F238E27FC236}">
                <a16:creationId xmlns:a16="http://schemas.microsoft.com/office/drawing/2014/main" id="{28A8A461-4F51-40CE-851A-4DB72526EC77}"/>
              </a:ext>
            </a:extLst>
          </p:cNvPr>
          <p:cNvSpPr>
            <a:spLocks noGrp="1"/>
          </p:cNvSpPr>
          <p:nvPr/>
        </p:nvSpPr>
        <p:spPr>
          <a:xfrm>
            <a:off x="7010400" y="2428875"/>
            <a:ext cx="581025" cy="476"/>
          </a:xfrm>
          <a:prstGeom prst="line">
            <a:avLst/>
          </a:prstGeom>
          <a:noFill/>
          <a:ln w="14288">
            <a:solidFill>
              <a:srgbClr val="235C99"/>
            </a:solidFill>
            <a:tailEnd type="triangle" w="sm" len="sm"/>
          </a:ln>
        </p:spPr>
        <p:txBody>
          <a:bodyPr/>
          <a:lstStyle/>
          <a:p>
            <a:endParaRPr lang="it-IT"/>
          </a:p>
        </p:txBody>
      </p:sp>
      <p:sp>
        <p:nvSpPr>
          <p:cNvPr id="277" name="text_273">
            <a:extLst>
              <a:ext uri="{FF2B5EF4-FFF2-40B4-BE49-F238E27FC236}">
                <a16:creationId xmlns:a16="http://schemas.microsoft.com/office/drawing/2014/main" id="{2BB14B96-7EC3-411A-B596-256925B1A6F8}"/>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affine</a:t>
            </a:r>
          </a:p>
        </p:txBody>
      </p:sp>
      <p:sp>
        <p:nvSpPr>
          <p:cNvPr id="278" name="note_box_274">
            <a:extLst>
              <a:ext uri="{FF2B5EF4-FFF2-40B4-BE49-F238E27FC236}">
                <a16:creationId xmlns:a16="http://schemas.microsoft.com/office/drawing/2014/main" id="{21A9EBF8-8C65-4413-ADBA-885903149931}"/>
              </a:ext>
            </a:extLst>
          </p:cNvPr>
          <p:cNvSpPr>
            <a:spLocks noGrp="1"/>
          </p:cNvSpPr>
          <p:nvPr/>
        </p:nvSpPr>
        <p:spPr>
          <a:xfrm>
            <a:off x="762000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279" name="equation_275" descr="\mathbf{a}_2(\mathbf{x})">
                <a:extLst>
                  <a:ext uri="{FF2B5EF4-FFF2-40B4-BE49-F238E27FC236}">
                    <a16:creationId xmlns:a16="http://schemas.microsoft.com/office/drawing/2014/main" id="{4C8839AE-8422-49EB-A50A-BF355EDE421D}"/>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𝐚</m:t>
                          </m:r>
                        </m:e>
                        <m:sub>
                          <m:r>
                            <a:rPr lang="en-GB" sz="2500">
                              <a:solidFill>
                                <a:srgbClr val="AB4910"/>
                              </a:solidFill>
                              <a:latin typeface="Cambria Math"/>
                              <a:ea typeface="Cambria Math"/>
                              <a:cs typeface="Cambria Math"/>
                            </a:rPr>
                            <m:t>2</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𝐱</m:t>
                          </m:r>
                        </m:e>
                      </m:d>
                    </m:oMath>
                  </m:oMathPara>
                </a14:m>
                <a:endParaRPr lang="en-GB" sz="2500"/>
              </a:p>
            </p:txBody>
          </p:sp>
        </mc:Choice>
        <mc:Fallback xmlns="">
          <p:sp>
            <p:nvSpPr>
              <p:cNvPr id="279" name="equation_275" descr="\mathbf{a}_2(\mathbf{x})">
                <a:extLst>
                  <a:ext uri="{FF2B5EF4-FFF2-40B4-BE49-F238E27FC236}">
                    <a16:creationId xmlns:a16="http://schemas.microsoft.com/office/drawing/2014/main" id="{4C8839AE-8422-49EB-A50A-BF355EDE421D}"/>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40"/>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0" name="equation_276" descr="(-7/2)">
                <a:extLst>
                  <a:ext uri="{FF2B5EF4-FFF2-40B4-BE49-F238E27FC236}">
                    <a16:creationId xmlns:a16="http://schemas.microsoft.com/office/drawing/2014/main" id="{A7193E55-6EAB-42BF-A523-46250960EACB}"/>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−7/2</m:t>
                          </m:r>
                        </m:e>
                      </m:d>
                    </m:oMath>
                  </m:oMathPara>
                </a14:m>
                <a:endParaRPr lang="en-GB" sz="2500"/>
              </a:p>
            </p:txBody>
          </p:sp>
        </mc:Choice>
        <mc:Fallback xmlns="">
          <p:sp>
            <p:nvSpPr>
              <p:cNvPr id="280" name="equation_276" descr="(-7/2)">
                <a:extLst>
                  <a:ext uri="{FF2B5EF4-FFF2-40B4-BE49-F238E27FC236}">
                    <a16:creationId xmlns:a16="http://schemas.microsoft.com/office/drawing/2014/main" id="{A7193E55-6EAB-42BF-A523-46250960EACB}"/>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45"/>
                <a:stretch>
                  <a:fillRect b="-28788"/>
                </a:stretch>
              </a:blipFill>
              <a:ln w="0">
                <a:noFill/>
              </a:ln>
            </p:spPr>
            <p:txBody>
              <a:bodyPr/>
              <a:lstStyle/>
              <a:p>
                <a:r>
                  <a:rPr lang="it-IT">
                    <a:noFill/>
                  </a:rPr>
                  <a:t> </a:t>
                </a:r>
              </a:p>
            </p:txBody>
          </p:sp>
        </mc:Fallback>
      </mc:AlternateContent>
      <p:sp>
        <p:nvSpPr>
          <p:cNvPr id="281" name="line_277">
            <a:extLst>
              <a:ext uri="{FF2B5EF4-FFF2-40B4-BE49-F238E27FC236}">
                <a16:creationId xmlns:a16="http://schemas.microsoft.com/office/drawing/2014/main" id="{4A671905-9185-46F8-9234-C51B9D2AE219}"/>
              </a:ext>
            </a:extLst>
          </p:cNvPr>
          <p:cNvSpPr>
            <a:spLocks noGrp="1"/>
          </p:cNvSpPr>
          <p:nvPr/>
        </p:nvSpPr>
        <p:spPr>
          <a:xfrm>
            <a:off x="9429750" y="2428875"/>
            <a:ext cx="581025" cy="476"/>
          </a:xfrm>
          <a:prstGeom prst="line">
            <a:avLst/>
          </a:prstGeom>
          <a:noFill/>
          <a:ln w="14288">
            <a:solidFill>
              <a:srgbClr val="A5AAB0"/>
            </a:solidFill>
            <a:tailEnd type="triangle" w="sm" len="sm"/>
          </a:ln>
        </p:spPr>
        <p:txBody>
          <a:bodyPr/>
          <a:lstStyle/>
          <a:p>
            <a:endParaRPr lang="it-IT"/>
          </a:p>
        </p:txBody>
      </p:sp>
      <p:sp>
        <p:nvSpPr>
          <p:cNvPr id="282" name="text_278">
            <a:extLst>
              <a:ext uri="{FF2B5EF4-FFF2-40B4-BE49-F238E27FC236}">
                <a16:creationId xmlns:a16="http://schemas.microsoft.com/office/drawing/2014/main" id="{06208B8D-5DD3-4519-8009-8BC9DCAE8717}"/>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83" name="note_box_279">
            <a:extLst>
              <a:ext uri="{FF2B5EF4-FFF2-40B4-BE49-F238E27FC236}">
                <a16:creationId xmlns:a16="http://schemas.microsoft.com/office/drawing/2014/main" id="{0432CBE9-6662-46D2-AB7D-ECBBFA01EF03}"/>
              </a:ext>
            </a:extLst>
          </p:cNvPr>
          <p:cNvSpPr>
            <a:spLocks noGrp="1"/>
          </p:cNvSpPr>
          <p:nvPr/>
        </p:nvSpPr>
        <p:spPr>
          <a:xfrm>
            <a:off x="100393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4" name="equation_280" descr="\mathcal{L}_{\mathrm{sq}}">
                <a:extLst>
                  <a:ext uri="{FF2B5EF4-FFF2-40B4-BE49-F238E27FC236}">
                    <a16:creationId xmlns:a16="http://schemas.microsoft.com/office/drawing/2014/main" id="{4801E771-C8E1-4A0A-8DEA-4D7B9030F1E2}"/>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ℒ</m:t>
                          </m:r>
                        </m:e>
                        <m:sub>
                          <m:r>
                            <m:rPr>
                              <m:sty m:val="p"/>
                            </m:rPr>
                            <a:rPr lang="en-GB" sz="2500">
                              <a:solidFill>
                                <a:srgbClr val="A5AAB0"/>
                              </a:solidFill>
                              <a:latin typeface="Cambria Math"/>
                              <a:ea typeface="Cambria Math"/>
                              <a:cs typeface="Cambria Math"/>
                            </a:rPr>
                            <m:t>sq</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𝛉</m:t>
                          </m:r>
                        </m:e>
                      </m:d>
                    </m:oMath>
                  </m:oMathPara>
                </a14:m>
                <a:endParaRPr lang="en-GB" sz="2500"/>
              </a:p>
            </p:txBody>
          </p:sp>
        </mc:Choice>
        <mc:Fallback xmlns="">
          <p:sp>
            <p:nvSpPr>
              <p:cNvPr id="284" name="equation_280" descr="\mathcal{L}_{\mathrm{sq}}">
                <a:extLst>
                  <a:ext uri="{FF2B5EF4-FFF2-40B4-BE49-F238E27FC236}">
                    <a16:creationId xmlns:a16="http://schemas.microsoft.com/office/drawing/2014/main" id="{4801E771-C8E1-4A0A-8DEA-4D7B9030F1E2}"/>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12"/>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5" name="equation_281" descr="?">
                <a:extLst>
                  <a:ext uri="{FF2B5EF4-FFF2-40B4-BE49-F238E27FC236}">
                    <a16:creationId xmlns:a16="http://schemas.microsoft.com/office/drawing/2014/main" id="{27EC8FEF-6247-4C6E-8ED8-E21039AF1F64}"/>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5AAB0"/>
                          </a:solidFill>
                          <a:latin typeface="Cambria Math"/>
                          <a:ea typeface="Cambria Math"/>
                          <a:cs typeface="Cambria Math"/>
                        </a:rPr>
                        <m:t>?</m:t>
                      </m:r>
                    </m:oMath>
                  </m:oMathPara>
                </a14:m>
                <a:endParaRPr lang="en-GB" sz="2500"/>
              </a:p>
            </p:txBody>
          </p:sp>
        </mc:Choice>
        <mc:Fallback xmlns="">
          <p:sp>
            <p:nvSpPr>
              <p:cNvPr id="285" name="equation_281" descr="?">
                <a:extLst>
                  <a:ext uri="{FF2B5EF4-FFF2-40B4-BE49-F238E27FC236}">
                    <a16:creationId xmlns:a16="http://schemas.microsoft.com/office/drawing/2014/main" id="{27EC8FEF-6247-4C6E-8ED8-E21039AF1F64}"/>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13"/>
                <a:stretch>
                  <a:fillRect b="-3030"/>
                </a:stretch>
              </a:blipFill>
              <a:ln w="0">
                <a:noFill/>
              </a:ln>
            </p:spPr>
            <p:txBody>
              <a:bodyPr/>
              <a:lstStyle/>
              <a:p>
                <a:r>
                  <a:rPr lang="it-IT">
                    <a:noFill/>
                  </a:rPr>
                  <a:t> </a:t>
                </a:r>
              </a:p>
            </p:txBody>
          </p:sp>
        </mc:Fallback>
      </mc:AlternateContent>
      <p:sp>
        <p:nvSpPr>
          <p:cNvPr id="286" name="note_box_282">
            <a:extLst>
              <a:ext uri="{FF2B5EF4-FFF2-40B4-BE49-F238E27FC236}">
                <a16:creationId xmlns:a16="http://schemas.microsoft.com/office/drawing/2014/main" id="{9324E406-8EF2-497F-A1BC-B1F884665031}"/>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7" name="equation_283" descr="\mathbf W_1=\begin{pmatrix}1&amp;2&amp;-1\\-1&amp;0&amp;1\end{pmatrix}">
                <a:extLst>
                  <a:ext uri="{FF2B5EF4-FFF2-40B4-BE49-F238E27FC236}">
                    <a16:creationId xmlns:a16="http://schemas.microsoft.com/office/drawing/2014/main" id="{BA29901C-81DE-42AE-B5DD-7881B079C455}"/>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287" name="equation_283" descr="\mathbf W_1=\begin{pmatrix}1&amp;2&amp;-1\\-1&amp;0&amp;1\end{pmatrix}">
                <a:extLst>
                  <a:ext uri="{FF2B5EF4-FFF2-40B4-BE49-F238E27FC236}">
                    <a16:creationId xmlns:a16="http://schemas.microsoft.com/office/drawing/2014/main" id="{BA29901C-81DE-42AE-B5DD-7881B079C455}"/>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288" name="note_box_284">
            <a:extLst>
              <a:ext uri="{FF2B5EF4-FFF2-40B4-BE49-F238E27FC236}">
                <a16:creationId xmlns:a16="http://schemas.microsoft.com/office/drawing/2014/main" id="{67A868CC-55D2-44FA-9826-F55CC8A08B09}"/>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9" name="equation_285" descr="\mathbf b_1=(0,1,0)">
                <a:extLst>
                  <a:ext uri="{FF2B5EF4-FFF2-40B4-BE49-F238E27FC236}">
                    <a16:creationId xmlns:a16="http://schemas.microsoft.com/office/drawing/2014/main" id="{6BC9649A-F32A-430A-97F6-4654570A8A26}"/>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289" name="equation_285" descr="\mathbf b_1=(0,1,0)">
                <a:extLst>
                  <a:ext uri="{FF2B5EF4-FFF2-40B4-BE49-F238E27FC236}">
                    <a16:creationId xmlns:a16="http://schemas.microsoft.com/office/drawing/2014/main" id="{6BC9649A-F32A-430A-97F6-4654570A8A26}"/>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290" name="note_box_286">
            <a:extLst>
              <a:ext uri="{FF2B5EF4-FFF2-40B4-BE49-F238E27FC236}">
                <a16:creationId xmlns:a16="http://schemas.microsoft.com/office/drawing/2014/main" id="{8EA11EED-B9E9-4081-81F0-9F2264C6B4A2}"/>
              </a:ext>
            </a:extLst>
          </p:cNvPr>
          <p:cNvSpPr>
            <a:spLocks noGrp="1"/>
          </p:cNvSpPr>
          <p:nvPr/>
        </p:nvSpPr>
        <p:spPr>
          <a:xfrm>
            <a:off x="6762750" y="3362325"/>
            <a:ext cx="2038350" cy="1438275"/>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91" name="equation_287" descr="\mathbf W_2=\begin{pmatrix}2\\-1\\1/2\end{pmatrix}">
                <a:extLst>
                  <a:ext uri="{FF2B5EF4-FFF2-40B4-BE49-F238E27FC236}">
                    <a16:creationId xmlns:a16="http://schemas.microsoft.com/office/drawing/2014/main" id="{2E729E6E-F650-47DE-8A56-0DE58BE6B4EF}"/>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235C99"/>
                              </a:solidFill>
                              <a:latin typeface="Cambria Math"/>
                              <a:ea typeface="Cambria Math"/>
                              <a:cs typeface="Cambria Math"/>
                            </a:rPr>
                          </m:ctrlPr>
                        </m:sSubPr>
                        <m:e>
                          <m:r>
                            <a:rPr lang="en-GB" sz="2400">
                              <a:solidFill>
                                <a:srgbClr val="235C99"/>
                              </a:solidFill>
                              <a:latin typeface="Cambria Math"/>
                              <a:ea typeface="Cambria Math"/>
                              <a:cs typeface="Cambria Math"/>
                            </a:rPr>
                            <m:t>𝐖</m:t>
                          </m:r>
                        </m:e>
                        <m:sub>
                          <m:r>
                            <a:rPr lang="en-GB" sz="2400">
                              <a:solidFill>
                                <a:srgbClr val="235C99"/>
                              </a:solidFill>
                              <a:latin typeface="Cambria Math"/>
                              <a:ea typeface="Cambria Math"/>
                              <a:cs typeface="Cambria Math"/>
                            </a:rPr>
                            <m:t>2</m:t>
                          </m:r>
                        </m:sub>
                      </m:sSub>
                      <m:r>
                        <a:rPr lang="en-GB" sz="2400">
                          <a:solidFill>
                            <a:srgbClr val="235C99"/>
                          </a:solidFill>
                          <a:latin typeface="Cambria Math"/>
                          <a:ea typeface="Cambria Math"/>
                          <a:cs typeface="Cambria Math"/>
                        </a:rPr>
                        <m:t>=</m:t>
                      </m:r>
                      <m:d>
                        <m:dPr>
                          <m:ctrlPr>
                            <a:rPr lang="en-GB" sz="2400" i="1">
                              <a:solidFill>
                                <a:srgbClr val="235C99"/>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235C99"/>
                                  </a:solidFill>
                                  <a:latin typeface="Cambria Math" panose="02040503050406030204" pitchFamily="18" charset="0"/>
                                  <a:ea typeface="Cambria Math"/>
                                  <a:cs typeface="Cambria Math"/>
                                </a:rPr>
                              </m:ctrlPr>
                            </m:mPr>
                            <m:mr>
                              <m:e>
                                <m:r>
                                  <a:rPr lang="en-GB" sz="2400">
                                    <a:solidFill>
                                      <a:srgbClr val="235C99"/>
                                    </a:solidFill>
                                    <a:latin typeface="Cambria Math"/>
                                    <a:ea typeface="Cambria Math"/>
                                    <a:cs typeface="Cambria Math"/>
                                  </a:rPr>
                                  <m:t>2</m:t>
                                </m:r>
                              </m:e>
                            </m:mr>
                            <m:mr>
                              <m:e>
                                <m:r>
                                  <a:rPr lang="en-GB" sz="2400">
                                    <a:solidFill>
                                      <a:srgbClr val="235C99"/>
                                    </a:solidFill>
                                    <a:latin typeface="Cambria Math"/>
                                    <a:ea typeface="Cambria Math"/>
                                    <a:cs typeface="Cambria Math"/>
                                  </a:rPr>
                                  <m:t>−1</m:t>
                                </m:r>
                              </m:e>
                            </m:mr>
                            <m:mr>
                              <m:e>
                                <m:r>
                                  <a:rPr lang="en-GB" sz="2400">
                                    <a:solidFill>
                                      <a:srgbClr val="235C99"/>
                                    </a:solidFill>
                                    <a:latin typeface="Cambria Math"/>
                                    <a:ea typeface="Cambria Math"/>
                                    <a:cs typeface="Cambria Math"/>
                                  </a:rPr>
                                  <m:t>1/2</m:t>
                                </m:r>
                              </m:e>
                            </m:mr>
                          </m:m>
                        </m:e>
                      </m:d>
                    </m:oMath>
                  </m:oMathPara>
                </a14:m>
                <a:endParaRPr lang="en-GB" sz="2400"/>
              </a:p>
            </p:txBody>
          </p:sp>
        </mc:Choice>
        <mc:Fallback xmlns="">
          <p:sp>
            <p:nvSpPr>
              <p:cNvPr id="291" name="equation_287" descr="\mathbf W_2=\begin{pmatrix}2\\-1\\1/2\end{pmatrix}">
                <a:extLst>
                  <a:ext uri="{FF2B5EF4-FFF2-40B4-BE49-F238E27FC236}">
                    <a16:creationId xmlns:a16="http://schemas.microsoft.com/office/drawing/2014/main" id="{2E729E6E-F650-47DE-8A56-0DE58BE6B4EF}"/>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42"/>
                <a:stretch>
                  <a:fillRect/>
                </a:stretch>
              </a:blipFill>
              <a:ln w="0">
                <a:noFill/>
              </a:ln>
            </p:spPr>
            <p:txBody>
              <a:bodyPr/>
              <a:lstStyle/>
              <a:p>
                <a:r>
                  <a:rPr lang="it-IT">
                    <a:noFill/>
                  </a:rPr>
                  <a:t> </a:t>
                </a:r>
              </a:p>
            </p:txBody>
          </p:sp>
        </mc:Fallback>
      </mc:AlternateContent>
      <p:sp>
        <p:nvSpPr>
          <p:cNvPr id="292" name="note_box_288">
            <a:extLst>
              <a:ext uri="{FF2B5EF4-FFF2-40B4-BE49-F238E27FC236}">
                <a16:creationId xmlns:a16="http://schemas.microsoft.com/office/drawing/2014/main" id="{C952567B-2D43-4DD4-AB5E-9537B6C7FD58}"/>
              </a:ext>
            </a:extLst>
          </p:cNvPr>
          <p:cNvSpPr>
            <a:spLocks noGrp="1"/>
          </p:cNvSpPr>
          <p:nvPr/>
        </p:nvSpPr>
        <p:spPr>
          <a:xfrm>
            <a:off x="8915400" y="3724275"/>
            <a:ext cx="1228725" cy="704850"/>
          </a:xfrm>
          <a:prstGeom prst="roundRect">
            <a:avLst>
              <a:gd name="adj" fmla="val 5000"/>
            </a:avLst>
          </a:prstGeom>
          <a:no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93" name="equation_289" descr="b_2=-1">
                <a:extLst>
                  <a:ext uri="{FF2B5EF4-FFF2-40B4-BE49-F238E27FC236}">
                    <a16:creationId xmlns:a16="http://schemas.microsoft.com/office/drawing/2014/main" id="{C054B685-00A0-440E-A469-F3A935228BE7}"/>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𝑏</m:t>
                          </m:r>
                        </m:e>
                        <m:sub>
                          <m:r>
                            <a:rPr lang="en-GB" sz="2500">
                              <a:solidFill>
                                <a:srgbClr val="235C99"/>
                              </a:solidFill>
                              <a:latin typeface="Cambria Math"/>
                              <a:ea typeface="Cambria Math"/>
                              <a:cs typeface="Cambria Math"/>
                            </a:rPr>
                            <m:t>2</m:t>
                          </m:r>
                        </m:sub>
                      </m:sSub>
                      <m:r>
                        <a:rPr lang="en-GB" sz="2500">
                          <a:solidFill>
                            <a:srgbClr val="235C99"/>
                          </a:solidFill>
                          <a:latin typeface="Cambria Math"/>
                          <a:ea typeface="Cambria Math"/>
                          <a:cs typeface="Cambria Math"/>
                        </a:rPr>
                        <m:t>=−1</m:t>
                      </m:r>
                    </m:oMath>
                  </m:oMathPara>
                </a14:m>
                <a:endParaRPr lang="en-GB" sz="2500"/>
              </a:p>
            </p:txBody>
          </p:sp>
        </mc:Choice>
        <mc:Fallback xmlns="">
          <p:sp>
            <p:nvSpPr>
              <p:cNvPr id="293" name="equation_289" descr="b_2=-1">
                <a:extLst>
                  <a:ext uri="{FF2B5EF4-FFF2-40B4-BE49-F238E27FC236}">
                    <a16:creationId xmlns:a16="http://schemas.microsoft.com/office/drawing/2014/main" id="{C054B685-00A0-440E-A469-F3A935228BE7}"/>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43"/>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4" name="equation_290" descr="y=-3">
                <a:extLst>
                  <a:ext uri="{FF2B5EF4-FFF2-40B4-BE49-F238E27FC236}">
                    <a16:creationId xmlns:a16="http://schemas.microsoft.com/office/drawing/2014/main" id="{BF8D3DCB-8BDF-4CE8-9113-19D57425B0A8}"/>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A5AAB0"/>
                          </a:solidFill>
                          <a:latin typeface="Cambria Math"/>
                          <a:ea typeface="Cambria Math"/>
                          <a:cs typeface="Cambria Math"/>
                        </a:rPr>
                        <m:t>𝑦</m:t>
                      </m:r>
                      <m:r>
                        <a:rPr lang="en-GB" sz="2700">
                          <a:solidFill>
                            <a:srgbClr val="A5AAB0"/>
                          </a:solidFill>
                          <a:latin typeface="Cambria Math"/>
                          <a:ea typeface="Cambria Math"/>
                          <a:cs typeface="Cambria Math"/>
                        </a:rPr>
                        <m:t>=−3</m:t>
                      </m:r>
                    </m:oMath>
                  </m:oMathPara>
                </a14:m>
                <a:endParaRPr lang="en-GB" sz="2700"/>
              </a:p>
            </p:txBody>
          </p:sp>
        </mc:Choice>
        <mc:Fallback xmlns="">
          <p:sp>
            <p:nvSpPr>
              <p:cNvPr id="294" name="equation_290" descr="y=-3">
                <a:extLst>
                  <a:ext uri="{FF2B5EF4-FFF2-40B4-BE49-F238E27FC236}">
                    <a16:creationId xmlns:a16="http://schemas.microsoft.com/office/drawing/2014/main" id="{BF8D3DCB-8BDF-4CE8-9113-19D57425B0A8}"/>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18"/>
                <a:stretch>
                  <a:fillRect/>
                </a:stretch>
              </a:blipFill>
              <a:ln w="0">
                <a:noFill/>
              </a:ln>
            </p:spPr>
            <p:txBody>
              <a:bodyPr/>
              <a:lstStyle/>
              <a:p>
                <a:r>
                  <a:rPr lang="it-IT">
                    <a:noFill/>
                  </a:rPr>
                  <a:t> </a:t>
                </a:r>
              </a:p>
            </p:txBody>
          </p:sp>
        </mc:Fallback>
      </mc:AlternateContent>
      <p:sp>
        <p:nvSpPr>
          <p:cNvPr id="295" name="line_291">
            <a:extLst>
              <a:ext uri="{FF2B5EF4-FFF2-40B4-BE49-F238E27FC236}">
                <a16:creationId xmlns:a16="http://schemas.microsoft.com/office/drawing/2014/main" id="{8339CE14-CB6F-4095-9EEE-079BE42BE41F}"/>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296" name="line_292">
            <a:extLst>
              <a:ext uri="{FF2B5EF4-FFF2-40B4-BE49-F238E27FC236}">
                <a16:creationId xmlns:a16="http://schemas.microsoft.com/office/drawing/2014/main" id="{EB70354D-4745-43B9-80BD-97E7376841CE}"/>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297" name="line_293">
            <a:extLst>
              <a:ext uri="{FF2B5EF4-FFF2-40B4-BE49-F238E27FC236}">
                <a16:creationId xmlns:a16="http://schemas.microsoft.com/office/drawing/2014/main" id="{47C8BF90-20C4-47A5-A3BE-10935BDEC6B2}"/>
              </a:ext>
            </a:extLst>
          </p:cNvPr>
          <p:cNvSpPr>
            <a:spLocks noGrp="1"/>
          </p:cNvSpPr>
          <p:nvPr/>
        </p:nvSpPr>
        <p:spPr>
          <a:xfrm flipV="1">
            <a:off x="7781925" y="2924175"/>
            <a:ext cx="609600" cy="419100"/>
          </a:xfrm>
          <a:prstGeom prst="line">
            <a:avLst/>
          </a:prstGeom>
          <a:noFill/>
          <a:ln w="16193">
            <a:solidFill>
              <a:srgbClr val="235C99"/>
            </a:solidFill>
            <a:tailEnd type="triangle" w="sm" len="sm"/>
          </a:ln>
        </p:spPr>
        <p:txBody>
          <a:bodyPr/>
          <a:lstStyle/>
          <a:p>
            <a:endParaRPr lang="it-IT"/>
          </a:p>
        </p:txBody>
      </p:sp>
      <p:sp>
        <p:nvSpPr>
          <p:cNvPr id="298" name="line_294">
            <a:extLst>
              <a:ext uri="{FF2B5EF4-FFF2-40B4-BE49-F238E27FC236}">
                <a16:creationId xmlns:a16="http://schemas.microsoft.com/office/drawing/2014/main" id="{61AA88A1-AE29-43EE-9785-48CE49B32501}"/>
              </a:ext>
            </a:extLst>
          </p:cNvPr>
          <p:cNvSpPr>
            <a:spLocks noGrp="1"/>
          </p:cNvSpPr>
          <p:nvPr/>
        </p:nvSpPr>
        <p:spPr>
          <a:xfrm flipH="1" flipV="1">
            <a:off x="8648700" y="2924175"/>
            <a:ext cx="876300" cy="781050"/>
          </a:xfrm>
          <a:prstGeom prst="line">
            <a:avLst/>
          </a:prstGeom>
          <a:noFill/>
          <a:ln w="16193">
            <a:solidFill>
              <a:srgbClr val="235C99"/>
            </a:solidFill>
            <a:tailEnd type="triangle" w="sm" len="sm"/>
          </a:ln>
        </p:spPr>
        <p:txBody>
          <a:bodyPr/>
          <a:lstStyle/>
          <a:p>
            <a:endParaRPr lang="it-IT"/>
          </a:p>
        </p:txBody>
      </p:sp>
      <p:sp>
        <p:nvSpPr>
          <p:cNvPr id="299" name="line_295">
            <a:extLst>
              <a:ext uri="{FF2B5EF4-FFF2-40B4-BE49-F238E27FC236}">
                <a16:creationId xmlns:a16="http://schemas.microsoft.com/office/drawing/2014/main" id="{C47E0A5C-873B-4AF5-8EE5-1B46FAB70FC8}"/>
              </a:ext>
            </a:extLst>
          </p:cNvPr>
          <p:cNvSpPr>
            <a:spLocks noGrp="1"/>
          </p:cNvSpPr>
          <p:nvPr/>
        </p:nvSpPr>
        <p:spPr>
          <a:xfrm flipV="1">
            <a:off x="10934700" y="2924175"/>
            <a:ext cx="476" cy="781050"/>
          </a:xfrm>
          <a:prstGeom prst="line">
            <a:avLst/>
          </a:prstGeom>
          <a:noFill/>
          <a:ln w="16193">
            <a:solidFill>
              <a:srgbClr val="A5AAB0"/>
            </a:solidFill>
            <a:tailEnd type="triangle" w="sm" len="sm"/>
          </a:ln>
        </p:spPr>
        <p:txBody>
          <a:bodyPr/>
          <a:lstStyle/>
          <a:p>
            <a:endParaRPr lang="it-IT"/>
          </a:p>
        </p:txBody>
      </p:sp>
      <p:sp>
        <p:nvSpPr>
          <p:cNvPr id="300" name="note_brace_296">
            <a:extLst>
              <a:ext uri="{FF2B5EF4-FFF2-40B4-BE49-F238E27FC236}">
                <a16:creationId xmlns:a16="http://schemas.microsoft.com/office/drawing/2014/main" id="{6B03A972-1D4E-4D7B-8814-87E23D5EEA48}"/>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301" name="text_297">
            <a:extLst>
              <a:ext uri="{FF2B5EF4-FFF2-40B4-BE49-F238E27FC236}">
                <a16:creationId xmlns:a16="http://schemas.microsoft.com/office/drawing/2014/main" id="{A672DB15-1168-4222-B526-2256627809F7}"/>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02" name="note_brace_298">
            <a:extLst>
              <a:ext uri="{FF2B5EF4-FFF2-40B4-BE49-F238E27FC236}">
                <a16:creationId xmlns:a16="http://schemas.microsoft.com/office/drawing/2014/main" id="{588603D4-6202-4E05-A6B0-A6687A0933D9}"/>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303" name="text_299">
            <a:extLst>
              <a:ext uri="{FF2B5EF4-FFF2-40B4-BE49-F238E27FC236}">
                <a16:creationId xmlns:a16="http://schemas.microsoft.com/office/drawing/2014/main" id="{B7A947FD-4B90-4343-BB06-1FD46662DAC0}"/>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04" name="equation_300" descr="\mathbf a_2(\mathbf{x})=\boldsymbol\phi_1(\mathbf{x})\mathbf W_2+b_2=(0-3+1/2-1)=(-7/2)">
                <a:extLst>
                  <a:ext uri="{FF2B5EF4-FFF2-40B4-BE49-F238E27FC236}">
                    <a16:creationId xmlns:a16="http://schemas.microsoft.com/office/drawing/2014/main" id="{3FD15366-5C9E-4CC3-92B7-782DF22A0876}"/>
                  </a:ext>
                </a:extLst>
              </p:cNvPr>
              <p:cNvSpPr>
                <a:spLocks noGrp="1"/>
              </p:cNvSpPr>
              <p:nvPr/>
            </p:nvSpPr>
            <p:spPr>
              <a:xfrm>
                <a:off x="571500" y="5467350"/>
                <a:ext cx="110490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𝐚</m:t>
                          </m:r>
                        </m:e>
                        <m:sub>
                          <m:r>
                            <a:rPr lang="en-GB" sz="2800">
                              <a:solidFill>
                                <a:srgbClr val="AB4910"/>
                              </a:solidFill>
                              <a:latin typeface="Cambria Math"/>
                              <a:ea typeface="Cambria Math"/>
                              <a:cs typeface="Cambria Math"/>
                            </a:rPr>
                            <m:t>2</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𝐱</m:t>
                          </m:r>
                        </m:e>
                      </m:d>
                      <m:r>
                        <a:rPr lang="en-GB" sz="2800">
                          <a:solidFill>
                            <a:srgbClr val="AB4910"/>
                          </a:solidFill>
                          <a:latin typeface="Cambria Math"/>
                          <a:ea typeface="Cambria Math"/>
                          <a:cs typeface="Cambria Math"/>
                        </a:rPr>
                        <m:t>=</m:t>
                      </m:r>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𝛟</m:t>
                          </m:r>
                        </m:e>
                        <m:sub>
                          <m:r>
                            <a:rPr lang="en-GB" sz="2800">
                              <a:solidFill>
                                <a:srgbClr val="AB4910"/>
                              </a:solidFill>
                              <a:latin typeface="Cambria Math"/>
                              <a:ea typeface="Cambria Math"/>
                              <a:cs typeface="Cambria Math"/>
                            </a:rPr>
                            <m:t>1</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𝐱</m:t>
                          </m:r>
                        </m:e>
                      </m:d>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𝐖</m:t>
                          </m:r>
                        </m:e>
                        <m:sub>
                          <m:r>
                            <a:rPr lang="en-GB" sz="2800">
                              <a:solidFill>
                                <a:srgbClr val="AB4910"/>
                              </a:solidFill>
                              <a:latin typeface="Cambria Math"/>
                              <a:ea typeface="Cambria Math"/>
                              <a:cs typeface="Cambria Math"/>
                            </a:rPr>
                            <m:t>2</m:t>
                          </m:r>
                        </m:sub>
                      </m:sSub>
                      <m:r>
                        <a:rPr lang="en-GB" sz="2800">
                          <a:solidFill>
                            <a:srgbClr val="AB4910"/>
                          </a:solidFill>
                          <a:latin typeface="Cambria Math"/>
                          <a:ea typeface="Cambria Math"/>
                          <a:cs typeface="Cambria Math"/>
                        </a:rPr>
                        <m:t>+</m:t>
                      </m:r>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𝑏</m:t>
                          </m:r>
                        </m:e>
                        <m:sub>
                          <m:r>
                            <a:rPr lang="en-GB" sz="2800">
                              <a:solidFill>
                                <a:srgbClr val="AB4910"/>
                              </a:solidFill>
                              <a:latin typeface="Cambria Math"/>
                              <a:ea typeface="Cambria Math"/>
                              <a:cs typeface="Cambria Math"/>
                            </a:rPr>
                            <m:t>2</m:t>
                          </m:r>
                        </m:sub>
                      </m:sSub>
                      <m:r>
                        <a:rPr lang="en-GB" sz="2800">
                          <a:solidFill>
                            <a:srgbClr val="AB4910"/>
                          </a:solidFill>
                          <a:latin typeface="Cambria Math"/>
                          <a:ea typeface="Cambria Math"/>
                          <a:cs typeface="Cambria Math"/>
                        </a:rPr>
                        <m:t>=</m:t>
                      </m:r>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0−3+1/2−1</m:t>
                          </m:r>
                        </m:e>
                      </m:d>
                      <m:r>
                        <a:rPr lang="en-GB" sz="2800">
                          <a:solidFill>
                            <a:srgbClr val="AB4910"/>
                          </a:solidFill>
                          <a:latin typeface="Cambria Math"/>
                          <a:ea typeface="Cambria Math"/>
                          <a:cs typeface="Cambria Math"/>
                        </a:rPr>
                        <m:t>=</m:t>
                      </m:r>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−7/2</m:t>
                          </m:r>
                        </m:e>
                      </m:d>
                    </m:oMath>
                  </m:oMathPara>
                </a14:m>
                <a:endParaRPr lang="en-GB" sz="2800"/>
              </a:p>
            </p:txBody>
          </p:sp>
        </mc:Choice>
        <mc:Fallback xmlns="">
          <p:sp>
            <p:nvSpPr>
              <p:cNvPr id="304" name="equation_300" descr="\mathbf a_2(\mathbf{x})=\boldsymbol\phi_1(\mathbf{x})\mathbf W_2+b_2=(0-3+1/2-1)=(-7/2)">
                <a:extLst>
                  <a:ext uri="{FF2B5EF4-FFF2-40B4-BE49-F238E27FC236}">
                    <a16:creationId xmlns:a16="http://schemas.microsoft.com/office/drawing/2014/main" id="{3FD15366-5C9E-4CC3-92B7-782DF22A0876}"/>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46"/>
                <a:stretch>
                  <a:fillRect/>
                </a:stretch>
              </a:blipFill>
              <a:ln w="0">
                <a:noFill/>
              </a:ln>
            </p:spPr>
            <p:txBody>
              <a:bodyPr/>
              <a:lstStyle/>
              <a:p>
                <a:r>
                  <a:rPr lang="it-IT">
                    <a:noFill/>
                  </a:rPr>
                  <a:t> </a:t>
                </a:r>
              </a:p>
            </p:txBody>
          </p:sp>
        </mc:Fallback>
      </mc:AlternateContent>
      <p:sp>
        <p:nvSpPr>
          <p:cNvPr id="305" name="shape_301">
            <a:extLst>
              <a:ext uri="{FF2B5EF4-FFF2-40B4-BE49-F238E27FC236}">
                <a16:creationId xmlns:a16="http://schemas.microsoft.com/office/drawing/2014/main" id="{1E55A5FA-F31D-46CF-BB0F-DCD715BAC34C}"/>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06" name="note_box_302">
            <a:extLst>
              <a:ext uri="{FF2B5EF4-FFF2-40B4-BE49-F238E27FC236}">
                <a16:creationId xmlns:a16="http://schemas.microsoft.com/office/drawing/2014/main" id="{3E16B900-34CC-43D9-8F23-A84F56E2FEE9}"/>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07" name="equation_303" descr="\boldsymbol{\phi}_0(\mathbf{x})">
                <a:extLst>
                  <a:ext uri="{FF2B5EF4-FFF2-40B4-BE49-F238E27FC236}">
                    <a16:creationId xmlns:a16="http://schemas.microsoft.com/office/drawing/2014/main" id="{F07C5CE4-A91F-4DB1-B2AA-C04724B5CCE8}"/>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07" name="equation_303" descr="\boldsymbol{\phi}_0(\mathbf{x})">
                <a:extLst>
                  <a:ext uri="{FF2B5EF4-FFF2-40B4-BE49-F238E27FC236}">
                    <a16:creationId xmlns:a16="http://schemas.microsoft.com/office/drawing/2014/main" id="{F07C5CE4-A91F-4DB1-B2AA-C04724B5CCE8}"/>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8" name="equation_304" descr="(1,2)">
                <a:extLst>
                  <a:ext uri="{FF2B5EF4-FFF2-40B4-BE49-F238E27FC236}">
                    <a16:creationId xmlns:a16="http://schemas.microsoft.com/office/drawing/2014/main" id="{5CA15A24-E0BD-4028-ACD1-A677E305AEA3}"/>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308" name="equation_304" descr="(1,2)">
                <a:extLst>
                  <a:ext uri="{FF2B5EF4-FFF2-40B4-BE49-F238E27FC236}">
                    <a16:creationId xmlns:a16="http://schemas.microsoft.com/office/drawing/2014/main" id="{5CA15A24-E0BD-4028-ACD1-A677E305AEA3}"/>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309" name="line_305">
            <a:extLst>
              <a:ext uri="{FF2B5EF4-FFF2-40B4-BE49-F238E27FC236}">
                <a16:creationId xmlns:a16="http://schemas.microsoft.com/office/drawing/2014/main" id="{346174C2-0C5F-4419-9317-D762C5A631A3}"/>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310" name="text_306">
            <a:extLst>
              <a:ext uri="{FF2B5EF4-FFF2-40B4-BE49-F238E27FC236}">
                <a16:creationId xmlns:a16="http://schemas.microsoft.com/office/drawing/2014/main" id="{C94CC355-2227-4AF8-AA1F-9B490C81E109}"/>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311" name="note_box_307">
            <a:extLst>
              <a:ext uri="{FF2B5EF4-FFF2-40B4-BE49-F238E27FC236}">
                <a16:creationId xmlns:a16="http://schemas.microsoft.com/office/drawing/2014/main" id="{82C73C12-307F-4804-A1AF-6F4BFE18C1CF}"/>
              </a:ext>
            </a:extLst>
          </p:cNvPr>
          <p:cNvSpPr>
            <a:spLocks noGrp="1"/>
          </p:cNvSpPr>
          <p:nvPr/>
        </p:nvSpPr>
        <p:spPr>
          <a:xfrm>
            <a:off x="27813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12" name="equation_308" descr="\mathbf{a}_1(\mathbf{x})">
                <a:extLst>
                  <a:ext uri="{FF2B5EF4-FFF2-40B4-BE49-F238E27FC236}">
                    <a16:creationId xmlns:a16="http://schemas.microsoft.com/office/drawing/2014/main" id="{795B6760-3C82-4C6B-8430-AF146B4C6BF5}"/>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12" name="equation_308" descr="\mathbf{a}_1(\mathbf{x})">
                <a:extLst>
                  <a:ext uri="{FF2B5EF4-FFF2-40B4-BE49-F238E27FC236}">
                    <a16:creationId xmlns:a16="http://schemas.microsoft.com/office/drawing/2014/main" id="{795B6760-3C82-4C6B-8430-AF146B4C6BF5}"/>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6"/>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3" name="equation_309" descr="(-1,3,1)">
                <a:extLst>
                  <a:ext uri="{FF2B5EF4-FFF2-40B4-BE49-F238E27FC236}">
                    <a16:creationId xmlns:a16="http://schemas.microsoft.com/office/drawing/2014/main" id="{95E450C2-9F42-4A05-80B5-7EBC875CB422}"/>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−1,3,1</m:t>
                          </m:r>
                        </m:e>
                      </m:d>
                    </m:oMath>
                  </m:oMathPara>
                </a14:m>
                <a:endParaRPr lang="en-GB" sz="2500"/>
              </a:p>
            </p:txBody>
          </p:sp>
        </mc:Choice>
        <mc:Fallback xmlns="">
          <p:sp>
            <p:nvSpPr>
              <p:cNvPr id="313" name="equation_309" descr="(-1,3,1)">
                <a:extLst>
                  <a:ext uri="{FF2B5EF4-FFF2-40B4-BE49-F238E27FC236}">
                    <a16:creationId xmlns:a16="http://schemas.microsoft.com/office/drawing/2014/main" id="{95E450C2-9F42-4A05-80B5-7EBC875CB422}"/>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7"/>
                <a:stretch>
                  <a:fillRect b="-28788"/>
                </a:stretch>
              </a:blipFill>
              <a:ln w="0">
                <a:noFill/>
              </a:ln>
            </p:spPr>
            <p:txBody>
              <a:bodyPr/>
              <a:lstStyle/>
              <a:p>
                <a:r>
                  <a:rPr lang="it-IT">
                    <a:noFill/>
                  </a:rPr>
                  <a:t> </a:t>
                </a:r>
              </a:p>
            </p:txBody>
          </p:sp>
        </mc:Fallback>
      </mc:AlternateContent>
      <p:sp>
        <p:nvSpPr>
          <p:cNvPr id="314" name="line_310">
            <a:extLst>
              <a:ext uri="{FF2B5EF4-FFF2-40B4-BE49-F238E27FC236}">
                <a16:creationId xmlns:a16="http://schemas.microsoft.com/office/drawing/2014/main" id="{90FA32FD-3B19-45D1-B26E-1C6783A8163A}"/>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315" name="text_311">
            <a:extLst>
              <a:ext uri="{FF2B5EF4-FFF2-40B4-BE49-F238E27FC236}">
                <a16:creationId xmlns:a16="http://schemas.microsoft.com/office/drawing/2014/main" id="{C012B55A-1C8C-4104-9B29-5481C2C74281}"/>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316" name="note_box_312">
            <a:extLst>
              <a:ext uri="{FF2B5EF4-FFF2-40B4-BE49-F238E27FC236}">
                <a16:creationId xmlns:a16="http://schemas.microsoft.com/office/drawing/2014/main" id="{A1162BAD-8330-469C-87C9-84B1DFEE06AA}"/>
              </a:ext>
            </a:extLst>
          </p:cNvPr>
          <p:cNvSpPr>
            <a:spLocks noGrp="1"/>
          </p:cNvSpPr>
          <p:nvPr/>
        </p:nvSpPr>
        <p:spPr>
          <a:xfrm>
            <a:off x="52006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17" name="equation_313" descr="\boldsymbol{\phi}_1(\mathbf{x})">
                <a:extLst>
                  <a:ext uri="{FF2B5EF4-FFF2-40B4-BE49-F238E27FC236}">
                    <a16:creationId xmlns:a16="http://schemas.microsoft.com/office/drawing/2014/main" id="{8A514C81-D934-48AC-A0C0-40DE96CE7A0F}"/>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17" name="equation_313" descr="\boldsymbol{\phi}_1(\mathbf{x})">
                <a:extLst>
                  <a:ext uri="{FF2B5EF4-FFF2-40B4-BE49-F238E27FC236}">
                    <a16:creationId xmlns:a16="http://schemas.microsoft.com/office/drawing/2014/main" id="{8A514C81-D934-48AC-A0C0-40DE96CE7A0F}"/>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8" name="equation_314" descr="(0,3,1)">
                <a:extLst>
                  <a:ext uri="{FF2B5EF4-FFF2-40B4-BE49-F238E27FC236}">
                    <a16:creationId xmlns:a16="http://schemas.microsoft.com/office/drawing/2014/main" id="{BB81416D-8899-4C8E-A878-4C0706FE22CC}"/>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0,3,1</m:t>
                          </m:r>
                        </m:e>
                      </m:d>
                    </m:oMath>
                  </m:oMathPara>
                </a14:m>
                <a:endParaRPr lang="en-GB" sz="2500"/>
              </a:p>
            </p:txBody>
          </p:sp>
        </mc:Choice>
        <mc:Fallback xmlns="">
          <p:sp>
            <p:nvSpPr>
              <p:cNvPr id="318" name="equation_314" descr="(0,3,1)">
                <a:extLst>
                  <a:ext uri="{FF2B5EF4-FFF2-40B4-BE49-F238E27FC236}">
                    <a16:creationId xmlns:a16="http://schemas.microsoft.com/office/drawing/2014/main" id="{BB81416D-8899-4C8E-A878-4C0706FE22CC}"/>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47"/>
                <a:stretch>
                  <a:fillRect b="-28788"/>
                </a:stretch>
              </a:blipFill>
              <a:ln w="0">
                <a:noFill/>
              </a:ln>
            </p:spPr>
            <p:txBody>
              <a:bodyPr/>
              <a:lstStyle/>
              <a:p>
                <a:r>
                  <a:rPr lang="it-IT">
                    <a:noFill/>
                  </a:rPr>
                  <a:t> </a:t>
                </a:r>
              </a:p>
            </p:txBody>
          </p:sp>
        </mc:Fallback>
      </mc:AlternateContent>
      <p:sp>
        <p:nvSpPr>
          <p:cNvPr id="319" name="line_315">
            <a:extLst>
              <a:ext uri="{FF2B5EF4-FFF2-40B4-BE49-F238E27FC236}">
                <a16:creationId xmlns:a16="http://schemas.microsoft.com/office/drawing/2014/main" id="{1D35830C-264F-48F5-8543-486B9C9432E2}"/>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320" name="text_316">
            <a:extLst>
              <a:ext uri="{FF2B5EF4-FFF2-40B4-BE49-F238E27FC236}">
                <a16:creationId xmlns:a16="http://schemas.microsoft.com/office/drawing/2014/main" id="{FC2C5ED2-95CC-4D5F-84FC-97556087A4F1}"/>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321" name="note_box_317">
            <a:extLst>
              <a:ext uri="{FF2B5EF4-FFF2-40B4-BE49-F238E27FC236}">
                <a16:creationId xmlns:a16="http://schemas.microsoft.com/office/drawing/2014/main" id="{84BFBB59-E7D0-4AE0-9AE0-96AB784B0650}"/>
              </a:ext>
            </a:extLst>
          </p:cNvPr>
          <p:cNvSpPr>
            <a:spLocks noGrp="1"/>
          </p:cNvSpPr>
          <p:nvPr/>
        </p:nvSpPr>
        <p:spPr>
          <a:xfrm>
            <a:off x="762000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2" name="equation_318" descr="\mathbf{a}_2(\mathbf{x})">
                <a:extLst>
                  <a:ext uri="{FF2B5EF4-FFF2-40B4-BE49-F238E27FC236}">
                    <a16:creationId xmlns:a16="http://schemas.microsoft.com/office/drawing/2014/main" id="{336F0ECE-189C-4B6F-BB1A-C2F72D3F18DF}"/>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𝐚</m:t>
                          </m:r>
                        </m:e>
                        <m:sub>
                          <m:r>
                            <a:rPr lang="en-GB" sz="2500">
                              <a:solidFill>
                                <a:srgbClr val="235C99"/>
                              </a:solidFill>
                              <a:latin typeface="Cambria Math"/>
                              <a:ea typeface="Cambria Math"/>
                              <a:cs typeface="Cambria Math"/>
                            </a:rPr>
                            <m:t>2</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322" name="equation_318" descr="\mathbf{a}_2(\mathbf{x})">
                <a:extLst>
                  <a:ext uri="{FF2B5EF4-FFF2-40B4-BE49-F238E27FC236}">
                    <a16:creationId xmlns:a16="http://schemas.microsoft.com/office/drawing/2014/main" id="{336F0ECE-189C-4B6F-BB1A-C2F72D3F18DF}"/>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4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3" name="equation_319" descr="(-7/2)">
                <a:extLst>
                  <a:ext uri="{FF2B5EF4-FFF2-40B4-BE49-F238E27FC236}">
                    <a16:creationId xmlns:a16="http://schemas.microsoft.com/office/drawing/2014/main" id="{B75287AA-1E52-4698-B895-E4827A1D6001}"/>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−7/2</m:t>
                          </m:r>
                        </m:e>
                      </m:d>
                    </m:oMath>
                  </m:oMathPara>
                </a14:m>
                <a:endParaRPr lang="en-GB" sz="2500"/>
              </a:p>
            </p:txBody>
          </p:sp>
        </mc:Choice>
        <mc:Fallback xmlns="">
          <p:sp>
            <p:nvSpPr>
              <p:cNvPr id="323" name="equation_319" descr="(-7/2)">
                <a:extLst>
                  <a:ext uri="{FF2B5EF4-FFF2-40B4-BE49-F238E27FC236}">
                    <a16:creationId xmlns:a16="http://schemas.microsoft.com/office/drawing/2014/main" id="{B75287AA-1E52-4698-B895-E4827A1D6001}"/>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49"/>
                <a:stretch>
                  <a:fillRect b="-28788"/>
                </a:stretch>
              </a:blipFill>
              <a:ln w="0">
                <a:noFill/>
              </a:ln>
            </p:spPr>
            <p:txBody>
              <a:bodyPr/>
              <a:lstStyle/>
              <a:p>
                <a:r>
                  <a:rPr lang="it-IT">
                    <a:noFill/>
                  </a:rPr>
                  <a:t> </a:t>
                </a:r>
              </a:p>
            </p:txBody>
          </p:sp>
        </mc:Fallback>
      </mc:AlternateContent>
      <p:sp>
        <p:nvSpPr>
          <p:cNvPr id="324" name="line_320">
            <a:extLst>
              <a:ext uri="{FF2B5EF4-FFF2-40B4-BE49-F238E27FC236}">
                <a16:creationId xmlns:a16="http://schemas.microsoft.com/office/drawing/2014/main" id="{1EF8AAA5-0408-45F2-9E02-B8C7CC57FA60}"/>
              </a:ext>
            </a:extLst>
          </p:cNvPr>
          <p:cNvSpPr>
            <a:spLocks noGrp="1"/>
          </p:cNvSpPr>
          <p:nvPr/>
        </p:nvSpPr>
        <p:spPr>
          <a:xfrm>
            <a:off x="9429750" y="2428875"/>
            <a:ext cx="581025" cy="476"/>
          </a:xfrm>
          <a:prstGeom prst="line">
            <a:avLst/>
          </a:prstGeom>
          <a:noFill/>
          <a:ln w="14288">
            <a:solidFill>
              <a:srgbClr val="235C99"/>
            </a:solidFill>
            <a:tailEnd type="triangle" w="sm" len="sm"/>
          </a:ln>
        </p:spPr>
        <p:txBody>
          <a:bodyPr/>
          <a:lstStyle/>
          <a:p>
            <a:endParaRPr lang="it-IT"/>
          </a:p>
        </p:txBody>
      </p:sp>
      <p:sp>
        <p:nvSpPr>
          <p:cNvPr id="325" name="text_321">
            <a:extLst>
              <a:ext uri="{FF2B5EF4-FFF2-40B4-BE49-F238E27FC236}">
                <a16:creationId xmlns:a16="http://schemas.microsoft.com/office/drawing/2014/main" id="{914F7029-D2FA-4598-8053-B001D9BB64E7}"/>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loss</a:t>
            </a:r>
          </a:p>
        </p:txBody>
      </p:sp>
      <p:sp>
        <p:nvSpPr>
          <p:cNvPr id="326" name="note_box_322">
            <a:extLst>
              <a:ext uri="{FF2B5EF4-FFF2-40B4-BE49-F238E27FC236}">
                <a16:creationId xmlns:a16="http://schemas.microsoft.com/office/drawing/2014/main" id="{0D3EE73D-6EB4-4077-9CFB-662000A76076}"/>
              </a:ext>
            </a:extLst>
          </p:cNvPr>
          <p:cNvSpPr>
            <a:spLocks noGrp="1"/>
          </p:cNvSpPr>
          <p:nvPr/>
        </p:nvSpPr>
        <p:spPr>
          <a:xfrm>
            <a:off x="1003935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27" name="equation_323" descr="\mathcal{L}_{\mathrm{sq}}">
                <a:extLst>
                  <a:ext uri="{FF2B5EF4-FFF2-40B4-BE49-F238E27FC236}">
                    <a16:creationId xmlns:a16="http://schemas.microsoft.com/office/drawing/2014/main" id="{134D63B8-7B15-4A99-B465-26C01E340557}"/>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ℒ</m:t>
                          </m:r>
                        </m:e>
                        <m:sub>
                          <m:r>
                            <m:rPr>
                              <m:sty m:val="p"/>
                            </m:rPr>
                            <a:rPr lang="en-GB" sz="2500">
                              <a:solidFill>
                                <a:srgbClr val="AB4910"/>
                              </a:solidFill>
                              <a:latin typeface="Cambria Math"/>
                              <a:ea typeface="Cambria Math"/>
                              <a:cs typeface="Cambria Math"/>
                            </a:rPr>
                            <m:t>sq</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𝛉</m:t>
                          </m:r>
                        </m:e>
                      </m:d>
                    </m:oMath>
                  </m:oMathPara>
                </a14:m>
                <a:endParaRPr lang="en-GB" sz="2500"/>
              </a:p>
            </p:txBody>
          </p:sp>
        </mc:Choice>
        <mc:Fallback xmlns="">
          <p:sp>
            <p:nvSpPr>
              <p:cNvPr id="327" name="equation_323" descr="\mathcal{L}_{\mathrm{sq}}">
                <a:extLst>
                  <a:ext uri="{FF2B5EF4-FFF2-40B4-BE49-F238E27FC236}">
                    <a16:creationId xmlns:a16="http://schemas.microsoft.com/office/drawing/2014/main" id="{134D63B8-7B15-4A99-B465-26C01E340557}"/>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50"/>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8" name="equation_324" descr="?">
                <a:extLst>
                  <a:ext uri="{FF2B5EF4-FFF2-40B4-BE49-F238E27FC236}">
                    <a16:creationId xmlns:a16="http://schemas.microsoft.com/office/drawing/2014/main" id="{AF2F4405-6C20-45CA-B8F7-D4229FE167F0}"/>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B4910"/>
                          </a:solidFill>
                          <a:latin typeface="Cambria Math"/>
                          <a:ea typeface="Cambria Math"/>
                          <a:cs typeface="Cambria Math"/>
                        </a:rPr>
                        <m:t>?</m:t>
                      </m:r>
                    </m:oMath>
                  </m:oMathPara>
                </a14:m>
                <a:endParaRPr lang="en-GB" sz="2500"/>
              </a:p>
            </p:txBody>
          </p:sp>
        </mc:Choice>
        <mc:Fallback xmlns="">
          <p:sp>
            <p:nvSpPr>
              <p:cNvPr id="328" name="equation_324" descr="?">
                <a:extLst>
                  <a:ext uri="{FF2B5EF4-FFF2-40B4-BE49-F238E27FC236}">
                    <a16:creationId xmlns:a16="http://schemas.microsoft.com/office/drawing/2014/main" id="{AF2F4405-6C20-45CA-B8F7-D4229FE167F0}"/>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51"/>
                <a:stretch>
                  <a:fillRect b="-3030"/>
                </a:stretch>
              </a:blipFill>
              <a:ln w="0">
                <a:noFill/>
              </a:ln>
            </p:spPr>
            <p:txBody>
              <a:bodyPr/>
              <a:lstStyle/>
              <a:p>
                <a:r>
                  <a:rPr lang="it-IT">
                    <a:noFill/>
                  </a:rPr>
                  <a:t> </a:t>
                </a:r>
              </a:p>
            </p:txBody>
          </p:sp>
        </mc:Fallback>
      </mc:AlternateContent>
      <p:sp>
        <p:nvSpPr>
          <p:cNvPr id="329" name="note_box_325">
            <a:extLst>
              <a:ext uri="{FF2B5EF4-FFF2-40B4-BE49-F238E27FC236}">
                <a16:creationId xmlns:a16="http://schemas.microsoft.com/office/drawing/2014/main" id="{1545B296-8455-4D29-8F45-B78750871957}"/>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0" name="equation_326" descr="\mathbf W_1=\begin{pmatrix}1&amp;2&amp;-1\\-1&amp;0&amp;1\end{pmatrix}">
                <a:extLst>
                  <a:ext uri="{FF2B5EF4-FFF2-40B4-BE49-F238E27FC236}">
                    <a16:creationId xmlns:a16="http://schemas.microsoft.com/office/drawing/2014/main" id="{6E905A63-211F-43FD-8AD0-6BB859FC0CC3}"/>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330" name="equation_326" descr="\mathbf W_1=\begin{pmatrix}1&amp;2&amp;-1\\-1&amp;0&amp;1\end{pmatrix}">
                <a:extLst>
                  <a:ext uri="{FF2B5EF4-FFF2-40B4-BE49-F238E27FC236}">
                    <a16:creationId xmlns:a16="http://schemas.microsoft.com/office/drawing/2014/main" id="{6E905A63-211F-43FD-8AD0-6BB859FC0CC3}"/>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331" name="note_box_327">
            <a:extLst>
              <a:ext uri="{FF2B5EF4-FFF2-40B4-BE49-F238E27FC236}">
                <a16:creationId xmlns:a16="http://schemas.microsoft.com/office/drawing/2014/main" id="{E14E5C58-774C-41D4-A36B-E11833271D3C}"/>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2" name="equation_328" descr="\mathbf b_1=(0,1,0)">
                <a:extLst>
                  <a:ext uri="{FF2B5EF4-FFF2-40B4-BE49-F238E27FC236}">
                    <a16:creationId xmlns:a16="http://schemas.microsoft.com/office/drawing/2014/main" id="{B1D4BF46-8DC3-4D91-B84D-E7E5EA47E9A0}"/>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332" name="equation_328" descr="\mathbf b_1=(0,1,0)">
                <a:extLst>
                  <a:ext uri="{FF2B5EF4-FFF2-40B4-BE49-F238E27FC236}">
                    <a16:creationId xmlns:a16="http://schemas.microsoft.com/office/drawing/2014/main" id="{B1D4BF46-8DC3-4D91-B84D-E7E5EA47E9A0}"/>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333" name="note_box_329">
            <a:extLst>
              <a:ext uri="{FF2B5EF4-FFF2-40B4-BE49-F238E27FC236}">
                <a16:creationId xmlns:a16="http://schemas.microsoft.com/office/drawing/2014/main" id="{88AEA1FE-1413-4EA6-8D41-9DB92A976AD1}"/>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4" name="equation_330" descr="\mathbf W_2=\begin{pmatrix}2\\-1\\1/2\end{pmatrix}">
                <a:extLst>
                  <a:ext uri="{FF2B5EF4-FFF2-40B4-BE49-F238E27FC236}">
                    <a16:creationId xmlns:a16="http://schemas.microsoft.com/office/drawing/2014/main" id="{014394C6-1606-4D3F-BB4F-09853CF6FA34}"/>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334" name="equation_330" descr="\mathbf W_2=\begin{pmatrix}2\\-1\\1/2\end{pmatrix}">
                <a:extLst>
                  <a:ext uri="{FF2B5EF4-FFF2-40B4-BE49-F238E27FC236}">
                    <a16:creationId xmlns:a16="http://schemas.microsoft.com/office/drawing/2014/main" id="{014394C6-1606-4D3F-BB4F-09853CF6FA34}"/>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335" name="note_box_331">
            <a:extLst>
              <a:ext uri="{FF2B5EF4-FFF2-40B4-BE49-F238E27FC236}">
                <a16:creationId xmlns:a16="http://schemas.microsoft.com/office/drawing/2014/main" id="{F39C04A2-B49F-4F0C-BBF3-98D2D2C20636}"/>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6" name="equation_332" descr="b_2=-1">
                <a:extLst>
                  <a:ext uri="{FF2B5EF4-FFF2-40B4-BE49-F238E27FC236}">
                    <a16:creationId xmlns:a16="http://schemas.microsoft.com/office/drawing/2014/main" id="{7F1E4922-4D9F-4E97-AEE6-31A028EE0A87}"/>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336" name="equation_332" descr="b_2=-1">
                <a:extLst>
                  <a:ext uri="{FF2B5EF4-FFF2-40B4-BE49-F238E27FC236}">
                    <a16:creationId xmlns:a16="http://schemas.microsoft.com/office/drawing/2014/main" id="{7F1E4922-4D9F-4E97-AEE6-31A028EE0A87}"/>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7" name="equation_333" descr="y=-3">
                <a:extLst>
                  <a:ext uri="{FF2B5EF4-FFF2-40B4-BE49-F238E27FC236}">
                    <a16:creationId xmlns:a16="http://schemas.microsoft.com/office/drawing/2014/main" id="{27B8D74B-1F30-4641-BA70-F20A314DBC75}"/>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235C99"/>
                          </a:solidFill>
                          <a:latin typeface="Cambria Math"/>
                          <a:ea typeface="Cambria Math"/>
                          <a:cs typeface="Cambria Math"/>
                        </a:rPr>
                        <m:t>𝑦</m:t>
                      </m:r>
                      <m:r>
                        <a:rPr lang="en-GB" sz="2700">
                          <a:solidFill>
                            <a:srgbClr val="235C99"/>
                          </a:solidFill>
                          <a:latin typeface="Cambria Math"/>
                          <a:ea typeface="Cambria Math"/>
                          <a:cs typeface="Cambria Math"/>
                        </a:rPr>
                        <m:t>=−3</m:t>
                      </m:r>
                    </m:oMath>
                  </m:oMathPara>
                </a14:m>
                <a:endParaRPr lang="en-GB" sz="2700"/>
              </a:p>
            </p:txBody>
          </p:sp>
        </mc:Choice>
        <mc:Fallback xmlns="">
          <p:sp>
            <p:nvSpPr>
              <p:cNvPr id="337" name="equation_333" descr="y=-3">
                <a:extLst>
                  <a:ext uri="{FF2B5EF4-FFF2-40B4-BE49-F238E27FC236}">
                    <a16:creationId xmlns:a16="http://schemas.microsoft.com/office/drawing/2014/main" id="{27B8D74B-1F30-4641-BA70-F20A314DBC75}"/>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52"/>
                <a:stretch>
                  <a:fillRect/>
                </a:stretch>
              </a:blipFill>
              <a:ln w="0">
                <a:noFill/>
              </a:ln>
            </p:spPr>
            <p:txBody>
              <a:bodyPr/>
              <a:lstStyle/>
              <a:p>
                <a:r>
                  <a:rPr lang="it-IT">
                    <a:noFill/>
                  </a:rPr>
                  <a:t> </a:t>
                </a:r>
              </a:p>
            </p:txBody>
          </p:sp>
        </mc:Fallback>
      </mc:AlternateContent>
      <p:sp>
        <p:nvSpPr>
          <p:cNvPr id="338" name="line_334">
            <a:extLst>
              <a:ext uri="{FF2B5EF4-FFF2-40B4-BE49-F238E27FC236}">
                <a16:creationId xmlns:a16="http://schemas.microsoft.com/office/drawing/2014/main" id="{1F29C7F8-5B8D-4508-848A-7D12E6560A3F}"/>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339" name="line_335">
            <a:extLst>
              <a:ext uri="{FF2B5EF4-FFF2-40B4-BE49-F238E27FC236}">
                <a16:creationId xmlns:a16="http://schemas.microsoft.com/office/drawing/2014/main" id="{9D7DE88B-CAC7-4513-830C-55287C9B11FF}"/>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340" name="line_336">
            <a:extLst>
              <a:ext uri="{FF2B5EF4-FFF2-40B4-BE49-F238E27FC236}">
                <a16:creationId xmlns:a16="http://schemas.microsoft.com/office/drawing/2014/main" id="{936415BA-E5A4-451E-8923-0F7B56837D97}"/>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341" name="line_337">
            <a:extLst>
              <a:ext uri="{FF2B5EF4-FFF2-40B4-BE49-F238E27FC236}">
                <a16:creationId xmlns:a16="http://schemas.microsoft.com/office/drawing/2014/main" id="{1FCBF8F2-E912-494A-91E4-EA388C094FB9}"/>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342" name="line_338">
            <a:extLst>
              <a:ext uri="{FF2B5EF4-FFF2-40B4-BE49-F238E27FC236}">
                <a16:creationId xmlns:a16="http://schemas.microsoft.com/office/drawing/2014/main" id="{C12F9EB3-B707-4D23-9723-D9D525B6BAE5}"/>
              </a:ext>
            </a:extLst>
          </p:cNvPr>
          <p:cNvSpPr>
            <a:spLocks noGrp="1"/>
          </p:cNvSpPr>
          <p:nvPr/>
        </p:nvSpPr>
        <p:spPr>
          <a:xfrm flipV="1">
            <a:off x="10934700" y="2924175"/>
            <a:ext cx="476" cy="781050"/>
          </a:xfrm>
          <a:prstGeom prst="line">
            <a:avLst/>
          </a:prstGeom>
          <a:noFill/>
          <a:ln w="16193">
            <a:solidFill>
              <a:srgbClr val="235C99"/>
            </a:solidFill>
            <a:tailEnd type="triangle" w="sm" len="sm"/>
          </a:ln>
        </p:spPr>
        <p:txBody>
          <a:bodyPr/>
          <a:lstStyle/>
          <a:p>
            <a:endParaRPr lang="it-IT"/>
          </a:p>
        </p:txBody>
      </p:sp>
      <p:sp>
        <p:nvSpPr>
          <p:cNvPr id="343" name="note_brace_339">
            <a:extLst>
              <a:ext uri="{FF2B5EF4-FFF2-40B4-BE49-F238E27FC236}">
                <a16:creationId xmlns:a16="http://schemas.microsoft.com/office/drawing/2014/main" id="{547B685C-F6D6-4559-989E-B1DCBFD3F15E}"/>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344" name="text_340">
            <a:extLst>
              <a:ext uri="{FF2B5EF4-FFF2-40B4-BE49-F238E27FC236}">
                <a16:creationId xmlns:a16="http://schemas.microsoft.com/office/drawing/2014/main" id="{79B6365F-A5B8-4CD4-9D7E-C6EB6369413D}"/>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45" name="note_brace_341">
            <a:extLst>
              <a:ext uri="{FF2B5EF4-FFF2-40B4-BE49-F238E27FC236}">
                <a16:creationId xmlns:a16="http://schemas.microsoft.com/office/drawing/2014/main" id="{87ACFEF5-3DCA-47F4-A9FC-49C3E851D833}"/>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346" name="text_342">
            <a:extLst>
              <a:ext uri="{FF2B5EF4-FFF2-40B4-BE49-F238E27FC236}">
                <a16:creationId xmlns:a16="http://schemas.microsoft.com/office/drawing/2014/main" id="{A83DCC6C-E7AE-47A9-A277-4DB1CFA2E741}"/>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347" name="text_343">
            <a:extLst>
              <a:ext uri="{FF2B5EF4-FFF2-40B4-BE49-F238E27FC236}">
                <a16:creationId xmlns:a16="http://schemas.microsoft.com/office/drawing/2014/main" id="{645EC48C-E3C6-43BF-92E7-A4F5A938004C}"/>
              </a:ext>
            </a:extLst>
          </p:cNvPr>
          <p:cNvSpPr>
            <a:spLocks noGrp="1"/>
          </p:cNvSpPr>
          <p:nvPr/>
        </p:nvSpPr>
        <p:spPr>
          <a:xfrm>
            <a:off x="571500" y="6067425"/>
            <a:ext cx="11049000" cy="371475"/>
          </a:xfrm>
          <a:prstGeom prst="rect">
            <a:avLst/>
          </a:prstGeom>
          <a:noFill/>
          <a:ln w="0">
            <a:noFill/>
          </a:ln>
        </p:spPr>
        <p:txBody>
          <a:bodyPr anchor="ctr">
            <a:noAutofit/>
          </a:bodyPr>
          <a:lstStyle>
            <a:defPPr algn="ctr">
              <a:defRPr sz="1875" b="1">
                <a:solidFill>
                  <a:srgbClr val="182D45"/>
                </a:solidFill>
                <a:latin typeface="DejaVu Sans"/>
                <a:ea typeface="DejaVu Sans"/>
                <a:cs typeface="DejaVu Sans"/>
              </a:defRPr>
            </a:defPPr>
          </a:lstStyle>
          <a:p>
            <a:pPr algn="ctr">
              <a:defRPr sz="1875" b="1">
                <a:solidFill>
                  <a:srgbClr val="182D45"/>
                </a:solidFill>
                <a:latin typeface="DejaVu Sans"/>
                <a:ea typeface="DejaVu Sans"/>
                <a:cs typeface="DejaVu Sans"/>
              </a:defRPr>
            </a:pPr>
            <a:r>
              <a:rPr sz="2025" b="1">
                <a:solidFill>
                  <a:srgbClr val="182D45"/>
                </a:solidFill>
                <a:latin typeface="DejaVu Sans"/>
                <a:ea typeface="DejaVu Sans"/>
                <a:cs typeface="DejaVu Sans"/>
              </a:rPr>
              <a:t>What value belongs in the highlighted box?</a:t>
            </a:r>
          </a:p>
        </p:txBody>
      </p:sp>
      <mc:AlternateContent xmlns:mc="http://schemas.openxmlformats.org/markup-compatibility/2006" xmlns:a14="http://schemas.microsoft.com/office/drawing/2010/main">
        <mc:Choice Requires="a14">
          <p:sp>
            <p:nvSpPr>
              <p:cNvPr id="395" name="forward_question_4" descr="\mathcal L_{\mathrm{sq}}(\boldsymbol\theta)=(\left[\mathbf a_2(\mathbf{x})\right]_1-y)^2=?">
                <a:extLst>
                  <a:ext uri="{FF2B5EF4-FFF2-40B4-BE49-F238E27FC236}">
                    <a16:creationId xmlns:a16="http://schemas.microsoft.com/office/drawing/2014/main" id="{A96BBCD2-6576-4D8A-98B3-7BF2250D1D01}"/>
                  </a:ext>
                </a:extLst>
              </p:cNvPr>
              <p:cNvSpPr>
                <a:spLocks noGrp="1"/>
              </p:cNvSpPr>
              <p:nvPr/>
            </p:nvSpPr>
            <p:spPr>
              <a:xfrm>
                <a:off x="571500" y="5467350"/>
                <a:ext cx="11049000" cy="571500"/>
              </a:xfrm>
              <a:prstGeom prst="rect">
                <a:avLst/>
              </a:prstGeom>
              <a:noFill/>
              <a:ln w="0">
                <a:noFill/>
              </a:ln>
            </p:spPr>
            <p:txBody>
              <a:bodyPr wrap="none" lIns="0" tIns="0" rIns="0" bIns="0" anchor="ctr"/>
              <a:lstStyle>
                <a:defPPr algn="ctr">
                  <a:defRPr sz="2400">
                    <a:solidFill>
                      <a:srgbClr val="AB4910"/>
                    </a:solidFill>
                    <a:latin typeface="DejaVu Sans"/>
                    <a:ea typeface="DejaVu Sans"/>
                    <a:cs typeface="DejaVu Sans"/>
                  </a:defRPr>
                </a:defPPr>
              </a:lstStyle>
              <a:p>
                <a:pPr algn="ctr"/>
                <a14:m>
                  <m:oMathPara xmlns:m="http://schemas.openxmlformats.org/officeDocument/2006/math">
                    <m:oMath>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ℒ</m:t>
                          </m:r>
                        </m:e>
                        <m:sub>
                          <m:r>
                            <m:rPr>
                              <m:sty m:val="p"/>
                            </m:rPr>
                            <a:rPr lang="en-GB" sz="2400">
                              <a:solidFill>
                                <a:srgbClr val="AB4910"/>
                              </a:solidFill>
                              <a:latin typeface="Cambria Math"/>
                              <a:ea typeface="Cambria Math"/>
                              <a:cs typeface="Cambria Math"/>
                            </a:rPr>
                            <m:t>sq</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𝛉</m:t>
                          </m:r>
                        </m:e>
                      </m:d>
                      <m:r>
                        <a:rPr lang="en-GB" sz="2400">
                          <a:solidFill>
                            <a:srgbClr val="AB4910"/>
                          </a:solidFill>
                          <a:latin typeface="Cambria Math"/>
                          <a:ea typeface="Cambria Math"/>
                          <a:cs typeface="Cambria Math"/>
                        </a:rPr>
                        <m:t>=</m:t>
                      </m:r>
                      <m:sSup>
                        <m:sSupPr>
                          <m:ctrlPr>
                            <a:rPr lang="en-GB" sz="2400" i="1">
                              <a:solidFill>
                                <a:srgbClr val="AB4910"/>
                              </a:solidFill>
                              <a:latin typeface="Cambria Math" panose="02040503050406030204" pitchFamily="18" charset="0"/>
                              <a:ea typeface="Cambria Math"/>
                              <a:cs typeface="Cambria Math"/>
                            </a:rPr>
                          </m:ctrlPr>
                        </m:sSupPr>
                        <m:e>
                          <m:d>
                            <m:dPr>
                              <m:ctrlPr>
                                <a:rPr lang="en-GB" sz="2400" i="1">
                                  <a:solidFill>
                                    <a:srgbClr val="AB4910"/>
                                  </a:solidFill>
                                  <a:latin typeface="Cambria Math" panose="02040503050406030204" pitchFamily="18" charset="0"/>
                                  <a:ea typeface="Cambria Math"/>
                                  <a:cs typeface="Cambria Math"/>
                                </a:rPr>
                              </m:ctrlPr>
                            </m:dPr>
                            <m:e>
                              <m:sSub>
                                <m:sSubPr>
                                  <m:ctrlPr>
                                    <a:rPr lang="en-GB" sz="2400" i="1">
                                      <a:solidFill>
                                        <a:srgbClr val="AB4910"/>
                                      </a:solidFill>
                                      <a:latin typeface="Cambria Math" panose="02040503050406030204" pitchFamily="18" charset="0"/>
                                      <a:ea typeface="Cambria Math"/>
                                      <a:cs typeface="Cambria Math"/>
                                    </a:rPr>
                                  </m:ctrlPr>
                                </m:sSubPr>
                                <m:e>
                                  <m:d>
                                    <m:dPr>
                                      <m:begChr m:val="["/>
                                      <m:endChr m:val="]"/>
                                      <m:ctrlPr>
                                        <a:rPr lang="en-GB" sz="2400" i="1">
                                          <a:solidFill>
                                            <a:srgbClr val="AB4910"/>
                                          </a:solidFill>
                                          <a:latin typeface="Cambria Math" panose="02040503050406030204" pitchFamily="18" charset="0"/>
                                          <a:ea typeface="Cambria Math"/>
                                          <a:cs typeface="Cambria Math"/>
                                        </a:rPr>
                                      </m:ctrlPr>
                                    </m:dPr>
                                    <m:e>
                                      <m:sSub>
                                        <m:sSubPr>
                                          <m:ctrlPr>
                                            <a:rPr lang="en-GB" sz="2400">
                                              <a:solidFill>
                                                <a:srgbClr val="AB4910"/>
                                              </a:solidFill>
                                              <a:latin typeface="Cambria Math"/>
                                              <a:ea typeface="Cambria Math"/>
                                              <a:cs typeface="Cambria Math"/>
                                            </a:rPr>
                                          </m:ctrlPr>
                                        </m:sSubPr>
                                        <m:e>
                                          <m:r>
                                            <a:rPr lang="en-GB" sz="2400">
                                              <a:solidFill>
                                                <a:srgbClr val="AB4910"/>
                                              </a:solidFill>
                                              <a:latin typeface="Cambria Math"/>
                                              <a:ea typeface="Cambria Math"/>
                                              <a:cs typeface="Cambria Math"/>
                                            </a:rPr>
                                            <m:t>𝐚</m:t>
                                          </m:r>
                                        </m:e>
                                        <m:sub>
                                          <m:r>
                                            <a:rPr lang="en-GB" sz="2400">
                                              <a:solidFill>
                                                <a:srgbClr val="AB4910"/>
                                              </a:solidFill>
                                              <a:latin typeface="Cambria Math"/>
                                              <a:ea typeface="Cambria Math"/>
                                              <a:cs typeface="Cambria Math"/>
                                            </a:rPr>
                                            <m:t>2</m:t>
                                          </m:r>
                                        </m:sub>
                                      </m:sSub>
                                      <m:d>
                                        <m:dPr>
                                          <m:ctrlPr>
                                            <a:rPr lang="en-GB" sz="2400">
                                              <a:solidFill>
                                                <a:srgbClr val="AB4910"/>
                                              </a:solidFill>
                                              <a:latin typeface="Cambria Math"/>
                                              <a:ea typeface="Cambria Math"/>
                                              <a:cs typeface="Cambria Math"/>
                                            </a:rPr>
                                          </m:ctrlPr>
                                        </m:dPr>
                                        <m:e>
                                          <m:r>
                                            <a:rPr lang="en-GB" sz="2400">
                                              <a:solidFill>
                                                <a:srgbClr val="AB4910"/>
                                              </a:solidFill>
                                              <a:latin typeface="Cambria Math"/>
                                              <a:ea typeface="Cambria Math"/>
                                              <a:cs typeface="Cambria Math"/>
                                            </a:rPr>
                                            <m:t>𝐱</m:t>
                                          </m:r>
                                        </m:e>
                                      </m:d>
                                    </m:e>
                                  </m:d>
                                </m:e>
                                <m:sub>
                                  <m:r>
                                    <a:rPr lang="en-GB" sz="2400">
                                      <a:solidFill>
                                        <a:srgbClr val="AB4910"/>
                                      </a:solidFill>
                                      <a:latin typeface="Cambria Math"/>
                                      <a:ea typeface="Cambria Math"/>
                                      <a:cs typeface="Cambria Math"/>
                                    </a:rPr>
                                    <m:t>1</m:t>
                                  </m:r>
                                </m:sub>
                              </m:sSub>
                              <m:r>
                                <a:rPr lang="en-GB" sz="2400">
                                  <a:solidFill>
                                    <a:srgbClr val="AB4910"/>
                                  </a:solidFill>
                                  <a:latin typeface="Cambria Math"/>
                                  <a:ea typeface="Cambria Math"/>
                                  <a:cs typeface="Cambria Math"/>
                                </a:rPr>
                                <m:t>−</m:t>
                              </m:r>
                              <m:r>
                                <a:rPr lang="en-GB" sz="2400">
                                  <a:solidFill>
                                    <a:srgbClr val="AB4910"/>
                                  </a:solidFill>
                                  <a:latin typeface="Cambria Math"/>
                                  <a:ea typeface="Cambria Math"/>
                                  <a:cs typeface="Cambria Math"/>
                                </a:rPr>
                                <m:t>𝑦</m:t>
                              </m:r>
                            </m:e>
                          </m:d>
                        </m:e>
                        <m:sup>
                          <m:r>
                            <a:rPr lang="en-GB" sz="2400">
                              <a:solidFill>
                                <a:srgbClr val="AB4910"/>
                              </a:solidFill>
                              <a:latin typeface="Cambria Math"/>
                              <a:ea typeface="Cambria Math"/>
                              <a:cs typeface="Cambria Math"/>
                            </a:rPr>
                            <m:t>2</m:t>
                          </m:r>
                        </m:sup>
                      </m:sSup>
                      <m:r>
                        <a:rPr lang="en-GB" sz="2400">
                          <a:solidFill>
                            <a:srgbClr val="AB4910"/>
                          </a:solidFill>
                          <a:latin typeface="Cambria Math"/>
                          <a:ea typeface="Cambria Math"/>
                          <a:cs typeface="Cambria Math"/>
                        </a:rPr>
                        <m:t>=?</m:t>
                      </m:r>
                    </m:oMath>
                  </m:oMathPara>
                </a14:m>
                <a:endParaRPr/>
              </a:p>
            </p:txBody>
          </p:sp>
        </mc:Choice>
        <mc:Fallback xmlns="">
          <p:sp>
            <p:nvSpPr>
              <p:cNvPr id="395" name="forward_question_4" descr="\mathcal L_{\mathrm{sq}}(\boldsymbol\theta)=(\left[\mathbf a_2(\mathbf{x})\right]_1-y)^2=?">
                <a:extLst>
                  <a:ext uri="{FF2B5EF4-FFF2-40B4-BE49-F238E27FC236}">
                    <a16:creationId xmlns:a16="http://schemas.microsoft.com/office/drawing/2014/main" id="{A96BBCD2-6576-4D8A-98B3-7BF2250D1D01}"/>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53"/>
                <a:stretch>
                  <a:fillRect/>
                </a:stretch>
              </a:blipFill>
              <a:ln w="0">
                <a:noFill/>
              </a:ln>
            </p:spPr>
            <p:txBody>
              <a:bodyPr/>
              <a:lstStyle/>
              <a:p>
                <a:r>
                  <a:rPr lang="it-IT">
                    <a:noFill/>
                  </a:rPr>
                  <a:t> </a:t>
                </a:r>
              </a:p>
            </p:txBody>
          </p:sp>
        </mc:Fallback>
      </mc:AlternateContent>
      <p:sp>
        <p:nvSpPr>
          <p:cNvPr id="348" name="shape_344">
            <a:extLst>
              <a:ext uri="{FF2B5EF4-FFF2-40B4-BE49-F238E27FC236}">
                <a16:creationId xmlns:a16="http://schemas.microsoft.com/office/drawing/2014/main" id="{952351A8-81FA-42FA-9422-D0283FAF38C8}"/>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349" name="note_box_345">
            <a:extLst>
              <a:ext uri="{FF2B5EF4-FFF2-40B4-BE49-F238E27FC236}">
                <a16:creationId xmlns:a16="http://schemas.microsoft.com/office/drawing/2014/main" id="{5D8DF12C-EDEF-4770-876F-D9937D2029E2}"/>
              </a:ext>
            </a:extLst>
          </p:cNvPr>
          <p:cNvSpPr>
            <a:spLocks noGrp="1"/>
          </p:cNvSpPr>
          <p:nvPr/>
        </p:nvSpPr>
        <p:spPr>
          <a:xfrm>
            <a:off x="3619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50" name="equation_346" descr="\boldsymbol{\phi}_0(\mathbf{x})">
                <a:extLst>
                  <a:ext uri="{FF2B5EF4-FFF2-40B4-BE49-F238E27FC236}">
                    <a16:creationId xmlns:a16="http://schemas.microsoft.com/office/drawing/2014/main" id="{510EB776-44B7-4795-9FC0-DC0D35E75BF3}"/>
                  </a:ext>
                </a:extLst>
              </p:cNvPr>
              <p:cNvSpPr>
                <a:spLocks noGrp="1"/>
              </p:cNvSpPr>
              <p:nvPr/>
            </p:nvSpPr>
            <p:spPr>
              <a:xfrm>
                <a:off x="4095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0</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50" name="equation_346" descr="\boldsymbol{\phi}_0(\mathbf{x})">
                <a:extLst>
                  <a:ext uri="{FF2B5EF4-FFF2-40B4-BE49-F238E27FC236}">
                    <a16:creationId xmlns:a16="http://schemas.microsoft.com/office/drawing/2014/main" id="{510EB776-44B7-4795-9FC0-DC0D35E75BF3}"/>
                  </a:ext>
                </a:extLst>
              </p:cNvPr>
              <p:cNvSpPr>
                <a:spLocks noGrp="1" noRot="1" noChangeAspect="1" noMove="1" noResize="1" noEditPoints="1" noAdjustHandles="1" noChangeArrowheads="1" noChangeShapeType="1" noTextEdit="1"/>
              </p:cNvSpPr>
              <p:nvPr/>
            </p:nvSpPr>
            <p:spPr>
              <a:xfrm>
                <a:off x="409575" y="1981200"/>
                <a:ext cx="1695450" cy="371475"/>
              </a:xfrm>
              <a:prstGeom prst="rect">
                <a:avLst/>
              </a:prstGeom>
              <a:blipFill>
                <a:blip r:embed="rId2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1" name="equation_347" descr="(1,2)">
                <a:extLst>
                  <a:ext uri="{FF2B5EF4-FFF2-40B4-BE49-F238E27FC236}">
                    <a16:creationId xmlns:a16="http://schemas.microsoft.com/office/drawing/2014/main" id="{D8CE3932-0B02-42B0-9EF1-CD3C66D9BD8B}"/>
                  </a:ext>
                </a:extLst>
              </p:cNvPr>
              <p:cNvSpPr>
                <a:spLocks noGrp="1"/>
              </p:cNvSpPr>
              <p:nvPr/>
            </p:nvSpPr>
            <p:spPr>
              <a:xfrm>
                <a:off x="4095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1,2</m:t>
                          </m:r>
                        </m:e>
                      </m:d>
                    </m:oMath>
                  </m:oMathPara>
                </a14:m>
                <a:endParaRPr lang="en-GB" sz="2500"/>
              </a:p>
            </p:txBody>
          </p:sp>
        </mc:Choice>
        <mc:Fallback xmlns="">
          <p:sp>
            <p:nvSpPr>
              <p:cNvPr id="351" name="equation_347" descr="(1,2)">
                <a:extLst>
                  <a:ext uri="{FF2B5EF4-FFF2-40B4-BE49-F238E27FC236}">
                    <a16:creationId xmlns:a16="http://schemas.microsoft.com/office/drawing/2014/main" id="{D8CE3932-0B02-42B0-9EF1-CD3C66D9BD8B}"/>
                  </a:ext>
                </a:extLst>
              </p:cNvPr>
              <p:cNvSpPr>
                <a:spLocks noGrp="1" noRot="1" noChangeAspect="1" noMove="1" noResize="1" noEditPoints="1" noAdjustHandles="1" noChangeArrowheads="1" noChangeShapeType="1" noTextEdit="1"/>
              </p:cNvSpPr>
              <p:nvPr/>
            </p:nvSpPr>
            <p:spPr>
              <a:xfrm>
                <a:off x="409575" y="2400300"/>
                <a:ext cx="1695450" cy="400050"/>
              </a:xfrm>
              <a:prstGeom prst="rect">
                <a:avLst/>
              </a:prstGeom>
              <a:blipFill>
                <a:blip r:embed="rId29"/>
                <a:stretch>
                  <a:fillRect b="-28788"/>
                </a:stretch>
              </a:blipFill>
              <a:ln w="0">
                <a:noFill/>
              </a:ln>
            </p:spPr>
            <p:txBody>
              <a:bodyPr/>
              <a:lstStyle/>
              <a:p>
                <a:r>
                  <a:rPr lang="it-IT">
                    <a:noFill/>
                  </a:rPr>
                  <a:t> </a:t>
                </a:r>
              </a:p>
            </p:txBody>
          </p:sp>
        </mc:Fallback>
      </mc:AlternateContent>
      <p:sp>
        <p:nvSpPr>
          <p:cNvPr id="352" name="line_348">
            <a:extLst>
              <a:ext uri="{FF2B5EF4-FFF2-40B4-BE49-F238E27FC236}">
                <a16:creationId xmlns:a16="http://schemas.microsoft.com/office/drawing/2014/main" id="{FEB767A9-068F-4AEA-95F0-2F9547765B16}"/>
              </a:ext>
            </a:extLst>
          </p:cNvPr>
          <p:cNvSpPr>
            <a:spLocks noGrp="1"/>
          </p:cNvSpPr>
          <p:nvPr/>
        </p:nvSpPr>
        <p:spPr>
          <a:xfrm>
            <a:off x="2171700" y="2428875"/>
            <a:ext cx="581025" cy="476"/>
          </a:xfrm>
          <a:prstGeom prst="line">
            <a:avLst/>
          </a:prstGeom>
          <a:noFill/>
          <a:ln w="14288">
            <a:solidFill>
              <a:srgbClr val="A5AAB0"/>
            </a:solidFill>
            <a:tailEnd type="triangle" w="sm" len="sm"/>
          </a:ln>
        </p:spPr>
        <p:txBody>
          <a:bodyPr/>
          <a:lstStyle/>
          <a:p>
            <a:endParaRPr lang="it-IT"/>
          </a:p>
        </p:txBody>
      </p:sp>
      <p:sp>
        <p:nvSpPr>
          <p:cNvPr id="353" name="text_349">
            <a:extLst>
              <a:ext uri="{FF2B5EF4-FFF2-40B4-BE49-F238E27FC236}">
                <a16:creationId xmlns:a16="http://schemas.microsoft.com/office/drawing/2014/main" id="{6A944E35-75D1-4E49-9AC1-AB20386EBAB9}"/>
              </a:ext>
            </a:extLst>
          </p:cNvPr>
          <p:cNvSpPr>
            <a:spLocks noGrp="1"/>
          </p:cNvSpPr>
          <p:nvPr/>
        </p:nvSpPr>
        <p:spPr>
          <a:xfrm>
            <a:off x="21145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354" name="note_box_350">
            <a:extLst>
              <a:ext uri="{FF2B5EF4-FFF2-40B4-BE49-F238E27FC236}">
                <a16:creationId xmlns:a16="http://schemas.microsoft.com/office/drawing/2014/main" id="{A5FBB2E2-F8AE-40D3-8857-655C20D1459D}"/>
              </a:ext>
            </a:extLst>
          </p:cNvPr>
          <p:cNvSpPr>
            <a:spLocks noGrp="1"/>
          </p:cNvSpPr>
          <p:nvPr/>
        </p:nvSpPr>
        <p:spPr>
          <a:xfrm>
            <a:off x="278130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55" name="equation_351" descr="\mathbf{a}_1(\mathbf{x})">
                <a:extLst>
                  <a:ext uri="{FF2B5EF4-FFF2-40B4-BE49-F238E27FC236}">
                    <a16:creationId xmlns:a16="http://schemas.microsoft.com/office/drawing/2014/main" id="{E3EF6B81-D49E-4562-9A55-F3ADA5316F5E}"/>
                  </a:ext>
                </a:extLst>
              </p:cNvPr>
              <p:cNvSpPr>
                <a:spLocks noGrp="1"/>
              </p:cNvSpPr>
              <p:nvPr/>
            </p:nvSpPr>
            <p:spPr>
              <a:xfrm>
                <a:off x="28289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𝐚</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55" name="equation_351" descr="\mathbf{a}_1(\mathbf{x})">
                <a:extLst>
                  <a:ext uri="{FF2B5EF4-FFF2-40B4-BE49-F238E27FC236}">
                    <a16:creationId xmlns:a16="http://schemas.microsoft.com/office/drawing/2014/main" id="{E3EF6B81-D49E-4562-9A55-F3ADA5316F5E}"/>
                  </a:ext>
                </a:extLst>
              </p:cNvPr>
              <p:cNvSpPr>
                <a:spLocks noGrp="1" noRot="1" noChangeAspect="1" noMove="1" noResize="1" noEditPoints="1" noAdjustHandles="1" noChangeArrowheads="1" noChangeShapeType="1" noTextEdit="1"/>
              </p:cNvSpPr>
              <p:nvPr/>
            </p:nvSpPr>
            <p:spPr>
              <a:xfrm>
                <a:off x="2828925" y="1981200"/>
                <a:ext cx="1695450" cy="371475"/>
              </a:xfrm>
              <a:prstGeom prst="rect">
                <a:avLst/>
              </a:prstGeom>
              <a:blipFill>
                <a:blip r:embed="rId6"/>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6" name="equation_352" descr="(-1,3,1)">
                <a:extLst>
                  <a:ext uri="{FF2B5EF4-FFF2-40B4-BE49-F238E27FC236}">
                    <a16:creationId xmlns:a16="http://schemas.microsoft.com/office/drawing/2014/main" id="{145249D0-0C76-4C43-9A2E-53C48BFE9CC4}"/>
                  </a:ext>
                </a:extLst>
              </p:cNvPr>
              <p:cNvSpPr>
                <a:spLocks noGrp="1"/>
              </p:cNvSpPr>
              <p:nvPr/>
            </p:nvSpPr>
            <p:spPr>
              <a:xfrm>
                <a:off x="28289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−1,3,1</m:t>
                          </m:r>
                        </m:e>
                      </m:d>
                    </m:oMath>
                  </m:oMathPara>
                </a14:m>
                <a:endParaRPr lang="en-GB" sz="2500"/>
              </a:p>
            </p:txBody>
          </p:sp>
        </mc:Choice>
        <mc:Fallback xmlns="">
          <p:sp>
            <p:nvSpPr>
              <p:cNvPr id="356" name="equation_352" descr="(-1,3,1)">
                <a:extLst>
                  <a:ext uri="{FF2B5EF4-FFF2-40B4-BE49-F238E27FC236}">
                    <a16:creationId xmlns:a16="http://schemas.microsoft.com/office/drawing/2014/main" id="{145249D0-0C76-4C43-9A2E-53C48BFE9CC4}"/>
                  </a:ext>
                </a:extLst>
              </p:cNvPr>
              <p:cNvSpPr>
                <a:spLocks noGrp="1" noRot="1" noChangeAspect="1" noMove="1" noResize="1" noEditPoints="1" noAdjustHandles="1" noChangeArrowheads="1" noChangeShapeType="1" noTextEdit="1"/>
              </p:cNvSpPr>
              <p:nvPr/>
            </p:nvSpPr>
            <p:spPr>
              <a:xfrm>
                <a:off x="2828925" y="2400300"/>
                <a:ext cx="1695450" cy="400050"/>
              </a:xfrm>
              <a:prstGeom prst="rect">
                <a:avLst/>
              </a:prstGeom>
              <a:blipFill>
                <a:blip r:embed="rId37"/>
                <a:stretch>
                  <a:fillRect b="-28788"/>
                </a:stretch>
              </a:blipFill>
              <a:ln w="0">
                <a:noFill/>
              </a:ln>
            </p:spPr>
            <p:txBody>
              <a:bodyPr/>
              <a:lstStyle/>
              <a:p>
                <a:r>
                  <a:rPr lang="it-IT">
                    <a:noFill/>
                  </a:rPr>
                  <a:t> </a:t>
                </a:r>
              </a:p>
            </p:txBody>
          </p:sp>
        </mc:Fallback>
      </mc:AlternateContent>
      <p:sp>
        <p:nvSpPr>
          <p:cNvPr id="357" name="line_353">
            <a:extLst>
              <a:ext uri="{FF2B5EF4-FFF2-40B4-BE49-F238E27FC236}">
                <a16:creationId xmlns:a16="http://schemas.microsoft.com/office/drawing/2014/main" id="{646DF7CF-999E-4B13-B405-F8DCD340D0C6}"/>
              </a:ext>
            </a:extLst>
          </p:cNvPr>
          <p:cNvSpPr>
            <a:spLocks noGrp="1"/>
          </p:cNvSpPr>
          <p:nvPr/>
        </p:nvSpPr>
        <p:spPr>
          <a:xfrm>
            <a:off x="4591050" y="2428875"/>
            <a:ext cx="581025" cy="476"/>
          </a:xfrm>
          <a:prstGeom prst="line">
            <a:avLst/>
          </a:prstGeom>
          <a:noFill/>
          <a:ln w="14288">
            <a:solidFill>
              <a:srgbClr val="A5AAB0"/>
            </a:solidFill>
            <a:tailEnd type="triangle" w="sm" len="sm"/>
          </a:ln>
        </p:spPr>
        <p:txBody>
          <a:bodyPr/>
          <a:lstStyle/>
          <a:p>
            <a:endParaRPr lang="it-IT"/>
          </a:p>
        </p:txBody>
      </p:sp>
      <p:sp>
        <p:nvSpPr>
          <p:cNvPr id="358" name="text_354">
            <a:extLst>
              <a:ext uri="{FF2B5EF4-FFF2-40B4-BE49-F238E27FC236}">
                <a16:creationId xmlns:a16="http://schemas.microsoft.com/office/drawing/2014/main" id="{DD15BEDB-B282-46AD-B78C-31EE1B33706D}"/>
              </a:ext>
            </a:extLst>
          </p:cNvPr>
          <p:cNvSpPr>
            <a:spLocks noGrp="1"/>
          </p:cNvSpPr>
          <p:nvPr/>
        </p:nvSpPr>
        <p:spPr>
          <a:xfrm>
            <a:off x="453390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359" name="note_box_355">
            <a:extLst>
              <a:ext uri="{FF2B5EF4-FFF2-40B4-BE49-F238E27FC236}">
                <a16:creationId xmlns:a16="http://schemas.microsoft.com/office/drawing/2014/main" id="{2E75A0AA-D287-45CB-9DCE-3EFA20D07691}"/>
              </a:ext>
            </a:extLst>
          </p:cNvPr>
          <p:cNvSpPr>
            <a:spLocks noGrp="1"/>
          </p:cNvSpPr>
          <p:nvPr/>
        </p:nvSpPr>
        <p:spPr>
          <a:xfrm>
            <a:off x="5200650" y="1952625"/>
            <a:ext cx="1790700" cy="9525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60" name="equation_356" descr="\boldsymbol{\phi}_1(\mathbf{x})">
                <a:extLst>
                  <a:ext uri="{FF2B5EF4-FFF2-40B4-BE49-F238E27FC236}">
                    <a16:creationId xmlns:a16="http://schemas.microsoft.com/office/drawing/2014/main" id="{B40D3637-83A7-4948-82DD-BA075E2EFBC6}"/>
                  </a:ext>
                </a:extLst>
              </p:cNvPr>
              <p:cNvSpPr>
                <a:spLocks noGrp="1"/>
              </p:cNvSpPr>
              <p:nvPr/>
            </p:nvSpPr>
            <p:spPr>
              <a:xfrm>
                <a:off x="52482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𝛟</m:t>
                          </m:r>
                        </m:e>
                        <m:sub>
                          <m:r>
                            <a:rPr lang="en-GB" sz="2500">
                              <a:solidFill>
                                <a:srgbClr val="A5AAB0"/>
                              </a:solidFill>
                              <a:latin typeface="Cambria Math"/>
                              <a:ea typeface="Cambria Math"/>
                              <a:cs typeface="Cambria Math"/>
                            </a:rPr>
                            <m:t>1</m:t>
                          </m:r>
                        </m:sub>
                      </m:sSub>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𝐱</m:t>
                          </m:r>
                        </m:e>
                      </m:d>
                    </m:oMath>
                  </m:oMathPara>
                </a14:m>
                <a:endParaRPr lang="en-GB" sz="2500"/>
              </a:p>
            </p:txBody>
          </p:sp>
        </mc:Choice>
        <mc:Fallback xmlns="">
          <p:sp>
            <p:nvSpPr>
              <p:cNvPr id="360" name="equation_356" descr="\boldsymbol{\phi}_1(\mathbf{x})">
                <a:extLst>
                  <a:ext uri="{FF2B5EF4-FFF2-40B4-BE49-F238E27FC236}">
                    <a16:creationId xmlns:a16="http://schemas.microsoft.com/office/drawing/2014/main" id="{B40D3637-83A7-4948-82DD-BA075E2EFBC6}"/>
                  </a:ext>
                </a:extLst>
              </p:cNvPr>
              <p:cNvSpPr>
                <a:spLocks noGrp="1" noRot="1" noChangeAspect="1" noMove="1" noResize="1" noEditPoints="1" noAdjustHandles="1" noChangeArrowheads="1" noChangeShapeType="1" noTextEdit="1"/>
              </p:cNvSpPr>
              <p:nvPr/>
            </p:nvSpPr>
            <p:spPr>
              <a:xfrm>
                <a:off x="5248275" y="1981200"/>
                <a:ext cx="1695450" cy="371475"/>
              </a:xfrm>
              <a:prstGeom prst="rect">
                <a:avLst/>
              </a:prstGeom>
              <a:blipFill>
                <a:blip r:embed="rId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1" name="equation_357" descr="(0,3,1)">
                <a:extLst>
                  <a:ext uri="{FF2B5EF4-FFF2-40B4-BE49-F238E27FC236}">
                    <a16:creationId xmlns:a16="http://schemas.microsoft.com/office/drawing/2014/main" id="{F02AFC87-7B80-4DA0-8B40-D68AB4252C69}"/>
                  </a:ext>
                </a:extLst>
              </p:cNvPr>
              <p:cNvSpPr>
                <a:spLocks noGrp="1"/>
              </p:cNvSpPr>
              <p:nvPr/>
            </p:nvSpPr>
            <p:spPr>
              <a:xfrm>
                <a:off x="52482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0,3,1</m:t>
                          </m:r>
                        </m:e>
                      </m:d>
                    </m:oMath>
                  </m:oMathPara>
                </a14:m>
                <a:endParaRPr lang="en-GB" sz="2500"/>
              </a:p>
            </p:txBody>
          </p:sp>
        </mc:Choice>
        <mc:Fallback xmlns="">
          <p:sp>
            <p:nvSpPr>
              <p:cNvPr id="361" name="equation_357" descr="(0,3,1)">
                <a:extLst>
                  <a:ext uri="{FF2B5EF4-FFF2-40B4-BE49-F238E27FC236}">
                    <a16:creationId xmlns:a16="http://schemas.microsoft.com/office/drawing/2014/main" id="{F02AFC87-7B80-4DA0-8B40-D68AB4252C69}"/>
                  </a:ext>
                </a:extLst>
              </p:cNvPr>
              <p:cNvSpPr>
                <a:spLocks noGrp="1" noRot="1" noChangeAspect="1" noMove="1" noResize="1" noEditPoints="1" noAdjustHandles="1" noChangeArrowheads="1" noChangeShapeType="1" noTextEdit="1"/>
              </p:cNvSpPr>
              <p:nvPr/>
            </p:nvSpPr>
            <p:spPr>
              <a:xfrm>
                <a:off x="5248275" y="2400300"/>
                <a:ext cx="1695450" cy="400050"/>
              </a:xfrm>
              <a:prstGeom prst="rect">
                <a:avLst/>
              </a:prstGeom>
              <a:blipFill>
                <a:blip r:embed="rId47"/>
                <a:stretch>
                  <a:fillRect b="-28788"/>
                </a:stretch>
              </a:blipFill>
              <a:ln w="0">
                <a:noFill/>
              </a:ln>
            </p:spPr>
            <p:txBody>
              <a:bodyPr/>
              <a:lstStyle/>
              <a:p>
                <a:r>
                  <a:rPr lang="it-IT">
                    <a:noFill/>
                  </a:rPr>
                  <a:t> </a:t>
                </a:r>
              </a:p>
            </p:txBody>
          </p:sp>
        </mc:Fallback>
      </mc:AlternateContent>
      <p:sp>
        <p:nvSpPr>
          <p:cNvPr id="362" name="line_358">
            <a:extLst>
              <a:ext uri="{FF2B5EF4-FFF2-40B4-BE49-F238E27FC236}">
                <a16:creationId xmlns:a16="http://schemas.microsoft.com/office/drawing/2014/main" id="{6CDEE945-AF2E-4D20-A6C0-7974B713C1FE}"/>
              </a:ext>
            </a:extLst>
          </p:cNvPr>
          <p:cNvSpPr>
            <a:spLocks noGrp="1"/>
          </p:cNvSpPr>
          <p:nvPr/>
        </p:nvSpPr>
        <p:spPr>
          <a:xfrm>
            <a:off x="7010400" y="2428875"/>
            <a:ext cx="581025" cy="476"/>
          </a:xfrm>
          <a:prstGeom prst="line">
            <a:avLst/>
          </a:prstGeom>
          <a:noFill/>
          <a:ln w="14288">
            <a:solidFill>
              <a:srgbClr val="A5AAB0"/>
            </a:solidFill>
            <a:tailEnd type="triangle" w="sm" len="sm"/>
          </a:ln>
        </p:spPr>
        <p:txBody>
          <a:bodyPr/>
          <a:lstStyle/>
          <a:p>
            <a:endParaRPr lang="it-IT"/>
          </a:p>
        </p:txBody>
      </p:sp>
      <p:sp>
        <p:nvSpPr>
          <p:cNvPr id="363" name="text_359">
            <a:extLst>
              <a:ext uri="{FF2B5EF4-FFF2-40B4-BE49-F238E27FC236}">
                <a16:creationId xmlns:a16="http://schemas.microsoft.com/office/drawing/2014/main" id="{CCD14E77-EC3A-44DA-B947-4D0E4361FA80}"/>
              </a:ext>
            </a:extLst>
          </p:cNvPr>
          <p:cNvSpPr>
            <a:spLocks noGrp="1"/>
          </p:cNvSpPr>
          <p:nvPr/>
        </p:nvSpPr>
        <p:spPr>
          <a:xfrm>
            <a:off x="6953250" y="2019300"/>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364" name="note_box_360">
            <a:extLst>
              <a:ext uri="{FF2B5EF4-FFF2-40B4-BE49-F238E27FC236}">
                <a16:creationId xmlns:a16="http://schemas.microsoft.com/office/drawing/2014/main" id="{9F38D0AE-D9CE-4079-998F-4361D1DE2C8E}"/>
              </a:ext>
            </a:extLst>
          </p:cNvPr>
          <p:cNvSpPr>
            <a:spLocks noGrp="1"/>
          </p:cNvSpPr>
          <p:nvPr/>
        </p:nvSpPr>
        <p:spPr>
          <a:xfrm>
            <a:off x="7620000" y="1952625"/>
            <a:ext cx="1790700" cy="9525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65" name="equation_361" descr="\mathbf{a}_2(\mathbf{x})">
                <a:extLst>
                  <a:ext uri="{FF2B5EF4-FFF2-40B4-BE49-F238E27FC236}">
                    <a16:creationId xmlns:a16="http://schemas.microsoft.com/office/drawing/2014/main" id="{34E893D5-9051-4447-BC1F-CAEFE8890D6E}"/>
                  </a:ext>
                </a:extLst>
              </p:cNvPr>
              <p:cNvSpPr>
                <a:spLocks noGrp="1"/>
              </p:cNvSpPr>
              <p:nvPr/>
            </p:nvSpPr>
            <p:spPr>
              <a:xfrm>
                <a:off x="766762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235C99"/>
                              </a:solidFill>
                              <a:latin typeface="Cambria Math"/>
                              <a:ea typeface="Cambria Math"/>
                              <a:cs typeface="Cambria Math"/>
                            </a:rPr>
                          </m:ctrlPr>
                        </m:sSubPr>
                        <m:e>
                          <m:r>
                            <a:rPr lang="en-GB" sz="2500">
                              <a:solidFill>
                                <a:srgbClr val="235C99"/>
                              </a:solidFill>
                              <a:latin typeface="Cambria Math"/>
                              <a:ea typeface="Cambria Math"/>
                              <a:cs typeface="Cambria Math"/>
                            </a:rPr>
                            <m:t>𝐚</m:t>
                          </m:r>
                        </m:e>
                        <m:sub>
                          <m:r>
                            <a:rPr lang="en-GB" sz="2500">
                              <a:solidFill>
                                <a:srgbClr val="235C99"/>
                              </a:solidFill>
                              <a:latin typeface="Cambria Math"/>
                              <a:ea typeface="Cambria Math"/>
                              <a:cs typeface="Cambria Math"/>
                            </a:rPr>
                            <m:t>2</m:t>
                          </m:r>
                        </m:sub>
                      </m:sSub>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𝐱</m:t>
                          </m:r>
                        </m:e>
                      </m:d>
                    </m:oMath>
                  </m:oMathPara>
                </a14:m>
                <a:endParaRPr lang="en-GB" sz="2500"/>
              </a:p>
            </p:txBody>
          </p:sp>
        </mc:Choice>
        <mc:Fallback xmlns="">
          <p:sp>
            <p:nvSpPr>
              <p:cNvPr id="365" name="equation_361" descr="\mathbf{a}_2(\mathbf{x})">
                <a:extLst>
                  <a:ext uri="{FF2B5EF4-FFF2-40B4-BE49-F238E27FC236}">
                    <a16:creationId xmlns:a16="http://schemas.microsoft.com/office/drawing/2014/main" id="{34E893D5-9051-4447-BC1F-CAEFE8890D6E}"/>
                  </a:ext>
                </a:extLst>
              </p:cNvPr>
              <p:cNvSpPr>
                <a:spLocks noGrp="1" noRot="1" noChangeAspect="1" noMove="1" noResize="1" noEditPoints="1" noAdjustHandles="1" noChangeArrowheads="1" noChangeShapeType="1" noTextEdit="1"/>
              </p:cNvSpPr>
              <p:nvPr/>
            </p:nvSpPr>
            <p:spPr>
              <a:xfrm>
                <a:off x="7667625" y="1981200"/>
                <a:ext cx="1695450" cy="371475"/>
              </a:xfrm>
              <a:prstGeom prst="rect">
                <a:avLst/>
              </a:prstGeom>
              <a:blipFill>
                <a:blip r:embed="rId48"/>
                <a:stretch>
                  <a:fillRect t="-3279" b="-36066"/>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66" name="equation_362" descr="(-7/2)">
                <a:extLst>
                  <a:ext uri="{FF2B5EF4-FFF2-40B4-BE49-F238E27FC236}">
                    <a16:creationId xmlns:a16="http://schemas.microsoft.com/office/drawing/2014/main" id="{1A63A1F8-C2AB-453D-8ECA-964CB75ACF72}"/>
                  </a:ext>
                </a:extLst>
              </p:cNvPr>
              <p:cNvSpPr>
                <a:spLocks noGrp="1"/>
              </p:cNvSpPr>
              <p:nvPr/>
            </p:nvSpPr>
            <p:spPr>
              <a:xfrm>
                <a:off x="766762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500">
                              <a:solidFill>
                                <a:srgbClr val="235C99"/>
                              </a:solidFill>
                              <a:latin typeface="Cambria Math"/>
                              <a:ea typeface="Cambria Math"/>
                              <a:cs typeface="Cambria Math"/>
                            </a:rPr>
                          </m:ctrlPr>
                        </m:dPr>
                        <m:e>
                          <m:r>
                            <a:rPr lang="en-GB" sz="2500">
                              <a:solidFill>
                                <a:srgbClr val="235C99"/>
                              </a:solidFill>
                              <a:latin typeface="Cambria Math"/>
                              <a:ea typeface="Cambria Math"/>
                              <a:cs typeface="Cambria Math"/>
                            </a:rPr>
                            <m:t>−7/2</m:t>
                          </m:r>
                        </m:e>
                      </m:d>
                    </m:oMath>
                  </m:oMathPara>
                </a14:m>
                <a:endParaRPr lang="en-GB" sz="2500"/>
              </a:p>
            </p:txBody>
          </p:sp>
        </mc:Choice>
        <mc:Fallback xmlns="">
          <p:sp>
            <p:nvSpPr>
              <p:cNvPr id="366" name="equation_362" descr="(-7/2)">
                <a:extLst>
                  <a:ext uri="{FF2B5EF4-FFF2-40B4-BE49-F238E27FC236}">
                    <a16:creationId xmlns:a16="http://schemas.microsoft.com/office/drawing/2014/main" id="{1A63A1F8-C2AB-453D-8ECA-964CB75ACF72}"/>
                  </a:ext>
                </a:extLst>
              </p:cNvPr>
              <p:cNvSpPr>
                <a:spLocks noGrp="1" noRot="1" noChangeAspect="1" noMove="1" noResize="1" noEditPoints="1" noAdjustHandles="1" noChangeArrowheads="1" noChangeShapeType="1" noTextEdit="1"/>
              </p:cNvSpPr>
              <p:nvPr/>
            </p:nvSpPr>
            <p:spPr>
              <a:xfrm>
                <a:off x="7667625" y="2400300"/>
                <a:ext cx="1695450" cy="400050"/>
              </a:xfrm>
              <a:prstGeom prst="rect">
                <a:avLst/>
              </a:prstGeom>
              <a:blipFill>
                <a:blip r:embed="rId49"/>
                <a:stretch>
                  <a:fillRect b="-28788"/>
                </a:stretch>
              </a:blipFill>
              <a:ln w="0">
                <a:noFill/>
              </a:ln>
            </p:spPr>
            <p:txBody>
              <a:bodyPr/>
              <a:lstStyle/>
              <a:p>
                <a:r>
                  <a:rPr lang="it-IT">
                    <a:noFill/>
                  </a:rPr>
                  <a:t> </a:t>
                </a:r>
              </a:p>
            </p:txBody>
          </p:sp>
        </mc:Fallback>
      </mc:AlternateContent>
      <p:sp>
        <p:nvSpPr>
          <p:cNvPr id="367" name="line_363">
            <a:extLst>
              <a:ext uri="{FF2B5EF4-FFF2-40B4-BE49-F238E27FC236}">
                <a16:creationId xmlns:a16="http://schemas.microsoft.com/office/drawing/2014/main" id="{F9F5E84B-EDF6-415D-808C-B41F40FC4C13}"/>
              </a:ext>
            </a:extLst>
          </p:cNvPr>
          <p:cNvSpPr>
            <a:spLocks noGrp="1"/>
          </p:cNvSpPr>
          <p:nvPr/>
        </p:nvSpPr>
        <p:spPr>
          <a:xfrm>
            <a:off x="9429750" y="2428875"/>
            <a:ext cx="581025" cy="476"/>
          </a:xfrm>
          <a:prstGeom prst="line">
            <a:avLst/>
          </a:prstGeom>
          <a:noFill/>
          <a:ln w="14288">
            <a:solidFill>
              <a:srgbClr val="235C99"/>
            </a:solidFill>
            <a:tailEnd type="triangle" w="sm" len="sm"/>
          </a:ln>
        </p:spPr>
        <p:txBody>
          <a:bodyPr/>
          <a:lstStyle/>
          <a:p>
            <a:endParaRPr lang="it-IT"/>
          </a:p>
        </p:txBody>
      </p:sp>
      <p:sp>
        <p:nvSpPr>
          <p:cNvPr id="368" name="text_364">
            <a:extLst>
              <a:ext uri="{FF2B5EF4-FFF2-40B4-BE49-F238E27FC236}">
                <a16:creationId xmlns:a16="http://schemas.microsoft.com/office/drawing/2014/main" id="{E29FC1D8-6657-459A-9907-B4BCFF87FBA8}"/>
              </a:ext>
            </a:extLst>
          </p:cNvPr>
          <p:cNvSpPr>
            <a:spLocks noGrp="1"/>
          </p:cNvSpPr>
          <p:nvPr/>
        </p:nvSpPr>
        <p:spPr>
          <a:xfrm>
            <a:off x="9372600" y="2019300"/>
            <a:ext cx="704850" cy="219075"/>
          </a:xfrm>
          <a:prstGeom prst="rect">
            <a:avLst/>
          </a:prstGeom>
          <a:noFill/>
          <a:ln w="0">
            <a:noFill/>
          </a:ln>
        </p:spPr>
        <p:txBody>
          <a:bodyPr anchor="ctr">
            <a:noAutofit/>
          </a:bodyPr>
          <a:lstStyle>
            <a:defPPr algn="ctr">
              <a:defRPr sz="1275" b="0">
                <a:solidFill>
                  <a:srgbClr val="235C99"/>
                </a:solidFill>
                <a:latin typeface="DejaVu Sans"/>
                <a:ea typeface="DejaVu Sans"/>
                <a:cs typeface="DejaVu Sans"/>
              </a:defRPr>
            </a:defPPr>
          </a:lstStyle>
          <a:p>
            <a:pPr algn="ctr">
              <a:defRPr sz="1275" b="0">
                <a:solidFill>
                  <a:srgbClr val="235C99"/>
                </a:solidFill>
                <a:latin typeface="DejaVu Sans"/>
                <a:ea typeface="DejaVu Sans"/>
                <a:cs typeface="DejaVu Sans"/>
              </a:defRPr>
            </a:pPr>
            <a:r>
              <a:rPr sz="1275" b="0">
                <a:solidFill>
                  <a:srgbClr val="235C99"/>
                </a:solidFill>
                <a:latin typeface="DejaVu Sans"/>
                <a:ea typeface="DejaVu Sans"/>
                <a:cs typeface="DejaVu Sans"/>
              </a:rPr>
              <a:t>loss</a:t>
            </a:r>
          </a:p>
        </p:txBody>
      </p:sp>
      <p:sp>
        <p:nvSpPr>
          <p:cNvPr id="369" name="note_box_365">
            <a:extLst>
              <a:ext uri="{FF2B5EF4-FFF2-40B4-BE49-F238E27FC236}">
                <a16:creationId xmlns:a16="http://schemas.microsoft.com/office/drawing/2014/main" id="{E8CC093B-DF70-41CA-8F4F-769307D85B42}"/>
              </a:ext>
            </a:extLst>
          </p:cNvPr>
          <p:cNvSpPr>
            <a:spLocks noGrp="1"/>
          </p:cNvSpPr>
          <p:nvPr/>
        </p:nvSpPr>
        <p:spPr>
          <a:xfrm>
            <a:off x="10039350" y="1952625"/>
            <a:ext cx="1790700" cy="952500"/>
          </a:xfrm>
          <a:prstGeom prst="roundRect">
            <a:avLst>
              <a:gd name="adj" fmla="val 5000"/>
            </a:avLst>
          </a:prstGeom>
          <a:solidFill>
            <a:srgbClr val="F4F7FA"/>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370" name="equation_366" descr="\mathcal{L}_{\mathrm{sq}}">
                <a:extLst>
                  <a:ext uri="{FF2B5EF4-FFF2-40B4-BE49-F238E27FC236}">
                    <a16:creationId xmlns:a16="http://schemas.microsoft.com/office/drawing/2014/main" id="{0287BD32-7F4C-4E15-B210-20074413CD89}"/>
                  </a:ext>
                </a:extLst>
              </p:cNvPr>
              <p:cNvSpPr>
                <a:spLocks noGrp="1"/>
              </p:cNvSpPr>
              <p:nvPr/>
            </p:nvSpPr>
            <p:spPr>
              <a:xfrm>
                <a:off x="10086975" y="1981200"/>
                <a:ext cx="1695450" cy="3714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B4910"/>
                              </a:solidFill>
                              <a:latin typeface="Cambria Math"/>
                              <a:ea typeface="Cambria Math"/>
                              <a:cs typeface="Cambria Math"/>
                            </a:rPr>
                          </m:ctrlPr>
                        </m:sSubPr>
                        <m:e>
                          <m:r>
                            <a:rPr lang="en-GB" sz="2500">
                              <a:solidFill>
                                <a:srgbClr val="AB4910"/>
                              </a:solidFill>
                              <a:latin typeface="Cambria Math"/>
                              <a:ea typeface="Cambria Math"/>
                              <a:cs typeface="Cambria Math"/>
                            </a:rPr>
                            <m:t>ℒ</m:t>
                          </m:r>
                        </m:e>
                        <m:sub>
                          <m:r>
                            <m:rPr>
                              <m:sty m:val="p"/>
                            </m:rPr>
                            <a:rPr lang="en-GB" sz="2500">
                              <a:solidFill>
                                <a:srgbClr val="AB4910"/>
                              </a:solidFill>
                              <a:latin typeface="Cambria Math"/>
                              <a:ea typeface="Cambria Math"/>
                              <a:cs typeface="Cambria Math"/>
                            </a:rPr>
                            <m:t>sq</m:t>
                          </m:r>
                        </m:sub>
                      </m:sSub>
                      <m:d>
                        <m:dPr>
                          <m:ctrlPr>
                            <a:rPr lang="en-GB" sz="2500">
                              <a:solidFill>
                                <a:srgbClr val="AB4910"/>
                              </a:solidFill>
                              <a:latin typeface="Cambria Math"/>
                              <a:ea typeface="Cambria Math"/>
                              <a:cs typeface="Cambria Math"/>
                            </a:rPr>
                          </m:ctrlPr>
                        </m:dPr>
                        <m:e>
                          <m:r>
                            <a:rPr lang="en-GB" sz="2500">
                              <a:solidFill>
                                <a:srgbClr val="AB4910"/>
                              </a:solidFill>
                              <a:latin typeface="Cambria Math"/>
                              <a:ea typeface="Cambria Math"/>
                              <a:cs typeface="Cambria Math"/>
                            </a:rPr>
                            <m:t>𝛉</m:t>
                          </m:r>
                        </m:e>
                      </m:d>
                    </m:oMath>
                  </m:oMathPara>
                </a14:m>
                <a:endParaRPr lang="en-GB" sz="2500"/>
              </a:p>
            </p:txBody>
          </p:sp>
        </mc:Choice>
        <mc:Fallback xmlns="">
          <p:sp>
            <p:nvSpPr>
              <p:cNvPr id="370" name="equation_366" descr="\mathcal{L}_{\mathrm{sq}}">
                <a:extLst>
                  <a:ext uri="{FF2B5EF4-FFF2-40B4-BE49-F238E27FC236}">
                    <a16:creationId xmlns:a16="http://schemas.microsoft.com/office/drawing/2014/main" id="{0287BD32-7F4C-4E15-B210-20074413CD89}"/>
                  </a:ext>
                </a:extLst>
              </p:cNvPr>
              <p:cNvSpPr>
                <a:spLocks noGrp="1" noRot="1" noChangeAspect="1" noMove="1" noResize="1" noEditPoints="1" noAdjustHandles="1" noChangeArrowheads="1" noChangeShapeType="1" noTextEdit="1"/>
              </p:cNvSpPr>
              <p:nvPr/>
            </p:nvSpPr>
            <p:spPr>
              <a:xfrm>
                <a:off x="10086975" y="1981200"/>
                <a:ext cx="1695450" cy="371475"/>
              </a:xfrm>
              <a:prstGeom prst="rect">
                <a:avLst/>
              </a:prstGeom>
              <a:blipFill>
                <a:blip r:embed="rId50"/>
                <a:stretch>
                  <a:fillRect b="-29508"/>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1" name="equation_367" descr="1/4">
                <a:extLst>
                  <a:ext uri="{FF2B5EF4-FFF2-40B4-BE49-F238E27FC236}">
                    <a16:creationId xmlns:a16="http://schemas.microsoft.com/office/drawing/2014/main" id="{CFBDF781-11EC-4F62-A321-6953AEEDB934}"/>
                  </a:ext>
                </a:extLst>
              </p:cNvPr>
              <p:cNvSpPr>
                <a:spLocks noGrp="1"/>
              </p:cNvSpPr>
              <p:nvPr/>
            </p:nvSpPr>
            <p:spPr>
              <a:xfrm>
                <a:off x="10086975" y="2400300"/>
                <a:ext cx="1695450" cy="400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500">
                          <a:solidFill>
                            <a:srgbClr val="AB4910"/>
                          </a:solidFill>
                          <a:latin typeface="Cambria Math"/>
                          <a:ea typeface="Cambria Math"/>
                          <a:cs typeface="Cambria Math"/>
                        </a:rPr>
                        <m:t>1/4</m:t>
                      </m:r>
                    </m:oMath>
                  </m:oMathPara>
                </a14:m>
                <a:endParaRPr lang="en-GB" sz="2500"/>
              </a:p>
            </p:txBody>
          </p:sp>
        </mc:Choice>
        <mc:Fallback xmlns="">
          <p:sp>
            <p:nvSpPr>
              <p:cNvPr id="371" name="equation_367" descr="1/4">
                <a:extLst>
                  <a:ext uri="{FF2B5EF4-FFF2-40B4-BE49-F238E27FC236}">
                    <a16:creationId xmlns:a16="http://schemas.microsoft.com/office/drawing/2014/main" id="{CFBDF781-11EC-4F62-A321-6953AEEDB934}"/>
                  </a:ext>
                </a:extLst>
              </p:cNvPr>
              <p:cNvSpPr>
                <a:spLocks noGrp="1" noRot="1" noChangeAspect="1" noMove="1" noResize="1" noEditPoints="1" noAdjustHandles="1" noChangeArrowheads="1" noChangeShapeType="1" noTextEdit="1"/>
              </p:cNvSpPr>
              <p:nvPr/>
            </p:nvSpPr>
            <p:spPr>
              <a:xfrm>
                <a:off x="10086975" y="2400300"/>
                <a:ext cx="1695450" cy="400050"/>
              </a:xfrm>
              <a:prstGeom prst="rect">
                <a:avLst/>
              </a:prstGeom>
              <a:blipFill>
                <a:blip r:embed="rId54"/>
                <a:stretch>
                  <a:fillRect b="-28788"/>
                </a:stretch>
              </a:blipFill>
              <a:ln w="0">
                <a:noFill/>
              </a:ln>
            </p:spPr>
            <p:txBody>
              <a:bodyPr/>
              <a:lstStyle/>
              <a:p>
                <a:r>
                  <a:rPr lang="it-IT">
                    <a:noFill/>
                  </a:rPr>
                  <a:t> </a:t>
                </a:r>
              </a:p>
            </p:txBody>
          </p:sp>
        </mc:Fallback>
      </mc:AlternateContent>
      <p:sp>
        <p:nvSpPr>
          <p:cNvPr id="372" name="note_box_368">
            <a:extLst>
              <a:ext uri="{FF2B5EF4-FFF2-40B4-BE49-F238E27FC236}">
                <a16:creationId xmlns:a16="http://schemas.microsoft.com/office/drawing/2014/main" id="{3C39CB6E-F3D4-49B2-898A-3E261AEAFF54}"/>
              </a:ext>
            </a:extLst>
          </p:cNvPr>
          <p:cNvSpPr>
            <a:spLocks noGrp="1"/>
          </p:cNvSpPr>
          <p:nvPr/>
        </p:nvSpPr>
        <p:spPr>
          <a:xfrm>
            <a:off x="1123950" y="3552825"/>
            <a:ext cx="2990850" cy="1057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3" name="equation_369" descr="\mathbf W_1=\begin{pmatrix}1&amp;2&amp;-1\\-1&amp;0&amp;1\end{pmatrix}">
                <a:extLst>
                  <a:ext uri="{FF2B5EF4-FFF2-40B4-BE49-F238E27FC236}">
                    <a16:creationId xmlns:a16="http://schemas.microsoft.com/office/drawing/2014/main" id="{C40D2C06-951A-46D8-B605-0CDF9E774C09}"/>
                  </a:ext>
                </a:extLst>
              </p:cNvPr>
              <p:cNvSpPr>
                <a:spLocks noGrp="1"/>
              </p:cNvSpPr>
              <p:nvPr/>
            </p:nvSpPr>
            <p:spPr>
              <a:xfrm>
                <a:off x="1219200" y="3600450"/>
                <a:ext cx="2800350" cy="962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1</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3"/>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2</m:t>
                                </m:r>
                              </m:e>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m:t>
                                </m:r>
                              </m:e>
                              <m:e>
                                <m:r>
                                  <a:rPr lang="en-GB" sz="2400">
                                    <a:solidFill>
                                      <a:srgbClr val="A5AAB0"/>
                                    </a:solidFill>
                                    <a:latin typeface="Cambria Math"/>
                                    <a:ea typeface="Cambria Math"/>
                                    <a:cs typeface="Cambria Math"/>
                                  </a:rPr>
                                  <m:t>0</m:t>
                                </m:r>
                              </m:e>
                              <m:e>
                                <m:r>
                                  <a:rPr lang="en-GB" sz="2400">
                                    <a:solidFill>
                                      <a:srgbClr val="A5AAB0"/>
                                    </a:solidFill>
                                    <a:latin typeface="Cambria Math"/>
                                    <a:ea typeface="Cambria Math"/>
                                    <a:cs typeface="Cambria Math"/>
                                  </a:rPr>
                                  <m:t>1</m:t>
                                </m:r>
                              </m:e>
                            </m:mr>
                          </m:m>
                        </m:e>
                      </m:d>
                    </m:oMath>
                  </m:oMathPara>
                </a14:m>
                <a:endParaRPr lang="en-GB" sz="2400"/>
              </a:p>
            </p:txBody>
          </p:sp>
        </mc:Choice>
        <mc:Fallback xmlns="">
          <p:sp>
            <p:nvSpPr>
              <p:cNvPr id="373" name="equation_369" descr="\mathbf W_1=\begin{pmatrix}1&amp;2&amp;-1\\-1&amp;0&amp;1\end{pmatrix}">
                <a:extLst>
                  <a:ext uri="{FF2B5EF4-FFF2-40B4-BE49-F238E27FC236}">
                    <a16:creationId xmlns:a16="http://schemas.microsoft.com/office/drawing/2014/main" id="{C40D2C06-951A-46D8-B605-0CDF9E774C09}"/>
                  </a:ext>
                </a:extLst>
              </p:cNvPr>
              <p:cNvSpPr>
                <a:spLocks noGrp="1" noRot="1" noChangeAspect="1" noMove="1" noResize="1" noEditPoints="1" noAdjustHandles="1" noChangeArrowheads="1" noChangeShapeType="1" noTextEdit="1"/>
              </p:cNvSpPr>
              <p:nvPr/>
            </p:nvSpPr>
            <p:spPr>
              <a:xfrm>
                <a:off x="1219200" y="3600450"/>
                <a:ext cx="2800350" cy="962025"/>
              </a:xfrm>
              <a:prstGeom prst="rect">
                <a:avLst/>
              </a:prstGeom>
              <a:blipFill>
                <a:blip r:embed="rId14"/>
                <a:stretch>
                  <a:fillRect/>
                </a:stretch>
              </a:blipFill>
              <a:ln w="0">
                <a:noFill/>
              </a:ln>
            </p:spPr>
            <p:txBody>
              <a:bodyPr/>
              <a:lstStyle/>
              <a:p>
                <a:r>
                  <a:rPr lang="it-IT">
                    <a:noFill/>
                  </a:rPr>
                  <a:t> </a:t>
                </a:r>
              </a:p>
            </p:txBody>
          </p:sp>
        </mc:Fallback>
      </mc:AlternateContent>
      <p:sp>
        <p:nvSpPr>
          <p:cNvPr id="374" name="note_box_370">
            <a:extLst>
              <a:ext uri="{FF2B5EF4-FFF2-40B4-BE49-F238E27FC236}">
                <a16:creationId xmlns:a16="http://schemas.microsoft.com/office/drawing/2014/main" id="{20CE8033-6F60-4923-B24D-84DE8B5CDAE3}"/>
              </a:ext>
            </a:extLst>
          </p:cNvPr>
          <p:cNvSpPr>
            <a:spLocks noGrp="1"/>
          </p:cNvSpPr>
          <p:nvPr/>
        </p:nvSpPr>
        <p:spPr>
          <a:xfrm>
            <a:off x="4200525" y="3724275"/>
            <a:ext cx="22955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5" name="equation_371" descr="\mathbf b_1=(0,1,0)">
                <a:extLst>
                  <a:ext uri="{FF2B5EF4-FFF2-40B4-BE49-F238E27FC236}">
                    <a16:creationId xmlns:a16="http://schemas.microsoft.com/office/drawing/2014/main" id="{F9F6F71F-4D04-4F4D-B5FC-72BF067D54F5}"/>
                  </a:ext>
                </a:extLst>
              </p:cNvPr>
              <p:cNvSpPr>
                <a:spLocks noGrp="1"/>
              </p:cNvSpPr>
              <p:nvPr/>
            </p:nvSpPr>
            <p:spPr>
              <a:xfrm>
                <a:off x="4257675" y="3781425"/>
                <a:ext cx="218122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𝐛</m:t>
                          </m:r>
                        </m:e>
                        <m:sub>
                          <m:r>
                            <a:rPr lang="en-GB" sz="2500">
                              <a:solidFill>
                                <a:srgbClr val="A5AAB0"/>
                              </a:solidFill>
                              <a:latin typeface="Cambria Math"/>
                              <a:ea typeface="Cambria Math"/>
                              <a:cs typeface="Cambria Math"/>
                            </a:rPr>
                            <m:t>1</m:t>
                          </m:r>
                        </m:sub>
                      </m:sSub>
                      <m:r>
                        <a:rPr lang="en-GB" sz="2500">
                          <a:solidFill>
                            <a:srgbClr val="A5AAB0"/>
                          </a:solidFill>
                          <a:latin typeface="Cambria Math"/>
                          <a:ea typeface="Cambria Math"/>
                          <a:cs typeface="Cambria Math"/>
                        </a:rPr>
                        <m:t>=</m:t>
                      </m:r>
                      <m:d>
                        <m:dPr>
                          <m:ctrlPr>
                            <a:rPr lang="en-GB" sz="2500">
                              <a:solidFill>
                                <a:srgbClr val="A5AAB0"/>
                              </a:solidFill>
                              <a:latin typeface="Cambria Math"/>
                              <a:ea typeface="Cambria Math"/>
                              <a:cs typeface="Cambria Math"/>
                            </a:rPr>
                          </m:ctrlPr>
                        </m:dPr>
                        <m:e>
                          <m:r>
                            <a:rPr lang="en-GB" sz="2500">
                              <a:solidFill>
                                <a:srgbClr val="A5AAB0"/>
                              </a:solidFill>
                              <a:latin typeface="Cambria Math"/>
                              <a:ea typeface="Cambria Math"/>
                              <a:cs typeface="Cambria Math"/>
                            </a:rPr>
                            <m:t>0,1,0</m:t>
                          </m:r>
                        </m:e>
                      </m:d>
                    </m:oMath>
                  </m:oMathPara>
                </a14:m>
                <a:endParaRPr lang="en-GB" sz="2500"/>
              </a:p>
            </p:txBody>
          </p:sp>
        </mc:Choice>
        <mc:Fallback xmlns="">
          <p:sp>
            <p:nvSpPr>
              <p:cNvPr id="375" name="equation_371" descr="\mathbf b_1=(0,1,0)">
                <a:extLst>
                  <a:ext uri="{FF2B5EF4-FFF2-40B4-BE49-F238E27FC236}">
                    <a16:creationId xmlns:a16="http://schemas.microsoft.com/office/drawing/2014/main" id="{F9F6F71F-4D04-4F4D-B5FC-72BF067D54F5}"/>
                  </a:ext>
                </a:extLst>
              </p:cNvPr>
              <p:cNvSpPr>
                <a:spLocks noGrp="1" noRot="1" noChangeAspect="1" noMove="1" noResize="1" noEditPoints="1" noAdjustHandles="1" noChangeArrowheads="1" noChangeShapeType="1" noTextEdit="1"/>
              </p:cNvSpPr>
              <p:nvPr/>
            </p:nvSpPr>
            <p:spPr>
              <a:xfrm>
                <a:off x="4257675" y="3781425"/>
                <a:ext cx="2181225" cy="590550"/>
              </a:xfrm>
              <a:prstGeom prst="rect">
                <a:avLst/>
              </a:prstGeom>
              <a:blipFill>
                <a:blip r:embed="rId15"/>
                <a:stretch>
                  <a:fillRect b="-3093"/>
                </a:stretch>
              </a:blipFill>
              <a:ln w="0">
                <a:noFill/>
              </a:ln>
            </p:spPr>
            <p:txBody>
              <a:bodyPr/>
              <a:lstStyle/>
              <a:p>
                <a:r>
                  <a:rPr lang="it-IT">
                    <a:noFill/>
                  </a:rPr>
                  <a:t> </a:t>
                </a:r>
              </a:p>
            </p:txBody>
          </p:sp>
        </mc:Fallback>
      </mc:AlternateContent>
      <p:sp>
        <p:nvSpPr>
          <p:cNvPr id="376" name="note_box_372">
            <a:extLst>
              <a:ext uri="{FF2B5EF4-FFF2-40B4-BE49-F238E27FC236}">
                <a16:creationId xmlns:a16="http://schemas.microsoft.com/office/drawing/2014/main" id="{1B448B87-AF82-4FD1-A6FF-49AC4E13BD62}"/>
              </a:ext>
            </a:extLst>
          </p:cNvPr>
          <p:cNvSpPr>
            <a:spLocks noGrp="1"/>
          </p:cNvSpPr>
          <p:nvPr/>
        </p:nvSpPr>
        <p:spPr>
          <a:xfrm>
            <a:off x="6762750" y="3362325"/>
            <a:ext cx="2038350" cy="1438275"/>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7" name="equation_373" descr="\mathbf W_2=\begin{pmatrix}2\\-1\\1/2\end{pmatrix}">
                <a:extLst>
                  <a:ext uri="{FF2B5EF4-FFF2-40B4-BE49-F238E27FC236}">
                    <a16:creationId xmlns:a16="http://schemas.microsoft.com/office/drawing/2014/main" id="{E7372EF3-38D0-4F8C-9164-E9A11A8763A1}"/>
                  </a:ext>
                </a:extLst>
              </p:cNvPr>
              <p:cNvSpPr>
                <a:spLocks noGrp="1"/>
              </p:cNvSpPr>
              <p:nvPr/>
            </p:nvSpPr>
            <p:spPr>
              <a:xfrm>
                <a:off x="6867525" y="3409950"/>
                <a:ext cx="1828800" cy="13430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A5AAB0"/>
                              </a:solidFill>
                              <a:latin typeface="Cambria Math"/>
                              <a:ea typeface="Cambria Math"/>
                              <a:cs typeface="Cambria Math"/>
                            </a:rPr>
                          </m:ctrlPr>
                        </m:sSubPr>
                        <m:e>
                          <m:r>
                            <a:rPr lang="en-GB" sz="2400">
                              <a:solidFill>
                                <a:srgbClr val="A5AAB0"/>
                              </a:solidFill>
                              <a:latin typeface="Cambria Math"/>
                              <a:ea typeface="Cambria Math"/>
                              <a:cs typeface="Cambria Math"/>
                            </a:rPr>
                            <m:t>𝐖</m:t>
                          </m:r>
                        </m:e>
                        <m:sub>
                          <m:r>
                            <a:rPr lang="en-GB" sz="2400">
                              <a:solidFill>
                                <a:srgbClr val="A5AAB0"/>
                              </a:solidFill>
                              <a:latin typeface="Cambria Math"/>
                              <a:ea typeface="Cambria Math"/>
                              <a:cs typeface="Cambria Math"/>
                            </a:rPr>
                            <m:t>2</m:t>
                          </m:r>
                        </m:sub>
                      </m:sSub>
                      <m:r>
                        <a:rPr lang="en-GB" sz="2400">
                          <a:solidFill>
                            <a:srgbClr val="A5AAB0"/>
                          </a:solidFill>
                          <a:latin typeface="Cambria Math"/>
                          <a:ea typeface="Cambria Math"/>
                          <a:cs typeface="Cambria Math"/>
                        </a:rPr>
                        <m:t>=</m:t>
                      </m:r>
                      <m:d>
                        <m:dPr>
                          <m:ctrlPr>
                            <a:rPr lang="en-GB" sz="24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400" i="1">
                                  <a:solidFill>
                                    <a:srgbClr val="A5AAB0"/>
                                  </a:solidFill>
                                  <a:latin typeface="Cambria Math" panose="02040503050406030204" pitchFamily="18" charset="0"/>
                                  <a:ea typeface="Cambria Math"/>
                                  <a:cs typeface="Cambria Math"/>
                                </a:rPr>
                              </m:ctrlPr>
                            </m:mPr>
                            <m:mr>
                              <m:e>
                                <m:r>
                                  <a:rPr lang="en-GB" sz="2400">
                                    <a:solidFill>
                                      <a:srgbClr val="A5AAB0"/>
                                    </a:solidFill>
                                    <a:latin typeface="Cambria Math"/>
                                    <a:ea typeface="Cambria Math"/>
                                    <a:cs typeface="Cambria Math"/>
                                  </a:rPr>
                                  <m:t>2</m:t>
                                </m:r>
                              </m:e>
                            </m:mr>
                            <m:mr>
                              <m:e>
                                <m:r>
                                  <a:rPr lang="en-GB" sz="2400">
                                    <a:solidFill>
                                      <a:srgbClr val="A5AAB0"/>
                                    </a:solidFill>
                                    <a:latin typeface="Cambria Math"/>
                                    <a:ea typeface="Cambria Math"/>
                                    <a:cs typeface="Cambria Math"/>
                                  </a:rPr>
                                  <m:t>−1</m:t>
                                </m:r>
                              </m:e>
                            </m:mr>
                            <m:mr>
                              <m:e>
                                <m:r>
                                  <a:rPr lang="en-GB" sz="2400">
                                    <a:solidFill>
                                      <a:srgbClr val="A5AAB0"/>
                                    </a:solidFill>
                                    <a:latin typeface="Cambria Math"/>
                                    <a:ea typeface="Cambria Math"/>
                                    <a:cs typeface="Cambria Math"/>
                                  </a:rPr>
                                  <m:t>1/2</m:t>
                                </m:r>
                              </m:e>
                            </m:mr>
                          </m:m>
                        </m:e>
                      </m:d>
                    </m:oMath>
                  </m:oMathPara>
                </a14:m>
                <a:endParaRPr lang="en-GB" sz="2400"/>
              </a:p>
            </p:txBody>
          </p:sp>
        </mc:Choice>
        <mc:Fallback xmlns="">
          <p:sp>
            <p:nvSpPr>
              <p:cNvPr id="377" name="equation_373" descr="\mathbf W_2=\begin{pmatrix}2\\-1\\1/2\end{pmatrix}">
                <a:extLst>
                  <a:ext uri="{FF2B5EF4-FFF2-40B4-BE49-F238E27FC236}">
                    <a16:creationId xmlns:a16="http://schemas.microsoft.com/office/drawing/2014/main" id="{E7372EF3-38D0-4F8C-9164-E9A11A8763A1}"/>
                  </a:ext>
                </a:extLst>
              </p:cNvPr>
              <p:cNvSpPr>
                <a:spLocks noGrp="1" noRot="1" noChangeAspect="1" noMove="1" noResize="1" noEditPoints="1" noAdjustHandles="1" noChangeArrowheads="1" noChangeShapeType="1" noTextEdit="1"/>
              </p:cNvSpPr>
              <p:nvPr/>
            </p:nvSpPr>
            <p:spPr>
              <a:xfrm>
                <a:off x="6867525" y="3409950"/>
                <a:ext cx="1828800" cy="1343025"/>
              </a:xfrm>
              <a:prstGeom prst="rect">
                <a:avLst/>
              </a:prstGeom>
              <a:blipFill>
                <a:blip r:embed="rId16"/>
                <a:stretch>
                  <a:fillRect/>
                </a:stretch>
              </a:blipFill>
              <a:ln w="0">
                <a:noFill/>
              </a:ln>
            </p:spPr>
            <p:txBody>
              <a:bodyPr/>
              <a:lstStyle/>
              <a:p>
                <a:r>
                  <a:rPr lang="it-IT">
                    <a:noFill/>
                  </a:rPr>
                  <a:t> </a:t>
                </a:r>
              </a:p>
            </p:txBody>
          </p:sp>
        </mc:Fallback>
      </mc:AlternateContent>
      <p:sp>
        <p:nvSpPr>
          <p:cNvPr id="378" name="note_box_374">
            <a:extLst>
              <a:ext uri="{FF2B5EF4-FFF2-40B4-BE49-F238E27FC236}">
                <a16:creationId xmlns:a16="http://schemas.microsoft.com/office/drawing/2014/main" id="{4EC8703B-C56B-45E4-B065-EB9645492FF2}"/>
              </a:ext>
            </a:extLst>
          </p:cNvPr>
          <p:cNvSpPr>
            <a:spLocks noGrp="1"/>
          </p:cNvSpPr>
          <p:nvPr/>
        </p:nvSpPr>
        <p:spPr>
          <a:xfrm>
            <a:off x="8915400" y="3724275"/>
            <a:ext cx="1228725" cy="7048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9" name="equation_375" descr="b_2=-1">
                <a:extLst>
                  <a:ext uri="{FF2B5EF4-FFF2-40B4-BE49-F238E27FC236}">
                    <a16:creationId xmlns:a16="http://schemas.microsoft.com/office/drawing/2014/main" id="{B46EF3BC-DEBC-4F70-9685-DE2BF90FC893}"/>
                  </a:ext>
                </a:extLst>
              </p:cNvPr>
              <p:cNvSpPr>
                <a:spLocks noGrp="1"/>
              </p:cNvSpPr>
              <p:nvPr/>
            </p:nvSpPr>
            <p:spPr>
              <a:xfrm>
                <a:off x="8963025" y="3800475"/>
                <a:ext cx="1133475" cy="5524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500">
                              <a:solidFill>
                                <a:srgbClr val="A5AAB0"/>
                              </a:solidFill>
                              <a:latin typeface="Cambria Math"/>
                              <a:ea typeface="Cambria Math"/>
                              <a:cs typeface="Cambria Math"/>
                            </a:rPr>
                          </m:ctrlPr>
                        </m:sSubPr>
                        <m:e>
                          <m:r>
                            <a:rPr lang="en-GB" sz="2500">
                              <a:solidFill>
                                <a:srgbClr val="A5AAB0"/>
                              </a:solidFill>
                              <a:latin typeface="Cambria Math"/>
                              <a:ea typeface="Cambria Math"/>
                              <a:cs typeface="Cambria Math"/>
                            </a:rPr>
                            <m:t>𝑏</m:t>
                          </m:r>
                        </m:e>
                        <m:sub>
                          <m:r>
                            <a:rPr lang="en-GB" sz="2500">
                              <a:solidFill>
                                <a:srgbClr val="A5AAB0"/>
                              </a:solidFill>
                              <a:latin typeface="Cambria Math"/>
                              <a:ea typeface="Cambria Math"/>
                              <a:cs typeface="Cambria Math"/>
                            </a:rPr>
                            <m:t>2</m:t>
                          </m:r>
                        </m:sub>
                      </m:sSub>
                      <m:r>
                        <a:rPr lang="en-GB" sz="2500">
                          <a:solidFill>
                            <a:srgbClr val="A5AAB0"/>
                          </a:solidFill>
                          <a:latin typeface="Cambria Math"/>
                          <a:ea typeface="Cambria Math"/>
                          <a:cs typeface="Cambria Math"/>
                        </a:rPr>
                        <m:t>=−1</m:t>
                      </m:r>
                    </m:oMath>
                  </m:oMathPara>
                </a14:m>
                <a:endParaRPr lang="en-GB" sz="2500"/>
              </a:p>
            </p:txBody>
          </p:sp>
        </mc:Choice>
        <mc:Fallback xmlns="">
          <p:sp>
            <p:nvSpPr>
              <p:cNvPr id="379" name="equation_375" descr="b_2=-1">
                <a:extLst>
                  <a:ext uri="{FF2B5EF4-FFF2-40B4-BE49-F238E27FC236}">
                    <a16:creationId xmlns:a16="http://schemas.microsoft.com/office/drawing/2014/main" id="{B46EF3BC-DEBC-4F70-9685-DE2BF90FC893}"/>
                  </a:ext>
                </a:extLst>
              </p:cNvPr>
              <p:cNvSpPr>
                <a:spLocks noGrp="1" noRot="1" noChangeAspect="1" noMove="1" noResize="1" noEditPoints="1" noAdjustHandles="1" noChangeArrowheads="1" noChangeShapeType="1" noTextEdit="1"/>
              </p:cNvSpPr>
              <p:nvPr/>
            </p:nvSpPr>
            <p:spPr>
              <a:xfrm>
                <a:off x="8963025" y="3800475"/>
                <a:ext cx="1133475" cy="552450"/>
              </a:xfrm>
              <a:prstGeom prst="rect">
                <a:avLst/>
              </a:prstGeom>
              <a:blipFill>
                <a:blip r:embed="rId17"/>
                <a:stretch>
                  <a:fillRect l="-12903" r="-6989"/>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0" name="equation_376" descr="y=-3">
                <a:extLst>
                  <a:ext uri="{FF2B5EF4-FFF2-40B4-BE49-F238E27FC236}">
                    <a16:creationId xmlns:a16="http://schemas.microsoft.com/office/drawing/2014/main" id="{DA288CE5-B3C5-4186-9845-1B48FAC40F9F}"/>
                  </a:ext>
                </a:extLst>
              </p:cNvPr>
              <p:cNvSpPr>
                <a:spLocks noGrp="1"/>
              </p:cNvSpPr>
              <p:nvPr/>
            </p:nvSpPr>
            <p:spPr>
              <a:xfrm>
                <a:off x="10325100" y="3724275"/>
                <a:ext cx="1381125" cy="704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235C99"/>
                          </a:solidFill>
                          <a:latin typeface="Cambria Math"/>
                          <a:ea typeface="Cambria Math"/>
                          <a:cs typeface="Cambria Math"/>
                        </a:rPr>
                        <m:t>𝑦</m:t>
                      </m:r>
                      <m:r>
                        <a:rPr lang="en-GB" sz="2700">
                          <a:solidFill>
                            <a:srgbClr val="235C99"/>
                          </a:solidFill>
                          <a:latin typeface="Cambria Math"/>
                          <a:ea typeface="Cambria Math"/>
                          <a:cs typeface="Cambria Math"/>
                        </a:rPr>
                        <m:t>=−3</m:t>
                      </m:r>
                    </m:oMath>
                  </m:oMathPara>
                </a14:m>
                <a:endParaRPr lang="en-GB" sz="2700"/>
              </a:p>
            </p:txBody>
          </p:sp>
        </mc:Choice>
        <mc:Fallback xmlns="">
          <p:sp>
            <p:nvSpPr>
              <p:cNvPr id="380" name="equation_376" descr="y=-3">
                <a:extLst>
                  <a:ext uri="{FF2B5EF4-FFF2-40B4-BE49-F238E27FC236}">
                    <a16:creationId xmlns:a16="http://schemas.microsoft.com/office/drawing/2014/main" id="{DA288CE5-B3C5-4186-9845-1B48FAC40F9F}"/>
                  </a:ext>
                </a:extLst>
              </p:cNvPr>
              <p:cNvSpPr>
                <a:spLocks noGrp="1" noRot="1" noChangeAspect="1" noMove="1" noResize="1" noEditPoints="1" noAdjustHandles="1" noChangeArrowheads="1" noChangeShapeType="1" noTextEdit="1"/>
              </p:cNvSpPr>
              <p:nvPr/>
            </p:nvSpPr>
            <p:spPr>
              <a:xfrm>
                <a:off x="10325100" y="3724275"/>
                <a:ext cx="1381125" cy="704850"/>
              </a:xfrm>
              <a:prstGeom prst="rect">
                <a:avLst/>
              </a:prstGeom>
              <a:blipFill>
                <a:blip r:embed="rId52"/>
                <a:stretch>
                  <a:fillRect/>
                </a:stretch>
              </a:blipFill>
              <a:ln w="0">
                <a:noFill/>
              </a:ln>
            </p:spPr>
            <p:txBody>
              <a:bodyPr/>
              <a:lstStyle/>
              <a:p>
                <a:r>
                  <a:rPr lang="it-IT">
                    <a:noFill/>
                  </a:rPr>
                  <a:t> </a:t>
                </a:r>
              </a:p>
            </p:txBody>
          </p:sp>
        </mc:Fallback>
      </mc:AlternateContent>
      <p:sp>
        <p:nvSpPr>
          <p:cNvPr id="381" name="line_377">
            <a:extLst>
              <a:ext uri="{FF2B5EF4-FFF2-40B4-BE49-F238E27FC236}">
                <a16:creationId xmlns:a16="http://schemas.microsoft.com/office/drawing/2014/main" id="{14011779-4D59-4531-B859-F1C945532980}"/>
              </a:ext>
            </a:extLst>
          </p:cNvPr>
          <p:cNvSpPr>
            <a:spLocks noGrp="1"/>
          </p:cNvSpPr>
          <p:nvPr/>
        </p:nvSpPr>
        <p:spPr>
          <a:xfrm flipV="1">
            <a:off x="2619375" y="2924175"/>
            <a:ext cx="923925" cy="609600"/>
          </a:xfrm>
          <a:prstGeom prst="line">
            <a:avLst/>
          </a:prstGeom>
          <a:noFill/>
          <a:ln w="16193">
            <a:solidFill>
              <a:srgbClr val="A5AAB0"/>
            </a:solidFill>
            <a:tailEnd type="triangle" w="sm" len="sm"/>
          </a:ln>
        </p:spPr>
        <p:txBody>
          <a:bodyPr/>
          <a:lstStyle/>
          <a:p>
            <a:endParaRPr lang="it-IT"/>
          </a:p>
        </p:txBody>
      </p:sp>
      <p:sp>
        <p:nvSpPr>
          <p:cNvPr id="382" name="line_378">
            <a:extLst>
              <a:ext uri="{FF2B5EF4-FFF2-40B4-BE49-F238E27FC236}">
                <a16:creationId xmlns:a16="http://schemas.microsoft.com/office/drawing/2014/main" id="{B75AD029-F704-4019-AEF8-E2C201E04138}"/>
              </a:ext>
            </a:extLst>
          </p:cNvPr>
          <p:cNvSpPr>
            <a:spLocks noGrp="1"/>
          </p:cNvSpPr>
          <p:nvPr/>
        </p:nvSpPr>
        <p:spPr>
          <a:xfrm flipH="1" flipV="1">
            <a:off x="3810000" y="2924175"/>
            <a:ext cx="1524000" cy="781050"/>
          </a:xfrm>
          <a:prstGeom prst="line">
            <a:avLst/>
          </a:prstGeom>
          <a:noFill/>
          <a:ln w="16193">
            <a:solidFill>
              <a:srgbClr val="A5AAB0"/>
            </a:solidFill>
            <a:tailEnd type="triangle" w="sm" len="sm"/>
          </a:ln>
        </p:spPr>
        <p:txBody>
          <a:bodyPr/>
          <a:lstStyle/>
          <a:p>
            <a:endParaRPr lang="it-IT"/>
          </a:p>
        </p:txBody>
      </p:sp>
      <p:sp>
        <p:nvSpPr>
          <p:cNvPr id="383" name="line_379">
            <a:extLst>
              <a:ext uri="{FF2B5EF4-FFF2-40B4-BE49-F238E27FC236}">
                <a16:creationId xmlns:a16="http://schemas.microsoft.com/office/drawing/2014/main" id="{0BD0CF8B-71AB-4009-B305-A4E655F27EEC}"/>
              </a:ext>
            </a:extLst>
          </p:cNvPr>
          <p:cNvSpPr>
            <a:spLocks noGrp="1"/>
          </p:cNvSpPr>
          <p:nvPr/>
        </p:nvSpPr>
        <p:spPr>
          <a:xfrm flipV="1">
            <a:off x="7781925" y="2924175"/>
            <a:ext cx="609600" cy="419100"/>
          </a:xfrm>
          <a:prstGeom prst="line">
            <a:avLst/>
          </a:prstGeom>
          <a:noFill/>
          <a:ln w="16193">
            <a:solidFill>
              <a:srgbClr val="A5AAB0"/>
            </a:solidFill>
            <a:tailEnd type="triangle" w="sm" len="sm"/>
          </a:ln>
        </p:spPr>
        <p:txBody>
          <a:bodyPr/>
          <a:lstStyle/>
          <a:p>
            <a:endParaRPr lang="it-IT"/>
          </a:p>
        </p:txBody>
      </p:sp>
      <p:sp>
        <p:nvSpPr>
          <p:cNvPr id="384" name="line_380">
            <a:extLst>
              <a:ext uri="{FF2B5EF4-FFF2-40B4-BE49-F238E27FC236}">
                <a16:creationId xmlns:a16="http://schemas.microsoft.com/office/drawing/2014/main" id="{B0C68072-D679-4DF6-900D-0A5100EBF335}"/>
              </a:ext>
            </a:extLst>
          </p:cNvPr>
          <p:cNvSpPr>
            <a:spLocks noGrp="1"/>
          </p:cNvSpPr>
          <p:nvPr/>
        </p:nvSpPr>
        <p:spPr>
          <a:xfrm flipH="1" flipV="1">
            <a:off x="8648700" y="2924175"/>
            <a:ext cx="876300" cy="781050"/>
          </a:xfrm>
          <a:prstGeom prst="line">
            <a:avLst/>
          </a:prstGeom>
          <a:noFill/>
          <a:ln w="16193">
            <a:solidFill>
              <a:srgbClr val="A5AAB0"/>
            </a:solidFill>
            <a:tailEnd type="triangle" w="sm" len="sm"/>
          </a:ln>
        </p:spPr>
        <p:txBody>
          <a:bodyPr/>
          <a:lstStyle/>
          <a:p>
            <a:endParaRPr lang="it-IT"/>
          </a:p>
        </p:txBody>
      </p:sp>
      <p:sp>
        <p:nvSpPr>
          <p:cNvPr id="385" name="line_381">
            <a:extLst>
              <a:ext uri="{FF2B5EF4-FFF2-40B4-BE49-F238E27FC236}">
                <a16:creationId xmlns:a16="http://schemas.microsoft.com/office/drawing/2014/main" id="{84E0AD42-7CDE-41D7-A5F2-7AB04C0AB1FC}"/>
              </a:ext>
            </a:extLst>
          </p:cNvPr>
          <p:cNvSpPr>
            <a:spLocks noGrp="1"/>
          </p:cNvSpPr>
          <p:nvPr/>
        </p:nvSpPr>
        <p:spPr>
          <a:xfrm flipV="1">
            <a:off x="10934700" y="2924175"/>
            <a:ext cx="476" cy="781050"/>
          </a:xfrm>
          <a:prstGeom prst="line">
            <a:avLst/>
          </a:prstGeom>
          <a:noFill/>
          <a:ln w="16193">
            <a:solidFill>
              <a:srgbClr val="235C99"/>
            </a:solidFill>
            <a:tailEnd type="triangle" w="sm" len="sm"/>
          </a:ln>
        </p:spPr>
        <p:txBody>
          <a:bodyPr/>
          <a:lstStyle/>
          <a:p>
            <a:endParaRPr lang="it-IT"/>
          </a:p>
        </p:txBody>
      </p:sp>
      <p:sp>
        <p:nvSpPr>
          <p:cNvPr id="386" name="note_brace_382">
            <a:extLst>
              <a:ext uri="{FF2B5EF4-FFF2-40B4-BE49-F238E27FC236}">
                <a16:creationId xmlns:a16="http://schemas.microsoft.com/office/drawing/2014/main" id="{FFEA85C0-ECF5-4E7A-B3C9-85F2EEA8A021}"/>
              </a:ext>
            </a:extLst>
          </p:cNvPr>
          <p:cNvSpPr>
            <a:spLocks noGrp="1"/>
          </p:cNvSpPr>
          <p:nvPr/>
        </p:nvSpPr>
        <p:spPr>
          <a:xfrm>
            <a:off x="1123950" y="5019675"/>
            <a:ext cx="5372100" cy="95250"/>
          </a:xfrm>
          <a:custGeom>
            <a:avLst/>
            <a:gdLst/>
            <a:ahLst/>
            <a:cxnLst/>
            <a:rect l="0" t="0" r="0" b="0"/>
            <a:pathLst>
              <a:path w="5372100" h="95250">
                <a:moveTo>
                  <a:pt x="0" y="0"/>
                </a:moveTo>
                <a:cubicBezTo>
                  <a:pt x="0" y="85725"/>
                  <a:pt x="57150" y="57150"/>
                  <a:pt x="114300" y="57150"/>
                </a:cubicBezTo>
                <a:lnTo>
                  <a:pt x="2571750" y="57150"/>
                </a:lnTo>
                <a:cubicBezTo>
                  <a:pt x="2647950" y="57150"/>
                  <a:pt x="2657475" y="57150"/>
                  <a:pt x="2686050" y="95250"/>
                </a:cubicBezTo>
                <a:cubicBezTo>
                  <a:pt x="2714625" y="57150"/>
                  <a:pt x="2724150" y="57150"/>
                  <a:pt x="2800350" y="57150"/>
                </a:cubicBezTo>
                <a:lnTo>
                  <a:pt x="5257800" y="57150"/>
                </a:lnTo>
                <a:cubicBezTo>
                  <a:pt x="5314950" y="57150"/>
                  <a:pt x="5372100" y="85725"/>
                  <a:pt x="5372100" y="0"/>
                </a:cubicBezTo>
              </a:path>
            </a:pathLst>
          </a:custGeom>
          <a:noFill/>
          <a:ln w="14288">
            <a:solidFill>
              <a:srgbClr val="A5AAB0"/>
            </a:solidFill>
          </a:ln>
        </p:spPr>
        <p:txBody>
          <a:bodyPr/>
          <a:lstStyle/>
          <a:p>
            <a:endParaRPr lang="it-IT"/>
          </a:p>
        </p:txBody>
      </p:sp>
      <p:sp>
        <p:nvSpPr>
          <p:cNvPr id="387" name="text_383">
            <a:extLst>
              <a:ext uri="{FF2B5EF4-FFF2-40B4-BE49-F238E27FC236}">
                <a16:creationId xmlns:a16="http://schemas.microsoft.com/office/drawing/2014/main" id="{4BCE751C-F377-4A24-8986-15914D68CDF3}"/>
              </a:ext>
            </a:extLst>
          </p:cNvPr>
          <p:cNvSpPr>
            <a:spLocks noGrp="1"/>
          </p:cNvSpPr>
          <p:nvPr/>
        </p:nvSpPr>
        <p:spPr>
          <a:xfrm>
            <a:off x="1123950" y="5124450"/>
            <a:ext cx="53721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388" name="note_brace_384">
            <a:extLst>
              <a:ext uri="{FF2B5EF4-FFF2-40B4-BE49-F238E27FC236}">
                <a16:creationId xmlns:a16="http://schemas.microsoft.com/office/drawing/2014/main" id="{AA16AC4F-00CE-4750-865A-503B6DD32928}"/>
              </a:ext>
            </a:extLst>
          </p:cNvPr>
          <p:cNvSpPr>
            <a:spLocks noGrp="1"/>
          </p:cNvSpPr>
          <p:nvPr/>
        </p:nvSpPr>
        <p:spPr>
          <a:xfrm>
            <a:off x="6762750" y="5019675"/>
            <a:ext cx="3381375" cy="95250"/>
          </a:xfrm>
          <a:custGeom>
            <a:avLst/>
            <a:gdLst/>
            <a:ahLst/>
            <a:cxnLst/>
            <a:rect l="0" t="0" r="0" b="0"/>
            <a:pathLst>
              <a:path w="3381375" h="95250">
                <a:moveTo>
                  <a:pt x="0" y="0"/>
                </a:moveTo>
                <a:cubicBezTo>
                  <a:pt x="0" y="85725"/>
                  <a:pt x="57150" y="57150"/>
                  <a:pt x="114300" y="57150"/>
                </a:cubicBezTo>
                <a:lnTo>
                  <a:pt x="1576388" y="57150"/>
                </a:lnTo>
                <a:cubicBezTo>
                  <a:pt x="1652588" y="57150"/>
                  <a:pt x="1662113" y="57150"/>
                  <a:pt x="1690688" y="95250"/>
                </a:cubicBezTo>
                <a:cubicBezTo>
                  <a:pt x="1719263" y="57150"/>
                  <a:pt x="1728788" y="57150"/>
                  <a:pt x="1804988" y="57150"/>
                </a:cubicBezTo>
                <a:lnTo>
                  <a:pt x="3267075" y="57150"/>
                </a:lnTo>
                <a:cubicBezTo>
                  <a:pt x="3324225" y="57150"/>
                  <a:pt x="3381375" y="85725"/>
                  <a:pt x="3381375" y="0"/>
                </a:cubicBezTo>
              </a:path>
            </a:pathLst>
          </a:custGeom>
          <a:noFill/>
          <a:ln w="14288">
            <a:solidFill>
              <a:srgbClr val="A5AAB0"/>
            </a:solidFill>
          </a:ln>
        </p:spPr>
        <p:txBody>
          <a:bodyPr/>
          <a:lstStyle/>
          <a:p>
            <a:endParaRPr lang="it-IT"/>
          </a:p>
        </p:txBody>
      </p:sp>
      <p:sp>
        <p:nvSpPr>
          <p:cNvPr id="389" name="text_385">
            <a:extLst>
              <a:ext uri="{FF2B5EF4-FFF2-40B4-BE49-F238E27FC236}">
                <a16:creationId xmlns:a16="http://schemas.microsoft.com/office/drawing/2014/main" id="{6347DFB4-E823-4DE4-A0A3-B59E708CCBC6}"/>
              </a:ext>
            </a:extLst>
          </p:cNvPr>
          <p:cNvSpPr>
            <a:spLocks noGrp="1"/>
          </p:cNvSpPr>
          <p:nvPr/>
        </p:nvSpPr>
        <p:spPr>
          <a:xfrm>
            <a:off x="6762750" y="5124450"/>
            <a:ext cx="3381375"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390" name="equation_386" descr="\mathcal L_{\mathrm{sq}}(\boldsymbol\theta)=(\left[\mathbf a_2(\mathbf{x})\right]_1-y)^2=(-7/2+3)^2=1/4">
                <a:extLst>
                  <a:ext uri="{FF2B5EF4-FFF2-40B4-BE49-F238E27FC236}">
                    <a16:creationId xmlns:a16="http://schemas.microsoft.com/office/drawing/2014/main" id="{7A8701B1-AC2A-4787-91CD-B49A2CAC4A50}"/>
                  </a:ext>
                </a:extLst>
              </p:cNvPr>
              <p:cNvSpPr>
                <a:spLocks noGrp="1"/>
              </p:cNvSpPr>
              <p:nvPr/>
            </p:nvSpPr>
            <p:spPr>
              <a:xfrm>
                <a:off x="571500" y="5467350"/>
                <a:ext cx="11049000" cy="5715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ℒ</m:t>
                          </m:r>
                        </m:e>
                        <m:sub>
                          <m:r>
                            <m:rPr>
                              <m:sty m:val="p"/>
                            </m:rPr>
                            <a:rPr lang="en-GB" sz="2800">
                              <a:solidFill>
                                <a:srgbClr val="AB4910"/>
                              </a:solidFill>
                              <a:latin typeface="Cambria Math"/>
                              <a:ea typeface="Cambria Math"/>
                              <a:cs typeface="Cambria Math"/>
                            </a:rPr>
                            <m:t>sq</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𝛉</m:t>
                          </m:r>
                        </m:e>
                      </m:d>
                      <m:r>
                        <a:rPr lang="en-GB" sz="2800">
                          <a:solidFill>
                            <a:srgbClr val="AB4910"/>
                          </a:solidFill>
                          <a:latin typeface="Cambria Math"/>
                          <a:ea typeface="Cambria Math"/>
                          <a:cs typeface="Cambria Math"/>
                        </a:rPr>
                        <m:t>=</m:t>
                      </m:r>
                      <m:sSup>
                        <m:sSupPr>
                          <m:ctrlPr>
                            <a:rPr lang="en-GB" sz="2800" i="1">
                              <a:solidFill>
                                <a:srgbClr val="AB4910"/>
                              </a:solidFill>
                              <a:latin typeface="Cambria Math" panose="02040503050406030204" pitchFamily="18" charset="0"/>
                              <a:ea typeface="Cambria Math"/>
                              <a:cs typeface="Cambria Math"/>
                            </a:rPr>
                          </m:ctrlPr>
                        </m:sSupPr>
                        <m:e>
                          <m:d>
                            <m:dPr>
                              <m:ctrlPr>
                                <a:rPr lang="en-GB" sz="2800" i="1">
                                  <a:solidFill>
                                    <a:srgbClr val="AB4910"/>
                                  </a:solidFill>
                                  <a:latin typeface="Cambria Math" panose="02040503050406030204" pitchFamily="18" charset="0"/>
                                  <a:ea typeface="Cambria Math"/>
                                  <a:cs typeface="Cambria Math"/>
                                </a:rPr>
                              </m:ctrlPr>
                            </m:dPr>
                            <m:e>
                              <m:sSub>
                                <m:sSubPr>
                                  <m:ctrlPr>
                                    <a:rPr lang="en-GB" sz="2800" i="1">
                                      <a:solidFill>
                                        <a:srgbClr val="AB4910"/>
                                      </a:solidFill>
                                      <a:latin typeface="Cambria Math" panose="02040503050406030204" pitchFamily="18" charset="0"/>
                                      <a:ea typeface="Cambria Math"/>
                                      <a:cs typeface="Cambria Math"/>
                                    </a:rPr>
                                  </m:ctrlPr>
                                </m:sSubPr>
                                <m:e>
                                  <m:d>
                                    <m:dPr>
                                      <m:begChr m:val="["/>
                                      <m:endChr m:val="]"/>
                                      <m:ctrlPr>
                                        <a:rPr lang="en-GB" sz="2800" i="1">
                                          <a:solidFill>
                                            <a:srgbClr val="AB4910"/>
                                          </a:solidFill>
                                          <a:latin typeface="Cambria Math" panose="02040503050406030204" pitchFamily="18" charset="0"/>
                                          <a:ea typeface="Cambria Math"/>
                                          <a:cs typeface="Cambria Math"/>
                                        </a:rPr>
                                      </m:ctrlPr>
                                    </m:dPr>
                                    <m:e>
                                      <m:sSub>
                                        <m:sSubPr>
                                          <m:ctrlPr>
                                            <a:rPr lang="en-GB" sz="2800">
                                              <a:solidFill>
                                                <a:srgbClr val="AB4910"/>
                                              </a:solidFill>
                                              <a:latin typeface="Cambria Math"/>
                                              <a:ea typeface="Cambria Math"/>
                                              <a:cs typeface="Cambria Math"/>
                                            </a:rPr>
                                          </m:ctrlPr>
                                        </m:sSubPr>
                                        <m:e>
                                          <m:r>
                                            <a:rPr lang="en-GB" sz="2800">
                                              <a:solidFill>
                                                <a:srgbClr val="AB4910"/>
                                              </a:solidFill>
                                              <a:latin typeface="Cambria Math"/>
                                              <a:ea typeface="Cambria Math"/>
                                              <a:cs typeface="Cambria Math"/>
                                            </a:rPr>
                                            <m:t>𝐚</m:t>
                                          </m:r>
                                        </m:e>
                                        <m:sub>
                                          <m:r>
                                            <a:rPr lang="en-GB" sz="2800">
                                              <a:solidFill>
                                                <a:srgbClr val="AB4910"/>
                                              </a:solidFill>
                                              <a:latin typeface="Cambria Math"/>
                                              <a:ea typeface="Cambria Math"/>
                                              <a:cs typeface="Cambria Math"/>
                                            </a:rPr>
                                            <m:t>2</m:t>
                                          </m:r>
                                        </m:sub>
                                      </m:sSub>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𝐱</m:t>
                                          </m:r>
                                        </m:e>
                                      </m:d>
                                    </m:e>
                                  </m:d>
                                </m:e>
                                <m:sub>
                                  <m:r>
                                    <a:rPr lang="en-GB" sz="2800">
                                      <a:solidFill>
                                        <a:srgbClr val="AB4910"/>
                                      </a:solidFill>
                                      <a:latin typeface="Cambria Math"/>
                                      <a:ea typeface="Cambria Math"/>
                                      <a:cs typeface="Cambria Math"/>
                                    </a:rPr>
                                    <m:t>1</m:t>
                                  </m:r>
                                </m:sub>
                              </m:sSub>
                              <m:r>
                                <a:rPr lang="en-GB" sz="2800">
                                  <a:solidFill>
                                    <a:srgbClr val="AB4910"/>
                                  </a:solidFill>
                                  <a:latin typeface="Cambria Math"/>
                                  <a:ea typeface="Cambria Math"/>
                                  <a:cs typeface="Cambria Math"/>
                                </a:rPr>
                                <m:t>−</m:t>
                              </m:r>
                              <m:r>
                                <a:rPr lang="en-GB" sz="2800">
                                  <a:solidFill>
                                    <a:srgbClr val="AB4910"/>
                                  </a:solidFill>
                                  <a:latin typeface="Cambria Math"/>
                                  <a:ea typeface="Cambria Math"/>
                                  <a:cs typeface="Cambria Math"/>
                                </a:rPr>
                                <m:t>𝑦</m:t>
                              </m:r>
                            </m:e>
                          </m:d>
                        </m:e>
                        <m:sup>
                          <m:r>
                            <a:rPr lang="en-GB" sz="2800">
                              <a:solidFill>
                                <a:srgbClr val="AB4910"/>
                              </a:solidFill>
                              <a:latin typeface="Cambria Math"/>
                              <a:ea typeface="Cambria Math"/>
                              <a:cs typeface="Cambria Math"/>
                            </a:rPr>
                            <m:t>2</m:t>
                          </m:r>
                        </m:sup>
                      </m:sSup>
                      <m:r>
                        <a:rPr lang="en-GB" sz="2800">
                          <a:solidFill>
                            <a:srgbClr val="AB4910"/>
                          </a:solidFill>
                          <a:latin typeface="Cambria Math"/>
                          <a:ea typeface="Cambria Math"/>
                          <a:cs typeface="Cambria Math"/>
                        </a:rPr>
                        <m:t>=</m:t>
                      </m:r>
                      <m:sSup>
                        <m:sSupPr>
                          <m:ctrlPr>
                            <a:rPr lang="en-GB" sz="2800" i="1">
                              <a:solidFill>
                                <a:srgbClr val="AB4910"/>
                              </a:solidFill>
                              <a:latin typeface="Cambria Math" panose="02040503050406030204" pitchFamily="18" charset="0"/>
                              <a:ea typeface="Cambria Math"/>
                              <a:cs typeface="Cambria Math"/>
                            </a:rPr>
                          </m:ctrlPr>
                        </m:sSupPr>
                        <m:e>
                          <m:d>
                            <m:dPr>
                              <m:ctrlPr>
                                <a:rPr lang="en-GB" sz="2800">
                                  <a:solidFill>
                                    <a:srgbClr val="AB4910"/>
                                  </a:solidFill>
                                  <a:latin typeface="Cambria Math"/>
                                  <a:ea typeface="Cambria Math"/>
                                  <a:cs typeface="Cambria Math"/>
                                </a:rPr>
                              </m:ctrlPr>
                            </m:dPr>
                            <m:e>
                              <m:r>
                                <a:rPr lang="en-GB" sz="2800">
                                  <a:solidFill>
                                    <a:srgbClr val="AB4910"/>
                                  </a:solidFill>
                                  <a:latin typeface="Cambria Math"/>
                                  <a:ea typeface="Cambria Math"/>
                                  <a:cs typeface="Cambria Math"/>
                                </a:rPr>
                                <m:t>−7/2+3</m:t>
                              </m:r>
                            </m:e>
                          </m:d>
                        </m:e>
                        <m:sup>
                          <m:r>
                            <a:rPr lang="en-GB" sz="2800">
                              <a:solidFill>
                                <a:srgbClr val="AB4910"/>
                              </a:solidFill>
                              <a:latin typeface="Cambria Math"/>
                              <a:ea typeface="Cambria Math"/>
                              <a:cs typeface="Cambria Math"/>
                            </a:rPr>
                            <m:t>2</m:t>
                          </m:r>
                        </m:sup>
                      </m:sSup>
                      <m:r>
                        <a:rPr lang="en-GB" sz="2800">
                          <a:solidFill>
                            <a:srgbClr val="AB4910"/>
                          </a:solidFill>
                          <a:latin typeface="Cambria Math"/>
                          <a:ea typeface="Cambria Math"/>
                          <a:cs typeface="Cambria Math"/>
                        </a:rPr>
                        <m:t>=1/4</m:t>
                      </m:r>
                    </m:oMath>
                  </m:oMathPara>
                </a14:m>
                <a:endParaRPr lang="en-GB" sz="2800"/>
              </a:p>
            </p:txBody>
          </p:sp>
        </mc:Choice>
        <mc:Fallback xmlns="">
          <p:sp>
            <p:nvSpPr>
              <p:cNvPr id="390" name="equation_386" descr="\mathcal L_{\mathrm{sq}}(\boldsymbol\theta)=([\mathbf a_2(\mathbf{x})]_1-y)^2=(-7/2+3)^2=1/4">
                <a:extLst>
                  <a:ext uri="{FF2B5EF4-FFF2-40B4-BE49-F238E27FC236}">
                    <a16:creationId xmlns:a16="http://schemas.microsoft.com/office/drawing/2014/main" id="{7A8701B1-AC2A-4787-91CD-B49A2CAC4A50}"/>
                  </a:ext>
                </a:extLst>
              </p:cNvPr>
              <p:cNvSpPr>
                <a:spLocks noGrp="1" noRot="1" noChangeAspect="1" noMove="1" noResize="1" noEditPoints="1" noAdjustHandles="1" noChangeArrowheads="1" noChangeShapeType="1" noTextEdit="1"/>
              </p:cNvSpPr>
              <p:nvPr/>
            </p:nvSpPr>
            <p:spPr>
              <a:xfrm>
                <a:off x="571500" y="5467350"/>
                <a:ext cx="11049000" cy="571500"/>
              </a:xfrm>
              <a:prstGeom prst="rect">
                <a:avLst/>
              </a:prstGeom>
              <a:blipFill>
                <a:blip r:embed="rId55"/>
                <a:stretch>
                  <a:fillRect/>
                </a:stretch>
              </a:blipFill>
              <a:ln w="0">
                <a:noFill/>
              </a:ln>
            </p:spPr>
            <p:txBody>
              <a:bodyPr/>
              <a:lstStyle/>
              <a:p>
                <a:r>
                  <a:rPr lang="it-IT">
                    <a:noFill/>
                  </a:rPr>
                  <a:t> </a:t>
                </a:r>
              </a:p>
            </p:txBody>
          </p:sp>
        </mc:Fallback>
      </mc:AlternateContent>
      <p:sp>
        <p:nvSpPr>
          <p:cNvPr id="396" name="forward_saved_values">
            <a:extLst>
              <a:ext uri="{FF2B5EF4-FFF2-40B4-BE49-F238E27FC236}">
                <a16:creationId xmlns:a16="http://schemas.microsoft.com/office/drawing/2014/main" id="{23F34337-DABD-4B23-AC32-DB802ECA5631}"/>
              </a:ext>
            </a:extLst>
          </p:cNvPr>
          <p:cNvSpPr>
            <a:spLocks noGrp="1"/>
          </p:cNvSpPr>
          <p:nvPr/>
        </p:nvSpPr>
        <p:spPr>
          <a:xfrm>
            <a:off x="571500" y="6067425"/>
            <a:ext cx="11049000" cy="371475"/>
          </a:xfrm>
          <a:prstGeom prst="rect">
            <a:avLst/>
          </a:prstGeom>
          <a:noFill/>
          <a:ln w="0">
            <a:noFill/>
          </a:ln>
        </p:spPr>
        <p:txBody>
          <a:bodyPr anchor="ctr"/>
          <a:lstStyle>
            <a:defPPr algn="ctr">
              <a:defRPr sz="2025">
                <a:solidFill>
                  <a:srgbClr val="AB4910"/>
                </a:solidFill>
                <a:latin typeface="DejaVu Sans"/>
                <a:ea typeface="DejaVu Sans"/>
                <a:cs typeface="DejaVu Sans"/>
              </a:defRPr>
            </a:defPPr>
          </a:lstStyle>
          <a:p>
            <a:pPr algn="ctr">
              <a:defRPr sz="2025">
                <a:solidFill>
                  <a:srgbClr val="AB4910"/>
                </a:solidFill>
                <a:latin typeface="DejaVu Sans"/>
                <a:ea typeface="DejaVu Sans"/>
                <a:cs typeface="DejaVu Sans"/>
              </a:defRPr>
            </a:pPr>
            <a:r>
              <a:rPr sz="2025" b="1">
                <a:solidFill>
                  <a:srgbClr val="182D45"/>
                </a:solidFill>
                <a:latin typeface="DejaVu Sans"/>
                <a:ea typeface="DejaVu Sans"/>
                <a:cs typeface="DejaVu Sans"/>
              </a:rPr>
              <a:t>Keep these values: the backward pass will reuse them.</a:t>
            </a:r>
          </a:p>
        </p:txBody>
      </p:sp>
    </p:spTree>
    <p:extLst>
      <p:ext uri="{BB962C8B-B14F-4D97-AF65-F5344CB8AC3E}">
        <p14:creationId xmlns:p14="http://schemas.microsoft.com/office/powerpoint/2010/main" val="180626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8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9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9"/>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0"/>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0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0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5"/>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0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08"/>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09"/>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0"/>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6"/>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20"/>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21"/>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22"/>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23"/>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2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25"/>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26"/>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2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28"/>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2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30"/>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31"/>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32"/>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3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3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3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36"/>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37"/>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3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39"/>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4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4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4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4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4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4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4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4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4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4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5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51"/>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52"/>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53"/>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5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55"/>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56"/>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57"/>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5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59"/>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60"/>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61"/>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62"/>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16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64"/>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65"/>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66"/>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67"/>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68"/>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169"/>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70"/>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71"/>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72"/>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73"/>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74"/>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75"/>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393"/>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176"/>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77"/>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78"/>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79"/>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180"/>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181"/>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82"/>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83"/>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184"/>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185"/>
                                        </p:tgtEl>
                                        <p:attrNameLst>
                                          <p:attrName>style.visibility</p:attrName>
                                        </p:attrNameLst>
                                      </p:cBhvr>
                                      <p:to>
                                        <p:strVal val="visible"/>
                                      </p:to>
                                    </p:set>
                                  </p:childTnLst>
                                </p:cTn>
                              </p:par>
                              <p:par>
                                <p:cTn id="293" presetID="1" presetClass="entr" presetSubtype="0" fill="hold" grpId="0" nodeType="withEffect">
                                  <p:stCondLst>
                                    <p:cond delay="0"/>
                                  </p:stCondLst>
                                  <p:childTnLst>
                                    <p:set>
                                      <p:cBhvr>
                                        <p:cTn id="294" dur="1" fill="hold">
                                          <p:stCondLst>
                                            <p:cond delay="0"/>
                                          </p:stCondLst>
                                        </p:cTn>
                                        <p:tgtEl>
                                          <p:spTgt spid="186"/>
                                        </p:tgtEl>
                                        <p:attrNameLst>
                                          <p:attrName>style.visibility</p:attrName>
                                        </p:attrNameLst>
                                      </p:cBhvr>
                                      <p:to>
                                        <p:strVal val="visible"/>
                                      </p:to>
                                    </p:set>
                                  </p:childTnLst>
                                </p:cTn>
                              </p:par>
                              <p:par>
                                <p:cTn id="295" presetID="1" presetClass="entr" presetSubtype="0" fill="hold" grpId="0" nodeType="withEffect">
                                  <p:stCondLst>
                                    <p:cond delay="0"/>
                                  </p:stCondLst>
                                  <p:childTnLst>
                                    <p:set>
                                      <p:cBhvr>
                                        <p:cTn id="296" dur="1" fill="hold">
                                          <p:stCondLst>
                                            <p:cond delay="0"/>
                                          </p:stCondLst>
                                        </p:cTn>
                                        <p:tgtEl>
                                          <p:spTgt spid="187"/>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188"/>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189"/>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190"/>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191"/>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192"/>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93"/>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94"/>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95"/>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96"/>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197"/>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198"/>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99"/>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200"/>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201"/>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202"/>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203"/>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204"/>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205"/>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206"/>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207"/>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208"/>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09"/>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10"/>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11"/>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12"/>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13"/>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214"/>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215"/>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216"/>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217"/>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218"/>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ntr" presetSubtype="0" fill="hold" grpId="0" nodeType="clickEffect">
                                  <p:stCondLst>
                                    <p:cond delay="0"/>
                                  </p:stCondLst>
                                  <p:childTnLst>
                                    <p:set>
                                      <p:cBhvr>
                                        <p:cTn id="362" dur="1" fill="hold">
                                          <p:stCondLst>
                                            <p:cond delay="0"/>
                                          </p:stCondLst>
                                        </p:cTn>
                                        <p:tgtEl>
                                          <p:spTgt spid="219"/>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220"/>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221"/>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222"/>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223"/>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224"/>
                                        </p:tgtEl>
                                        <p:attrNameLst>
                                          <p:attrName>style.visibility</p:attrName>
                                        </p:attrNameLst>
                                      </p:cBhvr>
                                      <p:to>
                                        <p:strVal val="visible"/>
                                      </p:to>
                                    </p:set>
                                  </p:childTnLst>
                                </p:cTn>
                              </p:par>
                              <p:par>
                                <p:cTn id="373" presetID="1" presetClass="entr" presetSubtype="0" fill="hold" grpId="0" nodeType="withEffect">
                                  <p:stCondLst>
                                    <p:cond delay="0"/>
                                  </p:stCondLst>
                                  <p:childTnLst>
                                    <p:set>
                                      <p:cBhvr>
                                        <p:cTn id="374" dur="1" fill="hold">
                                          <p:stCondLst>
                                            <p:cond delay="0"/>
                                          </p:stCondLst>
                                        </p:cTn>
                                        <p:tgtEl>
                                          <p:spTgt spid="225"/>
                                        </p:tgtEl>
                                        <p:attrNameLst>
                                          <p:attrName>style.visibility</p:attrName>
                                        </p:attrNameLst>
                                      </p:cBhvr>
                                      <p:to>
                                        <p:strVal val="visible"/>
                                      </p:to>
                                    </p:set>
                                  </p:childTnLst>
                                </p:cTn>
                              </p:par>
                              <p:par>
                                <p:cTn id="375" presetID="1" presetClass="entr" presetSubtype="0" fill="hold" grpId="0" nodeType="withEffect">
                                  <p:stCondLst>
                                    <p:cond delay="0"/>
                                  </p:stCondLst>
                                  <p:childTnLst>
                                    <p:set>
                                      <p:cBhvr>
                                        <p:cTn id="376" dur="1" fill="hold">
                                          <p:stCondLst>
                                            <p:cond delay="0"/>
                                          </p:stCondLst>
                                        </p:cTn>
                                        <p:tgtEl>
                                          <p:spTgt spid="226"/>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227"/>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228"/>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229"/>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230"/>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231"/>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232"/>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233"/>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234"/>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235"/>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236"/>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237"/>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238"/>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239"/>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240"/>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241"/>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242"/>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243"/>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244"/>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245"/>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246"/>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247"/>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248"/>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249"/>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250"/>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251"/>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252"/>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253"/>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254"/>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255"/>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256"/>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257"/>
                                        </p:tgtEl>
                                        <p:attrNameLst>
                                          <p:attrName>style.visibility</p:attrName>
                                        </p:attrNameLst>
                                      </p:cBhvr>
                                      <p:to>
                                        <p:strVal val="visible"/>
                                      </p:to>
                                    </p:set>
                                  </p:childTnLst>
                                </p:cTn>
                              </p:par>
                              <p:par>
                                <p:cTn id="439" presetID="1" presetClass="entr" presetSubtype="0" fill="hold" grpId="0" nodeType="withEffect">
                                  <p:stCondLst>
                                    <p:cond delay="0"/>
                                  </p:stCondLst>
                                  <p:childTnLst>
                                    <p:set>
                                      <p:cBhvr>
                                        <p:cTn id="440" dur="1" fill="hold">
                                          <p:stCondLst>
                                            <p:cond delay="0"/>
                                          </p:stCondLst>
                                        </p:cTn>
                                        <p:tgtEl>
                                          <p:spTgt spid="258"/>
                                        </p:tgtEl>
                                        <p:attrNameLst>
                                          <p:attrName>style.visibility</p:attrName>
                                        </p:attrNameLst>
                                      </p:cBhvr>
                                      <p:to>
                                        <p:strVal val="visible"/>
                                      </p:to>
                                    </p:set>
                                  </p:childTnLst>
                                </p:cTn>
                              </p:par>
                              <p:par>
                                <p:cTn id="441" presetID="1" presetClass="entr" presetSubtype="0" fill="hold" grpId="0" nodeType="withEffect">
                                  <p:stCondLst>
                                    <p:cond delay="0"/>
                                  </p:stCondLst>
                                  <p:childTnLst>
                                    <p:set>
                                      <p:cBhvr>
                                        <p:cTn id="442" dur="1" fill="hold">
                                          <p:stCondLst>
                                            <p:cond delay="0"/>
                                          </p:stCondLst>
                                        </p:cTn>
                                        <p:tgtEl>
                                          <p:spTgt spid="259"/>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260"/>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261"/>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394"/>
                                        </p:tgtEl>
                                        <p:attrNameLst>
                                          <p:attrName>style.visibility</p:attrName>
                                        </p:attrNameLst>
                                      </p:cBhvr>
                                      <p:to>
                                        <p:strVal val="visible"/>
                                      </p:to>
                                    </p:set>
                                  </p:childTnLst>
                                </p:cTn>
                              </p:par>
                            </p:childTnLst>
                          </p:cTn>
                        </p:par>
                      </p:childTnLst>
                    </p:cTn>
                  </p:par>
                  <p:par>
                    <p:cTn id="449" fill="hold">
                      <p:stCondLst>
                        <p:cond delay="indefinite"/>
                      </p:stCondLst>
                      <p:childTnLst>
                        <p:par>
                          <p:cTn id="450" fill="hold">
                            <p:stCondLst>
                              <p:cond delay="0"/>
                            </p:stCondLst>
                            <p:childTnLst>
                              <p:par>
                                <p:cTn id="451" presetID="1" presetClass="entr" presetSubtype="0" fill="hold" grpId="0" nodeType="clickEffect">
                                  <p:stCondLst>
                                    <p:cond delay="0"/>
                                  </p:stCondLst>
                                  <p:childTnLst>
                                    <p:set>
                                      <p:cBhvr>
                                        <p:cTn id="452" dur="1" fill="hold">
                                          <p:stCondLst>
                                            <p:cond delay="0"/>
                                          </p:stCondLst>
                                        </p:cTn>
                                        <p:tgtEl>
                                          <p:spTgt spid="262"/>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263"/>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264"/>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265"/>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266"/>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267"/>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268"/>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269"/>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270"/>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271"/>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272"/>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273"/>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274"/>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275"/>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276"/>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277"/>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278"/>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279"/>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280"/>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281"/>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282"/>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283"/>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284"/>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285"/>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286"/>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287"/>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288"/>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289"/>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290"/>
                                        </p:tgtEl>
                                        <p:attrNameLst>
                                          <p:attrName>style.visibility</p:attrName>
                                        </p:attrNameLst>
                                      </p:cBhvr>
                                      <p:to>
                                        <p:strVal val="visible"/>
                                      </p:to>
                                    </p:set>
                                  </p:childTnLst>
                                </p:cTn>
                              </p:par>
                              <p:par>
                                <p:cTn id="509" presetID="1" presetClass="entr" presetSubtype="0" fill="hold" grpId="0" nodeType="withEffect">
                                  <p:stCondLst>
                                    <p:cond delay="0"/>
                                  </p:stCondLst>
                                  <p:childTnLst>
                                    <p:set>
                                      <p:cBhvr>
                                        <p:cTn id="510" dur="1" fill="hold">
                                          <p:stCondLst>
                                            <p:cond delay="0"/>
                                          </p:stCondLst>
                                        </p:cTn>
                                        <p:tgtEl>
                                          <p:spTgt spid="291"/>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0"/>
                                          </p:stCondLst>
                                        </p:cTn>
                                        <p:tgtEl>
                                          <p:spTgt spid="292"/>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293"/>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294"/>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295"/>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296"/>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297"/>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298"/>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299"/>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300"/>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301"/>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302"/>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303"/>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304"/>
                                        </p:tgtEl>
                                        <p:attrNameLst>
                                          <p:attrName>style.visibility</p:attrName>
                                        </p:attrNameLst>
                                      </p:cBhvr>
                                      <p:to>
                                        <p:strVal val="visible"/>
                                      </p:to>
                                    </p:set>
                                  </p:childTnLst>
                                </p:cTn>
                              </p:par>
                            </p:childTnLst>
                          </p:cTn>
                        </p:par>
                      </p:childTnLst>
                    </p:cTn>
                  </p:par>
                  <p:par>
                    <p:cTn id="537" fill="hold">
                      <p:stCondLst>
                        <p:cond delay="indefinite"/>
                      </p:stCondLst>
                      <p:childTnLst>
                        <p:par>
                          <p:cTn id="538" fill="hold">
                            <p:stCondLst>
                              <p:cond delay="0"/>
                            </p:stCondLst>
                            <p:childTnLst>
                              <p:par>
                                <p:cTn id="539" presetID="1" presetClass="entr" presetSubtype="0" fill="hold" grpId="0" nodeType="clickEffect">
                                  <p:stCondLst>
                                    <p:cond delay="0"/>
                                  </p:stCondLst>
                                  <p:childTnLst>
                                    <p:set>
                                      <p:cBhvr>
                                        <p:cTn id="540" dur="1" fill="hold">
                                          <p:stCondLst>
                                            <p:cond delay="0"/>
                                          </p:stCondLst>
                                        </p:cTn>
                                        <p:tgtEl>
                                          <p:spTgt spid="305"/>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306"/>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307"/>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308"/>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309"/>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310"/>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311"/>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312"/>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313"/>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314"/>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315"/>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316"/>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317"/>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318"/>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319"/>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320"/>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321"/>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322"/>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323"/>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324"/>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325"/>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326"/>
                                        </p:tgtEl>
                                        <p:attrNameLst>
                                          <p:attrName>style.visibility</p:attrName>
                                        </p:attrNameLst>
                                      </p:cBhvr>
                                      <p:to>
                                        <p:strVal val="visible"/>
                                      </p:to>
                                    </p:set>
                                  </p:childTnLst>
                                </p:cTn>
                              </p:par>
                              <p:par>
                                <p:cTn id="583" presetID="1" presetClass="entr" presetSubtype="0" fill="hold" grpId="0" nodeType="withEffect">
                                  <p:stCondLst>
                                    <p:cond delay="0"/>
                                  </p:stCondLst>
                                  <p:childTnLst>
                                    <p:set>
                                      <p:cBhvr>
                                        <p:cTn id="584" dur="1" fill="hold">
                                          <p:stCondLst>
                                            <p:cond delay="0"/>
                                          </p:stCondLst>
                                        </p:cTn>
                                        <p:tgtEl>
                                          <p:spTgt spid="327"/>
                                        </p:tgtEl>
                                        <p:attrNameLst>
                                          <p:attrName>style.visibility</p:attrName>
                                        </p:attrNameLst>
                                      </p:cBhvr>
                                      <p:to>
                                        <p:strVal val="visible"/>
                                      </p:to>
                                    </p:set>
                                  </p:childTnLst>
                                </p:cTn>
                              </p:par>
                              <p:par>
                                <p:cTn id="585" presetID="1" presetClass="entr" presetSubtype="0" fill="hold" grpId="0" nodeType="withEffect">
                                  <p:stCondLst>
                                    <p:cond delay="0"/>
                                  </p:stCondLst>
                                  <p:childTnLst>
                                    <p:set>
                                      <p:cBhvr>
                                        <p:cTn id="586" dur="1" fill="hold">
                                          <p:stCondLst>
                                            <p:cond delay="0"/>
                                          </p:stCondLst>
                                        </p:cTn>
                                        <p:tgtEl>
                                          <p:spTgt spid="328"/>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329"/>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330"/>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331"/>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332"/>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333"/>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334"/>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335"/>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336"/>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337"/>
                                        </p:tgtEl>
                                        <p:attrNameLst>
                                          <p:attrName>style.visibility</p:attrName>
                                        </p:attrNameLst>
                                      </p:cBhvr>
                                      <p:to>
                                        <p:strVal val="visible"/>
                                      </p:to>
                                    </p:set>
                                  </p:childTnLst>
                                </p:cTn>
                              </p:par>
                              <p:par>
                                <p:cTn id="605" presetID="1" presetClass="entr" presetSubtype="0" fill="hold" grpId="0" nodeType="withEffect">
                                  <p:stCondLst>
                                    <p:cond delay="0"/>
                                  </p:stCondLst>
                                  <p:childTnLst>
                                    <p:set>
                                      <p:cBhvr>
                                        <p:cTn id="606" dur="1" fill="hold">
                                          <p:stCondLst>
                                            <p:cond delay="0"/>
                                          </p:stCondLst>
                                        </p:cTn>
                                        <p:tgtEl>
                                          <p:spTgt spid="338"/>
                                        </p:tgtEl>
                                        <p:attrNameLst>
                                          <p:attrName>style.visibility</p:attrName>
                                        </p:attrNameLst>
                                      </p:cBhvr>
                                      <p:to>
                                        <p:strVal val="visible"/>
                                      </p:to>
                                    </p:set>
                                  </p:childTnLst>
                                </p:cTn>
                              </p:par>
                              <p:par>
                                <p:cTn id="607" presetID="1" presetClass="entr" presetSubtype="0" fill="hold" grpId="0" nodeType="withEffect">
                                  <p:stCondLst>
                                    <p:cond delay="0"/>
                                  </p:stCondLst>
                                  <p:childTnLst>
                                    <p:set>
                                      <p:cBhvr>
                                        <p:cTn id="608" dur="1" fill="hold">
                                          <p:stCondLst>
                                            <p:cond delay="0"/>
                                          </p:stCondLst>
                                        </p:cTn>
                                        <p:tgtEl>
                                          <p:spTgt spid="339"/>
                                        </p:tgtEl>
                                        <p:attrNameLst>
                                          <p:attrName>style.visibility</p:attrName>
                                        </p:attrNameLst>
                                      </p:cBhvr>
                                      <p:to>
                                        <p:strVal val="visible"/>
                                      </p:to>
                                    </p:set>
                                  </p:childTnLst>
                                </p:cTn>
                              </p:par>
                              <p:par>
                                <p:cTn id="609" presetID="1" presetClass="entr" presetSubtype="0" fill="hold" grpId="0" nodeType="withEffect">
                                  <p:stCondLst>
                                    <p:cond delay="0"/>
                                  </p:stCondLst>
                                  <p:childTnLst>
                                    <p:set>
                                      <p:cBhvr>
                                        <p:cTn id="610" dur="1" fill="hold">
                                          <p:stCondLst>
                                            <p:cond delay="0"/>
                                          </p:stCondLst>
                                        </p:cTn>
                                        <p:tgtEl>
                                          <p:spTgt spid="340"/>
                                        </p:tgtEl>
                                        <p:attrNameLst>
                                          <p:attrName>style.visibility</p:attrName>
                                        </p:attrNameLst>
                                      </p:cBhvr>
                                      <p:to>
                                        <p:strVal val="visible"/>
                                      </p:to>
                                    </p:set>
                                  </p:childTnLst>
                                </p:cTn>
                              </p:par>
                              <p:par>
                                <p:cTn id="611" presetID="1" presetClass="entr" presetSubtype="0" fill="hold" grpId="0" nodeType="withEffect">
                                  <p:stCondLst>
                                    <p:cond delay="0"/>
                                  </p:stCondLst>
                                  <p:childTnLst>
                                    <p:set>
                                      <p:cBhvr>
                                        <p:cTn id="612" dur="1" fill="hold">
                                          <p:stCondLst>
                                            <p:cond delay="0"/>
                                          </p:stCondLst>
                                        </p:cTn>
                                        <p:tgtEl>
                                          <p:spTgt spid="341"/>
                                        </p:tgtEl>
                                        <p:attrNameLst>
                                          <p:attrName>style.visibility</p:attrName>
                                        </p:attrNameLst>
                                      </p:cBhvr>
                                      <p:to>
                                        <p:strVal val="visible"/>
                                      </p:to>
                                    </p:set>
                                  </p:childTnLst>
                                </p:cTn>
                              </p:par>
                              <p:par>
                                <p:cTn id="613" presetID="1" presetClass="entr" presetSubtype="0" fill="hold" grpId="0" nodeType="withEffect">
                                  <p:stCondLst>
                                    <p:cond delay="0"/>
                                  </p:stCondLst>
                                  <p:childTnLst>
                                    <p:set>
                                      <p:cBhvr>
                                        <p:cTn id="614" dur="1" fill="hold">
                                          <p:stCondLst>
                                            <p:cond delay="0"/>
                                          </p:stCondLst>
                                        </p:cTn>
                                        <p:tgtEl>
                                          <p:spTgt spid="342"/>
                                        </p:tgtEl>
                                        <p:attrNameLst>
                                          <p:attrName>style.visibility</p:attrName>
                                        </p:attrNameLst>
                                      </p:cBhvr>
                                      <p:to>
                                        <p:strVal val="visible"/>
                                      </p:to>
                                    </p:set>
                                  </p:childTnLst>
                                </p:cTn>
                              </p:par>
                              <p:par>
                                <p:cTn id="615" presetID="1" presetClass="entr" presetSubtype="0" fill="hold" grpId="0" nodeType="withEffect">
                                  <p:stCondLst>
                                    <p:cond delay="0"/>
                                  </p:stCondLst>
                                  <p:childTnLst>
                                    <p:set>
                                      <p:cBhvr>
                                        <p:cTn id="616" dur="1" fill="hold">
                                          <p:stCondLst>
                                            <p:cond delay="0"/>
                                          </p:stCondLst>
                                        </p:cTn>
                                        <p:tgtEl>
                                          <p:spTgt spid="343"/>
                                        </p:tgtEl>
                                        <p:attrNameLst>
                                          <p:attrName>style.visibility</p:attrName>
                                        </p:attrNameLst>
                                      </p:cBhvr>
                                      <p:to>
                                        <p:strVal val="visible"/>
                                      </p:to>
                                    </p:set>
                                  </p:childTnLst>
                                </p:cTn>
                              </p:par>
                              <p:par>
                                <p:cTn id="617" presetID="1" presetClass="entr" presetSubtype="0" fill="hold" grpId="0" nodeType="withEffect">
                                  <p:stCondLst>
                                    <p:cond delay="0"/>
                                  </p:stCondLst>
                                  <p:childTnLst>
                                    <p:set>
                                      <p:cBhvr>
                                        <p:cTn id="618" dur="1" fill="hold">
                                          <p:stCondLst>
                                            <p:cond delay="0"/>
                                          </p:stCondLst>
                                        </p:cTn>
                                        <p:tgtEl>
                                          <p:spTgt spid="344"/>
                                        </p:tgtEl>
                                        <p:attrNameLst>
                                          <p:attrName>style.visibility</p:attrName>
                                        </p:attrNameLst>
                                      </p:cBhvr>
                                      <p:to>
                                        <p:strVal val="visible"/>
                                      </p:to>
                                    </p:set>
                                  </p:childTnLst>
                                </p:cTn>
                              </p:par>
                              <p:par>
                                <p:cTn id="619" presetID="1" presetClass="entr" presetSubtype="0" fill="hold" grpId="0" nodeType="withEffect">
                                  <p:stCondLst>
                                    <p:cond delay="0"/>
                                  </p:stCondLst>
                                  <p:childTnLst>
                                    <p:set>
                                      <p:cBhvr>
                                        <p:cTn id="620" dur="1" fill="hold">
                                          <p:stCondLst>
                                            <p:cond delay="0"/>
                                          </p:stCondLst>
                                        </p:cTn>
                                        <p:tgtEl>
                                          <p:spTgt spid="345"/>
                                        </p:tgtEl>
                                        <p:attrNameLst>
                                          <p:attrName>style.visibility</p:attrName>
                                        </p:attrNameLst>
                                      </p:cBhvr>
                                      <p:to>
                                        <p:strVal val="visible"/>
                                      </p:to>
                                    </p:set>
                                  </p:childTnLst>
                                </p:cTn>
                              </p:par>
                              <p:par>
                                <p:cTn id="621" presetID="1" presetClass="entr" presetSubtype="0" fill="hold" grpId="0" nodeType="withEffect">
                                  <p:stCondLst>
                                    <p:cond delay="0"/>
                                  </p:stCondLst>
                                  <p:childTnLst>
                                    <p:set>
                                      <p:cBhvr>
                                        <p:cTn id="622" dur="1" fill="hold">
                                          <p:stCondLst>
                                            <p:cond delay="0"/>
                                          </p:stCondLst>
                                        </p:cTn>
                                        <p:tgtEl>
                                          <p:spTgt spid="346"/>
                                        </p:tgtEl>
                                        <p:attrNameLst>
                                          <p:attrName>style.visibility</p:attrName>
                                        </p:attrNameLst>
                                      </p:cBhvr>
                                      <p:to>
                                        <p:strVal val="visible"/>
                                      </p:to>
                                    </p:set>
                                  </p:childTnLst>
                                </p:cTn>
                              </p:par>
                              <p:par>
                                <p:cTn id="623" presetID="1" presetClass="entr" presetSubtype="0" fill="hold" grpId="0" nodeType="withEffect">
                                  <p:stCondLst>
                                    <p:cond delay="0"/>
                                  </p:stCondLst>
                                  <p:childTnLst>
                                    <p:set>
                                      <p:cBhvr>
                                        <p:cTn id="624" dur="1" fill="hold">
                                          <p:stCondLst>
                                            <p:cond delay="0"/>
                                          </p:stCondLst>
                                        </p:cTn>
                                        <p:tgtEl>
                                          <p:spTgt spid="347"/>
                                        </p:tgtEl>
                                        <p:attrNameLst>
                                          <p:attrName>style.visibility</p:attrName>
                                        </p:attrNameLst>
                                      </p:cBhvr>
                                      <p:to>
                                        <p:strVal val="visible"/>
                                      </p:to>
                                    </p:set>
                                  </p:childTnLst>
                                </p:cTn>
                              </p:par>
                              <p:par>
                                <p:cTn id="625" presetID="1" presetClass="entr" presetSubtype="0" fill="hold" grpId="0" nodeType="withEffect">
                                  <p:stCondLst>
                                    <p:cond delay="0"/>
                                  </p:stCondLst>
                                  <p:childTnLst>
                                    <p:set>
                                      <p:cBhvr>
                                        <p:cTn id="626" dur="1" fill="hold">
                                          <p:stCondLst>
                                            <p:cond delay="0"/>
                                          </p:stCondLst>
                                        </p:cTn>
                                        <p:tgtEl>
                                          <p:spTgt spid="395"/>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presetID="1" presetClass="entr" presetSubtype="0" fill="hold" grpId="0" nodeType="clickEffect">
                                  <p:stCondLst>
                                    <p:cond delay="0"/>
                                  </p:stCondLst>
                                  <p:childTnLst>
                                    <p:set>
                                      <p:cBhvr>
                                        <p:cTn id="630" dur="1" fill="hold">
                                          <p:stCondLst>
                                            <p:cond delay="0"/>
                                          </p:stCondLst>
                                        </p:cTn>
                                        <p:tgtEl>
                                          <p:spTgt spid="348"/>
                                        </p:tgtEl>
                                        <p:attrNameLst>
                                          <p:attrName>style.visibility</p:attrName>
                                        </p:attrNameLst>
                                      </p:cBhvr>
                                      <p:to>
                                        <p:strVal val="visible"/>
                                      </p:to>
                                    </p:set>
                                  </p:childTnLst>
                                </p:cTn>
                              </p:par>
                              <p:par>
                                <p:cTn id="631" presetID="1" presetClass="entr" presetSubtype="0" fill="hold" grpId="0" nodeType="withEffect">
                                  <p:stCondLst>
                                    <p:cond delay="0"/>
                                  </p:stCondLst>
                                  <p:childTnLst>
                                    <p:set>
                                      <p:cBhvr>
                                        <p:cTn id="632" dur="1" fill="hold">
                                          <p:stCondLst>
                                            <p:cond delay="0"/>
                                          </p:stCondLst>
                                        </p:cTn>
                                        <p:tgtEl>
                                          <p:spTgt spid="349"/>
                                        </p:tgtEl>
                                        <p:attrNameLst>
                                          <p:attrName>style.visibility</p:attrName>
                                        </p:attrNameLst>
                                      </p:cBhvr>
                                      <p:to>
                                        <p:strVal val="visible"/>
                                      </p:to>
                                    </p:set>
                                  </p:childTnLst>
                                </p:cTn>
                              </p:par>
                              <p:par>
                                <p:cTn id="633" presetID="1" presetClass="entr" presetSubtype="0" fill="hold" grpId="0" nodeType="withEffect">
                                  <p:stCondLst>
                                    <p:cond delay="0"/>
                                  </p:stCondLst>
                                  <p:childTnLst>
                                    <p:set>
                                      <p:cBhvr>
                                        <p:cTn id="634" dur="1" fill="hold">
                                          <p:stCondLst>
                                            <p:cond delay="0"/>
                                          </p:stCondLst>
                                        </p:cTn>
                                        <p:tgtEl>
                                          <p:spTgt spid="350"/>
                                        </p:tgtEl>
                                        <p:attrNameLst>
                                          <p:attrName>style.visibility</p:attrName>
                                        </p:attrNameLst>
                                      </p:cBhvr>
                                      <p:to>
                                        <p:strVal val="visible"/>
                                      </p:to>
                                    </p:set>
                                  </p:childTnLst>
                                </p:cTn>
                              </p:par>
                              <p:par>
                                <p:cTn id="635" presetID="1" presetClass="entr" presetSubtype="0" fill="hold" grpId="0" nodeType="withEffect">
                                  <p:stCondLst>
                                    <p:cond delay="0"/>
                                  </p:stCondLst>
                                  <p:childTnLst>
                                    <p:set>
                                      <p:cBhvr>
                                        <p:cTn id="636" dur="1" fill="hold">
                                          <p:stCondLst>
                                            <p:cond delay="0"/>
                                          </p:stCondLst>
                                        </p:cTn>
                                        <p:tgtEl>
                                          <p:spTgt spid="351"/>
                                        </p:tgtEl>
                                        <p:attrNameLst>
                                          <p:attrName>style.visibility</p:attrName>
                                        </p:attrNameLst>
                                      </p:cBhvr>
                                      <p:to>
                                        <p:strVal val="visible"/>
                                      </p:to>
                                    </p:set>
                                  </p:childTnLst>
                                </p:cTn>
                              </p:par>
                              <p:par>
                                <p:cTn id="637" presetID="1" presetClass="entr" presetSubtype="0" fill="hold" grpId="0" nodeType="withEffect">
                                  <p:stCondLst>
                                    <p:cond delay="0"/>
                                  </p:stCondLst>
                                  <p:childTnLst>
                                    <p:set>
                                      <p:cBhvr>
                                        <p:cTn id="638" dur="1" fill="hold">
                                          <p:stCondLst>
                                            <p:cond delay="0"/>
                                          </p:stCondLst>
                                        </p:cTn>
                                        <p:tgtEl>
                                          <p:spTgt spid="352"/>
                                        </p:tgtEl>
                                        <p:attrNameLst>
                                          <p:attrName>style.visibility</p:attrName>
                                        </p:attrNameLst>
                                      </p:cBhvr>
                                      <p:to>
                                        <p:strVal val="visible"/>
                                      </p:to>
                                    </p:set>
                                  </p:childTnLst>
                                </p:cTn>
                              </p:par>
                              <p:par>
                                <p:cTn id="639" presetID="1" presetClass="entr" presetSubtype="0" fill="hold" grpId="0" nodeType="withEffect">
                                  <p:stCondLst>
                                    <p:cond delay="0"/>
                                  </p:stCondLst>
                                  <p:childTnLst>
                                    <p:set>
                                      <p:cBhvr>
                                        <p:cTn id="640" dur="1" fill="hold">
                                          <p:stCondLst>
                                            <p:cond delay="0"/>
                                          </p:stCondLst>
                                        </p:cTn>
                                        <p:tgtEl>
                                          <p:spTgt spid="353"/>
                                        </p:tgtEl>
                                        <p:attrNameLst>
                                          <p:attrName>style.visibility</p:attrName>
                                        </p:attrNameLst>
                                      </p:cBhvr>
                                      <p:to>
                                        <p:strVal val="visible"/>
                                      </p:to>
                                    </p:set>
                                  </p:childTnLst>
                                </p:cTn>
                              </p:par>
                              <p:par>
                                <p:cTn id="641" presetID="1" presetClass="entr" presetSubtype="0" fill="hold" grpId="0" nodeType="withEffect">
                                  <p:stCondLst>
                                    <p:cond delay="0"/>
                                  </p:stCondLst>
                                  <p:childTnLst>
                                    <p:set>
                                      <p:cBhvr>
                                        <p:cTn id="642" dur="1" fill="hold">
                                          <p:stCondLst>
                                            <p:cond delay="0"/>
                                          </p:stCondLst>
                                        </p:cTn>
                                        <p:tgtEl>
                                          <p:spTgt spid="354"/>
                                        </p:tgtEl>
                                        <p:attrNameLst>
                                          <p:attrName>style.visibility</p:attrName>
                                        </p:attrNameLst>
                                      </p:cBhvr>
                                      <p:to>
                                        <p:strVal val="visible"/>
                                      </p:to>
                                    </p:set>
                                  </p:childTnLst>
                                </p:cTn>
                              </p:par>
                              <p:par>
                                <p:cTn id="643" presetID="1" presetClass="entr" presetSubtype="0" fill="hold" grpId="0" nodeType="withEffect">
                                  <p:stCondLst>
                                    <p:cond delay="0"/>
                                  </p:stCondLst>
                                  <p:childTnLst>
                                    <p:set>
                                      <p:cBhvr>
                                        <p:cTn id="644" dur="1" fill="hold">
                                          <p:stCondLst>
                                            <p:cond delay="0"/>
                                          </p:stCondLst>
                                        </p:cTn>
                                        <p:tgtEl>
                                          <p:spTgt spid="355"/>
                                        </p:tgtEl>
                                        <p:attrNameLst>
                                          <p:attrName>style.visibility</p:attrName>
                                        </p:attrNameLst>
                                      </p:cBhvr>
                                      <p:to>
                                        <p:strVal val="visible"/>
                                      </p:to>
                                    </p:set>
                                  </p:childTnLst>
                                </p:cTn>
                              </p:par>
                              <p:par>
                                <p:cTn id="645" presetID="1" presetClass="entr" presetSubtype="0" fill="hold" grpId="0" nodeType="withEffect">
                                  <p:stCondLst>
                                    <p:cond delay="0"/>
                                  </p:stCondLst>
                                  <p:childTnLst>
                                    <p:set>
                                      <p:cBhvr>
                                        <p:cTn id="646" dur="1" fill="hold">
                                          <p:stCondLst>
                                            <p:cond delay="0"/>
                                          </p:stCondLst>
                                        </p:cTn>
                                        <p:tgtEl>
                                          <p:spTgt spid="356"/>
                                        </p:tgtEl>
                                        <p:attrNameLst>
                                          <p:attrName>style.visibility</p:attrName>
                                        </p:attrNameLst>
                                      </p:cBhvr>
                                      <p:to>
                                        <p:strVal val="visible"/>
                                      </p:to>
                                    </p:set>
                                  </p:childTnLst>
                                </p:cTn>
                              </p:par>
                              <p:par>
                                <p:cTn id="647" presetID="1" presetClass="entr" presetSubtype="0" fill="hold" grpId="0" nodeType="withEffect">
                                  <p:stCondLst>
                                    <p:cond delay="0"/>
                                  </p:stCondLst>
                                  <p:childTnLst>
                                    <p:set>
                                      <p:cBhvr>
                                        <p:cTn id="648" dur="1" fill="hold">
                                          <p:stCondLst>
                                            <p:cond delay="0"/>
                                          </p:stCondLst>
                                        </p:cTn>
                                        <p:tgtEl>
                                          <p:spTgt spid="357"/>
                                        </p:tgtEl>
                                        <p:attrNameLst>
                                          <p:attrName>style.visibility</p:attrName>
                                        </p:attrNameLst>
                                      </p:cBhvr>
                                      <p:to>
                                        <p:strVal val="visible"/>
                                      </p:to>
                                    </p:set>
                                  </p:childTnLst>
                                </p:cTn>
                              </p:par>
                              <p:par>
                                <p:cTn id="649" presetID="1" presetClass="entr" presetSubtype="0" fill="hold" grpId="0" nodeType="withEffect">
                                  <p:stCondLst>
                                    <p:cond delay="0"/>
                                  </p:stCondLst>
                                  <p:childTnLst>
                                    <p:set>
                                      <p:cBhvr>
                                        <p:cTn id="650" dur="1" fill="hold">
                                          <p:stCondLst>
                                            <p:cond delay="0"/>
                                          </p:stCondLst>
                                        </p:cTn>
                                        <p:tgtEl>
                                          <p:spTgt spid="358"/>
                                        </p:tgtEl>
                                        <p:attrNameLst>
                                          <p:attrName>style.visibility</p:attrName>
                                        </p:attrNameLst>
                                      </p:cBhvr>
                                      <p:to>
                                        <p:strVal val="visible"/>
                                      </p:to>
                                    </p:set>
                                  </p:childTnLst>
                                </p:cTn>
                              </p:par>
                              <p:par>
                                <p:cTn id="651" presetID="1" presetClass="entr" presetSubtype="0" fill="hold" grpId="0" nodeType="withEffect">
                                  <p:stCondLst>
                                    <p:cond delay="0"/>
                                  </p:stCondLst>
                                  <p:childTnLst>
                                    <p:set>
                                      <p:cBhvr>
                                        <p:cTn id="652" dur="1" fill="hold">
                                          <p:stCondLst>
                                            <p:cond delay="0"/>
                                          </p:stCondLst>
                                        </p:cTn>
                                        <p:tgtEl>
                                          <p:spTgt spid="359"/>
                                        </p:tgtEl>
                                        <p:attrNameLst>
                                          <p:attrName>style.visibility</p:attrName>
                                        </p:attrNameLst>
                                      </p:cBhvr>
                                      <p:to>
                                        <p:strVal val="visible"/>
                                      </p:to>
                                    </p:set>
                                  </p:childTnLst>
                                </p:cTn>
                              </p:par>
                              <p:par>
                                <p:cTn id="653" presetID="1" presetClass="entr" presetSubtype="0" fill="hold" grpId="0" nodeType="withEffect">
                                  <p:stCondLst>
                                    <p:cond delay="0"/>
                                  </p:stCondLst>
                                  <p:childTnLst>
                                    <p:set>
                                      <p:cBhvr>
                                        <p:cTn id="654" dur="1" fill="hold">
                                          <p:stCondLst>
                                            <p:cond delay="0"/>
                                          </p:stCondLst>
                                        </p:cTn>
                                        <p:tgtEl>
                                          <p:spTgt spid="360"/>
                                        </p:tgtEl>
                                        <p:attrNameLst>
                                          <p:attrName>style.visibility</p:attrName>
                                        </p:attrNameLst>
                                      </p:cBhvr>
                                      <p:to>
                                        <p:strVal val="visible"/>
                                      </p:to>
                                    </p:set>
                                  </p:childTnLst>
                                </p:cTn>
                              </p:par>
                              <p:par>
                                <p:cTn id="655" presetID="1" presetClass="entr" presetSubtype="0" fill="hold" grpId="0" nodeType="withEffect">
                                  <p:stCondLst>
                                    <p:cond delay="0"/>
                                  </p:stCondLst>
                                  <p:childTnLst>
                                    <p:set>
                                      <p:cBhvr>
                                        <p:cTn id="656" dur="1" fill="hold">
                                          <p:stCondLst>
                                            <p:cond delay="0"/>
                                          </p:stCondLst>
                                        </p:cTn>
                                        <p:tgtEl>
                                          <p:spTgt spid="361"/>
                                        </p:tgtEl>
                                        <p:attrNameLst>
                                          <p:attrName>style.visibility</p:attrName>
                                        </p:attrNameLst>
                                      </p:cBhvr>
                                      <p:to>
                                        <p:strVal val="visible"/>
                                      </p:to>
                                    </p:set>
                                  </p:childTnLst>
                                </p:cTn>
                              </p:par>
                              <p:par>
                                <p:cTn id="657" presetID="1" presetClass="entr" presetSubtype="0" fill="hold" grpId="0" nodeType="withEffect">
                                  <p:stCondLst>
                                    <p:cond delay="0"/>
                                  </p:stCondLst>
                                  <p:childTnLst>
                                    <p:set>
                                      <p:cBhvr>
                                        <p:cTn id="658" dur="1" fill="hold">
                                          <p:stCondLst>
                                            <p:cond delay="0"/>
                                          </p:stCondLst>
                                        </p:cTn>
                                        <p:tgtEl>
                                          <p:spTgt spid="362"/>
                                        </p:tgtEl>
                                        <p:attrNameLst>
                                          <p:attrName>style.visibility</p:attrName>
                                        </p:attrNameLst>
                                      </p:cBhvr>
                                      <p:to>
                                        <p:strVal val="visible"/>
                                      </p:to>
                                    </p:set>
                                  </p:childTnLst>
                                </p:cTn>
                              </p:par>
                              <p:par>
                                <p:cTn id="659" presetID="1" presetClass="entr" presetSubtype="0" fill="hold" grpId="0" nodeType="withEffect">
                                  <p:stCondLst>
                                    <p:cond delay="0"/>
                                  </p:stCondLst>
                                  <p:childTnLst>
                                    <p:set>
                                      <p:cBhvr>
                                        <p:cTn id="660" dur="1" fill="hold">
                                          <p:stCondLst>
                                            <p:cond delay="0"/>
                                          </p:stCondLst>
                                        </p:cTn>
                                        <p:tgtEl>
                                          <p:spTgt spid="363"/>
                                        </p:tgtEl>
                                        <p:attrNameLst>
                                          <p:attrName>style.visibility</p:attrName>
                                        </p:attrNameLst>
                                      </p:cBhvr>
                                      <p:to>
                                        <p:strVal val="visible"/>
                                      </p:to>
                                    </p:set>
                                  </p:childTnLst>
                                </p:cTn>
                              </p:par>
                              <p:par>
                                <p:cTn id="661" presetID="1" presetClass="entr" presetSubtype="0" fill="hold" grpId="0" nodeType="withEffect">
                                  <p:stCondLst>
                                    <p:cond delay="0"/>
                                  </p:stCondLst>
                                  <p:childTnLst>
                                    <p:set>
                                      <p:cBhvr>
                                        <p:cTn id="662" dur="1" fill="hold">
                                          <p:stCondLst>
                                            <p:cond delay="0"/>
                                          </p:stCondLst>
                                        </p:cTn>
                                        <p:tgtEl>
                                          <p:spTgt spid="364"/>
                                        </p:tgtEl>
                                        <p:attrNameLst>
                                          <p:attrName>style.visibility</p:attrName>
                                        </p:attrNameLst>
                                      </p:cBhvr>
                                      <p:to>
                                        <p:strVal val="visible"/>
                                      </p:to>
                                    </p:set>
                                  </p:childTnLst>
                                </p:cTn>
                              </p:par>
                              <p:par>
                                <p:cTn id="663" presetID="1" presetClass="entr" presetSubtype="0" fill="hold" grpId="0" nodeType="withEffect">
                                  <p:stCondLst>
                                    <p:cond delay="0"/>
                                  </p:stCondLst>
                                  <p:childTnLst>
                                    <p:set>
                                      <p:cBhvr>
                                        <p:cTn id="664" dur="1" fill="hold">
                                          <p:stCondLst>
                                            <p:cond delay="0"/>
                                          </p:stCondLst>
                                        </p:cTn>
                                        <p:tgtEl>
                                          <p:spTgt spid="365"/>
                                        </p:tgtEl>
                                        <p:attrNameLst>
                                          <p:attrName>style.visibility</p:attrName>
                                        </p:attrNameLst>
                                      </p:cBhvr>
                                      <p:to>
                                        <p:strVal val="visible"/>
                                      </p:to>
                                    </p:set>
                                  </p:childTnLst>
                                </p:cTn>
                              </p:par>
                              <p:par>
                                <p:cTn id="665" presetID="1" presetClass="entr" presetSubtype="0" fill="hold" grpId="0" nodeType="withEffect">
                                  <p:stCondLst>
                                    <p:cond delay="0"/>
                                  </p:stCondLst>
                                  <p:childTnLst>
                                    <p:set>
                                      <p:cBhvr>
                                        <p:cTn id="666" dur="1" fill="hold">
                                          <p:stCondLst>
                                            <p:cond delay="0"/>
                                          </p:stCondLst>
                                        </p:cTn>
                                        <p:tgtEl>
                                          <p:spTgt spid="366"/>
                                        </p:tgtEl>
                                        <p:attrNameLst>
                                          <p:attrName>style.visibility</p:attrName>
                                        </p:attrNameLst>
                                      </p:cBhvr>
                                      <p:to>
                                        <p:strVal val="visible"/>
                                      </p:to>
                                    </p:set>
                                  </p:childTnLst>
                                </p:cTn>
                              </p:par>
                              <p:par>
                                <p:cTn id="667" presetID="1" presetClass="entr" presetSubtype="0" fill="hold" grpId="0" nodeType="withEffect">
                                  <p:stCondLst>
                                    <p:cond delay="0"/>
                                  </p:stCondLst>
                                  <p:childTnLst>
                                    <p:set>
                                      <p:cBhvr>
                                        <p:cTn id="668" dur="1" fill="hold">
                                          <p:stCondLst>
                                            <p:cond delay="0"/>
                                          </p:stCondLst>
                                        </p:cTn>
                                        <p:tgtEl>
                                          <p:spTgt spid="367"/>
                                        </p:tgtEl>
                                        <p:attrNameLst>
                                          <p:attrName>style.visibility</p:attrName>
                                        </p:attrNameLst>
                                      </p:cBhvr>
                                      <p:to>
                                        <p:strVal val="visible"/>
                                      </p:to>
                                    </p:set>
                                  </p:childTnLst>
                                </p:cTn>
                              </p:par>
                              <p:par>
                                <p:cTn id="669" presetID="1" presetClass="entr" presetSubtype="0" fill="hold" grpId="0" nodeType="withEffect">
                                  <p:stCondLst>
                                    <p:cond delay="0"/>
                                  </p:stCondLst>
                                  <p:childTnLst>
                                    <p:set>
                                      <p:cBhvr>
                                        <p:cTn id="670" dur="1" fill="hold">
                                          <p:stCondLst>
                                            <p:cond delay="0"/>
                                          </p:stCondLst>
                                        </p:cTn>
                                        <p:tgtEl>
                                          <p:spTgt spid="368"/>
                                        </p:tgtEl>
                                        <p:attrNameLst>
                                          <p:attrName>style.visibility</p:attrName>
                                        </p:attrNameLst>
                                      </p:cBhvr>
                                      <p:to>
                                        <p:strVal val="visible"/>
                                      </p:to>
                                    </p:set>
                                  </p:childTnLst>
                                </p:cTn>
                              </p:par>
                              <p:par>
                                <p:cTn id="671" presetID="1" presetClass="entr" presetSubtype="0" fill="hold" grpId="0" nodeType="withEffect">
                                  <p:stCondLst>
                                    <p:cond delay="0"/>
                                  </p:stCondLst>
                                  <p:childTnLst>
                                    <p:set>
                                      <p:cBhvr>
                                        <p:cTn id="672" dur="1" fill="hold">
                                          <p:stCondLst>
                                            <p:cond delay="0"/>
                                          </p:stCondLst>
                                        </p:cTn>
                                        <p:tgtEl>
                                          <p:spTgt spid="369"/>
                                        </p:tgtEl>
                                        <p:attrNameLst>
                                          <p:attrName>style.visibility</p:attrName>
                                        </p:attrNameLst>
                                      </p:cBhvr>
                                      <p:to>
                                        <p:strVal val="visible"/>
                                      </p:to>
                                    </p:set>
                                  </p:childTnLst>
                                </p:cTn>
                              </p:par>
                              <p:par>
                                <p:cTn id="673" presetID="1" presetClass="entr" presetSubtype="0" fill="hold" grpId="0" nodeType="withEffect">
                                  <p:stCondLst>
                                    <p:cond delay="0"/>
                                  </p:stCondLst>
                                  <p:childTnLst>
                                    <p:set>
                                      <p:cBhvr>
                                        <p:cTn id="674" dur="1" fill="hold">
                                          <p:stCondLst>
                                            <p:cond delay="0"/>
                                          </p:stCondLst>
                                        </p:cTn>
                                        <p:tgtEl>
                                          <p:spTgt spid="370"/>
                                        </p:tgtEl>
                                        <p:attrNameLst>
                                          <p:attrName>style.visibility</p:attrName>
                                        </p:attrNameLst>
                                      </p:cBhvr>
                                      <p:to>
                                        <p:strVal val="visible"/>
                                      </p:to>
                                    </p:set>
                                  </p:childTnLst>
                                </p:cTn>
                              </p:par>
                              <p:par>
                                <p:cTn id="675" presetID="1" presetClass="entr" presetSubtype="0" fill="hold" grpId="0" nodeType="withEffect">
                                  <p:stCondLst>
                                    <p:cond delay="0"/>
                                  </p:stCondLst>
                                  <p:childTnLst>
                                    <p:set>
                                      <p:cBhvr>
                                        <p:cTn id="676" dur="1" fill="hold">
                                          <p:stCondLst>
                                            <p:cond delay="0"/>
                                          </p:stCondLst>
                                        </p:cTn>
                                        <p:tgtEl>
                                          <p:spTgt spid="371"/>
                                        </p:tgtEl>
                                        <p:attrNameLst>
                                          <p:attrName>style.visibility</p:attrName>
                                        </p:attrNameLst>
                                      </p:cBhvr>
                                      <p:to>
                                        <p:strVal val="visible"/>
                                      </p:to>
                                    </p:set>
                                  </p:childTnLst>
                                </p:cTn>
                              </p:par>
                              <p:par>
                                <p:cTn id="677" presetID="1" presetClass="entr" presetSubtype="0" fill="hold" grpId="0" nodeType="withEffect">
                                  <p:stCondLst>
                                    <p:cond delay="0"/>
                                  </p:stCondLst>
                                  <p:childTnLst>
                                    <p:set>
                                      <p:cBhvr>
                                        <p:cTn id="678" dur="1" fill="hold">
                                          <p:stCondLst>
                                            <p:cond delay="0"/>
                                          </p:stCondLst>
                                        </p:cTn>
                                        <p:tgtEl>
                                          <p:spTgt spid="372"/>
                                        </p:tgtEl>
                                        <p:attrNameLst>
                                          <p:attrName>style.visibility</p:attrName>
                                        </p:attrNameLst>
                                      </p:cBhvr>
                                      <p:to>
                                        <p:strVal val="visible"/>
                                      </p:to>
                                    </p:set>
                                  </p:childTnLst>
                                </p:cTn>
                              </p:par>
                              <p:par>
                                <p:cTn id="679" presetID="1" presetClass="entr" presetSubtype="0" fill="hold" grpId="0" nodeType="withEffect">
                                  <p:stCondLst>
                                    <p:cond delay="0"/>
                                  </p:stCondLst>
                                  <p:childTnLst>
                                    <p:set>
                                      <p:cBhvr>
                                        <p:cTn id="680" dur="1" fill="hold">
                                          <p:stCondLst>
                                            <p:cond delay="0"/>
                                          </p:stCondLst>
                                        </p:cTn>
                                        <p:tgtEl>
                                          <p:spTgt spid="373"/>
                                        </p:tgtEl>
                                        <p:attrNameLst>
                                          <p:attrName>style.visibility</p:attrName>
                                        </p:attrNameLst>
                                      </p:cBhvr>
                                      <p:to>
                                        <p:strVal val="visible"/>
                                      </p:to>
                                    </p:set>
                                  </p:childTnLst>
                                </p:cTn>
                              </p:par>
                              <p:par>
                                <p:cTn id="681" presetID="1" presetClass="entr" presetSubtype="0" fill="hold" grpId="0" nodeType="withEffect">
                                  <p:stCondLst>
                                    <p:cond delay="0"/>
                                  </p:stCondLst>
                                  <p:childTnLst>
                                    <p:set>
                                      <p:cBhvr>
                                        <p:cTn id="682" dur="1" fill="hold">
                                          <p:stCondLst>
                                            <p:cond delay="0"/>
                                          </p:stCondLst>
                                        </p:cTn>
                                        <p:tgtEl>
                                          <p:spTgt spid="374"/>
                                        </p:tgtEl>
                                        <p:attrNameLst>
                                          <p:attrName>style.visibility</p:attrName>
                                        </p:attrNameLst>
                                      </p:cBhvr>
                                      <p:to>
                                        <p:strVal val="visible"/>
                                      </p:to>
                                    </p:set>
                                  </p:childTnLst>
                                </p:cTn>
                              </p:par>
                              <p:par>
                                <p:cTn id="683" presetID="1" presetClass="entr" presetSubtype="0" fill="hold" grpId="0" nodeType="withEffect">
                                  <p:stCondLst>
                                    <p:cond delay="0"/>
                                  </p:stCondLst>
                                  <p:childTnLst>
                                    <p:set>
                                      <p:cBhvr>
                                        <p:cTn id="684" dur="1" fill="hold">
                                          <p:stCondLst>
                                            <p:cond delay="0"/>
                                          </p:stCondLst>
                                        </p:cTn>
                                        <p:tgtEl>
                                          <p:spTgt spid="375"/>
                                        </p:tgtEl>
                                        <p:attrNameLst>
                                          <p:attrName>style.visibility</p:attrName>
                                        </p:attrNameLst>
                                      </p:cBhvr>
                                      <p:to>
                                        <p:strVal val="visible"/>
                                      </p:to>
                                    </p:set>
                                  </p:childTnLst>
                                </p:cTn>
                              </p:par>
                              <p:par>
                                <p:cTn id="685" presetID="1" presetClass="entr" presetSubtype="0" fill="hold" grpId="0" nodeType="withEffect">
                                  <p:stCondLst>
                                    <p:cond delay="0"/>
                                  </p:stCondLst>
                                  <p:childTnLst>
                                    <p:set>
                                      <p:cBhvr>
                                        <p:cTn id="686" dur="1" fill="hold">
                                          <p:stCondLst>
                                            <p:cond delay="0"/>
                                          </p:stCondLst>
                                        </p:cTn>
                                        <p:tgtEl>
                                          <p:spTgt spid="376"/>
                                        </p:tgtEl>
                                        <p:attrNameLst>
                                          <p:attrName>style.visibility</p:attrName>
                                        </p:attrNameLst>
                                      </p:cBhvr>
                                      <p:to>
                                        <p:strVal val="visible"/>
                                      </p:to>
                                    </p:set>
                                  </p:childTnLst>
                                </p:cTn>
                              </p:par>
                              <p:par>
                                <p:cTn id="687" presetID="1" presetClass="entr" presetSubtype="0" fill="hold" grpId="0" nodeType="withEffect">
                                  <p:stCondLst>
                                    <p:cond delay="0"/>
                                  </p:stCondLst>
                                  <p:childTnLst>
                                    <p:set>
                                      <p:cBhvr>
                                        <p:cTn id="688" dur="1" fill="hold">
                                          <p:stCondLst>
                                            <p:cond delay="0"/>
                                          </p:stCondLst>
                                        </p:cTn>
                                        <p:tgtEl>
                                          <p:spTgt spid="377"/>
                                        </p:tgtEl>
                                        <p:attrNameLst>
                                          <p:attrName>style.visibility</p:attrName>
                                        </p:attrNameLst>
                                      </p:cBhvr>
                                      <p:to>
                                        <p:strVal val="visible"/>
                                      </p:to>
                                    </p:set>
                                  </p:childTnLst>
                                </p:cTn>
                              </p:par>
                              <p:par>
                                <p:cTn id="689" presetID="1" presetClass="entr" presetSubtype="0" fill="hold" grpId="0" nodeType="withEffect">
                                  <p:stCondLst>
                                    <p:cond delay="0"/>
                                  </p:stCondLst>
                                  <p:childTnLst>
                                    <p:set>
                                      <p:cBhvr>
                                        <p:cTn id="690" dur="1" fill="hold">
                                          <p:stCondLst>
                                            <p:cond delay="0"/>
                                          </p:stCondLst>
                                        </p:cTn>
                                        <p:tgtEl>
                                          <p:spTgt spid="378"/>
                                        </p:tgtEl>
                                        <p:attrNameLst>
                                          <p:attrName>style.visibility</p:attrName>
                                        </p:attrNameLst>
                                      </p:cBhvr>
                                      <p:to>
                                        <p:strVal val="visible"/>
                                      </p:to>
                                    </p:set>
                                  </p:childTnLst>
                                </p:cTn>
                              </p:par>
                              <p:par>
                                <p:cTn id="691" presetID="1" presetClass="entr" presetSubtype="0" fill="hold" grpId="0" nodeType="withEffect">
                                  <p:stCondLst>
                                    <p:cond delay="0"/>
                                  </p:stCondLst>
                                  <p:childTnLst>
                                    <p:set>
                                      <p:cBhvr>
                                        <p:cTn id="692" dur="1" fill="hold">
                                          <p:stCondLst>
                                            <p:cond delay="0"/>
                                          </p:stCondLst>
                                        </p:cTn>
                                        <p:tgtEl>
                                          <p:spTgt spid="379"/>
                                        </p:tgtEl>
                                        <p:attrNameLst>
                                          <p:attrName>style.visibility</p:attrName>
                                        </p:attrNameLst>
                                      </p:cBhvr>
                                      <p:to>
                                        <p:strVal val="visible"/>
                                      </p:to>
                                    </p:set>
                                  </p:childTnLst>
                                </p:cTn>
                              </p:par>
                              <p:par>
                                <p:cTn id="693" presetID="1" presetClass="entr" presetSubtype="0" fill="hold" grpId="0" nodeType="withEffect">
                                  <p:stCondLst>
                                    <p:cond delay="0"/>
                                  </p:stCondLst>
                                  <p:childTnLst>
                                    <p:set>
                                      <p:cBhvr>
                                        <p:cTn id="694" dur="1" fill="hold">
                                          <p:stCondLst>
                                            <p:cond delay="0"/>
                                          </p:stCondLst>
                                        </p:cTn>
                                        <p:tgtEl>
                                          <p:spTgt spid="380"/>
                                        </p:tgtEl>
                                        <p:attrNameLst>
                                          <p:attrName>style.visibility</p:attrName>
                                        </p:attrNameLst>
                                      </p:cBhvr>
                                      <p:to>
                                        <p:strVal val="visible"/>
                                      </p:to>
                                    </p:set>
                                  </p:childTnLst>
                                </p:cTn>
                              </p:par>
                              <p:par>
                                <p:cTn id="695" presetID="1" presetClass="entr" presetSubtype="0" fill="hold" grpId="0" nodeType="withEffect">
                                  <p:stCondLst>
                                    <p:cond delay="0"/>
                                  </p:stCondLst>
                                  <p:childTnLst>
                                    <p:set>
                                      <p:cBhvr>
                                        <p:cTn id="696" dur="1" fill="hold">
                                          <p:stCondLst>
                                            <p:cond delay="0"/>
                                          </p:stCondLst>
                                        </p:cTn>
                                        <p:tgtEl>
                                          <p:spTgt spid="381"/>
                                        </p:tgtEl>
                                        <p:attrNameLst>
                                          <p:attrName>style.visibility</p:attrName>
                                        </p:attrNameLst>
                                      </p:cBhvr>
                                      <p:to>
                                        <p:strVal val="visible"/>
                                      </p:to>
                                    </p:set>
                                  </p:childTnLst>
                                </p:cTn>
                              </p:par>
                              <p:par>
                                <p:cTn id="697" presetID="1" presetClass="entr" presetSubtype="0" fill="hold" grpId="0" nodeType="withEffect">
                                  <p:stCondLst>
                                    <p:cond delay="0"/>
                                  </p:stCondLst>
                                  <p:childTnLst>
                                    <p:set>
                                      <p:cBhvr>
                                        <p:cTn id="698" dur="1" fill="hold">
                                          <p:stCondLst>
                                            <p:cond delay="0"/>
                                          </p:stCondLst>
                                        </p:cTn>
                                        <p:tgtEl>
                                          <p:spTgt spid="382"/>
                                        </p:tgtEl>
                                        <p:attrNameLst>
                                          <p:attrName>style.visibility</p:attrName>
                                        </p:attrNameLst>
                                      </p:cBhvr>
                                      <p:to>
                                        <p:strVal val="visible"/>
                                      </p:to>
                                    </p:set>
                                  </p:childTnLst>
                                </p:cTn>
                              </p:par>
                              <p:par>
                                <p:cTn id="699" presetID="1" presetClass="entr" presetSubtype="0" fill="hold" grpId="0" nodeType="withEffect">
                                  <p:stCondLst>
                                    <p:cond delay="0"/>
                                  </p:stCondLst>
                                  <p:childTnLst>
                                    <p:set>
                                      <p:cBhvr>
                                        <p:cTn id="700" dur="1" fill="hold">
                                          <p:stCondLst>
                                            <p:cond delay="0"/>
                                          </p:stCondLst>
                                        </p:cTn>
                                        <p:tgtEl>
                                          <p:spTgt spid="383"/>
                                        </p:tgtEl>
                                        <p:attrNameLst>
                                          <p:attrName>style.visibility</p:attrName>
                                        </p:attrNameLst>
                                      </p:cBhvr>
                                      <p:to>
                                        <p:strVal val="visible"/>
                                      </p:to>
                                    </p:set>
                                  </p:childTnLst>
                                </p:cTn>
                              </p:par>
                              <p:par>
                                <p:cTn id="701" presetID="1" presetClass="entr" presetSubtype="0" fill="hold" grpId="0" nodeType="withEffect">
                                  <p:stCondLst>
                                    <p:cond delay="0"/>
                                  </p:stCondLst>
                                  <p:childTnLst>
                                    <p:set>
                                      <p:cBhvr>
                                        <p:cTn id="702" dur="1" fill="hold">
                                          <p:stCondLst>
                                            <p:cond delay="0"/>
                                          </p:stCondLst>
                                        </p:cTn>
                                        <p:tgtEl>
                                          <p:spTgt spid="384"/>
                                        </p:tgtEl>
                                        <p:attrNameLst>
                                          <p:attrName>style.visibility</p:attrName>
                                        </p:attrNameLst>
                                      </p:cBhvr>
                                      <p:to>
                                        <p:strVal val="visible"/>
                                      </p:to>
                                    </p:set>
                                  </p:childTnLst>
                                </p:cTn>
                              </p:par>
                              <p:par>
                                <p:cTn id="703" presetID="1" presetClass="entr" presetSubtype="0" fill="hold" grpId="0" nodeType="withEffect">
                                  <p:stCondLst>
                                    <p:cond delay="0"/>
                                  </p:stCondLst>
                                  <p:childTnLst>
                                    <p:set>
                                      <p:cBhvr>
                                        <p:cTn id="704" dur="1" fill="hold">
                                          <p:stCondLst>
                                            <p:cond delay="0"/>
                                          </p:stCondLst>
                                        </p:cTn>
                                        <p:tgtEl>
                                          <p:spTgt spid="385"/>
                                        </p:tgtEl>
                                        <p:attrNameLst>
                                          <p:attrName>style.visibility</p:attrName>
                                        </p:attrNameLst>
                                      </p:cBhvr>
                                      <p:to>
                                        <p:strVal val="visible"/>
                                      </p:to>
                                    </p:set>
                                  </p:childTnLst>
                                </p:cTn>
                              </p:par>
                              <p:par>
                                <p:cTn id="705" presetID="1" presetClass="entr" presetSubtype="0" fill="hold" grpId="0" nodeType="withEffect">
                                  <p:stCondLst>
                                    <p:cond delay="0"/>
                                  </p:stCondLst>
                                  <p:childTnLst>
                                    <p:set>
                                      <p:cBhvr>
                                        <p:cTn id="706" dur="1" fill="hold">
                                          <p:stCondLst>
                                            <p:cond delay="0"/>
                                          </p:stCondLst>
                                        </p:cTn>
                                        <p:tgtEl>
                                          <p:spTgt spid="386"/>
                                        </p:tgtEl>
                                        <p:attrNameLst>
                                          <p:attrName>style.visibility</p:attrName>
                                        </p:attrNameLst>
                                      </p:cBhvr>
                                      <p:to>
                                        <p:strVal val="visible"/>
                                      </p:to>
                                    </p:set>
                                  </p:childTnLst>
                                </p:cTn>
                              </p:par>
                              <p:par>
                                <p:cTn id="707" presetID="1" presetClass="entr" presetSubtype="0" fill="hold" grpId="0" nodeType="withEffect">
                                  <p:stCondLst>
                                    <p:cond delay="0"/>
                                  </p:stCondLst>
                                  <p:childTnLst>
                                    <p:set>
                                      <p:cBhvr>
                                        <p:cTn id="708" dur="1" fill="hold">
                                          <p:stCondLst>
                                            <p:cond delay="0"/>
                                          </p:stCondLst>
                                        </p:cTn>
                                        <p:tgtEl>
                                          <p:spTgt spid="387"/>
                                        </p:tgtEl>
                                        <p:attrNameLst>
                                          <p:attrName>style.visibility</p:attrName>
                                        </p:attrNameLst>
                                      </p:cBhvr>
                                      <p:to>
                                        <p:strVal val="visible"/>
                                      </p:to>
                                    </p:set>
                                  </p:childTnLst>
                                </p:cTn>
                              </p:par>
                              <p:par>
                                <p:cTn id="709" presetID="1" presetClass="entr" presetSubtype="0" fill="hold" grpId="0" nodeType="withEffect">
                                  <p:stCondLst>
                                    <p:cond delay="0"/>
                                  </p:stCondLst>
                                  <p:childTnLst>
                                    <p:set>
                                      <p:cBhvr>
                                        <p:cTn id="710" dur="1" fill="hold">
                                          <p:stCondLst>
                                            <p:cond delay="0"/>
                                          </p:stCondLst>
                                        </p:cTn>
                                        <p:tgtEl>
                                          <p:spTgt spid="388"/>
                                        </p:tgtEl>
                                        <p:attrNameLst>
                                          <p:attrName>style.visibility</p:attrName>
                                        </p:attrNameLst>
                                      </p:cBhvr>
                                      <p:to>
                                        <p:strVal val="visible"/>
                                      </p:to>
                                    </p:set>
                                  </p:childTnLst>
                                </p:cTn>
                              </p:par>
                              <p:par>
                                <p:cTn id="711" presetID="1" presetClass="entr" presetSubtype="0" fill="hold" grpId="0" nodeType="withEffect">
                                  <p:stCondLst>
                                    <p:cond delay="0"/>
                                  </p:stCondLst>
                                  <p:childTnLst>
                                    <p:set>
                                      <p:cBhvr>
                                        <p:cTn id="712" dur="1" fill="hold">
                                          <p:stCondLst>
                                            <p:cond delay="0"/>
                                          </p:stCondLst>
                                        </p:cTn>
                                        <p:tgtEl>
                                          <p:spTgt spid="389"/>
                                        </p:tgtEl>
                                        <p:attrNameLst>
                                          <p:attrName>style.visibility</p:attrName>
                                        </p:attrNameLst>
                                      </p:cBhvr>
                                      <p:to>
                                        <p:strVal val="visible"/>
                                      </p:to>
                                    </p:set>
                                  </p:childTnLst>
                                </p:cTn>
                              </p:par>
                              <p:par>
                                <p:cTn id="713" presetID="1" presetClass="entr" presetSubtype="0" fill="hold" grpId="0" nodeType="withEffect">
                                  <p:stCondLst>
                                    <p:cond delay="0"/>
                                  </p:stCondLst>
                                  <p:childTnLst>
                                    <p:set>
                                      <p:cBhvr>
                                        <p:cTn id="714" dur="1" fill="hold">
                                          <p:stCondLst>
                                            <p:cond delay="0"/>
                                          </p:stCondLst>
                                        </p:cTn>
                                        <p:tgtEl>
                                          <p:spTgt spid="390"/>
                                        </p:tgtEl>
                                        <p:attrNameLst>
                                          <p:attrName>style.visibility</p:attrName>
                                        </p:attrNameLst>
                                      </p:cBhvr>
                                      <p:to>
                                        <p:strVal val="visible"/>
                                      </p:to>
                                    </p:set>
                                  </p:childTnLst>
                                </p:cTn>
                              </p:par>
                              <p:par>
                                <p:cTn id="715" presetID="1" presetClass="entr" presetSubtype="0" fill="hold" grpId="0" nodeType="withEffect">
                                  <p:stCondLst>
                                    <p:cond delay="0"/>
                                  </p:stCondLst>
                                  <p:childTnLst>
                                    <p:set>
                                      <p:cBhvr>
                                        <p:cTn id="716"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p:bldP spid="50" grpId="0"/>
      <p:bldP spid="51" grpId="0" animBg="1"/>
      <p:bldP spid="52" grpId="0"/>
      <p:bldP spid="53" grpId="0" animBg="1"/>
      <p:bldP spid="54" grpId="0"/>
      <p:bldP spid="55" grpId="0"/>
      <p:bldP spid="56" grpId="0" animBg="1"/>
      <p:bldP spid="57" grpId="0"/>
      <p:bldP spid="58" grpId="0" animBg="1"/>
      <p:bldP spid="59" grpId="0"/>
      <p:bldP spid="60" grpId="0"/>
      <p:bldP spid="61" grpId="0" animBg="1"/>
      <p:bldP spid="62" grpId="0"/>
      <p:bldP spid="63" grpId="0" animBg="1"/>
      <p:bldP spid="64" grpId="0"/>
      <p:bldP spid="65" grpId="0"/>
      <p:bldP spid="66" grpId="0" animBg="1"/>
      <p:bldP spid="67" grpId="0"/>
      <p:bldP spid="68" grpId="0" animBg="1"/>
      <p:bldP spid="69" grpId="0"/>
      <p:bldP spid="70" grpId="0"/>
      <p:bldP spid="71" grpId="0" animBg="1"/>
      <p:bldP spid="72" grpId="0"/>
      <p:bldP spid="73" grpId="0" animBg="1"/>
      <p:bldP spid="74" grpId="0"/>
      <p:bldP spid="75" grpId="0" animBg="1"/>
      <p:bldP spid="76" grpId="0"/>
      <p:bldP spid="77" grpId="0" animBg="1"/>
      <p:bldP spid="78" grpId="0"/>
      <p:bldP spid="79" grpId="0"/>
      <p:bldP spid="80" grpId="0" animBg="1"/>
      <p:bldP spid="81" grpId="0" animBg="1"/>
      <p:bldP spid="82" grpId="0" animBg="1"/>
      <p:bldP spid="83" grpId="0" animBg="1"/>
      <p:bldP spid="84" grpId="0" animBg="1"/>
      <p:bldP spid="85" grpId="0" animBg="1"/>
      <p:bldP spid="86" grpId="0"/>
      <p:bldP spid="87" grpId="0" animBg="1"/>
      <p:bldP spid="88" grpId="0"/>
      <p:bldP spid="89" grpId="0"/>
      <p:bldP spid="392" grpId="0"/>
      <p:bldP spid="90" grpId="0" animBg="1"/>
      <p:bldP spid="91" grpId="0" animBg="1"/>
      <p:bldP spid="92" grpId="0"/>
      <p:bldP spid="93" grpId="0"/>
      <p:bldP spid="94" grpId="0" animBg="1"/>
      <p:bldP spid="95" grpId="0"/>
      <p:bldP spid="96" grpId="0" animBg="1"/>
      <p:bldP spid="97" grpId="0"/>
      <p:bldP spid="98" grpId="0"/>
      <p:bldP spid="99" grpId="0" animBg="1"/>
      <p:bldP spid="100" grpId="0"/>
      <p:bldP spid="101" grpId="0" animBg="1"/>
      <p:bldP spid="102" grpId="0"/>
      <p:bldP spid="103" grpId="0"/>
      <p:bldP spid="104" grpId="0" animBg="1"/>
      <p:bldP spid="105" grpId="0"/>
      <p:bldP spid="106" grpId="0" animBg="1"/>
      <p:bldP spid="107" grpId="0"/>
      <p:bldP spid="108" grpId="0"/>
      <p:bldP spid="109" grpId="0" animBg="1"/>
      <p:bldP spid="110" grpId="0"/>
      <p:bldP spid="111" grpId="0" animBg="1"/>
      <p:bldP spid="112" grpId="0"/>
      <p:bldP spid="113" grpId="0"/>
      <p:bldP spid="114" grpId="0" animBg="1"/>
      <p:bldP spid="115" grpId="0"/>
      <p:bldP spid="116" grpId="0" animBg="1"/>
      <p:bldP spid="117" grpId="0"/>
      <p:bldP spid="118" grpId="0" animBg="1"/>
      <p:bldP spid="119" grpId="0"/>
      <p:bldP spid="120" grpId="0" animBg="1"/>
      <p:bldP spid="121" grpId="0"/>
      <p:bldP spid="122" grpId="0"/>
      <p:bldP spid="123" grpId="0" animBg="1"/>
      <p:bldP spid="124" grpId="0" animBg="1"/>
      <p:bldP spid="125" grpId="0" animBg="1"/>
      <p:bldP spid="126" grpId="0" animBg="1"/>
      <p:bldP spid="127" grpId="0" animBg="1"/>
      <p:bldP spid="128" grpId="0" animBg="1"/>
      <p:bldP spid="129" grpId="0"/>
      <p:bldP spid="130" grpId="0" animBg="1"/>
      <p:bldP spid="131" grpId="0"/>
      <p:bldP spid="132" grpId="0"/>
      <p:bldP spid="133" grpId="0" animBg="1"/>
      <p:bldP spid="134" grpId="0" animBg="1"/>
      <p:bldP spid="135" grpId="0"/>
      <p:bldP spid="136" grpId="0"/>
      <p:bldP spid="137" grpId="0" animBg="1"/>
      <p:bldP spid="138" grpId="0"/>
      <p:bldP spid="139" grpId="0" animBg="1"/>
      <p:bldP spid="140" grpId="0"/>
      <p:bldP spid="141" grpId="0"/>
      <p:bldP spid="142" grpId="0" animBg="1"/>
      <p:bldP spid="143" grpId="0"/>
      <p:bldP spid="144" grpId="0" animBg="1"/>
      <p:bldP spid="145" grpId="0"/>
      <p:bldP spid="146" grpId="0"/>
      <p:bldP spid="147" grpId="0" animBg="1"/>
      <p:bldP spid="148" grpId="0"/>
      <p:bldP spid="149" grpId="0" animBg="1"/>
      <p:bldP spid="150" grpId="0"/>
      <p:bldP spid="151" grpId="0"/>
      <p:bldP spid="152" grpId="0" animBg="1"/>
      <p:bldP spid="153" grpId="0"/>
      <p:bldP spid="154" grpId="0" animBg="1"/>
      <p:bldP spid="155" grpId="0"/>
      <p:bldP spid="156" grpId="0"/>
      <p:bldP spid="157" grpId="0" animBg="1"/>
      <p:bldP spid="158" grpId="0"/>
      <p:bldP spid="159" grpId="0" animBg="1"/>
      <p:bldP spid="160" grpId="0"/>
      <p:bldP spid="161" grpId="0" animBg="1"/>
      <p:bldP spid="162" grpId="0"/>
      <p:bldP spid="163" grpId="0" animBg="1"/>
      <p:bldP spid="164" grpId="0"/>
      <p:bldP spid="165" grpId="0"/>
      <p:bldP spid="166" grpId="0" animBg="1"/>
      <p:bldP spid="167" grpId="0" animBg="1"/>
      <p:bldP spid="168" grpId="0" animBg="1"/>
      <p:bldP spid="169" grpId="0" animBg="1"/>
      <p:bldP spid="170" grpId="0" animBg="1"/>
      <p:bldP spid="171" grpId="0" animBg="1"/>
      <p:bldP spid="172" grpId="0"/>
      <p:bldP spid="173" grpId="0" animBg="1"/>
      <p:bldP spid="174" grpId="0"/>
      <p:bldP spid="175" grpId="0"/>
      <p:bldP spid="393" grpId="0"/>
      <p:bldP spid="176" grpId="0" animBg="1"/>
      <p:bldP spid="177" grpId="0" animBg="1"/>
      <p:bldP spid="178" grpId="0"/>
      <p:bldP spid="179" grpId="0"/>
      <p:bldP spid="180" grpId="0" animBg="1"/>
      <p:bldP spid="181" grpId="0"/>
      <p:bldP spid="182" grpId="0" animBg="1"/>
      <p:bldP spid="183" grpId="0"/>
      <p:bldP spid="184" grpId="0"/>
      <p:bldP spid="185" grpId="0" animBg="1"/>
      <p:bldP spid="186" grpId="0"/>
      <p:bldP spid="187" grpId="0" animBg="1"/>
      <p:bldP spid="188" grpId="0"/>
      <p:bldP spid="189" grpId="0"/>
      <p:bldP spid="190" grpId="0" animBg="1"/>
      <p:bldP spid="191" grpId="0"/>
      <p:bldP spid="192" grpId="0" animBg="1"/>
      <p:bldP spid="193" grpId="0"/>
      <p:bldP spid="194" grpId="0"/>
      <p:bldP spid="195" grpId="0" animBg="1"/>
      <p:bldP spid="196" grpId="0"/>
      <p:bldP spid="197" grpId="0" animBg="1"/>
      <p:bldP spid="198" grpId="0"/>
      <p:bldP spid="199" grpId="0"/>
      <p:bldP spid="200" grpId="0" animBg="1"/>
      <p:bldP spid="201" grpId="0"/>
      <p:bldP spid="202" grpId="0" animBg="1"/>
      <p:bldP spid="203" grpId="0"/>
      <p:bldP spid="204" grpId="0" animBg="1"/>
      <p:bldP spid="205" grpId="0"/>
      <p:bldP spid="206" grpId="0" animBg="1"/>
      <p:bldP spid="207" grpId="0"/>
      <p:bldP spid="208" grpId="0"/>
      <p:bldP spid="209" grpId="0" animBg="1"/>
      <p:bldP spid="210" grpId="0" animBg="1"/>
      <p:bldP spid="211" grpId="0" animBg="1"/>
      <p:bldP spid="212" grpId="0" animBg="1"/>
      <p:bldP spid="213" grpId="0" animBg="1"/>
      <p:bldP spid="214" grpId="0" animBg="1"/>
      <p:bldP spid="215" grpId="0"/>
      <p:bldP spid="216" grpId="0" animBg="1"/>
      <p:bldP spid="217" grpId="0"/>
      <p:bldP spid="218" grpId="0"/>
      <p:bldP spid="219" grpId="0" animBg="1"/>
      <p:bldP spid="220" grpId="0" animBg="1"/>
      <p:bldP spid="221" grpId="0"/>
      <p:bldP spid="222" grpId="0"/>
      <p:bldP spid="223" grpId="0" animBg="1"/>
      <p:bldP spid="224" grpId="0"/>
      <p:bldP spid="225" grpId="0" animBg="1"/>
      <p:bldP spid="226" grpId="0"/>
      <p:bldP spid="227" grpId="0"/>
      <p:bldP spid="228" grpId="0" animBg="1"/>
      <p:bldP spid="229" grpId="0"/>
      <p:bldP spid="230" grpId="0" animBg="1"/>
      <p:bldP spid="231" grpId="0"/>
      <p:bldP spid="232" grpId="0"/>
      <p:bldP spid="233" grpId="0" animBg="1"/>
      <p:bldP spid="234" grpId="0"/>
      <p:bldP spid="235" grpId="0" animBg="1"/>
      <p:bldP spid="236" grpId="0"/>
      <p:bldP spid="237" grpId="0"/>
      <p:bldP spid="238" grpId="0" animBg="1"/>
      <p:bldP spid="239" grpId="0"/>
      <p:bldP spid="240" grpId="0" animBg="1"/>
      <p:bldP spid="241" grpId="0"/>
      <p:bldP spid="242" grpId="0"/>
      <p:bldP spid="243" grpId="0" animBg="1"/>
      <p:bldP spid="244" grpId="0"/>
      <p:bldP spid="245" grpId="0" animBg="1"/>
      <p:bldP spid="246" grpId="0"/>
      <p:bldP spid="247" grpId="0" animBg="1"/>
      <p:bldP spid="248" grpId="0"/>
      <p:bldP spid="249" grpId="0" animBg="1"/>
      <p:bldP spid="250" grpId="0"/>
      <p:bldP spid="251" grpId="0"/>
      <p:bldP spid="252" grpId="0" animBg="1"/>
      <p:bldP spid="253" grpId="0" animBg="1"/>
      <p:bldP spid="254" grpId="0" animBg="1"/>
      <p:bldP spid="255" grpId="0" animBg="1"/>
      <p:bldP spid="256" grpId="0" animBg="1"/>
      <p:bldP spid="257" grpId="0" animBg="1"/>
      <p:bldP spid="258" grpId="0"/>
      <p:bldP spid="259" grpId="0" animBg="1"/>
      <p:bldP spid="260" grpId="0"/>
      <p:bldP spid="261" grpId="0"/>
      <p:bldP spid="394" grpId="0"/>
      <p:bldP spid="262" grpId="0" animBg="1"/>
      <p:bldP spid="263" grpId="0" animBg="1"/>
      <p:bldP spid="264" grpId="0"/>
      <p:bldP spid="265" grpId="0"/>
      <p:bldP spid="266" grpId="0" animBg="1"/>
      <p:bldP spid="267" grpId="0"/>
      <p:bldP spid="268" grpId="0" animBg="1"/>
      <p:bldP spid="269" grpId="0"/>
      <p:bldP spid="270" grpId="0"/>
      <p:bldP spid="271" grpId="0" animBg="1"/>
      <p:bldP spid="272" grpId="0"/>
      <p:bldP spid="273" grpId="0" animBg="1"/>
      <p:bldP spid="274" grpId="0"/>
      <p:bldP spid="275" grpId="0"/>
      <p:bldP spid="276" grpId="0" animBg="1"/>
      <p:bldP spid="277" grpId="0"/>
      <p:bldP spid="278" grpId="0" animBg="1"/>
      <p:bldP spid="279" grpId="0"/>
      <p:bldP spid="280" grpId="0"/>
      <p:bldP spid="281" grpId="0" animBg="1"/>
      <p:bldP spid="282" grpId="0"/>
      <p:bldP spid="283" grpId="0" animBg="1"/>
      <p:bldP spid="284" grpId="0"/>
      <p:bldP spid="285" grpId="0"/>
      <p:bldP spid="286" grpId="0" animBg="1"/>
      <p:bldP spid="287" grpId="0"/>
      <p:bldP spid="288" grpId="0" animBg="1"/>
      <p:bldP spid="289" grpId="0"/>
      <p:bldP spid="290" grpId="0" animBg="1"/>
      <p:bldP spid="291" grpId="0"/>
      <p:bldP spid="292" grpId="0" animBg="1"/>
      <p:bldP spid="293" grpId="0"/>
      <p:bldP spid="294" grpId="0"/>
      <p:bldP spid="295" grpId="0" animBg="1"/>
      <p:bldP spid="296" grpId="0" animBg="1"/>
      <p:bldP spid="297" grpId="0" animBg="1"/>
      <p:bldP spid="298" grpId="0" animBg="1"/>
      <p:bldP spid="299" grpId="0" animBg="1"/>
      <p:bldP spid="300" grpId="0" animBg="1"/>
      <p:bldP spid="301" grpId="0"/>
      <p:bldP spid="302" grpId="0" animBg="1"/>
      <p:bldP spid="303" grpId="0"/>
      <p:bldP spid="304" grpId="0"/>
      <p:bldP spid="305" grpId="0" animBg="1"/>
      <p:bldP spid="306" grpId="0" animBg="1"/>
      <p:bldP spid="307" grpId="0"/>
      <p:bldP spid="308" grpId="0"/>
      <p:bldP spid="309" grpId="0" animBg="1"/>
      <p:bldP spid="310" grpId="0"/>
      <p:bldP spid="311" grpId="0" animBg="1"/>
      <p:bldP spid="312" grpId="0"/>
      <p:bldP spid="313" grpId="0"/>
      <p:bldP spid="314" grpId="0" animBg="1"/>
      <p:bldP spid="315" grpId="0"/>
      <p:bldP spid="316" grpId="0" animBg="1"/>
      <p:bldP spid="317" grpId="0"/>
      <p:bldP spid="318" grpId="0"/>
      <p:bldP spid="319" grpId="0" animBg="1"/>
      <p:bldP spid="320" grpId="0"/>
      <p:bldP spid="321" grpId="0" animBg="1"/>
      <p:bldP spid="322" grpId="0"/>
      <p:bldP spid="323" grpId="0"/>
      <p:bldP spid="324" grpId="0" animBg="1"/>
      <p:bldP spid="325" grpId="0"/>
      <p:bldP spid="326" grpId="0" animBg="1"/>
      <p:bldP spid="327" grpId="0"/>
      <p:bldP spid="328" grpId="0"/>
      <p:bldP spid="329" grpId="0" animBg="1"/>
      <p:bldP spid="330" grpId="0"/>
      <p:bldP spid="331" grpId="0" animBg="1"/>
      <p:bldP spid="332" grpId="0"/>
      <p:bldP spid="333" grpId="0" animBg="1"/>
      <p:bldP spid="334" grpId="0"/>
      <p:bldP spid="335" grpId="0" animBg="1"/>
      <p:bldP spid="336" grpId="0"/>
      <p:bldP spid="337" grpId="0"/>
      <p:bldP spid="338" grpId="0" animBg="1"/>
      <p:bldP spid="339" grpId="0" animBg="1"/>
      <p:bldP spid="340" grpId="0" animBg="1"/>
      <p:bldP spid="341" grpId="0" animBg="1"/>
      <p:bldP spid="342" grpId="0" animBg="1"/>
      <p:bldP spid="343" grpId="0" animBg="1"/>
      <p:bldP spid="344" grpId="0"/>
      <p:bldP spid="345" grpId="0" animBg="1"/>
      <p:bldP spid="346" grpId="0"/>
      <p:bldP spid="347" grpId="0"/>
      <p:bldP spid="395" grpId="0"/>
      <p:bldP spid="348" grpId="0" animBg="1"/>
      <p:bldP spid="349" grpId="0" animBg="1"/>
      <p:bldP spid="350" grpId="0"/>
      <p:bldP spid="351" grpId="0"/>
      <p:bldP spid="352" grpId="0" animBg="1"/>
      <p:bldP spid="353" grpId="0"/>
      <p:bldP spid="354" grpId="0" animBg="1"/>
      <p:bldP spid="355" grpId="0"/>
      <p:bldP spid="356" grpId="0"/>
      <p:bldP spid="357" grpId="0" animBg="1"/>
      <p:bldP spid="358" grpId="0"/>
      <p:bldP spid="359" grpId="0" animBg="1"/>
      <p:bldP spid="360" grpId="0"/>
      <p:bldP spid="361" grpId="0"/>
      <p:bldP spid="362" grpId="0" animBg="1"/>
      <p:bldP spid="363" grpId="0"/>
      <p:bldP spid="364" grpId="0" animBg="1"/>
      <p:bldP spid="365" grpId="0"/>
      <p:bldP spid="366" grpId="0"/>
      <p:bldP spid="367" grpId="0" animBg="1"/>
      <p:bldP spid="368" grpId="0"/>
      <p:bldP spid="369" grpId="0" animBg="1"/>
      <p:bldP spid="370" grpId="0"/>
      <p:bldP spid="371" grpId="0"/>
      <p:bldP spid="372" grpId="0" animBg="1"/>
      <p:bldP spid="373" grpId="0"/>
      <p:bldP spid="374" grpId="0" animBg="1"/>
      <p:bldP spid="375" grpId="0"/>
      <p:bldP spid="376" grpId="0" animBg="1"/>
      <p:bldP spid="377" grpId="0"/>
      <p:bldP spid="378" grpId="0" animBg="1"/>
      <p:bldP spid="379" grpId="0"/>
      <p:bldP spid="380" grpId="0"/>
      <p:bldP spid="381" grpId="0" animBg="1"/>
      <p:bldP spid="382" grpId="0" animBg="1"/>
      <p:bldP spid="383" grpId="0" animBg="1"/>
      <p:bldP spid="384" grpId="0" animBg="1"/>
      <p:bldP spid="385" grpId="0" animBg="1"/>
      <p:bldP spid="386" grpId="0" animBg="1"/>
      <p:bldP spid="387" grpId="0"/>
      <p:bldP spid="388" grpId="0" animBg="1"/>
      <p:bldP spid="389" grpId="0"/>
      <p:bldP spid="390" grpId="0"/>
      <p:bldP spid="396"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7" name="title">
            <a:extLst>
              <a:ext uri="{FF2B5EF4-FFF2-40B4-BE49-F238E27FC236}">
                <a16:creationId xmlns:a16="http://schemas.microsoft.com/office/drawing/2014/main" id="{C9A1B1EA-F83E-4635-AA9E-3EF49E40F32A}"/>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Backward pass: the output layer</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6FC0EE2A-6209-402B-8936-5ADD4DCE3D89}"/>
                  </a:ext>
                </a:extLst>
              </p:cNvPr>
              <p:cNvSpPr>
                <a:spLocks noGrp="1"/>
              </p:cNvSpPr>
              <p:nvPr/>
            </p:nvSpPr>
            <p:spPr>
              <a:xfrm>
                <a:off x="523875" y="942975"/>
                <a:ext cx="11144250" cy="371475"/>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Use the saved forward values; the output gradient is a row of shape 1 × 1.</a:t>
                </a:r>
              </a:p>
            </p:txBody>
          </p:sp>
        </mc:Choice>
        <mc:Fallback xmlns="">
          <p:sp>
            <p:nvSpPr>
              <p:cNvPr id="2" name="lead">
                <a:extLst>
                  <a:ext uri="{FF2B5EF4-FFF2-40B4-BE49-F238E27FC236}">
                    <a16:creationId xmlns:a16="http://schemas.microsoft.com/office/drawing/2014/main" id="{6FC0EE2A-6209-402B-8936-5ADD4DCE3D89}"/>
                  </a:ext>
                </a:extLst>
              </p:cNvPr>
              <p:cNvSpPr>
                <a:spLocks noGrp="1" noRot="1" noChangeAspect="1" noMove="1" noResize="1" noEditPoints="1" noAdjustHandles="1" noChangeArrowheads="1" noChangeShapeType="1" noTextEdit="1"/>
              </p:cNvSpPr>
              <p:nvPr/>
            </p:nvSpPr>
            <p:spPr>
              <a:xfrm>
                <a:off x="523875" y="942975"/>
                <a:ext cx="11144250" cy="371475"/>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C57D6088-FAE0-428D-94D9-3047A9D31272}"/>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C9914237-D6E3-41CE-8C7E-9E33D0BFCD9D}"/>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31</a:t>
            </a:r>
          </a:p>
        </p:txBody>
      </p:sp>
      <p:sp>
        <p:nvSpPr>
          <p:cNvPr id="5" name="text_1">
            <a:extLst>
              <a:ext uri="{FF2B5EF4-FFF2-40B4-BE49-F238E27FC236}">
                <a16:creationId xmlns:a16="http://schemas.microsoft.com/office/drawing/2014/main" id="{66176C93-52B9-48C0-B870-696A37D6A8D4}"/>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6" name="text_2">
            <a:extLst>
              <a:ext uri="{FF2B5EF4-FFF2-40B4-BE49-F238E27FC236}">
                <a16:creationId xmlns:a16="http://schemas.microsoft.com/office/drawing/2014/main" id="{4D136ADF-943C-4FFE-AB8F-3BA7ED27C344}"/>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7" name="text_3">
            <a:extLst>
              <a:ext uri="{FF2B5EF4-FFF2-40B4-BE49-F238E27FC236}">
                <a16:creationId xmlns:a16="http://schemas.microsoft.com/office/drawing/2014/main" id="{007830EE-707A-431F-84AD-8CC72EE512B4}"/>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 name="note_box_4">
            <a:extLst>
              <a:ext uri="{FF2B5EF4-FFF2-40B4-BE49-F238E27FC236}">
                <a16:creationId xmlns:a16="http://schemas.microsoft.com/office/drawing/2014/main" id="{0F1AD3CA-3271-499B-818F-A6580AEA8D5A}"/>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 name="equation_5" descr="\boldsymbol{\phi}_0(\mathbf{x})">
                <a:extLst>
                  <a:ext uri="{FF2B5EF4-FFF2-40B4-BE49-F238E27FC236}">
                    <a16:creationId xmlns:a16="http://schemas.microsoft.com/office/drawing/2014/main" id="{5D6D7A7A-A984-4CAF-8312-1E2156320289}"/>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9" name="equation_5" descr="\boldsymbol{\phi}_0(\mathbf{x})">
                <a:extLst>
                  <a:ext uri="{FF2B5EF4-FFF2-40B4-BE49-F238E27FC236}">
                    <a16:creationId xmlns:a16="http://schemas.microsoft.com/office/drawing/2014/main" id="{5D6D7A7A-A984-4CAF-8312-1E2156320289}"/>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1,2)">
                <a:extLst>
                  <a:ext uri="{FF2B5EF4-FFF2-40B4-BE49-F238E27FC236}">
                    <a16:creationId xmlns:a16="http://schemas.microsoft.com/office/drawing/2014/main" id="{F31F5803-3937-41EE-AD0E-7721A916DC74}"/>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10" name="equation_6" descr="(1,2)">
                <a:extLst>
                  <a:ext uri="{FF2B5EF4-FFF2-40B4-BE49-F238E27FC236}">
                    <a16:creationId xmlns:a16="http://schemas.microsoft.com/office/drawing/2014/main" id="{F31F5803-3937-41EE-AD0E-7721A916DC74}"/>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7F7CFF9A-D5E5-4C7E-A85E-44AB17616F7B}"/>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2" name="text_8">
            <a:extLst>
              <a:ext uri="{FF2B5EF4-FFF2-40B4-BE49-F238E27FC236}">
                <a16:creationId xmlns:a16="http://schemas.microsoft.com/office/drawing/2014/main" id="{28111D77-A7CB-45B6-8617-4903CA91B835}"/>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3" name="note_box_9">
            <a:extLst>
              <a:ext uri="{FF2B5EF4-FFF2-40B4-BE49-F238E27FC236}">
                <a16:creationId xmlns:a16="http://schemas.microsoft.com/office/drawing/2014/main" id="{32672F0E-F166-404E-B2F3-B6D7BDC08D16}"/>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 name="equation_10" descr="\mathbf{a}_1(\mathbf{x})">
                <a:extLst>
                  <a:ext uri="{FF2B5EF4-FFF2-40B4-BE49-F238E27FC236}">
                    <a16:creationId xmlns:a16="http://schemas.microsoft.com/office/drawing/2014/main" id="{9F130097-3B32-4ACB-98A1-17A8909EFC62}"/>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4" name="equation_10" descr="\mathbf{a}_1(\mathbf{x})">
                <a:extLst>
                  <a:ext uri="{FF2B5EF4-FFF2-40B4-BE49-F238E27FC236}">
                    <a16:creationId xmlns:a16="http://schemas.microsoft.com/office/drawing/2014/main" id="{9F130097-3B32-4ACB-98A1-17A8909EFC62}"/>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1,3,1)">
                <a:extLst>
                  <a:ext uri="{FF2B5EF4-FFF2-40B4-BE49-F238E27FC236}">
                    <a16:creationId xmlns:a16="http://schemas.microsoft.com/office/drawing/2014/main" id="{6498DCDC-8636-49DC-B529-6F492BFD80C4}"/>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15" name="equation_11" descr="(-1,3,1)">
                <a:extLst>
                  <a:ext uri="{FF2B5EF4-FFF2-40B4-BE49-F238E27FC236}">
                    <a16:creationId xmlns:a16="http://schemas.microsoft.com/office/drawing/2014/main" id="{6498DCDC-8636-49DC-B529-6F492BFD80C4}"/>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16" name="line_12">
            <a:extLst>
              <a:ext uri="{FF2B5EF4-FFF2-40B4-BE49-F238E27FC236}">
                <a16:creationId xmlns:a16="http://schemas.microsoft.com/office/drawing/2014/main" id="{B129AA28-5720-482F-92A9-86E36C1124E7}"/>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7" name="text_13">
            <a:extLst>
              <a:ext uri="{FF2B5EF4-FFF2-40B4-BE49-F238E27FC236}">
                <a16:creationId xmlns:a16="http://schemas.microsoft.com/office/drawing/2014/main" id="{B9A5667C-37CC-4CE8-91FA-78E1889F8A11}"/>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8" name="note_box_14">
            <a:extLst>
              <a:ext uri="{FF2B5EF4-FFF2-40B4-BE49-F238E27FC236}">
                <a16:creationId xmlns:a16="http://schemas.microsoft.com/office/drawing/2014/main" id="{EAC250F6-AFA4-44C3-B16C-14CCAA14C159}"/>
              </a:ext>
            </a:extLst>
          </p:cNvPr>
          <p:cNvSpPr>
            <a:spLocks noGrp="1"/>
          </p:cNvSpPr>
          <p:nvPr/>
        </p:nvSpPr>
        <p:spPr>
          <a:xfrm>
            <a:off x="52006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9" name="equation_15" descr="\boldsymbol{\phi}_1(\mathbf{x})">
                <a:extLst>
                  <a:ext uri="{FF2B5EF4-FFF2-40B4-BE49-F238E27FC236}">
                    <a16:creationId xmlns:a16="http://schemas.microsoft.com/office/drawing/2014/main" id="{4D8A4B59-1F3C-4486-AC0D-B7E3399F3921}"/>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9" name="equation_15" descr="\boldsymbol{\phi}_1(\mathbf{x})">
                <a:extLst>
                  <a:ext uri="{FF2B5EF4-FFF2-40B4-BE49-F238E27FC236}">
                    <a16:creationId xmlns:a16="http://schemas.microsoft.com/office/drawing/2014/main" id="{4D8A4B59-1F3C-4486-AC0D-B7E3399F3921}"/>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16" descr="(0,3,1)">
                <a:extLst>
                  <a:ext uri="{FF2B5EF4-FFF2-40B4-BE49-F238E27FC236}">
                    <a16:creationId xmlns:a16="http://schemas.microsoft.com/office/drawing/2014/main" id="{14E17887-AB04-44AD-9AE0-D226104BF1B5}"/>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0,3,1</m:t>
                          </m:r>
                        </m:e>
                      </m:d>
                    </m:oMath>
                  </m:oMathPara>
                </a14:m>
                <a:endParaRPr lang="en-GB" sz="2000"/>
              </a:p>
            </p:txBody>
          </p:sp>
        </mc:Choice>
        <mc:Fallback xmlns="">
          <p:sp>
            <p:nvSpPr>
              <p:cNvPr id="20" name="equation_16" descr="(0,3,1)">
                <a:extLst>
                  <a:ext uri="{FF2B5EF4-FFF2-40B4-BE49-F238E27FC236}">
                    <a16:creationId xmlns:a16="http://schemas.microsoft.com/office/drawing/2014/main" id="{14E17887-AB04-44AD-9AE0-D226104BF1B5}"/>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21" name="line_17">
            <a:extLst>
              <a:ext uri="{FF2B5EF4-FFF2-40B4-BE49-F238E27FC236}">
                <a16:creationId xmlns:a16="http://schemas.microsoft.com/office/drawing/2014/main" id="{2DC02D41-43A6-4C87-A928-BDDCD08290C0}"/>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22" name="text_18">
            <a:extLst>
              <a:ext uri="{FF2B5EF4-FFF2-40B4-BE49-F238E27FC236}">
                <a16:creationId xmlns:a16="http://schemas.microsoft.com/office/drawing/2014/main" id="{BC833364-F884-4857-A185-F75DE1A791F2}"/>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3" name="note_box_19">
            <a:extLst>
              <a:ext uri="{FF2B5EF4-FFF2-40B4-BE49-F238E27FC236}">
                <a16:creationId xmlns:a16="http://schemas.microsoft.com/office/drawing/2014/main" id="{13A96D05-7E9F-41EC-B9A9-79DEB2B6FD95}"/>
              </a:ext>
            </a:extLst>
          </p:cNvPr>
          <p:cNvSpPr>
            <a:spLocks noGrp="1"/>
          </p:cNvSpPr>
          <p:nvPr/>
        </p:nvSpPr>
        <p:spPr>
          <a:xfrm>
            <a:off x="76200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24" name="equation_20" descr="\mathbf{a}_2(\mathbf{x})">
                <a:extLst>
                  <a:ext uri="{FF2B5EF4-FFF2-40B4-BE49-F238E27FC236}">
                    <a16:creationId xmlns:a16="http://schemas.microsoft.com/office/drawing/2014/main" id="{4EAD3389-28E1-4220-B6A7-00A109DBD6C2}"/>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24" name="equation_20" descr="\mathbf{a}_2(\mathbf{x})">
                <a:extLst>
                  <a:ext uri="{FF2B5EF4-FFF2-40B4-BE49-F238E27FC236}">
                    <a16:creationId xmlns:a16="http://schemas.microsoft.com/office/drawing/2014/main" id="{4EAD3389-28E1-4220-B6A7-00A109DBD6C2}"/>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equation_21" descr="(-7/2)">
                <a:extLst>
                  <a:ext uri="{FF2B5EF4-FFF2-40B4-BE49-F238E27FC236}">
                    <a16:creationId xmlns:a16="http://schemas.microsoft.com/office/drawing/2014/main" id="{AA401856-0BFA-4AB7-80F5-70C5CDCECF6B}"/>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−7/2</m:t>
                          </m:r>
                        </m:e>
                      </m:d>
                    </m:oMath>
                  </m:oMathPara>
                </a14:m>
                <a:endParaRPr lang="en-GB" sz="2000"/>
              </a:p>
            </p:txBody>
          </p:sp>
        </mc:Choice>
        <mc:Fallback xmlns="">
          <p:sp>
            <p:nvSpPr>
              <p:cNvPr id="25" name="equation_21" descr="(-7/2)">
                <a:extLst>
                  <a:ext uri="{FF2B5EF4-FFF2-40B4-BE49-F238E27FC236}">
                    <a16:creationId xmlns:a16="http://schemas.microsoft.com/office/drawing/2014/main" id="{AA401856-0BFA-4AB7-80F5-70C5CDCECF6B}"/>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B2FF0CAF-013A-49D3-BFB8-2A1B428369A5}"/>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27" name="text_23">
            <a:extLst>
              <a:ext uri="{FF2B5EF4-FFF2-40B4-BE49-F238E27FC236}">
                <a16:creationId xmlns:a16="http://schemas.microsoft.com/office/drawing/2014/main" id="{C9725559-CE4F-4319-B2A2-A8FD4390EB7F}"/>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8" name="note_box_24">
            <a:extLst>
              <a:ext uri="{FF2B5EF4-FFF2-40B4-BE49-F238E27FC236}">
                <a16:creationId xmlns:a16="http://schemas.microsoft.com/office/drawing/2014/main" id="{40F1B2F0-E4D0-4617-ACCC-41A8E524E913}"/>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 name="equation_25" descr="\mathcal{L}_{\mathrm{sq}}">
                <a:extLst>
                  <a:ext uri="{FF2B5EF4-FFF2-40B4-BE49-F238E27FC236}">
                    <a16:creationId xmlns:a16="http://schemas.microsoft.com/office/drawing/2014/main" id="{C5E297EC-02D0-4873-A1B8-5166C0919AEB}"/>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9" name="equation_25" descr="\mathcal{L}_{\mathrm{sq}}">
                <a:extLst>
                  <a:ext uri="{FF2B5EF4-FFF2-40B4-BE49-F238E27FC236}">
                    <a16:creationId xmlns:a16="http://schemas.microsoft.com/office/drawing/2014/main" id="{C5E297EC-02D0-4873-A1B8-5166C0919AEB}"/>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equation_26" descr="1/4">
                <a:extLst>
                  <a:ext uri="{FF2B5EF4-FFF2-40B4-BE49-F238E27FC236}">
                    <a16:creationId xmlns:a16="http://schemas.microsoft.com/office/drawing/2014/main" id="{1B7F20AE-FCA2-4CF6-925B-6BB4652B5E31}"/>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30" name="equation_26" descr="1/4">
                <a:extLst>
                  <a:ext uri="{FF2B5EF4-FFF2-40B4-BE49-F238E27FC236}">
                    <a16:creationId xmlns:a16="http://schemas.microsoft.com/office/drawing/2014/main" id="{1B7F20AE-FCA2-4CF6-925B-6BB4652B5E31}"/>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31" name="note_box_27">
            <a:extLst>
              <a:ext uri="{FF2B5EF4-FFF2-40B4-BE49-F238E27FC236}">
                <a16:creationId xmlns:a16="http://schemas.microsoft.com/office/drawing/2014/main" id="{3A338B5B-31B0-49BC-9058-2750B05FEC0E}"/>
              </a:ext>
            </a:extLst>
          </p:cNvPr>
          <p:cNvSpPr>
            <a:spLocks noGrp="1"/>
          </p:cNvSpPr>
          <p:nvPr/>
        </p:nvSpPr>
        <p:spPr>
          <a:xfrm>
            <a:off x="10382250" y="2809875"/>
            <a:ext cx="1333500"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 name="equation_28" descr="y=-3">
                <a:extLst>
                  <a:ext uri="{FF2B5EF4-FFF2-40B4-BE49-F238E27FC236}">
                    <a16:creationId xmlns:a16="http://schemas.microsoft.com/office/drawing/2014/main" id="{ED5607A0-EBB7-4DE7-B5FD-147FE23B46B9}"/>
                  </a:ext>
                </a:extLst>
              </p:cNvPr>
              <p:cNvSpPr>
                <a:spLocks noGrp="1"/>
              </p:cNvSpPr>
              <p:nvPr/>
            </p:nvSpPr>
            <p:spPr>
              <a:xfrm>
                <a:off x="10420350" y="2809875"/>
                <a:ext cx="12573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=−3</m:t>
                      </m:r>
                    </m:oMath>
                  </m:oMathPara>
                </a14:m>
                <a:endParaRPr lang="en-GB" sz="2000"/>
              </a:p>
            </p:txBody>
          </p:sp>
        </mc:Choice>
        <mc:Fallback xmlns="">
          <p:sp>
            <p:nvSpPr>
              <p:cNvPr id="32" name="equation_28" descr="y=-3">
                <a:extLst>
                  <a:ext uri="{FF2B5EF4-FFF2-40B4-BE49-F238E27FC236}">
                    <a16:creationId xmlns:a16="http://schemas.microsoft.com/office/drawing/2014/main" id="{ED5607A0-EBB7-4DE7-B5FD-147FE23B46B9}"/>
                  </a:ext>
                </a:extLst>
              </p:cNvPr>
              <p:cNvSpPr>
                <a:spLocks noGrp="1" noRot="1" noChangeAspect="1" noMove="1" noResize="1" noEditPoints="1" noAdjustHandles="1" noChangeArrowheads="1" noChangeShapeType="1" noTextEdit="1"/>
              </p:cNvSpPr>
              <p:nvPr/>
            </p:nvSpPr>
            <p:spPr>
              <a:xfrm>
                <a:off x="10420350" y="2809875"/>
                <a:ext cx="1257300" cy="304800"/>
              </a:xfrm>
              <a:prstGeom prst="rect">
                <a:avLst/>
              </a:prstGeom>
              <a:blipFill>
                <a:blip r:embed="rId14"/>
                <a:stretch>
                  <a:fillRect b="-34000"/>
                </a:stretch>
              </a:blipFill>
              <a:ln w="0">
                <a:noFill/>
              </a:ln>
            </p:spPr>
            <p:txBody>
              <a:bodyPr/>
              <a:lstStyle/>
              <a:p>
                <a:r>
                  <a:rPr lang="it-IT">
                    <a:noFill/>
                  </a:rPr>
                  <a:t> </a:t>
                </a:r>
              </a:p>
            </p:txBody>
          </p:sp>
        </mc:Fallback>
      </mc:AlternateContent>
      <p:sp>
        <p:nvSpPr>
          <p:cNvPr id="33" name="note_box_29">
            <a:extLst>
              <a:ext uri="{FF2B5EF4-FFF2-40B4-BE49-F238E27FC236}">
                <a16:creationId xmlns:a16="http://schemas.microsoft.com/office/drawing/2014/main" id="{3E43489C-7404-4AE3-8186-F0F8932A449E}"/>
              </a:ext>
            </a:extLst>
          </p:cNvPr>
          <p:cNvSpPr>
            <a:spLocks noGrp="1"/>
          </p:cNvSpPr>
          <p:nvPr/>
        </p:nvSpPr>
        <p:spPr>
          <a:xfrm>
            <a:off x="762000" y="3228975"/>
            <a:ext cx="5905500" cy="857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4" name="equation_30" descr="\nabla J_{1}(\mathbf a_1(\mathbf{x}))">
                <a:extLst>
                  <a:ext uri="{FF2B5EF4-FFF2-40B4-BE49-F238E27FC236}">
                    <a16:creationId xmlns:a16="http://schemas.microsoft.com/office/drawing/2014/main" id="{41FB72BD-0EA0-4B22-8A01-499406C39AAF}"/>
                  </a:ext>
                </a:extLst>
              </p:cNvPr>
              <p:cNvSpPr>
                <a:spLocks noGrp="1"/>
              </p:cNvSpPr>
              <p:nvPr/>
            </p:nvSpPr>
            <p:spPr>
              <a:xfrm>
                <a:off x="838200" y="3271806"/>
                <a:ext cx="5753100" cy="42868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34" name="equation_30" descr="\nabla J_{1}(\mathbf a_1(\mathbf{x}))">
                <a:extLst>
                  <a:ext uri="{FF2B5EF4-FFF2-40B4-BE49-F238E27FC236}">
                    <a16:creationId xmlns:a16="http://schemas.microsoft.com/office/drawing/2014/main" id="{41FB72BD-0EA0-4B22-8A01-499406C39AAF}"/>
                  </a:ext>
                </a:extLst>
              </p:cNvPr>
              <p:cNvSpPr>
                <a:spLocks noGrp="1" noRot="1" noChangeAspect="1" noMove="1" noResize="1" noEditPoints="1" noAdjustHandles="1" noChangeArrowheads="1" noChangeShapeType="1" noTextEdit="1"/>
              </p:cNvSpPr>
              <p:nvPr/>
            </p:nvSpPr>
            <p:spPr>
              <a:xfrm>
                <a:off x="838200" y="3271806"/>
                <a:ext cx="5753100" cy="428689"/>
              </a:xfrm>
              <a:prstGeom prst="rect">
                <a:avLst/>
              </a:prstGeom>
              <a:blipFill>
                <a:blip r:embed="rId15"/>
                <a:stretch>
                  <a:fillRect b="-8571"/>
                </a:stretch>
              </a:blipFill>
              <a:ln w="0">
                <a:noFill/>
              </a:ln>
            </p:spPr>
            <p:txBody>
              <a:bodyPr/>
              <a:lstStyle/>
              <a:p>
                <a:r>
                  <a:rPr lang="it-IT">
                    <a:noFill/>
                  </a:rPr>
                  <a:t> </a:t>
                </a:r>
              </a:p>
            </p:txBody>
          </p:sp>
        </mc:Fallback>
      </mc:AlternateContent>
      <p:sp>
        <p:nvSpPr>
          <p:cNvPr id="35" name="text_31">
            <a:extLst>
              <a:ext uri="{FF2B5EF4-FFF2-40B4-BE49-F238E27FC236}">
                <a16:creationId xmlns:a16="http://schemas.microsoft.com/office/drawing/2014/main" id="{D6C6F3A6-8534-42B2-A511-7CC597B93FEC}"/>
              </a:ext>
            </a:extLst>
          </p:cNvPr>
          <p:cNvSpPr>
            <a:spLocks noGrp="1"/>
          </p:cNvSpPr>
          <p:nvPr/>
        </p:nvSpPr>
        <p:spPr>
          <a:xfrm>
            <a:off x="952500" y="36861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36" name="note_box_32">
            <a:extLst>
              <a:ext uri="{FF2B5EF4-FFF2-40B4-BE49-F238E27FC236}">
                <a16:creationId xmlns:a16="http://schemas.microsoft.com/office/drawing/2014/main" id="{409C4777-C122-4A1C-B7F1-75C20E9D4641}"/>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37" name="equation_33" descr="\nabla_{\mathbf W_1}\mathcal L_{\mathrm{sq}}">
                <a:extLst>
                  <a:ext uri="{FF2B5EF4-FFF2-40B4-BE49-F238E27FC236}">
                    <a16:creationId xmlns:a16="http://schemas.microsoft.com/office/drawing/2014/main" id="{E5061815-90DD-40D0-BE33-7A5AD1630844}"/>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37" name="equation_33" descr="\nabla_{\mathbf W_1}\mathcal L_{\mathrm{sq}}">
                <a:extLst>
                  <a:ext uri="{FF2B5EF4-FFF2-40B4-BE49-F238E27FC236}">
                    <a16:creationId xmlns:a16="http://schemas.microsoft.com/office/drawing/2014/main" id="{E5061815-90DD-40D0-BE33-7A5AD1630844}"/>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16"/>
                <a:stretch>
                  <a:fillRect b="-28571"/>
                </a:stretch>
              </a:blipFill>
              <a:ln w="0">
                <a:noFill/>
              </a:ln>
            </p:spPr>
            <p:txBody>
              <a:bodyPr/>
              <a:lstStyle/>
              <a:p>
                <a:r>
                  <a:rPr lang="it-IT">
                    <a:noFill/>
                  </a:rPr>
                  <a:t> </a:t>
                </a:r>
              </a:p>
            </p:txBody>
          </p:sp>
        </mc:Fallback>
      </mc:AlternateContent>
      <p:sp>
        <p:nvSpPr>
          <p:cNvPr id="38" name="text_34">
            <a:extLst>
              <a:ext uri="{FF2B5EF4-FFF2-40B4-BE49-F238E27FC236}">
                <a16:creationId xmlns:a16="http://schemas.microsoft.com/office/drawing/2014/main" id="{D568F947-9517-4A91-A9CD-E402CB98074C}"/>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39" name="note_box_35">
            <a:extLst>
              <a:ext uri="{FF2B5EF4-FFF2-40B4-BE49-F238E27FC236}">
                <a16:creationId xmlns:a16="http://schemas.microsoft.com/office/drawing/2014/main" id="{ADD104BA-19B5-4BBE-A6A7-3738BD637F3A}"/>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nabla_{\mathbf b_1}\mathcal L_{\mathrm{sq}}">
                <a:extLst>
                  <a:ext uri="{FF2B5EF4-FFF2-40B4-BE49-F238E27FC236}">
                    <a16:creationId xmlns:a16="http://schemas.microsoft.com/office/drawing/2014/main" id="{5043B9BB-8978-4BE6-BD80-BB260BCE3E13}"/>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0" name="equation_36" descr="\nabla_{\mathbf b_1}\mathcal L_{\mathrm{sq}}">
                <a:extLst>
                  <a:ext uri="{FF2B5EF4-FFF2-40B4-BE49-F238E27FC236}">
                    <a16:creationId xmlns:a16="http://schemas.microsoft.com/office/drawing/2014/main" id="{5043B9BB-8978-4BE6-BD80-BB260BCE3E13}"/>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17"/>
                <a:stretch>
                  <a:fillRect b="-2778"/>
                </a:stretch>
              </a:blipFill>
              <a:ln w="0">
                <a:noFill/>
              </a:ln>
            </p:spPr>
            <p:txBody>
              <a:bodyPr/>
              <a:lstStyle/>
              <a:p>
                <a:r>
                  <a:rPr lang="it-IT">
                    <a:noFill/>
                  </a:rPr>
                  <a:t> </a:t>
                </a:r>
              </a:p>
            </p:txBody>
          </p:sp>
        </mc:Fallback>
      </mc:AlternateContent>
      <p:sp>
        <p:nvSpPr>
          <p:cNvPr id="41" name="text_37">
            <a:extLst>
              <a:ext uri="{FF2B5EF4-FFF2-40B4-BE49-F238E27FC236}">
                <a16:creationId xmlns:a16="http://schemas.microsoft.com/office/drawing/2014/main" id="{20B7BD2B-5375-4930-9DC3-F946B7177AE7}"/>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42" name="note_box_38">
            <a:extLst>
              <a:ext uri="{FF2B5EF4-FFF2-40B4-BE49-F238E27FC236}">
                <a16:creationId xmlns:a16="http://schemas.microsoft.com/office/drawing/2014/main" id="{053AC75B-E319-48F3-BA50-735F315F3856}"/>
              </a:ext>
            </a:extLst>
          </p:cNvPr>
          <p:cNvSpPr>
            <a:spLocks noGrp="1"/>
          </p:cNvSpPr>
          <p:nvPr/>
        </p:nvSpPr>
        <p:spPr>
          <a:xfrm>
            <a:off x="6953250" y="3228975"/>
            <a:ext cx="4762500" cy="857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3" name="equation_39" descr="\nabla J_{2}(\mathbf a_2(\mathbf{x}))">
                <a:extLst>
                  <a:ext uri="{FF2B5EF4-FFF2-40B4-BE49-F238E27FC236}">
                    <a16:creationId xmlns:a16="http://schemas.microsoft.com/office/drawing/2014/main" id="{DAC91D96-7A42-40E9-9470-C74F7EB83D05}"/>
                  </a:ext>
                </a:extLst>
              </p:cNvPr>
              <p:cNvSpPr>
                <a:spLocks noGrp="1"/>
              </p:cNvSpPr>
              <p:nvPr/>
            </p:nvSpPr>
            <p:spPr>
              <a:xfrm>
                <a:off x="7029450" y="3271806"/>
                <a:ext cx="4610100" cy="42868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43" name="equation_39" descr="\nabla J_{2}(\mathbf a_2(\mathbf{x}))">
                <a:extLst>
                  <a:ext uri="{FF2B5EF4-FFF2-40B4-BE49-F238E27FC236}">
                    <a16:creationId xmlns:a16="http://schemas.microsoft.com/office/drawing/2014/main" id="{DAC91D96-7A42-40E9-9470-C74F7EB83D05}"/>
                  </a:ext>
                </a:extLst>
              </p:cNvPr>
              <p:cNvSpPr>
                <a:spLocks noGrp="1" noRot="1" noChangeAspect="1" noMove="1" noResize="1" noEditPoints="1" noAdjustHandles="1" noChangeArrowheads="1" noChangeShapeType="1" noTextEdit="1"/>
              </p:cNvSpPr>
              <p:nvPr/>
            </p:nvSpPr>
            <p:spPr>
              <a:xfrm>
                <a:off x="7029450" y="3271806"/>
                <a:ext cx="4610100" cy="428689"/>
              </a:xfrm>
              <a:prstGeom prst="rect">
                <a:avLst/>
              </a:prstGeom>
              <a:blipFill>
                <a:blip r:embed="rId18"/>
                <a:stretch>
                  <a:fillRect b="-8571"/>
                </a:stretch>
              </a:blipFill>
              <a:ln w="0">
                <a:noFill/>
              </a:ln>
            </p:spPr>
            <p:txBody>
              <a:bodyPr/>
              <a:lstStyle/>
              <a:p>
                <a:r>
                  <a:rPr lang="it-IT">
                    <a:noFill/>
                  </a:rPr>
                  <a:t> </a:t>
                </a:r>
              </a:p>
            </p:txBody>
          </p:sp>
        </mc:Fallback>
      </mc:AlternateContent>
      <p:sp>
        <p:nvSpPr>
          <p:cNvPr id="44" name="text_40">
            <a:extLst>
              <a:ext uri="{FF2B5EF4-FFF2-40B4-BE49-F238E27FC236}">
                <a16:creationId xmlns:a16="http://schemas.microsoft.com/office/drawing/2014/main" id="{C535F985-BFFE-47E1-A3F1-92174B90F7A6}"/>
              </a:ext>
            </a:extLst>
          </p:cNvPr>
          <p:cNvSpPr>
            <a:spLocks noGrp="1"/>
          </p:cNvSpPr>
          <p:nvPr/>
        </p:nvSpPr>
        <p:spPr>
          <a:xfrm>
            <a:off x="7143750" y="3686175"/>
            <a:ext cx="4381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45" name="note_box_41">
            <a:extLst>
              <a:ext uri="{FF2B5EF4-FFF2-40B4-BE49-F238E27FC236}">
                <a16:creationId xmlns:a16="http://schemas.microsoft.com/office/drawing/2014/main" id="{323E9272-7CBB-4F78-8D8A-6B3B0F562D9B}"/>
              </a:ext>
            </a:extLst>
          </p:cNvPr>
          <p:cNvSpPr>
            <a:spLocks noGrp="1"/>
          </p:cNvSpPr>
          <p:nvPr/>
        </p:nvSpPr>
        <p:spPr>
          <a:xfrm>
            <a:off x="6953250" y="4257675"/>
            <a:ext cx="4762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6" name="equation_42" descr="\nabla_{\mathbf W_2}\mathcal L_{\mathrm{sq}}">
                <a:extLst>
                  <a:ext uri="{FF2B5EF4-FFF2-40B4-BE49-F238E27FC236}">
                    <a16:creationId xmlns:a16="http://schemas.microsoft.com/office/drawing/2014/main" id="{325DB668-AC87-4D11-8C66-EC68CA3B1945}"/>
                  </a:ext>
                </a:extLst>
              </p:cNvPr>
              <p:cNvSpPr>
                <a:spLocks noGrp="1"/>
              </p:cNvSpPr>
              <p:nvPr/>
            </p:nvSpPr>
            <p:spPr>
              <a:xfrm>
                <a:off x="7029450" y="4343400"/>
                <a:ext cx="4610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6" name="equation_42" descr="\nabla_{\mathbf W_2}\mathcal L_{\mathrm{sq}}">
                <a:extLst>
                  <a:ext uri="{FF2B5EF4-FFF2-40B4-BE49-F238E27FC236}">
                    <a16:creationId xmlns:a16="http://schemas.microsoft.com/office/drawing/2014/main" id="{325DB668-AC87-4D11-8C66-EC68CA3B1945}"/>
                  </a:ext>
                </a:extLst>
              </p:cNvPr>
              <p:cNvSpPr>
                <a:spLocks noGrp="1" noRot="1" noChangeAspect="1" noMove="1" noResize="1" noEditPoints="1" noAdjustHandles="1" noChangeArrowheads="1" noChangeShapeType="1" noTextEdit="1"/>
              </p:cNvSpPr>
              <p:nvPr/>
            </p:nvSpPr>
            <p:spPr>
              <a:xfrm>
                <a:off x="7029450" y="4343400"/>
                <a:ext cx="4610100" cy="342900"/>
              </a:xfrm>
              <a:prstGeom prst="rect">
                <a:avLst/>
              </a:prstGeom>
              <a:blipFill>
                <a:blip r:embed="rId19"/>
                <a:stretch>
                  <a:fillRect b="-28571"/>
                </a:stretch>
              </a:blipFill>
              <a:ln w="0">
                <a:noFill/>
              </a:ln>
            </p:spPr>
            <p:txBody>
              <a:bodyPr/>
              <a:lstStyle/>
              <a:p>
                <a:r>
                  <a:rPr lang="it-IT">
                    <a:noFill/>
                  </a:rPr>
                  <a:t> </a:t>
                </a:r>
              </a:p>
            </p:txBody>
          </p:sp>
        </mc:Fallback>
      </mc:AlternateContent>
      <p:sp>
        <p:nvSpPr>
          <p:cNvPr id="47" name="text_43">
            <a:extLst>
              <a:ext uri="{FF2B5EF4-FFF2-40B4-BE49-F238E27FC236}">
                <a16:creationId xmlns:a16="http://schemas.microsoft.com/office/drawing/2014/main" id="{DDE1F330-546C-4AB1-B645-FCE1EED00B41}"/>
              </a:ext>
            </a:extLst>
          </p:cNvPr>
          <p:cNvSpPr>
            <a:spLocks noGrp="1"/>
          </p:cNvSpPr>
          <p:nvPr/>
        </p:nvSpPr>
        <p:spPr>
          <a:xfrm>
            <a:off x="7143750" y="4714875"/>
            <a:ext cx="4381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48" name="note_box_44">
            <a:extLst>
              <a:ext uri="{FF2B5EF4-FFF2-40B4-BE49-F238E27FC236}">
                <a16:creationId xmlns:a16="http://schemas.microsoft.com/office/drawing/2014/main" id="{14F6EB0A-44CA-4A4A-BDE2-BD0E98C0A247}"/>
              </a:ext>
            </a:extLst>
          </p:cNvPr>
          <p:cNvSpPr>
            <a:spLocks noGrp="1"/>
          </p:cNvSpPr>
          <p:nvPr/>
        </p:nvSpPr>
        <p:spPr>
          <a:xfrm>
            <a:off x="6953250" y="5562600"/>
            <a:ext cx="4762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9" name="equation_45" descr="\partial\mathcal L_{\mathrm{sq}}/\partial b_2">
                <a:extLst>
                  <a:ext uri="{FF2B5EF4-FFF2-40B4-BE49-F238E27FC236}">
                    <a16:creationId xmlns:a16="http://schemas.microsoft.com/office/drawing/2014/main" id="{25C15A3D-2B5B-446D-BF8F-6BE807B2B141}"/>
                  </a:ext>
                </a:extLst>
              </p:cNvPr>
              <p:cNvSpPr>
                <a:spLocks noGrp="1"/>
              </p:cNvSpPr>
              <p:nvPr/>
            </p:nvSpPr>
            <p:spPr>
              <a:xfrm>
                <a:off x="741045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9" name="equation_45" descr="\partial\mathcal L_{\mathrm{sq}}/\partial b_2">
                <a:extLst>
                  <a:ext uri="{FF2B5EF4-FFF2-40B4-BE49-F238E27FC236}">
                    <a16:creationId xmlns:a16="http://schemas.microsoft.com/office/drawing/2014/main" id="{25C15A3D-2B5B-446D-BF8F-6BE807B2B141}"/>
                  </a:ext>
                </a:extLst>
              </p:cNvPr>
              <p:cNvSpPr>
                <a:spLocks noGrp="1" noRot="1" noChangeAspect="1" noMove="1" noResize="1" noEditPoints="1" noAdjustHandles="1" noChangeArrowheads="1" noChangeShapeType="1" noTextEdit="1"/>
              </p:cNvSpPr>
              <p:nvPr/>
            </p:nvSpPr>
            <p:spPr>
              <a:xfrm>
                <a:off x="7410450" y="5581650"/>
                <a:ext cx="2524125" cy="438150"/>
              </a:xfrm>
              <a:prstGeom prst="rect">
                <a:avLst/>
              </a:prstGeom>
              <a:blipFill>
                <a:blip r:embed="rId20"/>
                <a:stretch>
                  <a:fillRect b="-6944"/>
                </a:stretch>
              </a:blipFill>
              <a:ln w="0">
                <a:noFill/>
              </a:ln>
            </p:spPr>
            <p:txBody>
              <a:bodyPr/>
              <a:lstStyle/>
              <a:p>
                <a:r>
                  <a:rPr lang="it-IT">
                    <a:noFill/>
                  </a:rPr>
                  <a:t> </a:t>
                </a:r>
              </a:p>
            </p:txBody>
          </p:sp>
        </mc:Fallback>
      </mc:AlternateContent>
      <p:sp>
        <p:nvSpPr>
          <p:cNvPr id="50" name="text_46">
            <a:extLst>
              <a:ext uri="{FF2B5EF4-FFF2-40B4-BE49-F238E27FC236}">
                <a16:creationId xmlns:a16="http://schemas.microsoft.com/office/drawing/2014/main" id="{96506C59-15AF-4DC7-AAB1-7D8C23F21FF5}"/>
              </a:ext>
            </a:extLst>
          </p:cNvPr>
          <p:cNvSpPr>
            <a:spLocks noGrp="1"/>
          </p:cNvSpPr>
          <p:nvPr/>
        </p:nvSpPr>
        <p:spPr>
          <a:xfrm>
            <a:off x="994410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51" name="note_brace_47">
            <a:extLst>
              <a:ext uri="{FF2B5EF4-FFF2-40B4-BE49-F238E27FC236}">
                <a16:creationId xmlns:a16="http://schemas.microsoft.com/office/drawing/2014/main" id="{E0EC4D45-F78A-4E44-8451-DD3C1D6FD83B}"/>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2" name="text_48">
            <a:extLst>
              <a:ext uri="{FF2B5EF4-FFF2-40B4-BE49-F238E27FC236}">
                <a16:creationId xmlns:a16="http://schemas.microsoft.com/office/drawing/2014/main" id="{5E75F262-CE2D-4BCF-A88C-2396F1F4C2ED}"/>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3" name="note_brace_49">
            <a:extLst>
              <a:ext uri="{FF2B5EF4-FFF2-40B4-BE49-F238E27FC236}">
                <a16:creationId xmlns:a16="http://schemas.microsoft.com/office/drawing/2014/main" id="{19933C47-922B-4705-8E0A-FCFCB0E6BCC1}"/>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E83C7868-FE33-4CFA-A4CD-D3B80BCA3172}"/>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55" name="shape_51">
            <a:extLst>
              <a:ext uri="{FF2B5EF4-FFF2-40B4-BE49-F238E27FC236}">
                <a16:creationId xmlns:a16="http://schemas.microsoft.com/office/drawing/2014/main" id="{9A504CB1-7AC9-4ED6-8761-819A3A48CFD7}"/>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56" name="text_52">
            <a:extLst>
              <a:ext uri="{FF2B5EF4-FFF2-40B4-BE49-F238E27FC236}">
                <a16:creationId xmlns:a16="http://schemas.microsoft.com/office/drawing/2014/main" id="{883F4719-288A-404B-BC4A-BB32D55F82D9}"/>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57" name="text_53">
            <a:extLst>
              <a:ext uri="{FF2B5EF4-FFF2-40B4-BE49-F238E27FC236}">
                <a16:creationId xmlns:a16="http://schemas.microsoft.com/office/drawing/2014/main" id="{824176BD-3409-48F3-A993-F1AF32788608}"/>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58" name="text_54">
            <a:extLst>
              <a:ext uri="{FF2B5EF4-FFF2-40B4-BE49-F238E27FC236}">
                <a16:creationId xmlns:a16="http://schemas.microsoft.com/office/drawing/2014/main" id="{E37CC256-713C-4102-812E-AAFEB4DA1C6E}"/>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59" name="note_box_55">
            <a:extLst>
              <a:ext uri="{FF2B5EF4-FFF2-40B4-BE49-F238E27FC236}">
                <a16:creationId xmlns:a16="http://schemas.microsoft.com/office/drawing/2014/main" id="{53FDF9FF-CAB9-4B10-9532-5F6C128FB034}"/>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0" name="equation_56" descr="\boldsymbol{\phi}_0(\mathbf{x})">
                <a:extLst>
                  <a:ext uri="{FF2B5EF4-FFF2-40B4-BE49-F238E27FC236}">
                    <a16:creationId xmlns:a16="http://schemas.microsoft.com/office/drawing/2014/main" id="{9B6DFDD1-AB13-41B4-88FA-681AC44B8795}"/>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60" name="equation_56" descr="\boldsymbol{\phi}_0(\mathbf{x})">
                <a:extLst>
                  <a:ext uri="{FF2B5EF4-FFF2-40B4-BE49-F238E27FC236}">
                    <a16:creationId xmlns:a16="http://schemas.microsoft.com/office/drawing/2014/main" id="{9B6DFDD1-AB13-41B4-88FA-681AC44B8795}"/>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1" name="equation_57" descr="(1,2)">
                <a:extLst>
                  <a:ext uri="{FF2B5EF4-FFF2-40B4-BE49-F238E27FC236}">
                    <a16:creationId xmlns:a16="http://schemas.microsoft.com/office/drawing/2014/main" id="{F1C23CBA-CABC-4B00-95F9-CEF901A7B43E}"/>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61" name="equation_57" descr="(1,2)">
                <a:extLst>
                  <a:ext uri="{FF2B5EF4-FFF2-40B4-BE49-F238E27FC236}">
                    <a16:creationId xmlns:a16="http://schemas.microsoft.com/office/drawing/2014/main" id="{F1C23CBA-CABC-4B00-95F9-CEF901A7B43E}"/>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62" name="line_58">
            <a:extLst>
              <a:ext uri="{FF2B5EF4-FFF2-40B4-BE49-F238E27FC236}">
                <a16:creationId xmlns:a16="http://schemas.microsoft.com/office/drawing/2014/main" id="{521F8524-14D3-49F3-BF73-5FC228298614}"/>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63" name="text_59">
            <a:extLst>
              <a:ext uri="{FF2B5EF4-FFF2-40B4-BE49-F238E27FC236}">
                <a16:creationId xmlns:a16="http://schemas.microsoft.com/office/drawing/2014/main" id="{A5C3090A-7A1D-4359-B2D5-38D5E4014F67}"/>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64" name="note_box_60">
            <a:extLst>
              <a:ext uri="{FF2B5EF4-FFF2-40B4-BE49-F238E27FC236}">
                <a16:creationId xmlns:a16="http://schemas.microsoft.com/office/drawing/2014/main" id="{4B67F2C7-0749-4BBB-AA3F-FDF5F0A50006}"/>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5" name="equation_61" descr="\mathbf{a}_1(\mathbf{x})">
                <a:extLst>
                  <a:ext uri="{FF2B5EF4-FFF2-40B4-BE49-F238E27FC236}">
                    <a16:creationId xmlns:a16="http://schemas.microsoft.com/office/drawing/2014/main" id="{228B3656-84ED-4952-A428-6E122FDE470F}"/>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65" name="equation_61" descr="\mathbf{a}_1(\mathbf{x})">
                <a:extLst>
                  <a:ext uri="{FF2B5EF4-FFF2-40B4-BE49-F238E27FC236}">
                    <a16:creationId xmlns:a16="http://schemas.microsoft.com/office/drawing/2014/main" id="{228B3656-84ED-4952-A428-6E122FDE470F}"/>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6" name="equation_62" descr="(-1,3,1)">
                <a:extLst>
                  <a:ext uri="{FF2B5EF4-FFF2-40B4-BE49-F238E27FC236}">
                    <a16:creationId xmlns:a16="http://schemas.microsoft.com/office/drawing/2014/main" id="{1AF5D38D-65DD-4512-BE6D-F527941953FD}"/>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66" name="equation_62" descr="(-1,3,1)">
                <a:extLst>
                  <a:ext uri="{FF2B5EF4-FFF2-40B4-BE49-F238E27FC236}">
                    <a16:creationId xmlns:a16="http://schemas.microsoft.com/office/drawing/2014/main" id="{1AF5D38D-65DD-4512-BE6D-F527941953FD}"/>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67" name="line_63">
            <a:extLst>
              <a:ext uri="{FF2B5EF4-FFF2-40B4-BE49-F238E27FC236}">
                <a16:creationId xmlns:a16="http://schemas.microsoft.com/office/drawing/2014/main" id="{66E4A3F6-8F01-4C5B-953D-16C48C10E95F}"/>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68" name="text_64">
            <a:extLst>
              <a:ext uri="{FF2B5EF4-FFF2-40B4-BE49-F238E27FC236}">
                <a16:creationId xmlns:a16="http://schemas.microsoft.com/office/drawing/2014/main" id="{4E5E7EF6-FF5F-4803-9029-0DE32A9B6DFD}"/>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69" name="note_box_65">
            <a:extLst>
              <a:ext uri="{FF2B5EF4-FFF2-40B4-BE49-F238E27FC236}">
                <a16:creationId xmlns:a16="http://schemas.microsoft.com/office/drawing/2014/main" id="{70DE0A55-4B64-4315-9F77-1997D5A59646}"/>
              </a:ext>
            </a:extLst>
          </p:cNvPr>
          <p:cNvSpPr>
            <a:spLocks noGrp="1"/>
          </p:cNvSpPr>
          <p:nvPr/>
        </p:nvSpPr>
        <p:spPr>
          <a:xfrm>
            <a:off x="52006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boldsymbol{\phi}_1(\mathbf{x})">
                <a:extLst>
                  <a:ext uri="{FF2B5EF4-FFF2-40B4-BE49-F238E27FC236}">
                    <a16:creationId xmlns:a16="http://schemas.microsoft.com/office/drawing/2014/main" id="{C9D04846-F772-4AEB-BDA6-7AA7B4D4840F}"/>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70" name="equation_66" descr="\boldsymbol{\phi}_1(\mathbf{x})">
                <a:extLst>
                  <a:ext uri="{FF2B5EF4-FFF2-40B4-BE49-F238E27FC236}">
                    <a16:creationId xmlns:a16="http://schemas.microsoft.com/office/drawing/2014/main" id="{C9D04846-F772-4AEB-BDA6-7AA7B4D4840F}"/>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1" name="equation_67" descr="(0,3,1)">
                <a:extLst>
                  <a:ext uri="{FF2B5EF4-FFF2-40B4-BE49-F238E27FC236}">
                    <a16:creationId xmlns:a16="http://schemas.microsoft.com/office/drawing/2014/main" id="{EE561ED1-F4DE-4650-B3C1-DFE875CEB96F}"/>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0,3,1</m:t>
                          </m:r>
                        </m:e>
                      </m:d>
                    </m:oMath>
                  </m:oMathPara>
                </a14:m>
                <a:endParaRPr lang="en-GB" sz="2000"/>
              </a:p>
            </p:txBody>
          </p:sp>
        </mc:Choice>
        <mc:Fallback xmlns="">
          <p:sp>
            <p:nvSpPr>
              <p:cNvPr id="71" name="equation_67" descr="(0,3,1)">
                <a:extLst>
                  <a:ext uri="{FF2B5EF4-FFF2-40B4-BE49-F238E27FC236}">
                    <a16:creationId xmlns:a16="http://schemas.microsoft.com/office/drawing/2014/main" id="{EE561ED1-F4DE-4650-B3C1-DFE875CEB96F}"/>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72" name="line_68">
            <a:extLst>
              <a:ext uri="{FF2B5EF4-FFF2-40B4-BE49-F238E27FC236}">
                <a16:creationId xmlns:a16="http://schemas.microsoft.com/office/drawing/2014/main" id="{190111E5-E317-4C96-B4E0-765C18FEF0DC}"/>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73" name="text_69">
            <a:extLst>
              <a:ext uri="{FF2B5EF4-FFF2-40B4-BE49-F238E27FC236}">
                <a16:creationId xmlns:a16="http://schemas.microsoft.com/office/drawing/2014/main" id="{138970E9-CDFE-431F-A59D-112FDDDB43A4}"/>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74" name="note_box_70">
            <a:extLst>
              <a:ext uri="{FF2B5EF4-FFF2-40B4-BE49-F238E27FC236}">
                <a16:creationId xmlns:a16="http://schemas.microsoft.com/office/drawing/2014/main" id="{A1215FB6-9DC7-4599-9786-EF9A2D3B7025}"/>
              </a:ext>
            </a:extLst>
          </p:cNvPr>
          <p:cNvSpPr>
            <a:spLocks noGrp="1"/>
          </p:cNvSpPr>
          <p:nvPr/>
        </p:nvSpPr>
        <p:spPr>
          <a:xfrm>
            <a:off x="76200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75" name="equation_71" descr="\mathbf{a}_2(\mathbf{x})">
                <a:extLst>
                  <a:ext uri="{FF2B5EF4-FFF2-40B4-BE49-F238E27FC236}">
                    <a16:creationId xmlns:a16="http://schemas.microsoft.com/office/drawing/2014/main" id="{E1285EAA-A389-4471-ADBD-6BAD969DEB7F}"/>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75" name="equation_71" descr="\mathbf{a}_2(\mathbf{x})">
                <a:extLst>
                  <a:ext uri="{FF2B5EF4-FFF2-40B4-BE49-F238E27FC236}">
                    <a16:creationId xmlns:a16="http://schemas.microsoft.com/office/drawing/2014/main" id="{E1285EAA-A389-4471-ADBD-6BAD969DEB7F}"/>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6" name="equation_72" descr="(-7/2)">
                <a:extLst>
                  <a:ext uri="{FF2B5EF4-FFF2-40B4-BE49-F238E27FC236}">
                    <a16:creationId xmlns:a16="http://schemas.microsoft.com/office/drawing/2014/main" id="{3EDF439B-6717-4017-9532-A6A2EA19A037}"/>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−7/2</m:t>
                          </m:r>
                        </m:e>
                      </m:d>
                    </m:oMath>
                  </m:oMathPara>
                </a14:m>
                <a:endParaRPr lang="en-GB" sz="2000"/>
              </a:p>
            </p:txBody>
          </p:sp>
        </mc:Choice>
        <mc:Fallback xmlns="">
          <p:sp>
            <p:nvSpPr>
              <p:cNvPr id="76" name="equation_72" descr="(-7/2)">
                <a:extLst>
                  <a:ext uri="{FF2B5EF4-FFF2-40B4-BE49-F238E27FC236}">
                    <a16:creationId xmlns:a16="http://schemas.microsoft.com/office/drawing/2014/main" id="{3EDF439B-6717-4017-9532-A6A2EA19A037}"/>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77" name="line_73">
            <a:extLst>
              <a:ext uri="{FF2B5EF4-FFF2-40B4-BE49-F238E27FC236}">
                <a16:creationId xmlns:a16="http://schemas.microsoft.com/office/drawing/2014/main" id="{5ECA9B60-595C-4AEE-AD34-9FBD56D48CC9}"/>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78" name="text_74">
            <a:extLst>
              <a:ext uri="{FF2B5EF4-FFF2-40B4-BE49-F238E27FC236}">
                <a16:creationId xmlns:a16="http://schemas.microsoft.com/office/drawing/2014/main" id="{CE97F7C2-36D6-4BF7-B56C-1158B0FB0DDB}"/>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79" name="note_box_75">
            <a:extLst>
              <a:ext uri="{FF2B5EF4-FFF2-40B4-BE49-F238E27FC236}">
                <a16:creationId xmlns:a16="http://schemas.microsoft.com/office/drawing/2014/main" id="{5C3B7468-CFFA-4D7B-A0C0-8E486780CC91}"/>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0" name="equation_76" descr="\mathcal{L}_{\mathrm{sq}}">
                <a:extLst>
                  <a:ext uri="{FF2B5EF4-FFF2-40B4-BE49-F238E27FC236}">
                    <a16:creationId xmlns:a16="http://schemas.microsoft.com/office/drawing/2014/main" id="{481C87A5-2B19-47CE-AB47-EC2AB229549C}"/>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80" name="equation_76" descr="\mathcal{L}_{\mathrm{sq}}">
                <a:extLst>
                  <a:ext uri="{FF2B5EF4-FFF2-40B4-BE49-F238E27FC236}">
                    <a16:creationId xmlns:a16="http://schemas.microsoft.com/office/drawing/2014/main" id="{481C87A5-2B19-47CE-AB47-EC2AB229549C}"/>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1" name="equation_77" descr="1/4">
                <a:extLst>
                  <a:ext uri="{FF2B5EF4-FFF2-40B4-BE49-F238E27FC236}">
                    <a16:creationId xmlns:a16="http://schemas.microsoft.com/office/drawing/2014/main" id="{0683A403-C80F-461C-9D3F-BA464CF803F7}"/>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81" name="equation_77" descr="1/4">
                <a:extLst>
                  <a:ext uri="{FF2B5EF4-FFF2-40B4-BE49-F238E27FC236}">
                    <a16:creationId xmlns:a16="http://schemas.microsoft.com/office/drawing/2014/main" id="{0683A403-C80F-461C-9D3F-BA464CF803F7}"/>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82" name="note_box_78">
            <a:extLst>
              <a:ext uri="{FF2B5EF4-FFF2-40B4-BE49-F238E27FC236}">
                <a16:creationId xmlns:a16="http://schemas.microsoft.com/office/drawing/2014/main" id="{6CB7913E-8F1B-4157-8673-272E3A1AA496}"/>
              </a:ext>
            </a:extLst>
          </p:cNvPr>
          <p:cNvSpPr>
            <a:spLocks noGrp="1"/>
          </p:cNvSpPr>
          <p:nvPr/>
        </p:nvSpPr>
        <p:spPr>
          <a:xfrm>
            <a:off x="10382250" y="2809875"/>
            <a:ext cx="1333500"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3" name="equation_79" descr="y=-3">
                <a:extLst>
                  <a:ext uri="{FF2B5EF4-FFF2-40B4-BE49-F238E27FC236}">
                    <a16:creationId xmlns:a16="http://schemas.microsoft.com/office/drawing/2014/main" id="{D1CD42B9-9D88-4A43-8E94-E09FDE6AC6C1}"/>
                  </a:ext>
                </a:extLst>
              </p:cNvPr>
              <p:cNvSpPr>
                <a:spLocks noGrp="1"/>
              </p:cNvSpPr>
              <p:nvPr/>
            </p:nvSpPr>
            <p:spPr>
              <a:xfrm>
                <a:off x="10420350" y="2809875"/>
                <a:ext cx="12573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=−3</m:t>
                      </m:r>
                    </m:oMath>
                  </m:oMathPara>
                </a14:m>
                <a:endParaRPr lang="en-GB" sz="2000"/>
              </a:p>
            </p:txBody>
          </p:sp>
        </mc:Choice>
        <mc:Fallback xmlns="">
          <p:sp>
            <p:nvSpPr>
              <p:cNvPr id="83" name="equation_79" descr="y=-3">
                <a:extLst>
                  <a:ext uri="{FF2B5EF4-FFF2-40B4-BE49-F238E27FC236}">
                    <a16:creationId xmlns:a16="http://schemas.microsoft.com/office/drawing/2014/main" id="{D1CD42B9-9D88-4A43-8E94-E09FDE6AC6C1}"/>
                  </a:ext>
                </a:extLst>
              </p:cNvPr>
              <p:cNvSpPr>
                <a:spLocks noGrp="1" noRot="1" noChangeAspect="1" noMove="1" noResize="1" noEditPoints="1" noAdjustHandles="1" noChangeArrowheads="1" noChangeShapeType="1" noTextEdit="1"/>
              </p:cNvSpPr>
              <p:nvPr/>
            </p:nvSpPr>
            <p:spPr>
              <a:xfrm>
                <a:off x="10420350" y="2809875"/>
                <a:ext cx="1257300" cy="304800"/>
              </a:xfrm>
              <a:prstGeom prst="rect">
                <a:avLst/>
              </a:prstGeom>
              <a:blipFill>
                <a:blip r:embed="rId14"/>
                <a:stretch>
                  <a:fillRect b="-34000"/>
                </a:stretch>
              </a:blipFill>
              <a:ln w="0">
                <a:noFill/>
              </a:ln>
            </p:spPr>
            <p:txBody>
              <a:bodyPr/>
              <a:lstStyle/>
              <a:p>
                <a:r>
                  <a:rPr lang="it-IT">
                    <a:noFill/>
                  </a:rPr>
                  <a:t> </a:t>
                </a:r>
              </a:p>
            </p:txBody>
          </p:sp>
        </mc:Fallback>
      </mc:AlternateContent>
      <p:sp>
        <p:nvSpPr>
          <p:cNvPr id="84" name="note_box_80">
            <a:extLst>
              <a:ext uri="{FF2B5EF4-FFF2-40B4-BE49-F238E27FC236}">
                <a16:creationId xmlns:a16="http://schemas.microsoft.com/office/drawing/2014/main" id="{C2D543FB-F1F7-4B76-AA3C-AEF186F02069}"/>
              </a:ext>
            </a:extLst>
          </p:cNvPr>
          <p:cNvSpPr>
            <a:spLocks noGrp="1"/>
          </p:cNvSpPr>
          <p:nvPr/>
        </p:nvSpPr>
        <p:spPr>
          <a:xfrm>
            <a:off x="762000" y="3228975"/>
            <a:ext cx="5905500" cy="857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5" name="equation_81" descr="\nabla J_{1}(\mathbf a_1(\mathbf{x}))">
                <a:extLst>
                  <a:ext uri="{FF2B5EF4-FFF2-40B4-BE49-F238E27FC236}">
                    <a16:creationId xmlns:a16="http://schemas.microsoft.com/office/drawing/2014/main" id="{8879E67A-9A04-41E0-BA38-4CDADE266676}"/>
                  </a:ext>
                </a:extLst>
              </p:cNvPr>
              <p:cNvSpPr>
                <a:spLocks noGrp="1"/>
              </p:cNvSpPr>
              <p:nvPr/>
            </p:nvSpPr>
            <p:spPr>
              <a:xfrm>
                <a:off x="838200" y="3271806"/>
                <a:ext cx="5753100" cy="42868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85" name="equation_81" descr="\nabla J_{1}(\mathbf a_1(\mathbf{x}))">
                <a:extLst>
                  <a:ext uri="{FF2B5EF4-FFF2-40B4-BE49-F238E27FC236}">
                    <a16:creationId xmlns:a16="http://schemas.microsoft.com/office/drawing/2014/main" id="{8879E67A-9A04-41E0-BA38-4CDADE266676}"/>
                  </a:ext>
                </a:extLst>
              </p:cNvPr>
              <p:cNvSpPr>
                <a:spLocks noGrp="1" noRot="1" noChangeAspect="1" noMove="1" noResize="1" noEditPoints="1" noAdjustHandles="1" noChangeArrowheads="1" noChangeShapeType="1" noTextEdit="1"/>
              </p:cNvSpPr>
              <p:nvPr/>
            </p:nvSpPr>
            <p:spPr>
              <a:xfrm>
                <a:off x="838200" y="3271806"/>
                <a:ext cx="5753100" cy="428689"/>
              </a:xfrm>
              <a:prstGeom prst="rect">
                <a:avLst/>
              </a:prstGeom>
              <a:blipFill>
                <a:blip r:embed="rId15"/>
                <a:stretch>
                  <a:fillRect b="-8571"/>
                </a:stretch>
              </a:blipFill>
              <a:ln w="0">
                <a:noFill/>
              </a:ln>
            </p:spPr>
            <p:txBody>
              <a:bodyPr/>
              <a:lstStyle/>
              <a:p>
                <a:r>
                  <a:rPr lang="it-IT">
                    <a:noFill/>
                  </a:rPr>
                  <a:t> </a:t>
                </a:r>
              </a:p>
            </p:txBody>
          </p:sp>
        </mc:Fallback>
      </mc:AlternateContent>
      <p:sp>
        <p:nvSpPr>
          <p:cNvPr id="86" name="text_82">
            <a:extLst>
              <a:ext uri="{FF2B5EF4-FFF2-40B4-BE49-F238E27FC236}">
                <a16:creationId xmlns:a16="http://schemas.microsoft.com/office/drawing/2014/main" id="{97C11A5B-FA7A-44B8-9A43-CC4CAEA7A2E9}"/>
              </a:ext>
            </a:extLst>
          </p:cNvPr>
          <p:cNvSpPr>
            <a:spLocks noGrp="1"/>
          </p:cNvSpPr>
          <p:nvPr/>
        </p:nvSpPr>
        <p:spPr>
          <a:xfrm>
            <a:off x="952500" y="36861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87" name="note_box_83">
            <a:extLst>
              <a:ext uri="{FF2B5EF4-FFF2-40B4-BE49-F238E27FC236}">
                <a16:creationId xmlns:a16="http://schemas.microsoft.com/office/drawing/2014/main" id="{2B61DF05-F3FF-47B9-A937-E67B2E8F7BEB}"/>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88" name="equation_84" descr="\nabla_{\mathbf W_1}\mathcal L_{\mathrm{sq}}">
                <a:extLst>
                  <a:ext uri="{FF2B5EF4-FFF2-40B4-BE49-F238E27FC236}">
                    <a16:creationId xmlns:a16="http://schemas.microsoft.com/office/drawing/2014/main" id="{112F0208-FA3B-4790-97C1-AD51B8A56138}"/>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88" name="equation_84" descr="\nabla_{\mathbf W_1}\mathcal L_{\mathrm{sq}}">
                <a:extLst>
                  <a:ext uri="{FF2B5EF4-FFF2-40B4-BE49-F238E27FC236}">
                    <a16:creationId xmlns:a16="http://schemas.microsoft.com/office/drawing/2014/main" id="{112F0208-FA3B-4790-97C1-AD51B8A56138}"/>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16"/>
                <a:stretch>
                  <a:fillRect b="-28571"/>
                </a:stretch>
              </a:blipFill>
              <a:ln w="0">
                <a:noFill/>
              </a:ln>
            </p:spPr>
            <p:txBody>
              <a:bodyPr/>
              <a:lstStyle/>
              <a:p>
                <a:r>
                  <a:rPr lang="it-IT">
                    <a:noFill/>
                  </a:rPr>
                  <a:t> </a:t>
                </a:r>
              </a:p>
            </p:txBody>
          </p:sp>
        </mc:Fallback>
      </mc:AlternateContent>
      <p:sp>
        <p:nvSpPr>
          <p:cNvPr id="89" name="text_85">
            <a:extLst>
              <a:ext uri="{FF2B5EF4-FFF2-40B4-BE49-F238E27FC236}">
                <a16:creationId xmlns:a16="http://schemas.microsoft.com/office/drawing/2014/main" id="{087A76C2-24FC-49C4-9706-AB4DA394C425}"/>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90" name="note_box_86">
            <a:extLst>
              <a:ext uri="{FF2B5EF4-FFF2-40B4-BE49-F238E27FC236}">
                <a16:creationId xmlns:a16="http://schemas.microsoft.com/office/drawing/2014/main" id="{7B324371-9E44-40DF-9D38-16FECF89ACA0}"/>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1" name="equation_87" descr="\nabla_{\mathbf b_1}\mathcal L_{\mathrm{sq}}">
                <a:extLst>
                  <a:ext uri="{FF2B5EF4-FFF2-40B4-BE49-F238E27FC236}">
                    <a16:creationId xmlns:a16="http://schemas.microsoft.com/office/drawing/2014/main" id="{38A2127D-2C16-48CF-95E4-538EFD098DBA}"/>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91" name="equation_87" descr="\nabla_{\mathbf b_1}\mathcal L_{\mathrm{sq}}">
                <a:extLst>
                  <a:ext uri="{FF2B5EF4-FFF2-40B4-BE49-F238E27FC236}">
                    <a16:creationId xmlns:a16="http://schemas.microsoft.com/office/drawing/2014/main" id="{38A2127D-2C16-48CF-95E4-538EFD098DBA}"/>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17"/>
                <a:stretch>
                  <a:fillRect b="-2778"/>
                </a:stretch>
              </a:blipFill>
              <a:ln w="0">
                <a:noFill/>
              </a:ln>
            </p:spPr>
            <p:txBody>
              <a:bodyPr/>
              <a:lstStyle/>
              <a:p>
                <a:r>
                  <a:rPr lang="it-IT">
                    <a:noFill/>
                  </a:rPr>
                  <a:t> </a:t>
                </a:r>
              </a:p>
            </p:txBody>
          </p:sp>
        </mc:Fallback>
      </mc:AlternateContent>
      <p:sp>
        <p:nvSpPr>
          <p:cNvPr id="92" name="text_88">
            <a:extLst>
              <a:ext uri="{FF2B5EF4-FFF2-40B4-BE49-F238E27FC236}">
                <a16:creationId xmlns:a16="http://schemas.microsoft.com/office/drawing/2014/main" id="{E320B48E-F2AB-4B04-87E1-58A1FD25B92E}"/>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93" name="note_box_89">
            <a:extLst>
              <a:ext uri="{FF2B5EF4-FFF2-40B4-BE49-F238E27FC236}">
                <a16:creationId xmlns:a16="http://schemas.microsoft.com/office/drawing/2014/main" id="{3614BE7D-E515-40FD-8605-2E2E10A42E09}"/>
              </a:ext>
            </a:extLst>
          </p:cNvPr>
          <p:cNvSpPr>
            <a:spLocks noGrp="1"/>
          </p:cNvSpPr>
          <p:nvPr/>
        </p:nvSpPr>
        <p:spPr>
          <a:xfrm>
            <a:off x="6953250" y="3162300"/>
            <a:ext cx="4762500" cy="1028700"/>
          </a:xfrm>
          <a:prstGeom prst="roundRect">
            <a:avLst>
              <a:gd name="adj" fmla="val 5000"/>
            </a:avLst>
          </a:prstGeom>
          <a:solidFill>
            <a:srgbClr val="F8F7F5"/>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94" name="equation_90" descr="\nabla J_{2}(\mathbf{a}_2(\mathbf{x}))=\bigl(2([\mathbf{a}_2(\mathbf{x})]_1-y)\bigr)">
                <a:extLst>
                  <a:ext uri="{FF2B5EF4-FFF2-40B4-BE49-F238E27FC236}">
                    <a16:creationId xmlns:a16="http://schemas.microsoft.com/office/drawing/2014/main" id="{F5D6FC46-2D35-44D0-8F14-580447E5B1D9}"/>
                  </a:ext>
                </a:extLst>
              </p:cNvPr>
              <p:cNvSpPr>
                <a:spLocks noGrp="1"/>
              </p:cNvSpPr>
              <p:nvPr/>
            </p:nvSpPr>
            <p:spPr>
              <a:xfrm>
                <a:off x="7029450" y="3171825"/>
                <a:ext cx="4610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94" name="equation_90" descr="\nabla J_{2}(\mathbf{a}_2(\mathbf{x}))=\bigl(2([\mathbf{a}_2(\mathbf{x})]_1-y)\bigr)">
                <a:extLst>
                  <a:ext uri="{FF2B5EF4-FFF2-40B4-BE49-F238E27FC236}">
                    <a16:creationId xmlns:a16="http://schemas.microsoft.com/office/drawing/2014/main" id="{F5D6FC46-2D35-44D0-8F14-580447E5B1D9}"/>
                  </a:ext>
                </a:extLst>
              </p:cNvPr>
              <p:cNvSpPr>
                <a:spLocks noGrp="1" noRot="1" noChangeAspect="1" noMove="1" noResize="1" noEditPoints="1" noAdjustHandles="1" noChangeArrowheads="1" noChangeShapeType="1" noTextEdit="1"/>
              </p:cNvSpPr>
              <p:nvPr/>
            </p:nvSpPr>
            <p:spPr>
              <a:xfrm>
                <a:off x="7029450" y="3171825"/>
                <a:ext cx="4610100" cy="323850"/>
              </a:xfrm>
              <a:prstGeom prst="rect">
                <a:avLst/>
              </a:prstGeom>
              <a:blipFill>
                <a:blip r:embed="rId21"/>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equation_91" descr="=\bigl(2(-7/2+3)\bigr)=(-1)">
                <a:extLst>
                  <a:ext uri="{FF2B5EF4-FFF2-40B4-BE49-F238E27FC236}">
                    <a16:creationId xmlns:a16="http://schemas.microsoft.com/office/drawing/2014/main" id="{A378AED8-72A9-482D-ADA4-BAAA1C74E57E}"/>
                  </a:ext>
                </a:extLst>
              </p:cNvPr>
              <p:cNvSpPr>
                <a:spLocks noGrp="1"/>
              </p:cNvSpPr>
              <p:nvPr/>
            </p:nvSpPr>
            <p:spPr>
              <a:xfrm>
                <a:off x="7029450" y="3867150"/>
                <a:ext cx="4610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−7/2+3</m:t>
                              </m:r>
                            </m:e>
                          </m:d>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−1</m:t>
                          </m:r>
                        </m:e>
                      </m:d>
                    </m:oMath>
                  </m:oMathPara>
                </a14:m>
                <a:endParaRPr/>
              </a:p>
            </p:txBody>
          </p:sp>
        </mc:Choice>
        <mc:Fallback xmlns="">
          <p:sp>
            <p:nvSpPr>
              <p:cNvPr id="95" name="equation_91" descr="=\bigl(2(-7/2+3)\bigr)=(-1)">
                <a:extLst>
                  <a:ext uri="{FF2B5EF4-FFF2-40B4-BE49-F238E27FC236}">
                    <a16:creationId xmlns:a16="http://schemas.microsoft.com/office/drawing/2014/main" id="{A378AED8-72A9-482D-ADA4-BAAA1C74E57E}"/>
                  </a:ext>
                </a:extLst>
              </p:cNvPr>
              <p:cNvSpPr>
                <a:spLocks noGrp="1" noRot="1" noChangeAspect="1" noMove="1" noResize="1" noEditPoints="1" noAdjustHandles="1" noChangeArrowheads="1" noChangeShapeType="1" noTextEdit="1"/>
              </p:cNvSpPr>
              <p:nvPr/>
            </p:nvSpPr>
            <p:spPr>
              <a:xfrm>
                <a:off x="7029450" y="3867150"/>
                <a:ext cx="4610100" cy="285750"/>
              </a:xfrm>
              <a:prstGeom prst="rect">
                <a:avLst/>
              </a:prstGeom>
              <a:blipFill>
                <a:blip r:embed="rId22"/>
                <a:stretch>
                  <a:fillRect t="-5357" b="-41071"/>
                </a:stretch>
              </a:blipFill>
              <a:ln w="0">
                <a:noFill/>
              </a:ln>
            </p:spPr>
            <p:txBody>
              <a:bodyPr/>
              <a:lstStyle/>
              <a:p>
                <a:r>
                  <a:rPr lang="it-IT">
                    <a:noFill/>
                  </a:rPr>
                  <a:t> </a:t>
                </a:r>
              </a:p>
            </p:txBody>
          </p:sp>
        </mc:Fallback>
      </mc:AlternateContent>
      <p:sp>
        <p:nvSpPr>
          <p:cNvPr id="96" name="line_92">
            <a:extLst>
              <a:ext uri="{FF2B5EF4-FFF2-40B4-BE49-F238E27FC236}">
                <a16:creationId xmlns:a16="http://schemas.microsoft.com/office/drawing/2014/main" id="{A9B66712-8473-4D4C-A96A-5ED5439CE2BD}"/>
              </a:ext>
            </a:extLst>
          </p:cNvPr>
          <p:cNvSpPr>
            <a:spLocks noGrp="1"/>
          </p:cNvSpPr>
          <p:nvPr/>
        </p:nvSpPr>
        <p:spPr>
          <a:xfrm>
            <a:off x="8515350" y="2733675"/>
            <a:ext cx="476" cy="476250"/>
          </a:xfrm>
          <a:prstGeom prst="line">
            <a:avLst/>
          </a:prstGeom>
          <a:noFill/>
          <a:ln w="14288">
            <a:solidFill>
              <a:srgbClr val="235C99"/>
            </a:solidFill>
            <a:prstDash val="dash"/>
            <a:tailEnd type="triangle" w="sm" len="sm"/>
          </a:ln>
        </p:spPr>
        <p:txBody>
          <a:bodyPr/>
          <a:lstStyle/>
          <a:p>
            <a:endParaRPr lang="it-IT"/>
          </a:p>
        </p:txBody>
      </p:sp>
      <p:sp>
        <p:nvSpPr>
          <p:cNvPr id="97" name="line_93">
            <a:extLst>
              <a:ext uri="{FF2B5EF4-FFF2-40B4-BE49-F238E27FC236}">
                <a16:creationId xmlns:a16="http://schemas.microsoft.com/office/drawing/2014/main" id="{E237B21C-C601-42D9-B45F-8B24B8FE2EF3}"/>
              </a:ext>
            </a:extLst>
          </p:cNvPr>
          <p:cNvSpPr>
            <a:spLocks noGrp="1"/>
          </p:cNvSpPr>
          <p:nvPr/>
        </p:nvSpPr>
        <p:spPr>
          <a:xfrm>
            <a:off x="11049000" y="3124200"/>
            <a:ext cx="476" cy="85725"/>
          </a:xfrm>
          <a:prstGeom prst="line">
            <a:avLst/>
          </a:prstGeom>
          <a:noFill/>
          <a:ln w="14288">
            <a:solidFill>
              <a:srgbClr val="235C99"/>
            </a:solidFill>
            <a:prstDash val="dash"/>
            <a:tailEnd type="triangle" w="sm" len="sm"/>
          </a:ln>
        </p:spPr>
        <p:txBody>
          <a:bodyPr/>
          <a:lstStyle/>
          <a:p>
            <a:endParaRPr lang="it-IT"/>
          </a:p>
        </p:txBody>
      </p:sp>
      <p:sp>
        <p:nvSpPr>
          <p:cNvPr id="98" name="note_box_94">
            <a:extLst>
              <a:ext uri="{FF2B5EF4-FFF2-40B4-BE49-F238E27FC236}">
                <a16:creationId xmlns:a16="http://schemas.microsoft.com/office/drawing/2014/main" id="{B02EB249-C89D-4251-8E8A-321AB4F0406F}"/>
              </a:ext>
            </a:extLst>
          </p:cNvPr>
          <p:cNvSpPr>
            <a:spLocks noGrp="1"/>
          </p:cNvSpPr>
          <p:nvPr/>
        </p:nvSpPr>
        <p:spPr>
          <a:xfrm>
            <a:off x="6953250" y="4257675"/>
            <a:ext cx="4762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9" name="equation_95" descr="\nabla_{\mathbf W_2}\mathcal L_{\mathrm{sq}}">
                <a:extLst>
                  <a:ext uri="{FF2B5EF4-FFF2-40B4-BE49-F238E27FC236}">
                    <a16:creationId xmlns:a16="http://schemas.microsoft.com/office/drawing/2014/main" id="{D6C05784-1781-4E5C-A764-ABA3DB0E1BF8}"/>
                  </a:ext>
                </a:extLst>
              </p:cNvPr>
              <p:cNvSpPr>
                <a:spLocks noGrp="1"/>
              </p:cNvSpPr>
              <p:nvPr/>
            </p:nvSpPr>
            <p:spPr>
              <a:xfrm>
                <a:off x="7029450" y="4343400"/>
                <a:ext cx="4610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99" name="equation_95" descr="\nabla_{\mathbf W_2}\mathcal L_{\mathrm{sq}}">
                <a:extLst>
                  <a:ext uri="{FF2B5EF4-FFF2-40B4-BE49-F238E27FC236}">
                    <a16:creationId xmlns:a16="http://schemas.microsoft.com/office/drawing/2014/main" id="{D6C05784-1781-4E5C-A764-ABA3DB0E1BF8}"/>
                  </a:ext>
                </a:extLst>
              </p:cNvPr>
              <p:cNvSpPr>
                <a:spLocks noGrp="1" noRot="1" noChangeAspect="1" noMove="1" noResize="1" noEditPoints="1" noAdjustHandles="1" noChangeArrowheads="1" noChangeShapeType="1" noTextEdit="1"/>
              </p:cNvSpPr>
              <p:nvPr/>
            </p:nvSpPr>
            <p:spPr>
              <a:xfrm>
                <a:off x="7029450" y="4343400"/>
                <a:ext cx="4610100" cy="342900"/>
              </a:xfrm>
              <a:prstGeom prst="rect">
                <a:avLst/>
              </a:prstGeom>
              <a:blipFill>
                <a:blip r:embed="rId19"/>
                <a:stretch>
                  <a:fillRect b="-28571"/>
                </a:stretch>
              </a:blipFill>
              <a:ln w="0">
                <a:noFill/>
              </a:ln>
            </p:spPr>
            <p:txBody>
              <a:bodyPr/>
              <a:lstStyle/>
              <a:p>
                <a:r>
                  <a:rPr lang="it-IT">
                    <a:noFill/>
                  </a:rPr>
                  <a:t> </a:t>
                </a:r>
              </a:p>
            </p:txBody>
          </p:sp>
        </mc:Fallback>
      </mc:AlternateContent>
      <p:sp>
        <p:nvSpPr>
          <p:cNvPr id="100" name="text_96">
            <a:extLst>
              <a:ext uri="{FF2B5EF4-FFF2-40B4-BE49-F238E27FC236}">
                <a16:creationId xmlns:a16="http://schemas.microsoft.com/office/drawing/2014/main" id="{E64A61A3-A9A3-418B-BA3D-A67666E09A5D}"/>
              </a:ext>
            </a:extLst>
          </p:cNvPr>
          <p:cNvSpPr>
            <a:spLocks noGrp="1"/>
          </p:cNvSpPr>
          <p:nvPr/>
        </p:nvSpPr>
        <p:spPr>
          <a:xfrm>
            <a:off x="7143750" y="4714875"/>
            <a:ext cx="4381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101" name="note_box_97">
            <a:extLst>
              <a:ext uri="{FF2B5EF4-FFF2-40B4-BE49-F238E27FC236}">
                <a16:creationId xmlns:a16="http://schemas.microsoft.com/office/drawing/2014/main" id="{1ACAB522-D40A-4BB7-9830-3C991A27862D}"/>
              </a:ext>
            </a:extLst>
          </p:cNvPr>
          <p:cNvSpPr>
            <a:spLocks noGrp="1"/>
          </p:cNvSpPr>
          <p:nvPr/>
        </p:nvSpPr>
        <p:spPr>
          <a:xfrm>
            <a:off x="6953250" y="5562600"/>
            <a:ext cx="4762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2" name="equation_98" descr="\partial\mathcal L_{\mathrm{sq}}/\partial b_2">
                <a:extLst>
                  <a:ext uri="{FF2B5EF4-FFF2-40B4-BE49-F238E27FC236}">
                    <a16:creationId xmlns:a16="http://schemas.microsoft.com/office/drawing/2014/main" id="{77A3DF6F-59BC-4E13-B178-8412D5D3E000}"/>
                  </a:ext>
                </a:extLst>
              </p:cNvPr>
              <p:cNvSpPr>
                <a:spLocks noGrp="1"/>
              </p:cNvSpPr>
              <p:nvPr/>
            </p:nvSpPr>
            <p:spPr>
              <a:xfrm>
                <a:off x="741045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2" name="equation_98" descr="\partial\mathcal L_{\mathrm{sq}}/\partial b_2">
                <a:extLst>
                  <a:ext uri="{FF2B5EF4-FFF2-40B4-BE49-F238E27FC236}">
                    <a16:creationId xmlns:a16="http://schemas.microsoft.com/office/drawing/2014/main" id="{77A3DF6F-59BC-4E13-B178-8412D5D3E000}"/>
                  </a:ext>
                </a:extLst>
              </p:cNvPr>
              <p:cNvSpPr>
                <a:spLocks noGrp="1" noRot="1" noChangeAspect="1" noMove="1" noResize="1" noEditPoints="1" noAdjustHandles="1" noChangeArrowheads="1" noChangeShapeType="1" noTextEdit="1"/>
              </p:cNvSpPr>
              <p:nvPr/>
            </p:nvSpPr>
            <p:spPr>
              <a:xfrm>
                <a:off x="7410450" y="5581650"/>
                <a:ext cx="2524125" cy="438150"/>
              </a:xfrm>
              <a:prstGeom prst="rect">
                <a:avLst/>
              </a:prstGeom>
              <a:blipFill>
                <a:blip r:embed="rId20"/>
                <a:stretch>
                  <a:fillRect b="-6944"/>
                </a:stretch>
              </a:blipFill>
              <a:ln w="0">
                <a:noFill/>
              </a:ln>
            </p:spPr>
            <p:txBody>
              <a:bodyPr/>
              <a:lstStyle/>
              <a:p>
                <a:r>
                  <a:rPr lang="it-IT">
                    <a:noFill/>
                  </a:rPr>
                  <a:t> </a:t>
                </a:r>
              </a:p>
            </p:txBody>
          </p:sp>
        </mc:Fallback>
      </mc:AlternateContent>
      <p:sp>
        <p:nvSpPr>
          <p:cNvPr id="103" name="text_99">
            <a:extLst>
              <a:ext uri="{FF2B5EF4-FFF2-40B4-BE49-F238E27FC236}">
                <a16:creationId xmlns:a16="http://schemas.microsoft.com/office/drawing/2014/main" id="{3CBAB39C-7317-4CE8-8FEA-7EABE70C99B9}"/>
              </a:ext>
            </a:extLst>
          </p:cNvPr>
          <p:cNvSpPr>
            <a:spLocks noGrp="1"/>
          </p:cNvSpPr>
          <p:nvPr/>
        </p:nvSpPr>
        <p:spPr>
          <a:xfrm>
            <a:off x="994410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104" name="note_brace_100">
            <a:extLst>
              <a:ext uri="{FF2B5EF4-FFF2-40B4-BE49-F238E27FC236}">
                <a16:creationId xmlns:a16="http://schemas.microsoft.com/office/drawing/2014/main" id="{CB750404-FD92-4572-9AEE-114F14AC8A9D}"/>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05" name="text_101">
            <a:extLst>
              <a:ext uri="{FF2B5EF4-FFF2-40B4-BE49-F238E27FC236}">
                <a16:creationId xmlns:a16="http://schemas.microsoft.com/office/drawing/2014/main" id="{8A6E5FE1-2BEB-4833-ADB7-51716EAC6267}"/>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06" name="note_brace_102">
            <a:extLst>
              <a:ext uri="{FF2B5EF4-FFF2-40B4-BE49-F238E27FC236}">
                <a16:creationId xmlns:a16="http://schemas.microsoft.com/office/drawing/2014/main" id="{C5B33DAA-168E-441A-97D0-87CCA2E68DBF}"/>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07" name="text_103">
            <a:extLst>
              <a:ext uri="{FF2B5EF4-FFF2-40B4-BE49-F238E27FC236}">
                <a16:creationId xmlns:a16="http://schemas.microsoft.com/office/drawing/2014/main" id="{0EE1283B-A92D-460D-BCC8-AD266845A0C6}"/>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69" name="output_symbolic_1" descr="=(2(\left[\mathbf a_2(\mathbf{x})\right]_1-y))">
                <a:extLst>
                  <a:ext uri="{FF2B5EF4-FFF2-40B4-BE49-F238E27FC236}">
                    <a16:creationId xmlns:a16="http://schemas.microsoft.com/office/drawing/2014/main" id="{09CB6B2B-A941-42E8-BC88-24BD4F3DBC8F}"/>
                  </a:ext>
                </a:extLst>
              </p:cNvPr>
              <p:cNvSpPr>
                <a:spLocks noGrp="1"/>
              </p:cNvSpPr>
              <p:nvPr/>
            </p:nvSpPr>
            <p:spPr>
              <a:xfrm>
                <a:off x="7029450" y="3514725"/>
                <a:ext cx="4610100" cy="342900"/>
              </a:xfrm>
              <a:prstGeom prst="rect">
                <a:avLst/>
              </a:prstGeom>
              <a:noFill/>
              <a:ln w="0">
                <a:noFill/>
              </a:ln>
            </p:spPr>
            <p:txBody>
              <a:bodyPr wrap="none" lIns="0" tIns="0" rIns="0" bIns="0" anchor="ctr"/>
              <a:lstStyle>
                <a:defPPr algn="ctr">
                  <a:defRPr sz="2000">
                    <a:solidFill>
                      <a:srgbClr val="AB4910"/>
                    </a:solidFill>
                    <a:latin typeface="DejaVu Sans"/>
                    <a:ea typeface="DejaVu Sans"/>
                    <a:cs typeface="DejaVu Sans"/>
                  </a:defRPr>
                </a:defP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d>
                            <m:dPr>
                              <m:ctrlPr>
                                <a:rPr lang="en-GB" sz="2000" i="1">
                                  <a:solidFill>
                                    <a:srgbClr val="AB4910"/>
                                  </a:solidFill>
                                  <a:latin typeface="Cambria Math" panose="02040503050406030204" pitchFamily="18" charset="0"/>
                                  <a:ea typeface="Cambria Math"/>
                                  <a:cs typeface="Cambria Math"/>
                                </a:rPr>
                              </m:ctrlPr>
                            </m:dPr>
                            <m:e>
                              <m:sSub>
                                <m:sSubPr>
                                  <m:ctrlPr>
                                    <a:rPr lang="en-GB" sz="2000" i="1">
                                      <a:solidFill>
                                        <a:srgbClr val="AB4910"/>
                                      </a:solidFill>
                                      <a:latin typeface="Cambria Math" panose="02040503050406030204" pitchFamily="18" charset="0"/>
                                      <a:ea typeface="Cambria Math"/>
                                      <a:cs typeface="Cambria Math"/>
                                    </a:rPr>
                                  </m:ctrlPr>
                                </m:sSubPr>
                                <m:e>
                                  <m:d>
                                    <m:dPr>
                                      <m:begChr m:val="["/>
                                      <m:endChr m:val="]"/>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e>
                                <m:sub>
                                  <m:r>
                                    <a:rPr lang="en-GB" sz="2000">
                                      <a:solidFill>
                                        <a:srgbClr val="AB4910"/>
                                      </a:solidFill>
                                      <a:latin typeface="Cambria Math"/>
                                      <a:ea typeface="Cambria Math"/>
                                      <a:cs typeface="Cambria Math"/>
                                    </a:rPr>
                                    <m:t>1</m:t>
                                  </m:r>
                                </m:sub>
                              </m:sSub>
                              <m:r>
                                <a:rPr lang="en-GB" sz="2000">
                                  <a:solidFill>
                                    <a:srgbClr val="AB4910"/>
                                  </a:solidFill>
                                  <a:latin typeface="Cambria Math"/>
                                  <a:ea typeface="Cambria Math"/>
                                  <a:cs typeface="Cambria Math"/>
                                </a:rPr>
                                <m:t>−</m:t>
                              </m:r>
                              <m:r>
                                <a:rPr lang="en-GB" sz="2000">
                                  <a:solidFill>
                                    <a:srgbClr val="AB4910"/>
                                  </a:solidFill>
                                  <a:latin typeface="Cambria Math"/>
                                  <a:ea typeface="Cambria Math"/>
                                  <a:cs typeface="Cambria Math"/>
                                </a:rPr>
                                <m:t>𝑦</m:t>
                              </m:r>
                            </m:e>
                          </m:d>
                        </m:e>
                      </m:d>
                    </m:oMath>
                  </m:oMathPara>
                </a14:m>
                <a:endParaRPr/>
              </a:p>
            </p:txBody>
          </p:sp>
        </mc:Choice>
        <mc:Fallback xmlns="">
          <p:sp>
            <p:nvSpPr>
              <p:cNvPr id="169" name="output_symbolic_1" descr="=(2(\left[\mathbf a_2(\mathbf{x})\right]_1-y))">
                <a:extLst>
                  <a:ext uri="{FF2B5EF4-FFF2-40B4-BE49-F238E27FC236}">
                    <a16:creationId xmlns:a16="http://schemas.microsoft.com/office/drawing/2014/main" id="{09CB6B2B-A941-42E8-BC88-24BD4F3DBC8F}"/>
                  </a:ext>
                </a:extLst>
              </p:cNvPr>
              <p:cNvSpPr>
                <a:spLocks noGrp="1" noRot="1" noChangeAspect="1" noMove="1" noResize="1" noEditPoints="1" noAdjustHandles="1" noChangeArrowheads="1" noChangeShapeType="1" noTextEdit="1"/>
              </p:cNvSpPr>
              <p:nvPr/>
            </p:nvSpPr>
            <p:spPr>
              <a:xfrm>
                <a:off x="7029450" y="3514725"/>
                <a:ext cx="4610100" cy="342900"/>
              </a:xfrm>
              <a:prstGeom prst="rect">
                <a:avLst/>
              </a:prstGeom>
              <a:blipFill>
                <a:blip r:embed="rId23"/>
                <a:stretch>
                  <a:fillRect b="-17857"/>
                </a:stretch>
              </a:blipFill>
              <a:ln w="0">
                <a:noFill/>
              </a:ln>
            </p:spPr>
            <p:txBody>
              <a:bodyPr/>
              <a:lstStyle/>
              <a:p>
                <a:r>
                  <a:rPr lang="it-IT">
                    <a:noFill/>
                  </a:rPr>
                  <a:t> </a:t>
                </a:r>
              </a:p>
            </p:txBody>
          </p:sp>
        </mc:Fallback>
      </mc:AlternateContent>
      <p:sp>
        <p:nvSpPr>
          <p:cNvPr id="108" name="shape_104">
            <a:extLst>
              <a:ext uri="{FF2B5EF4-FFF2-40B4-BE49-F238E27FC236}">
                <a16:creationId xmlns:a16="http://schemas.microsoft.com/office/drawing/2014/main" id="{BB50128C-576E-4CB8-A0E9-314B5FD4E596}"/>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09" name="text_105">
            <a:extLst>
              <a:ext uri="{FF2B5EF4-FFF2-40B4-BE49-F238E27FC236}">
                <a16:creationId xmlns:a16="http://schemas.microsoft.com/office/drawing/2014/main" id="{E048C70D-6472-48CD-8E21-40BC29B83A22}"/>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10" name="text_106">
            <a:extLst>
              <a:ext uri="{FF2B5EF4-FFF2-40B4-BE49-F238E27FC236}">
                <a16:creationId xmlns:a16="http://schemas.microsoft.com/office/drawing/2014/main" id="{4D82ECA0-87D6-4DF2-B3C1-E2F75EACEDC5}"/>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111" name="text_107">
            <a:extLst>
              <a:ext uri="{FF2B5EF4-FFF2-40B4-BE49-F238E27FC236}">
                <a16:creationId xmlns:a16="http://schemas.microsoft.com/office/drawing/2014/main" id="{81DE18BC-EC0B-48FF-9535-1DF0EF287346}"/>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2" name="note_box_108">
            <a:extLst>
              <a:ext uri="{FF2B5EF4-FFF2-40B4-BE49-F238E27FC236}">
                <a16:creationId xmlns:a16="http://schemas.microsoft.com/office/drawing/2014/main" id="{FC2818EB-2A83-4695-926A-F6B3D7B09163}"/>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3" name="equation_109" descr="\boldsymbol{\phi}_0(\mathbf{x})">
                <a:extLst>
                  <a:ext uri="{FF2B5EF4-FFF2-40B4-BE49-F238E27FC236}">
                    <a16:creationId xmlns:a16="http://schemas.microsoft.com/office/drawing/2014/main" id="{CD897742-1419-4779-9DDE-83BF006E736C}"/>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13" name="equation_109" descr="\boldsymbol{\phi}_0(\mathbf{x})">
                <a:extLst>
                  <a:ext uri="{FF2B5EF4-FFF2-40B4-BE49-F238E27FC236}">
                    <a16:creationId xmlns:a16="http://schemas.microsoft.com/office/drawing/2014/main" id="{CD897742-1419-4779-9DDE-83BF006E736C}"/>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4" name="equation_110" descr="(1,2)">
                <a:extLst>
                  <a:ext uri="{FF2B5EF4-FFF2-40B4-BE49-F238E27FC236}">
                    <a16:creationId xmlns:a16="http://schemas.microsoft.com/office/drawing/2014/main" id="{1644EB6C-94C7-4814-B4FF-08300443985B}"/>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114" name="equation_110" descr="(1,2)">
                <a:extLst>
                  <a:ext uri="{FF2B5EF4-FFF2-40B4-BE49-F238E27FC236}">
                    <a16:creationId xmlns:a16="http://schemas.microsoft.com/office/drawing/2014/main" id="{1644EB6C-94C7-4814-B4FF-08300443985B}"/>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115" name="line_111">
            <a:extLst>
              <a:ext uri="{FF2B5EF4-FFF2-40B4-BE49-F238E27FC236}">
                <a16:creationId xmlns:a16="http://schemas.microsoft.com/office/drawing/2014/main" id="{F52698CA-0670-4F99-9929-D1D72A0B9427}"/>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16" name="text_112">
            <a:extLst>
              <a:ext uri="{FF2B5EF4-FFF2-40B4-BE49-F238E27FC236}">
                <a16:creationId xmlns:a16="http://schemas.microsoft.com/office/drawing/2014/main" id="{65C37A73-B3EB-46B0-ABFD-464383A0E25B}"/>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17" name="note_box_113">
            <a:extLst>
              <a:ext uri="{FF2B5EF4-FFF2-40B4-BE49-F238E27FC236}">
                <a16:creationId xmlns:a16="http://schemas.microsoft.com/office/drawing/2014/main" id="{C8B7A284-9E5C-4B87-A9CE-2E9FDB541546}"/>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8" name="equation_114" descr="\mathbf{a}_1(\mathbf{x})">
                <a:extLst>
                  <a:ext uri="{FF2B5EF4-FFF2-40B4-BE49-F238E27FC236}">
                    <a16:creationId xmlns:a16="http://schemas.microsoft.com/office/drawing/2014/main" id="{7A38F188-7BF5-4B80-8C7B-BCDFE5899AE2}"/>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18" name="equation_114" descr="\mathbf{a}_1(\mathbf{x})">
                <a:extLst>
                  <a:ext uri="{FF2B5EF4-FFF2-40B4-BE49-F238E27FC236}">
                    <a16:creationId xmlns:a16="http://schemas.microsoft.com/office/drawing/2014/main" id="{7A38F188-7BF5-4B80-8C7B-BCDFE5899AE2}"/>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9" name="equation_115" descr="(-1,3,1)">
                <a:extLst>
                  <a:ext uri="{FF2B5EF4-FFF2-40B4-BE49-F238E27FC236}">
                    <a16:creationId xmlns:a16="http://schemas.microsoft.com/office/drawing/2014/main" id="{0AB22649-12DF-4D5F-AA2C-0508699437F2}"/>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119" name="equation_115" descr="(-1,3,1)">
                <a:extLst>
                  <a:ext uri="{FF2B5EF4-FFF2-40B4-BE49-F238E27FC236}">
                    <a16:creationId xmlns:a16="http://schemas.microsoft.com/office/drawing/2014/main" id="{0AB22649-12DF-4D5F-AA2C-0508699437F2}"/>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120" name="line_116">
            <a:extLst>
              <a:ext uri="{FF2B5EF4-FFF2-40B4-BE49-F238E27FC236}">
                <a16:creationId xmlns:a16="http://schemas.microsoft.com/office/drawing/2014/main" id="{C5647110-4ACA-401F-B9B5-355AD3444718}"/>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21" name="text_117">
            <a:extLst>
              <a:ext uri="{FF2B5EF4-FFF2-40B4-BE49-F238E27FC236}">
                <a16:creationId xmlns:a16="http://schemas.microsoft.com/office/drawing/2014/main" id="{B172BDA5-0293-4F1C-8762-BEDD690D8D33}"/>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22" name="note_box_118">
            <a:extLst>
              <a:ext uri="{FF2B5EF4-FFF2-40B4-BE49-F238E27FC236}">
                <a16:creationId xmlns:a16="http://schemas.microsoft.com/office/drawing/2014/main" id="{85D38268-3646-46E7-9270-C47E246BF417}"/>
              </a:ext>
            </a:extLst>
          </p:cNvPr>
          <p:cNvSpPr>
            <a:spLocks noGrp="1"/>
          </p:cNvSpPr>
          <p:nvPr/>
        </p:nvSpPr>
        <p:spPr>
          <a:xfrm>
            <a:off x="52006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3" name="equation_119" descr="\boldsymbol{\phi}_1(\mathbf{x})">
                <a:extLst>
                  <a:ext uri="{FF2B5EF4-FFF2-40B4-BE49-F238E27FC236}">
                    <a16:creationId xmlns:a16="http://schemas.microsoft.com/office/drawing/2014/main" id="{8937F57E-158C-4C45-B8D9-034FD7AC1BD8}"/>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23" name="equation_119" descr="\boldsymbol{\phi}_1(\mathbf{x})">
                <a:extLst>
                  <a:ext uri="{FF2B5EF4-FFF2-40B4-BE49-F238E27FC236}">
                    <a16:creationId xmlns:a16="http://schemas.microsoft.com/office/drawing/2014/main" id="{8937F57E-158C-4C45-B8D9-034FD7AC1BD8}"/>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4" name="equation_120" descr="(0,3,1)">
                <a:extLst>
                  <a:ext uri="{FF2B5EF4-FFF2-40B4-BE49-F238E27FC236}">
                    <a16:creationId xmlns:a16="http://schemas.microsoft.com/office/drawing/2014/main" id="{528FE4C4-AD57-4E43-ADF8-EA0D58985B1E}"/>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0,3,1</m:t>
                          </m:r>
                        </m:e>
                      </m:d>
                    </m:oMath>
                  </m:oMathPara>
                </a14:m>
                <a:endParaRPr lang="en-GB" sz="2000"/>
              </a:p>
            </p:txBody>
          </p:sp>
        </mc:Choice>
        <mc:Fallback xmlns="">
          <p:sp>
            <p:nvSpPr>
              <p:cNvPr id="124" name="equation_120" descr="(0,3,1)">
                <a:extLst>
                  <a:ext uri="{FF2B5EF4-FFF2-40B4-BE49-F238E27FC236}">
                    <a16:creationId xmlns:a16="http://schemas.microsoft.com/office/drawing/2014/main" id="{528FE4C4-AD57-4E43-ADF8-EA0D58985B1E}"/>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125" name="line_121">
            <a:extLst>
              <a:ext uri="{FF2B5EF4-FFF2-40B4-BE49-F238E27FC236}">
                <a16:creationId xmlns:a16="http://schemas.microsoft.com/office/drawing/2014/main" id="{D31D74F5-CEE9-4B35-9B2F-D0FEF766A206}"/>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126" name="text_122">
            <a:extLst>
              <a:ext uri="{FF2B5EF4-FFF2-40B4-BE49-F238E27FC236}">
                <a16:creationId xmlns:a16="http://schemas.microsoft.com/office/drawing/2014/main" id="{903A715E-78D7-47C9-9320-6B7F847495F9}"/>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27" name="note_box_123">
            <a:extLst>
              <a:ext uri="{FF2B5EF4-FFF2-40B4-BE49-F238E27FC236}">
                <a16:creationId xmlns:a16="http://schemas.microsoft.com/office/drawing/2014/main" id="{F1D53E30-D6AD-4B8D-9176-51B5E5C42712}"/>
              </a:ext>
            </a:extLst>
          </p:cNvPr>
          <p:cNvSpPr>
            <a:spLocks noGrp="1"/>
          </p:cNvSpPr>
          <p:nvPr/>
        </p:nvSpPr>
        <p:spPr>
          <a:xfrm>
            <a:off x="76200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8" name="equation_124" descr="\mathbf{a}_2(\mathbf{x})">
                <a:extLst>
                  <a:ext uri="{FF2B5EF4-FFF2-40B4-BE49-F238E27FC236}">
                    <a16:creationId xmlns:a16="http://schemas.microsoft.com/office/drawing/2014/main" id="{B2977770-FDD3-415C-9665-96BF505B64F4}"/>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28" name="equation_124" descr="\mathbf{a}_2(\mathbf{x})">
                <a:extLst>
                  <a:ext uri="{FF2B5EF4-FFF2-40B4-BE49-F238E27FC236}">
                    <a16:creationId xmlns:a16="http://schemas.microsoft.com/office/drawing/2014/main" id="{B2977770-FDD3-415C-9665-96BF505B64F4}"/>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9" name="equation_125" descr="(-7/2)">
                <a:extLst>
                  <a:ext uri="{FF2B5EF4-FFF2-40B4-BE49-F238E27FC236}">
                    <a16:creationId xmlns:a16="http://schemas.microsoft.com/office/drawing/2014/main" id="{D7943256-B1CF-4E73-A858-D864AE32D630}"/>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−7/2</m:t>
                          </m:r>
                        </m:e>
                      </m:d>
                    </m:oMath>
                  </m:oMathPara>
                </a14:m>
                <a:endParaRPr lang="en-GB" sz="2000"/>
              </a:p>
            </p:txBody>
          </p:sp>
        </mc:Choice>
        <mc:Fallback xmlns="">
          <p:sp>
            <p:nvSpPr>
              <p:cNvPr id="129" name="equation_125" descr="(-7/2)">
                <a:extLst>
                  <a:ext uri="{FF2B5EF4-FFF2-40B4-BE49-F238E27FC236}">
                    <a16:creationId xmlns:a16="http://schemas.microsoft.com/office/drawing/2014/main" id="{D7943256-B1CF-4E73-A858-D864AE32D630}"/>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130" name="line_126">
            <a:extLst>
              <a:ext uri="{FF2B5EF4-FFF2-40B4-BE49-F238E27FC236}">
                <a16:creationId xmlns:a16="http://schemas.microsoft.com/office/drawing/2014/main" id="{83890D61-5D86-4CDB-BE60-A4063B3F431D}"/>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131" name="text_127">
            <a:extLst>
              <a:ext uri="{FF2B5EF4-FFF2-40B4-BE49-F238E27FC236}">
                <a16:creationId xmlns:a16="http://schemas.microsoft.com/office/drawing/2014/main" id="{C40BF13F-0C5D-4699-B404-05A8B4E593D2}"/>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32" name="note_box_128">
            <a:extLst>
              <a:ext uri="{FF2B5EF4-FFF2-40B4-BE49-F238E27FC236}">
                <a16:creationId xmlns:a16="http://schemas.microsoft.com/office/drawing/2014/main" id="{8C68D33D-420E-4607-8A41-6271E6CA524D}"/>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3" name="equation_129" descr="\mathcal{L}_{\mathrm{sq}}">
                <a:extLst>
                  <a:ext uri="{FF2B5EF4-FFF2-40B4-BE49-F238E27FC236}">
                    <a16:creationId xmlns:a16="http://schemas.microsoft.com/office/drawing/2014/main" id="{C849E41F-869E-41DF-9B30-1EF9F006670A}"/>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33" name="equation_129" descr="\mathcal{L}_{\mathrm{sq}}">
                <a:extLst>
                  <a:ext uri="{FF2B5EF4-FFF2-40B4-BE49-F238E27FC236}">
                    <a16:creationId xmlns:a16="http://schemas.microsoft.com/office/drawing/2014/main" id="{C849E41F-869E-41DF-9B30-1EF9F006670A}"/>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4" name="equation_130" descr="1/4">
                <a:extLst>
                  <a:ext uri="{FF2B5EF4-FFF2-40B4-BE49-F238E27FC236}">
                    <a16:creationId xmlns:a16="http://schemas.microsoft.com/office/drawing/2014/main" id="{DF424B0E-9843-452C-B892-445EBB56E1A2}"/>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134" name="equation_130" descr="1/4">
                <a:extLst>
                  <a:ext uri="{FF2B5EF4-FFF2-40B4-BE49-F238E27FC236}">
                    <a16:creationId xmlns:a16="http://schemas.microsoft.com/office/drawing/2014/main" id="{DF424B0E-9843-452C-B892-445EBB56E1A2}"/>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135" name="note_box_131">
            <a:extLst>
              <a:ext uri="{FF2B5EF4-FFF2-40B4-BE49-F238E27FC236}">
                <a16:creationId xmlns:a16="http://schemas.microsoft.com/office/drawing/2014/main" id="{D919D781-B1E1-46D2-9D8D-BC2F9FBBBEC3}"/>
              </a:ext>
            </a:extLst>
          </p:cNvPr>
          <p:cNvSpPr>
            <a:spLocks noGrp="1"/>
          </p:cNvSpPr>
          <p:nvPr/>
        </p:nvSpPr>
        <p:spPr>
          <a:xfrm>
            <a:off x="10382250" y="2809875"/>
            <a:ext cx="1333500"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36" name="equation_132" descr="y=-3">
                <a:extLst>
                  <a:ext uri="{FF2B5EF4-FFF2-40B4-BE49-F238E27FC236}">
                    <a16:creationId xmlns:a16="http://schemas.microsoft.com/office/drawing/2014/main" id="{6197F630-2691-479C-B508-755F08A99C09}"/>
                  </a:ext>
                </a:extLst>
              </p:cNvPr>
              <p:cNvSpPr>
                <a:spLocks noGrp="1"/>
              </p:cNvSpPr>
              <p:nvPr/>
            </p:nvSpPr>
            <p:spPr>
              <a:xfrm>
                <a:off x="10420350" y="2809875"/>
                <a:ext cx="1257300"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235C99"/>
                          </a:solidFill>
                          <a:latin typeface="Cambria Math"/>
                          <a:ea typeface="Cambria Math"/>
                          <a:cs typeface="Cambria Math"/>
                        </a:rPr>
                        <m:t>𝑦</m:t>
                      </m:r>
                      <m:r>
                        <a:rPr lang="en-GB" sz="2000">
                          <a:solidFill>
                            <a:srgbClr val="235C99"/>
                          </a:solidFill>
                          <a:latin typeface="Cambria Math"/>
                          <a:ea typeface="Cambria Math"/>
                          <a:cs typeface="Cambria Math"/>
                        </a:rPr>
                        <m:t>=−3</m:t>
                      </m:r>
                    </m:oMath>
                  </m:oMathPara>
                </a14:m>
                <a:endParaRPr lang="en-GB" sz="2000"/>
              </a:p>
            </p:txBody>
          </p:sp>
        </mc:Choice>
        <mc:Fallback xmlns="">
          <p:sp>
            <p:nvSpPr>
              <p:cNvPr id="136" name="equation_132" descr="y=-3">
                <a:extLst>
                  <a:ext uri="{FF2B5EF4-FFF2-40B4-BE49-F238E27FC236}">
                    <a16:creationId xmlns:a16="http://schemas.microsoft.com/office/drawing/2014/main" id="{6197F630-2691-479C-B508-755F08A99C09}"/>
                  </a:ext>
                </a:extLst>
              </p:cNvPr>
              <p:cNvSpPr>
                <a:spLocks noGrp="1" noRot="1" noChangeAspect="1" noMove="1" noResize="1" noEditPoints="1" noAdjustHandles="1" noChangeArrowheads="1" noChangeShapeType="1" noTextEdit="1"/>
              </p:cNvSpPr>
              <p:nvPr/>
            </p:nvSpPr>
            <p:spPr>
              <a:xfrm>
                <a:off x="10420350" y="2809875"/>
                <a:ext cx="1257300" cy="304800"/>
              </a:xfrm>
              <a:prstGeom prst="rect">
                <a:avLst/>
              </a:prstGeom>
              <a:blipFill>
                <a:blip r:embed="rId14"/>
                <a:stretch>
                  <a:fillRect b="-34000"/>
                </a:stretch>
              </a:blipFill>
              <a:ln w="0">
                <a:noFill/>
              </a:ln>
            </p:spPr>
            <p:txBody>
              <a:bodyPr/>
              <a:lstStyle/>
              <a:p>
                <a:r>
                  <a:rPr lang="it-IT">
                    <a:noFill/>
                  </a:rPr>
                  <a:t> </a:t>
                </a:r>
              </a:p>
            </p:txBody>
          </p:sp>
        </mc:Fallback>
      </mc:AlternateContent>
      <p:sp>
        <p:nvSpPr>
          <p:cNvPr id="137" name="note_box_133">
            <a:extLst>
              <a:ext uri="{FF2B5EF4-FFF2-40B4-BE49-F238E27FC236}">
                <a16:creationId xmlns:a16="http://schemas.microsoft.com/office/drawing/2014/main" id="{EE4B85CE-A4CD-434E-A035-BFC57F8A1CA2}"/>
              </a:ext>
            </a:extLst>
          </p:cNvPr>
          <p:cNvSpPr>
            <a:spLocks noGrp="1"/>
          </p:cNvSpPr>
          <p:nvPr/>
        </p:nvSpPr>
        <p:spPr>
          <a:xfrm>
            <a:off x="762000" y="3228975"/>
            <a:ext cx="5905500" cy="857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38" name="equation_134" descr="\nabla J_{1}(\mathbf a_1(\mathbf{x}))">
                <a:extLst>
                  <a:ext uri="{FF2B5EF4-FFF2-40B4-BE49-F238E27FC236}">
                    <a16:creationId xmlns:a16="http://schemas.microsoft.com/office/drawing/2014/main" id="{12195852-48C7-4D1E-9D31-F12B526782A2}"/>
                  </a:ext>
                </a:extLst>
              </p:cNvPr>
              <p:cNvSpPr>
                <a:spLocks noGrp="1"/>
              </p:cNvSpPr>
              <p:nvPr/>
            </p:nvSpPr>
            <p:spPr>
              <a:xfrm>
                <a:off x="838200" y="3271806"/>
                <a:ext cx="5753100" cy="428689"/>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1</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138" name="equation_134" descr="\nabla J_{1}(\mathbf a_1(\mathbf{x}))">
                <a:extLst>
                  <a:ext uri="{FF2B5EF4-FFF2-40B4-BE49-F238E27FC236}">
                    <a16:creationId xmlns:a16="http://schemas.microsoft.com/office/drawing/2014/main" id="{12195852-48C7-4D1E-9D31-F12B526782A2}"/>
                  </a:ext>
                </a:extLst>
              </p:cNvPr>
              <p:cNvSpPr>
                <a:spLocks noGrp="1" noRot="1" noChangeAspect="1" noMove="1" noResize="1" noEditPoints="1" noAdjustHandles="1" noChangeArrowheads="1" noChangeShapeType="1" noTextEdit="1"/>
              </p:cNvSpPr>
              <p:nvPr/>
            </p:nvSpPr>
            <p:spPr>
              <a:xfrm>
                <a:off x="838200" y="3271806"/>
                <a:ext cx="5753100" cy="428689"/>
              </a:xfrm>
              <a:prstGeom prst="rect">
                <a:avLst/>
              </a:prstGeom>
              <a:blipFill>
                <a:blip r:embed="rId15"/>
                <a:stretch>
                  <a:fillRect b="-8571"/>
                </a:stretch>
              </a:blipFill>
              <a:ln w="0">
                <a:noFill/>
              </a:ln>
            </p:spPr>
            <p:txBody>
              <a:bodyPr/>
              <a:lstStyle/>
              <a:p>
                <a:r>
                  <a:rPr lang="it-IT">
                    <a:noFill/>
                  </a:rPr>
                  <a:t> </a:t>
                </a:r>
              </a:p>
            </p:txBody>
          </p:sp>
        </mc:Fallback>
      </mc:AlternateContent>
      <p:sp>
        <p:nvSpPr>
          <p:cNvPr id="139" name="text_135">
            <a:extLst>
              <a:ext uri="{FF2B5EF4-FFF2-40B4-BE49-F238E27FC236}">
                <a16:creationId xmlns:a16="http://schemas.microsoft.com/office/drawing/2014/main" id="{2A8A5F8E-0256-410E-A62A-DEE0586B8D29}"/>
              </a:ext>
            </a:extLst>
          </p:cNvPr>
          <p:cNvSpPr>
            <a:spLocks noGrp="1"/>
          </p:cNvSpPr>
          <p:nvPr/>
        </p:nvSpPr>
        <p:spPr>
          <a:xfrm>
            <a:off x="952500" y="36861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140" name="note_box_136">
            <a:extLst>
              <a:ext uri="{FF2B5EF4-FFF2-40B4-BE49-F238E27FC236}">
                <a16:creationId xmlns:a16="http://schemas.microsoft.com/office/drawing/2014/main" id="{DCD5D7C3-6D28-4DE7-A6DC-8C9902B8E908}"/>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1" name="equation_137" descr="\nabla_{\mathbf W_1}\mathcal L_{\mathrm{sq}}">
                <a:extLst>
                  <a:ext uri="{FF2B5EF4-FFF2-40B4-BE49-F238E27FC236}">
                    <a16:creationId xmlns:a16="http://schemas.microsoft.com/office/drawing/2014/main" id="{22EA6396-4F21-4B58-B9AE-5C81436761B3}"/>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41" name="equation_137" descr="\nabla_{\mathbf W_1}\mathcal L_{\mathrm{sq}}">
                <a:extLst>
                  <a:ext uri="{FF2B5EF4-FFF2-40B4-BE49-F238E27FC236}">
                    <a16:creationId xmlns:a16="http://schemas.microsoft.com/office/drawing/2014/main" id="{22EA6396-4F21-4B58-B9AE-5C81436761B3}"/>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16"/>
                <a:stretch>
                  <a:fillRect b="-28571"/>
                </a:stretch>
              </a:blipFill>
              <a:ln w="0">
                <a:noFill/>
              </a:ln>
            </p:spPr>
            <p:txBody>
              <a:bodyPr/>
              <a:lstStyle/>
              <a:p>
                <a:r>
                  <a:rPr lang="it-IT">
                    <a:noFill/>
                  </a:rPr>
                  <a:t> </a:t>
                </a:r>
              </a:p>
            </p:txBody>
          </p:sp>
        </mc:Fallback>
      </mc:AlternateContent>
      <p:sp>
        <p:nvSpPr>
          <p:cNvPr id="142" name="text_138">
            <a:extLst>
              <a:ext uri="{FF2B5EF4-FFF2-40B4-BE49-F238E27FC236}">
                <a16:creationId xmlns:a16="http://schemas.microsoft.com/office/drawing/2014/main" id="{3EF7839C-0B46-45A2-9292-EBA27034619D}"/>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143" name="note_box_139">
            <a:extLst>
              <a:ext uri="{FF2B5EF4-FFF2-40B4-BE49-F238E27FC236}">
                <a16:creationId xmlns:a16="http://schemas.microsoft.com/office/drawing/2014/main" id="{99B63916-D117-46D9-90D1-89CC7AF381B2}"/>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44" name="equation_140" descr="\nabla_{\mathbf b_1}\mathcal L_{\mathrm{sq}}">
                <a:extLst>
                  <a:ext uri="{FF2B5EF4-FFF2-40B4-BE49-F238E27FC236}">
                    <a16:creationId xmlns:a16="http://schemas.microsoft.com/office/drawing/2014/main" id="{7FE1945E-4858-43CF-9F69-D92674E5807F}"/>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44" name="equation_140" descr="\nabla_{\mathbf b_1}\mathcal L_{\mathrm{sq}}">
                <a:extLst>
                  <a:ext uri="{FF2B5EF4-FFF2-40B4-BE49-F238E27FC236}">
                    <a16:creationId xmlns:a16="http://schemas.microsoft.com/office/drawing/2014/main" id="{7FE1945E-4858-43CF-9F69-D92674E5807F}"/>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17"/>
                <a:stretch>
                  <a:fillRect b="-2778"/>
                </a:stretch>
              </a:blipFill>
              <a:ln w="0">
                <a:noFill/>
              </a:ln>
            </p:spPr>
            <p:txBody>
              <a:bodyPr/>
              <a:lstStyle/>
              <a:p>
                <a:r>
                  <a:rPr lang="it-IT">
                    <a:noFill/>
                  </a:rPr>
                  <a:t> </a:t>
                </a:r>
              </a:p>
            </p:txBody>
          </p:sp>
        </mc:Fallback>
      </mc:AlternateContent>
      <p:sp>
        <p:nvSpPr>
          <p:cNvPr id="145" name="text_141">
            <a:extLst>
              <a:ext uri="{FF2B5EF4-FFF2-40B4-BE49-F238E27FC236}">
                <a16:creationId xmlns:a16="http://schemas.microsoft.com/office/drawing/2014/main" id="{F081A405-CF43-4F9B-BBA7-92D1B52C9FE5}"/>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146" name="note_box_142">
            <a:extLst>
              <a:ext uri="{FF2B5EF4-FFF2-40B4-BE49-F238E27FC236}">
                <a16:creationId xmlns:a16="http://schemas.microsoft.com/office/drawing/2014/main" id="{2B4027CD-2E63-4C42-A768-F6DD9E14A422}"/>
              </a:ext>
            </a:extLst>
          </p:cNvPr>
          <p:cNvSpPr>
            <a:spLocks noGrp="1"/>
          </p:cNvSpPr>
          <p:nvPr/>
        </p:nvSpPr>
        <p:spPr>
          <a:xfrm>
            <a:off x="6953250" y="3162300"/>
            <a:ext cx="4762500" cy="1028700"/>
          </a:xfrm>
          <a:prstGeom prst="roundRect">
            <a:avLst>
              <a:gd name="adj" fmla="val 5000"/>
            </a:avLst>
          </a:prstGeom>
          <a:solidFill>
            <a:srgbClr val="F8F7F5"/>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47" name="equation_143" descr="\nabla J_{2}(\mathbf{a}_2(\mathbf{x}))=\bigl(2([\mathbf{a}_2(\mathbf{x})]_1-y)\bigr)">
                <a:extLst>
                  <a:ext uri="{FF2B5EF4-FFF2-40B4-BE49-F238E27FC236}">
                    <a16:creationId xmlns:a16="http://schemas.microsoft.com/office/drawing/2014/main" id="{F0F27DCD-E1A2-4FAE-A02C-2BFDAE1D1626}"/>
                  </a:ext>
                </a:extLst>
              </p:cNvPr>
              <p:cNvSpPr>
                <a:spLocks noGrp="1"/>
              </p:cNvSpPr>
              <p:nvPr/>
            </p:nvSpPr>
            <p:spPr>
              <a:xfrm>
                <a:off x="7029450" y="3171825"/>
                <a:ext cx="4610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2</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147" name="equation_143" descr="\nabla J_{2}(\mathbf{a}_2(\mathbf{x}))=\bigl(2([\mathbf{a}_2(\mathbf{x})]_1-y)\bigr)">
                <a:extLst>
                  <a:ext uri="{FF2B5EF4-FFF2-40B4-BE49-F238E27FC236}">
                    <a16:creationId xmlns:a16="http://schemas.microsoft.com/office/drawing/2014/main" id="{F0F27DCD-E1A2-4FAE-A02C-2BFDAE1D1626}"/>
                  </a:ext>
                </a:extLst>
              </p:cNvPr>
              <p:cNvSpPr>
                <a:spLocks noGrp="1" noRot="1" noChangeAspect="1" noMove="1" noResize="1" noEditPoints="1" noAdjustHandles="1" noChangeArrowheads="1" noChangeShapeType="1" noTextEdit="1"/>
              </p:cNvSpPr>
              <p:nvPr/>
            </p:nvSpPr>
            <p:spPr>
              <a:xfrm>
                <a:off x="7029450" y="3171825"/>
                <a:ext cx="4610100" cy="323850"/>
              </a:xfrm>
              <a:prstGeom prst="rect">
                <a:avLst/>
              </a:prstGeom>
              <a:blipFill>
                <a:blip r:embed="rId21"/>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8" name="equation_144" descr="=\bigl(2(-7/2+3)\bigr)=(-1)">
                <a:extLst>
                  <a:ext uri="{FF2B5EF4-FFF2-40B4-BE49-F238E27FC236}">
                    <a16:creationId xmlns:a16="http://schemas.microsoft.com/office/drawing/2014/main" id="{F2062873-6622-4F1A-B0B7-BFC006F154AA}"/>
                  </a:ext>
                </a:extLst>
              </p:cNvPr>
              <p:cNvSpPr>
                <a:spLocks noGrp="1"/>
              </p:cNvSpPr>
              <p:nvPr/>
            </p:nvSpPr>
            <p:spPr>
              <a:xfrm>
                <a:off x="7029450" y="3867150"/>
                <a:ext cx="4610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−7/2+3</m:t>
                              </m:r>
                            </m:e>
                          </m:d>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−1</m:t>
                          </m:r>
                        </m:e>
                      </m:d>
                    </m:oMath>
                  </m:oMathPara>
                </a14:m>
                <a:endParaRPr/>
              </a:p>
            </p:txBody>
          </p:sp>
        </mc:Choice>
        <mc:Fallback xmlns="">
          <p:sp>
            <p:nvSpPr>
              <p:cNvPr id="148" name="equation_144" descr="=\bigl(2(-7/2+3)\bigr)=(-1)">
                <a:extLst>
                  <a:ext uri="{FF2B5EF4-FFF2-40B4-BE49-F238E27FC236}">
                    <a16:creationId xmlns:a16="http://schemas.microsoft.com/office/drawing/2014/main" id="{F2062873-6622-4F1A-B0B7-BFC006F154AA}"/>
                  </a:ext>
                </a:extLst>
              </p:cNvPr>
              <p:cNvSpPr>
                <a:spLocks noGrp="1" noRot="1" noChangeAspect="1" noMove="1" noResize="1" noEditPoints="1" noAdjustHandles="1" noChangeArrowheads="1" noChangeShapeType="1" noTextEdit="1"/>
              </p:cNvSpPr>
              <p:nvPr/>
            </p:nvSpPr>
            <p:spPr>
              <a:xfrm>
                <a:off x="7029450" y="3867150"/>
                <a:ext cx="4610100" cy="285750"/>
              </a:xfrm>
              <a:prstGeom prst="rect">
                <a:avLst/>
              </a:prstGeom>
              <a:blipFill>
                <a:blip r:embed="rId22"/>
                <a:stretch>
                  <a:fillRect t="-5357" b="-41071"/>
                </a:stretch>
              </a:blipFill>
              <a:ln w="0">
                <a:noFill/>
              </a:ln>
            </p:spPr>
            <p:txBody>
              <a:bodyPr/>
              <a:lstStyle/>
              <a:p>
                <a:r>
                  <a:rPr lang="it-IT">
                    <a:noFill/>
                  </a:rPr>
                  <a:t> </a:t>
                </a:r>
              </a:p>
            </p:txBody>
          </p:sp>
        </mc:Fallback>
      </mc:AlternateContent>
      <p:sp>
        <p:nvSpPr>
          <p:cNvPr id="149" name="line_145">
            <a:extLst>
              <a:ext uri="{FF2B5EF4-FFF2-40B4-BE49-F238E27FC236}">
                <a16:creationId xmlns:a16="http://schemas.microsoft.com/office/drawing/2014/main" id="{A9DA0194-14B4-49A6-ABAC-98483738B376}"/>
              </a:ext>
            </a:extLst>
          </p:cNvPr>
          <p:cNvSpPr>
            <a:spLocks noGrp="1"/>
          </p:cNvSpPr>
          <p:nvPr/>
        </p:nvSpPr>
        <p:spPr>
          <a:xfrm>
            <a:off x="8515350" y="2733675"/>
            <a:ext cx="476" cy="476250"/>
          </a:xfrm>
          <a:prstGeom prst="line">
            <a:avLst/>
          </a:prstGeom>
          <a:noFill/>
          <a:ln w="14288">
            <a:solidFill>
              <a:srgbClr val="235C99"/>
            </a:solidFill>
            <a:prstDash val="dash"/>
            <a:tailEnd type="triangle" w="sm" len="sm"/>
          </a:ln>
        </p:spPr>
        <p:txBody>
          <a:bodyPr/>
          <a:lstStyle/>
          <a:p>
            <a:endParaRPr lang="it-IT"/>
          </a:p>
        </p:txBody>
      </p:sp>
      <p:sp>
        <p:nvSpPr>
          <p:cNvPr id="150" name="line_146">
            <a:extLst>
              <a:ext uri="{FF2B5EF4-FFF2-40B4-BE49-F238E27FC236}">
                <a16:creationId xmlns:a16="http://schemas.microsoft.com/office/drawing/2014/main" id="{7882071C-5DC1-45A0-96EC-41C1070922C9}"/>
              </a:ext>
            </a:extLst>
          </p:cNvPr>
          <p:cNvSpPr>
            <a:spLocks noGrp="1"/>
          </p:cNvSpPr>
          <p:nvPr/>
        </p:nvSpPr>
        <p:spPr>
          <a:xfrm>
            <a:off x="11049000" y="3124200"/>
            <a:ext cx="476" cy="85725"/>
          </a:xfrm>
          <a:prstGeom prst="line">
            <a:avLst/>
          </a:prstGeom>
          <a:noFill/>
          <a:ln w="14288">
            <a:solidFill>
              <a:srgbClr val="235C99"/>
            </a:solidFill>
            <a:prstDash val="dash"/>
            <a:tailEnd type="triangle" w="sm" len="sm"/>
          </a:ln>
        </p:spPr>
        <p:txBody>
          <a:bodyPr/>
          <a:lstStyle/>
          <a:p>
            <a:endParaRPr lang="it-IT"/>
          </a:p>
        </p:txBody>
      </p:sp>
      <p:sp>
        <p:nvSpPr>
          <p:cNvPr id="151" name="note_box_147">
            <a:extLst>
              <a:ext uri="{FF2B5EF4-FFF2-40B4-BE49-F238E27FC236}">
                <a16:creationId xmlns:a16="http://schemas.microsoft.com/office/drawing/2014/main" id="{361BD2ED-54FA-43B4-95D6-01AB9E5E69C2}"/>
              </a:ext>
            </a:extLst>
          </p:cNvPr>
          <p:cNvSpPr>
            <a:spLocks noGrp="1"/>
          </p:cNvSpPr>
          <p:nvPr/>
        </p:nvSpPr>
        <p:spPr>
          <a:xfrm>
            <a:off x="6953250" y="4257675"/>
            <a:ext cx="4762500" cy="1219200"/>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152" name="equation_148" descr="\nabla_{\mathbf{W}_2}\mathcal{L}_{\mathrm{sq}}=\boldsymbol{\phi}_1(\mathbf{x})^{\mathsf{T}}\cdot\nabla J_{2}(\mathbf a_2(\mathbf{x}))">
                <a:extLst>
                  <a:ext uri="{FF2B5EF4-FFF2-40B4-BE49-F238E27FC236}">
                    <a16:creationId xmlns:a16="http://schemas.microsoft.com/office/drawing/2014/main" id="{1F384E60-A8D1-47E0-B22B-2B2D87F795BE}"/>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F1B29"/>
                              </a:solidFill>
                              <a:latin typeface="Cambria Math"/>
                              <a:ea typeface="Cambria Math"/>
                              <a:cs typeface="Cambria Math"/>
                            </a:rPr>
                          </m:ctrlPr>
                        </m:sSubPr>
                        <m:e>
                          <m:r>
                            <m:rPr>
                              <m:sty m:val="p"/>
                            </m:rPr>
                            <a:rPr lang="en-GB" sz="2000">
                              <a:solidFill>
                                <a:srgbClr val="AF1B29"/>
                              </a:solidFill>
                              <a:latin typeface="Cambria Math"/>
                              <a:ea typeface="Cambria Math"/>
                              <a:cs typeface="Cambria Math"/>
                            </a:rPr>
                            <m:t>∇</m:t>
                          </m:r>
                        </m:e>
                        <m: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𝐖</m:t>
                              </m:r>
                            </m:e>
                            <m:sub>
                              <m:r>
                                <a:rPr lang="en-GB" sz="2000">
                                  <a:solidFill>
                                    <a:srgbClr val="AF1B29"/>
                                  </a:solidFill>
                                  <a:latin typeface="Cambria Math"/>
                                  <a:ea typeface="Cambria Math"/>
                                  <a:cs typeface="Cambria Math"/>
                                </a:rPr>
                                <m:t>2</m:t>
                              </m:r>
                            </m:sub>
                          </m:sSub>
                        </m:sub>
                      </m:s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𝛟</m:t>
                          </m:r>
                        </m:e>
                        <m:sub>
                          <m:r>
                            <a:rPr lang="en-GB" sz="2000">
                              <a:solidFill>
                                <a:srgbClr val="AF1B29"/>
                              </a:solidFill>
                              <a:latin typeface="Cambria Math"/>
                              <a:ea typeface="Cambria Math"/>
                              <a:cs typeface="Cambria Math"/>
                            </a:rPr>
                            <m:t>1</m:t>
                          </m:r>
                        </m:sub>
                      </m:sSub>
                      <m:sSup>
                        <m:sSupPr>
                          <m:ctrlPr>
                            <a:rPr lang="en-GB" sz="2000" i="1">
                              <a:solidFill>
                                <a:srgbClr val="AF1B29"/>
                              </a:solidFill>
                              <a:latin typeface="Cambria Math" panose="02040503050406030204" pitchFamily="18" charset="0"/>
                              <a:ea typeface="Cambria Math"/>
                              <a:cs typeface="Cambria Math"/>
                            </a:rPr>
                          </m:ctrlPr>
                        </m:sSupPr>
                        <m:e>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sup>
                          <m:r>
                            <a:rPr lang="en-GB" sz="2000">
                              <a:solidFill>
                                <a:srgbClr val="AF1B29"/>
                              </a:solidFill>
                              <a:latin typeface="Cambria Math"/>
                              <a:ea typeface="Cambria Math"/>
                              <a:cs typeface="Cambria Math"/>
                            </a:rPr>
                            <m:t>𝖳</m:t>
                          </m:r>
                        </m:sup>
                      </m:sSup>
                      <m:r>
                        <a:rPr lang="en-GB" sz="2000">
                          <a:solidFill>
                            <a:srgbClr val="AF1B29"/>
                          </a:solidFill>
                          <a:latin typeface="Cambria Math"/>
                          <a:ea typeface="Cambria Math"/>
                          <a:cs typeface="Cambria Math"/>
                        </a:rPr>
                        <m:t>⋅</m:t>
                      </m:r>
                      <m:r>
                        <m:rPr>
                          <m:sty m:val="p"/>
                        </m:rP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2</m:t>
                          </m:r>
                        </m:sub>
                      </m:sSub>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𝐚</m:t>
                              </m:r>
                            </m:e>
                            <m:sub>
                              <m:r>
                                <a:rPr lang="en-GB" sz="2000">
                                  <a:solidFill>
                                    <a:srgbClr val="AF1B29"/>
                                  </a:solidFill>
                                  <a:latin typeface="Cambria Math"/>
                                  <a:ea typeface="Cambria Math"/>
                                  <a:cs typeface="Cambria Math"/>
                                </a:rPr>
                                <m:t>2</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d>
                    </m:oMath>
                  </m:oMathPara>
                </a14:m>
                <a:endParaRPr lang="en-GB" sz="2000"/>
              </a:p>
            </p:txBody>
          </p:sp>
        </mc:Choice>
        <mc:Fallback xmlns="">
          <p:sp>
            <p:nvSpPr>
              <p:cNvPr id="152" name="equation_148" descr="\nabla_{\mathbf{W}_2}\mathcal{L}_{\mathrm{sq}}=\boldsymbol{\phi}_1(\mathbf{x})^{\mathsf{T}}\cdot\nabla J_{2}(\mathbf a_2(\mathbf{x}))">
                <a:extLst>
                  <a:ext uri="{FF2B5EF4-FFF2-40B4-BE49-F238E27FC236}">
                    <a16:creationId xmlns:a16="http://schemas.microsoft.com/office/drawing/2014/main" id="{1F384E60-A8D1-47E0-B22B-2B2D87F795BE}"/>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24"/>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3" name="equation_149" descr="=\begin{pmatrix}0\\3\\1\end{pmatrix}\cdot(-1)=\begin{pmatrix}0\\-3\\-1\end{pmatrix}">
                <a:extLst>
                  <a:ext uri="{FF2B5EF4-FFF2-40B4-BE49-F238E27FC236}">
                    <a16:creationId xmlns:a16="http://schemas.microsoft.com/office/drawing/2014/main" id="{D81594E0-C454-4CB8-A4D3-59849610E0DF}"/>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0</m:t>
                                </m:r>
                              </m:e>
                            </m:mr>
                            <m:mr>
                              <m:e>
                                <m:r>
                                  <a:rPr lang="en-GB" sz="2000">
                                    <a:solidFill>
                                      <a:srgbClr val="AF1B29"/>
                                    </a:solidFill>
                                    <a:latin typeface="Cambria Math"/>
                                    <a:ea typeface="Cambria Math"/>
                                    <a:cs typeface="Cambria Math"/>
                                  </a:rPr>
                                  <m:t>3</m:t>
                                </m:r>
                              </m:e>
                            </m:mr>
                            <m:mr>
                              <m:e>
                                <m:r>
                                  <a:rPr lang="en-GB" sz="2000">
                                    <a:solidFill>
                                      <a:srgbClr val="AF1B29"/>
                                    </a:solidFill>
                                    <a:latin typeface="Cambria Math"/>
                                    <a:ea typeface="Cambria Math"/>
                                    <a:cs typeface="Cambria Math"/>
                                  </a:rPr>
                                  <m:t>1</m:t>
                                </m:r>
                              </m:e>
                            </m:mr>
                          </m:m>
                        </m:e>
                      </m:d>
                      <m:r>
                        <a:rPr lang="en-GB" sz="2000">
                          <a:solidFill>
                            <a:srgbClr val="AF1B29"/>
                          </a:solidFill>
                          <a:latin typeface="Cambria Math"/>
                          <a:ea typeface="Cambria Math"/>
                          <a:cs typeface="Cambria Math"/>
                        </a:rPr>
                        <m:t>⋅</m:t>
                      </m:r>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−1</m:t>
                          </m:r>
                        </m:e>
                      </m:d>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0</m:t>
                                </m:r>
                              </m:e>
                            </m:mr>
                            <m:mr>
                              <m:e>
                                <m:r>
                                  <a:rPr lang="en-GB" sz="2000">
                                    <a:solidFill>
                                      <a:srgbClr val="AF1B29"/>
                                    </a:solidFill>
                                    <a:latin typeface="Cambria Math"/>
                                    <a:ea typeface="Cambria Math"/>
                                    <a:cs typeface="Cambria Math"/>
                                  </a:rPr>
                                  <m:t>−3</m:t>
                                </m:r>
                              </m:e>
                            </m:mr>
                            <m:mr>
                              <m:e>
                                <m:r>
                                  <a:rPr lang="en-GB" sz="2000">
                                    <a:solidFill>
                                      <a:srgbClr val="AF1B29"/>
                                    </a:solidFill>
                                    <a:latin typeface="Cambria Math"/>
                                    <a:ea typeface="Cambria Math"/>
                                    <a:cs typeface="Cambria Math"/>
                                  </a:rPr>
                                  <m:t>−1</m:t>
                                </m:r>
                              </m:e>
                            </m:mr>
                          </m:m>
                        </m:e>
                      </m:d>
                    </m:oMath>
                  </m:oMathPara>
                </a14:m>
                <a:endParaRPr lang="en-GB" sz="2000"/>
              </a:p>
            </p:txBody>
          </p:sp>
        </mc:Choice>
        <mc:Fallback xmlns="">
          <p:sp>
            <p:nvSpPr>
              <p:cNvPr id="153" name="equation_149" descr="=\begin{pmatrix}0\\3\\1\end{pmatrix}\cdot(-1)=\begin{pmatrix}0\\-3\\-1\end{pmatrix}">
                <a:extLst>
                  <a:ext uri="{FF2B5EF4-FFF2-40B4-BE49-F238E27FC236}">
                    <a16:creationId xmlns:a16="http://schemas.microsoft.com/office/drawing/2014/main" id="{D81594E0-C454-4CB8-A4D3-59849610E0DF}"/>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25"/>
                <a:stretch>
                  <a:fillRect/>
                </a:stretch>
              </a:blipFill>
              <a:ln w="0">
                <a:noFill/>
              </a:ln>
            </p:spPr>
            <p:txBody>
              <a:bodyPr/>
              <a:lstStyle/>
              <a:p>
                <a:r>
                  <a:rPr lang="it-IT">
                    <a:noFill/>
                  </a:rPr>
                  <a:t> </a:t>
                </a:r>
              </a:p>
            </p:txBody>
          </p:sp>
        </mc:Fallback>
      </mc:AlternateContent>
      <p:sp>
        <p:nvSpPr>
          <p:cNvPr id="154" name="note_box_150">
            <a:extLst>
              <a:ext uri="{FF2B5EF4-FFF2-40B4-BE49-F238E27FC236}">
                <a16:creationId xmlns:a16="http://schemas.microsoft.com/office/drawing/2014/main" id="{FD604D2D-4A4D-4661-A088-A17E174B565C}"/>
              </a:ext>
            </a:extLst>
          </p:cNvPr>
          <p:cNvSpPr>
            <a:spLocks noGrp="1"/>
          </p:cNvSpPr>
          <p:nvPr/>
        </p:nvSpPr>
        <p:spPr>
          <a:xfrm>
            <a:off x="6953250" y="5562600"/>
            <a:ext cx="4762500" cy="476250"/>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155" name="equation_151" descr="(\partial\mathcal{L}_{\mathrm{sq}}/\partial b_2)(\boldsymbol\theta)=\left[\nabla J_{2}(\mathbf a_2(\mathbf{x}))\right]_1=-1">
                <a:extLst>
                  <a:ext uri="{FF2B5EF4-FFF2-40B4-BE49-F238E27FC236}">
                    <a16:creationId xmlns:a16="http://schemas.microsoft.com/office/drawing/2014/main" id="{F53A6AE8-02A6-4669-A056-3CEE70A6B08E}"/>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r>
                            <a:rPr lang="en-GB" sz="2000">
                              <a:solidFill>
                                <a:srgbClr val="AF1B29"/>
                              </a:solidFill>
                              <a:latin typeface="Cambria Math"/>
                              <a:ea typeface="Cambria Math"/>
                              <a:cs typeface="Cambria Math"/>
                            </a:rPr>
                            <m:t>/</m:t>
                          </m:r>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𝑏</m:t>
                              </m:r>
                            </m:e>
                            <m:sub>
                              <m:r>
                                <a:rPr lang="en-GB" sz="2000">
                                  <a:solidFill>
                                    <a:srgbClr val="AF1B29"/>
                                  </a:solidFill>
                                  <a:latin typeface="Cambria Math"/>
                                  <a:ea typeface="Cambria Math"/>
                                  <a:cs typeface="Cambria Math"/>
                                </a:rPr>
                                <m:t>2</m:t>
                              </m:r>
                            </m:sub>
                          </m:sSub>
                        </m:e>
                      </m:d>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
                        <m:sSubPr>
                          <m:ctrlPr>
                            <a:rPr lang="en-GB" sz="2000" i="1">
                              <a:solidFill>
                                <a:srgbClr val="AF1B29"/>
                              </a:solidFill>
                              <a:latin typeface="Cambria Math" panose="02040503050406030204" pitchFamily="18" charset="0"/>
                              <a:ea typeface="Cambria Math"/>
                              <a:cs typeface="Cambria Math"/>
                            </a:rPr>
                          </m:ctrlPr>
                        </m:sSubPr>
                        <m:e>
                          <m:d>
                            <m:dPr>
                              <m:begChr m:val="["/>
                              <m:endChr m:val="]"/>
                              <m:ctrlPr>
                                <a:rPr lang="en-GB" sz="2000">
                                  <a:solidFill>
                                    <a:srgbClr val="AF1B29"/>
                                  </a:solidFill>
                                  <a:latin typeface="Cambria Math"/>
                                  <a:ea typeface="Cambria Math"/>
                                  <a:cs typeface="Cambria Math"/>
                                </a:rPr>
                              </m:ctrlPr>
                            </m:dPr>
                            <m:e>
                              <m:r>
                                <m:rPr>
                                  <m:sty m:val="p"/>
                                </m:rP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2</m:t>
                                  </m:r>
                                </m:sub>
                              </m:sSub>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𝐚</m:t>
                                      </m:r>
                                    </m:e>
                                    <m:sub>
                                      <m:r>
                                        <a:rPr lang="en-GB" sz="2000">
                                          <a:solidFill>
                                            <a:srgbClr val="AF1B29"/>
                                          </a:solidFill>
                                          <a:latin typeface="Cambria Math"/>
                                          <a:ea typeface="Cambria Math"/>
                                          <a:cs typeface="Cambria Math"/>
                                        </a:rPr>
                                        <m:t>2</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d>
                            </m:e>
                          </m:d>
                        </m:e>
                        <m:sub>
                          <m:r>
                            <a:rPr lang="en-GB" sz="2000">
                              <a:solidFill>
                                <a:srgbClr val="AF1B29"/>
                              </a:solidFill>
                              <a:latin typeface="Cambria Math"/>
                              <a:ea typeface="Cambria Math"/>
                              <a:cs typeface="Cambria Math"/>
                            </a:rPr>
                            <m:t>1</m:t>
                          </m:r>
                        </m:sub>
                      </m:sSub>
                      <m:r>
                        <a:rPr lang="en-GB" sz="2000">
                          <a:solidFill>
                            <a:srgbClr val="AF1B29"/>
                          </a:solidFill>
                          <a:latin typeface="Cambria Math"/>
                          <a:ea typeface="Cambria Math"/>
                          <a:cs typeface="Cambria Math"/>
                        </a:rPr>
                        <m:t>=−1</m:t>
                      </m:r>
                    </m:oMath>
                  </m:oMathPara>
                </a14:m>
                <a:endParaRPr lang="en-GB" sz="2000"/>
              </a:p>
            </p:txBody>
          </p:sp>
        </mc:Choice>
        <mc:Fallback xmlns="">
          <p:sp>
            <p:nvSpPr>
              <p:cNvPr id="155" name="equation_151" descr="(\partial\mathcal{L}_{\mathrm{sq}}/\partial b_2)(\boldsymbol\theta)=\left[\nabla J_{2}(\mathbf a_2(\mathbf{x}))\right]_1=-1">
                <a:extLst>
                  <a:ext uri="{FF2B5EF4-FFF2-40B4-BE49-F238E27FC236}">
                    <a16:creationId xmlns:a16="http://schemas.microsoft.com/office/drawing/2014/main" id="{F53A6AE8-02A6-4669-A056-3CEE70A6B08E}"/>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26"/>
                <a:stretch>
                  <a:fillRect b="-4000"/>
                </a:stretch>
              </a:blipFill>
              <a:ln w="0">
                <a:noFill/>
              </a:ln>
            </p:spPr>
            <p:txBody>
              <a:bodyPr/>
              <a:lstStyle/>
              <a:p>
                <a:r>
                  <a:rPr lang="it-IT">
                    <a:noFill/>
                  </a:rPr>
                  <a:t> </a:t>
                </a:r>
              </a:p>
            </p:txBody>
          </p:sp>
        </mc:Fallback>
      </mc:AlternateContent>
      <p:sp>
        <p:nvSpPr>
          <p:cNvPr id="156" name="line_152">
            <a:extLst>
              <a:ext uri="{FF2B5EF4-FFF2-40B4-BE49-F238E27FC236}">
                <a16:creationId xmlns:a16="http://schemas.microsoft.com/office/drawing/2014/main" id="{4B293315-57AA-4A55-86A2-E230E00F646F}"/>
              </a:ext>
            </a:extLst>
          </p:cNvPr>
          <p:cNvSpPr>
            <a:spLocks noGrp="1"/>
          </p:cNvSpPr>
          <p:nvPr/>
        </p:nvSpPr>
        <p:spPr>
          <a:xfrm>
            <a:off x="9525000" y="4200525"/>
            <a:ext cx="476" cy="38100"/>
          </a:xfrm>
          <a:prstGeom prst="line">
            <a:avLst/>
          </a:prstGeom>
          <a:noFill/>
          <a:ln w="17145">
            <a:solidFill>
              <a:srgbClr val="AB4910"/>
            </a:solidFill>
            <a:tailEnd type="triangle" w="sm" len="sm"/>
          </a:ln>
        </p:spPr>
        <p:txBody>
          <a:bodyPr/>
          <a:lstStyle/>
          <a:p>
            <a:endParaRPr lang="it-IT"/>
          </a:p>
        </p:txBody>
      </p:sp>
      <p:sp>
        <p:nvSpPr>
          <p:cNvPr id="157" name="line_153">
            <a:extLst>
              <a:ext uri="{FF2B5EF4-FFF2-40B4-BE49-F238E27FC236}">
                <a16:creationId xmlns:a16="http://schemas.microsoft.com/office/drawing/2014/main" id="{F35F9617-F3D5-48F6-A8CF-0BE53BF20018}"/>
              </a:ext>
            </a:extLst>
          </p:cNvPr>
          <p:cNvSpPr>
            <a:spLocks noGrp="1"/>
          </p:cNvSpPr>
          <p:nvPr/>
        </p:nvSpPr>
        <p:spPr>
          <a:xfrm>
            <a:off x="11458575" y="4200525"/>
            <a:ext cx="476" cy="38100"/>
          </a:xfrm>
          <a:prstGeom prst="line">
            <a:avLst/>
          </a:prstGeom>
          <a:noFill/>
          <a:ln w="17145">
            <a:solidFill>
              <a:srgbClr val="AB4910"/>
            </a:solidFill>
          </a:ln>
        </p:spPr>
        <p:txBody>
          <a:bodyPr/>
          <a:lstStyle/>
          <a:p>
            <a:endParaRPr lang="it-IT"/>
          </a:p>
        </p:txBody>
      </p:sp>
      <p:sp>
        <p:nvSpPr>
          <p:cNvPr id="158" name="line_154">
            <a:extLst>
              <a:ext uri="{FF2B5EF4-FFF2-40B4-BE49-F238E27FC236}">
                <a16:creationId xmlns:a16="http://schemas.microsoft.com/office/drawing/2014/main" id="{B825E927-8C8E-49DD-94E0-8602A6450B2D}"/>
              </a:ext>
            </a:extLst>
          </p:cNvPr>
          <p:cNvSpPr>
            <a:spLocks noGrp="1"/>
          </p:cNvSpPr>
          <p:nvPr/>
        </p:nvSpPr>
        <p:spPr>
          <a:xfrm>
            <a:off x="11458575" y="4238625"/>
            <a:ext cx="381000" cy="476"/>
          </a:xfrm>
          <a:prstGeom prst="line">
            <a:avLst/>
          </a:prstGeom>
          <a:noFill/>
          <a:ln w="17145">
            <a:solidFill>
              <a:srgbClr val="AB4910"/>
            </a:solidFill>
          </a:ln>
        </p:spPr>
        <p:txBody>
          <a:bodyPr/>
          <a:lstStyle/>
          <a:p>
            <a:endParaRPr lang="it-IT"/>
          </a:p>
        </p:txBody>
      </p:sp>
      <p:sp>
        <p:nvSpPr>
          <p:cNvPr id="159" name="line_155">
            <a:extLst>
              <a:ext uri="{FF2B5EF4-FFF2-40B4-BE49-F238E27FC236}">
                <a16:creationId xmlns:a16="http://schemas.microsoft.com/office/drawing/2014/main" id="{4DDA82AF-B799-49CD-9A5A-EEC8BA1A37CF}"/>
              </a:ext>
            </a:extLst>
          </p:cNvPr>
          <p:cNvSpPr>
            <a:spLocks noGrp="1"/>
          </p:cNvSpPr>
          <p:nvPr/>
        </p:nvSpPr>
        <p:spPr>
          <a:xfrm>
            <a:off x="11839575" y="4238625"/>
            <a:ext cx="476" cy="1562100"/>
          </a:xfrm>
          <a:prstGeom prst="line">
            <a:avLst/>
          </a:prstGeom>
          <a:noFill/>
          <a:ln w="17145">
            <a:solidFill>
              <a:srgbClr val="AB4910"/>
            </a:solidFill>
          </a:ln>
        </p:spPr>
        <p:txBody>
          <a:bodyPr/>
          <a:lstStyle/>
          <a:p>
            <a:endParaRPr lang="it-IT"/>
          </a:p>
        </p:txBody>
      </p:sp>
      <p:sp>
        <p:nvSpPr>
          <p:cNvPr id="160" name="line_156">
            <a:extLst>
              <a:ext uri="{FF2B5EF4-FFF2-40B4-BE49-F238E27FC236}">
                <a16:creationId xmlns:a16="http://schemas.microsoft.com/office/drawing/2014/main" id="{6AA211D3-F0B3-43AF-B4EA-7377D2EC1007}"/>
              </a:ext>
            </a:extLst>
          </p:cNvPr>
          <p:cNvSpPr>
            <a:spLocks noGrp="1"/>
          </p:cNvSpPr>
          <p:nvPr/>
        </p:nvSpPr>
        <p:spPr>
          <a:xfrm flipH="1">
            <a:off x="11725275" y="5800725"/>
            <a:ext cx="114300" cy="476"/>
          </a:xfrm>
          <a:prstGeom prst="line">
            <a:avLst/>
          </a:prstGeom>
          <a:noFill/>
          <a:ln w="17145">
            <a:solidFill>
              <a:srgbClr val="AB4910"/>
            </a:solidFill>
            <a:tailEnd type="triangle" w="sm" len="sm"/>
          </a:ln>
        </p:spPr>
        <p:txBody>
          <a:bodyPr/>
          <a:lstStyle/>
          <a:p>
            <a:endParaRPr lang="it-IT"/>
          </a:p>
        </p:txBody>
      </p:sp>
      <p:sp>
        <p:nvSpPr>
          <p:cNvPr id="161" name="line_157">
            <a:extLst>
              <a:ext uri="{FF2B5EF4-FFF2-40B4-BE49-F238E27FC236}">
                <a16:creationId xmlns:a16="http://schemas.microsoft.com/office/drawing/2014/main" id="{0CE03A19-7C46-4FDE-A6D0-E43C42321421}"/>
              </a:ext>
            </a:extLst>
          </p:cNvPr>
          <p:cNvSpPr>
            <a:spLocks noGrp="1"/>
          </p:cNvSpPr>
          <p:nvPr/>
        </p:nvSpPr>
        <p:spPr>
          <a:xfrm>
            <a:off x="6096000" y="2733675"/>
            <a:ext cx="476" cy="2171700"/>
          </a:xfrm>
          <a:prstGeom prst="line">
            <a:avLst/>
          </a:prstGeom>
          <a:noFill/>
          <a:ln w="14288">
            <a:solidFill>
              <a:srgbClr val="235C99"/>
            </a:solidFill>
            <a:prstDash val="dash"/>
          </a:ln>
        </p:spPr>
        <p:txBody>
          <a:bodyPr/>
          <a:lstStyle/>
          <a:p>
            <a:endParaRPr lang="it-IT"/>
          </a:p>
        </p:txBody>
      </p:sp>
      <p:sp>
        <p:nvSpPr>
          <p:cNvPr id="162" name="line_158">
            <a:extLst>
              <a:ext uri="{FF2B5EF4-FFF2-40B4-BE49-F238E27FC236}">
                <a16:creationId xmlns:a16="http://schemas.microsoft.com/office/drawing/2014/main" id="{00BD2DB0-2F4B-4D53-B510-39FE9C29E710}"/>
              </a:ext>
            </a:extLst>
          </p:cNvPr>
          <p:cNvSpPr>
            <a:spLocks noGrp="1"/>
          </p:cNvSpPr>
          <p:nvPr/>
        </p:nvSpPr>
        <p:spPr>
          <a:xfrm>
            <a:off x="6096000" y="4905375"/>
            <a:ext cx="838200" cy="476"/>
          </a:xfrm>
          <a:prstGeom prst="line">
            <a:avLst/>
          </a:prstGeom>
          <a:noFill/>
          <a:ln w="14288">
            <a:solidFill>
              <a:srgbClr val="235C99"/>
            </a:solidFill>
            <a:prstDash val="dash"/>
            <a:tailEnd type="triangle" w="sm" len="sm"/>
          </a:ln>
        </p:spPr>
        <p:txBody>
          <a:bodyPr/>
          <a:lstStyle/>
          <a:p>
            <a:endParaRPr lang="it-IT"/>
          </a:p>
        </p:txBody>
      </p:sp>
      <p:sp>
        <p:nvSpPr>
          <p:cNvPr id="163" name="note_brace_159">
            <a:extLst>
              <a:ext uri="{FF2B5EF4-FFF2-40B4-BE49-F238E27FC236}">
                <a16:creationId xmlns:a16="http://schemas.microsoft.com/office/drawing/2014/main" id="{1CFD80A2-B8E6-44EC-99D6-88FFA90B32E3}"/>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4" name="text_160">
            <a:extLst>
              <a:ext uri="{FF2B5EF4-FFF2-40B4-BE49-F238E27FC236}">
                <a16:creationId xmlns:a16="http://schemas.microsoft.com/office/drawing/2014/main" id="{723D52E2-FE35-4E5D-A67A-8A77D2CD4865}"/>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65" name="note_brace_161">
            <a:extLst>
              <a:ext uri="{FF2B5EF4-FFF2-40B4-BE49-F238E27FC236}">
                <a16:creationId xmlns:a16="http://schemas.microsoft.com/office/drawing/2014/main" id="{F46EBFDC-9D5D-4CC5-8FE7-38DAB0E02D2B}"/>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6" name="text_162">
            <a:extLst>
              <a:ext uri="{FF2B5EF4-FFF2-40B4-BE49-F238E27FC236}">
                <a16:creationId xmlns:a16="http://schemas.microsoft.com/office/drawing/2014/main" id="{F5FD7538-3EFA-45C1-90A9-CDC022CB2E17}"/>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68" name="reuse_reminder">
                <a:extLst>
                  <a:ext uri="{FF2B5EF4-FFF2-40B4-BE49-F238E27FC236}">
                    <a16:creationId xmlns:a16="http://schemas.microsoft.com/office/drawing/2014/main" id="{2C5BB18A-8CF0-4FBF-8806-5F6C2D3FD442}"/>
                  </a:ext>
                </a:extLst>
              </p:cNvPr>
              <p:cNvSpPr>
                <a:spLocks noGrp="1"/>
              </p:cNvSpPr>
              <p:nvPr/>
            </p:nvSpPr>
            <p:spPr>
              <a:xfrm>
                <a:off x="523875" y="1323975"/>
                <a:ext cx="11144250" cy="409575"/>
              </a:xfrm>
              <a:prstGeom prst="rect">
                <a:avLst/>
              </a:prstGeom>
              <a:noFill/>
              <a:ln w="0">
                <a:noFill/>
              </a:ln>
            </p:spPr>
            <p:txBody>
              <a:bodyPr wrap="none" lIns="0" tIns="0" rIns="0" bIns="0" anchor="ctr">
                <a:noAutofit/>
              </a:bodyPr>
              <a:lstStyle>
                <a:defPPr algn="ctr">
                  <a:defRPr sz="1800">
                    <a:solidFill>
                      <a:srgbClr val="526276"/>
                    </a:solidFill>
                    <a:latin typeface="DejaVu Sans"/>
                    <a:ea typeface="DejaVu Sans"/>
                    <a:cs typeface="DejaVu Sans"/>
                  </a:defRPr>
                </a:defPPr>
              </a:lstStyle>
              <a:p>
                <a:pPr algn="ctr"/>
                <a:r>
                  <a:rPr lang="en-GB" sz="1800">
                    <a:solidFill>
                      <a:srgbClr val="526276"/>
                    </a:solidFill>
                    <a:latin typeface="DejaVu Sans"/>
                  </a:rPr>
                  <a:t>We will reuse </a:t>
                </a:r>
                <a14:m>
                  <m:oMath xmlns:m="http://schemas.openxmlformats.org/officeDocument/2006/math">
                    <m:r>
                      <m:rPr>
                        <m:sty m:val="p"/>
                      </m:rPr>
                      <a:rPr lang="en-GB" sz="1800">
                        <a:solidFill>
                          <a:srgbClr val="526276"/>
                        </a:solidFill>
                        <a:latin typeface="Cambria Math"/>
                        <a:ea typeface="Cambria Math"/>
                        <a:cs typeface="Cambria Math"/>
                      </a:rPr>
                      <m:t>∇</m:t>
                    </m:r>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2</m:t>
                        </m:r>
                      </m:sub>
                    </m:sSub>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𝐚</m:t>
                            </m:r>
                          </m:e>
                          <m:sub>
                            <m:r>
                              <a:rPr lang="en-GB" sz="1800">
                                <a:solidFill>
                                  <a:srgbClr val="526276"/>
                                </a:solidFill>
                                <a:latin typeface="Cambria Math"/>
                                <a:ea typeface="Cambria Math"/>
                                <a:cs typeface="Cambria Math"/>
                              </a:rPr>
                              <m:t>2</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𝐱</m:t>
                            </m:r>
                          </m:e>
                        </m:d>
                      </m:e>
                    </m:d>
                    <m:r>
                      <a:rPr lang="en-GB" sz="1800">
                        <a:solidFill>
                          <a:srgbClr val="526276"/>
                        </a:solidFill>
                        <a:latin typeface="Cambria Math"/>
                        <a:ea typeface="Cambria Math"/>
                        <a:cs typeface="Cambria Math"/>
                      </a:rPr>
                      <m:t>=</m:t>
                    </m:r>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−1</m:t>
                        </m:r>
                      </m:e>
                    </m:d>
                  </m:oMath>
                </a14:m>
                <a:r>
                  <a:rPr lang="en-GB" sz="1800">
                    <a:solidFill>
                      <a:srgbClr val="526276"/>
                    </a:solidFill>
                    <a:latin typeface="DejaVu Sans"/>
                  </a:rPr>
                  <a:t> to calculate </a:t>
                </a:r>
                <a14:m>
                  <m:oMath xmlns:m="http://schemas.openxmlformats.org/officeDocument/2006/math">
                    <m:r>
                      <m:rPr>
                        <m:sty m:val="p"/>
                      </m:rPr>
                      <a:rPr lang="en-GB" sz="1800">
                        <a:solidFill>
                          <a:srgbClr val="526276"/>
                        </a:solidFill>
                        <a:latin typeface="Cambria Math"/>
                        <a:ea typeface="Cambria Math"/>
                        <a:cs typeface="Cambria Math"/>
                      </a:rPr>
                      <m:t>∇</m:t>
                    </m:r>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𝐽</m:t>
                        </m:r>
                      </m:e>
                      <m:sub>
                        <m:r>
                          <a:rPr lang="en-GB" sz="1800">
                            <a:solidFill>
                              <a:srgbClr val="526276"/>
                            </a:solidFill>
                            <a:latin typeface="Cambria Math"/>
                            <a:ea typeface="Cambria Math"/>
                            <a:cs typeface="Cambria Math"/>
                          </a:rPr>
                          <m:t>1</m:t>
                        </m:r>
                      </m:sub>
                    </m:sSub>
                    <m:d>
                      <m:dPr>
                        <m:ctrlPr>
                          <a:rPr lang="en-GB" sz="1800" i="1">
                            <a:solidFill>
                              <a:srgbClr val="526276"/>
                            </a:solidFill>
                            <a:latin typeface="Cambria Math" panose="02040503050406030204" pitchFamily="18" charset="0"/>
                            <a:ea typeface="Cambria Math"/>
                            <a:cs typeface="Cambria Math"/>
                          </a:rPr>
                        </m:ctrlPr>
                      </m:dPr>
                      <m:e>
                        <m:sSub>
                          <m:sSubPr>
                            <m:ctrlPr>
                              <a:rPr lang="en-GB" sz="1800">
                                <a:solidFill>
                                  <a:srgbClr val="526276"/>
                                </a:solidFill>
                                <a:latin typeface="Cambria Math"/>
                                <a:ea typeface="Cambria Math"/>
                                <a:cs typeface="Cambria Math"/>
                              </a:rPr>
                            </m:ctrlPr>
                          </m:sSubPr>
                          <m:e>
                            <m:r>
                              <a:rPr lang="en-GB" sz="1800">
                                <a:solidFill>
                                  <a:srgbClr val="526276"/>
                                </a:solidFill>
                                <a:latin typeface="Cambria Math"/>
                                <a:ea typeface="Cambria Math"/>
                                <a:cs typeface="Cambria Math"/>
                              </a:rPr>
                              <m:t>𝐚</m:t>
                            </m:r>
                          </m:e>
                          <m:sub>
                            <m:r>
                              <a:rPr lang="en-GB" sz="1800">
                                <a:solidFill>
                                  <a:srgbClr val="526276"/>
                                </a:solidFill>
                                <a:latin typeface="Cambria Math"/>
                                <a:ea typeface="Cambria Math"/>
                                <a:cs typeface="Cambria Math"/>
                              </a:rPr>
                              <m:t>1</m:t>
                            </m:r>
                          </m:sub>
                        </m:sSub>
                        <m:d>
                          <m:dPr>
                            <m:ctrlPr>
                              <a:rPr lang="en-GB" sz="1800">
                                <a:solidFill>
                                  <a:srgbClr val="526276"/>
                                </a:solidFill>
                                <a:latin typeface="Cambria Math"/>
                                <a:ea typeface="Cambria Math"/>
                                <a:cs typeface="Cambria Math"/>
                              </a:rPr>
                            </m:ctrlPr>
                          </m:dPr>
                          <m:e>
                            <m:r>
                              <a:rPr lang="en-GB" sz="1800">
                                <a:solidFill>
                                  <a:srgbClr val="526276"/>
                                </a:solidFill>
                                <a:latin typeface="Cambria Math"/>
                                <a:ea typeface="Cambria Math"/>
                                <a:cs typeface="Cambria Math"/>
                              </a:rPr>
                              <m:t>𝐱</m:t>
                            </m:r>
                          </m:e>
                        </m:d>
                      </m:e>
                    </m:d>
                  </m:oMath>
                </a14:m>
                <a:r>
                  <a:rPr lang="en-GB" sz="1800">
                    <a:solidFill>
                      <a:srgbClr val="526276"/>
                    </a:solidFill>
                    <a:latin typeface="DejaVu Sans"/>
                  </a:rPr>
                  <a:t>.</a:t>
                </a:r>
                <a:endParaRPr lang="en-GB" sz="1800"/>
              </a:p>
            </p:txBody>
          </p:sp>
        </mc:Choice>
        <mc:Fallback xmlns="">
          <p:sp>
            <p:nvSpPr>
              <p:cNvPr id="168" name="reuse_reminder">
                <a:extLst>
                  <a:ext uri="{FF2B5EF4-FFF2-40B4-BE49-F238E27FC236}">
                    <a16:creationId xmlns:a16="http://schemas.microsoft.com/office/drawing/2014/main" id="{2C5BB18A-8CF0-4FBF-8806-5F6C2D3FD442}"/>
                  </a:ext>
                </a:extLst>
              </p:cNvPr>
              <p:cNvSpPr>
                <a:spLocks noGrp="1" noRot="1" noChangeAspect="1" noMove="1" noResize="1" noEditPoints="1" noAdjustHandles="1" noChangeArrowheads="1" noChangeShapeType="1" noTextEdit="1"/>
              </p:cNvSpPr>
              <p:nvPr/>
            </p:nvSpPr>
            <p:spPr>
              <a:xfrm>
                <a:off x="523875" y="1323975"/>
                <a:ext cx="11144250" cy="409575"/>
              </a:xfrm>
              <a:prstGeom prst="rect">
                <a:avLst/>
              </a:prstGeom>
              <a:blipFill>
                <a:blip r:embed="rId27"/>
                <a:stretch>
                  <a:fillRect t="-4478" b="-17910"/>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0" name="output_symbolic_2" descr="=(2(\left[\mathbf a_2(\mathbf{x})\right]_1-y))">
                <a:extLst>
                  <a:ext uri="{FF2B5EF4-FFF2-40B4-BE49-F238E27FC236}">
                    <a16:creationId xmlns:a16="http://schemas.microsoft.com/office/drawing/2014/main" id="{8062D7C2-8544-462F-A0B5-18AC0AE41F00}"/>
                  </a:ext>
                </a:extLst>
              </p:cNvPr>
              <p:cNvSpPr>
                <a:spLocks noGrp="1"/>
              </p:cNvSpPr>
              <p:nvPr/>
            </p:nvSpPr>
            <p:spPr>
              <a:xfrm>
                <a:off x="7029450" y="3514725"/>
                <a:ext cx="4610100" cy="342900"/>
              </a:xfrm>
              <a:prstGeom prst="rect">
                <a:avLst/>
              </a:prstGeom>
              <a:noFill/>
              <a:ln w="0">
                <a:noFill/>
              </a:ln>
            </p:spPr>
            <p:txBody>
              <a:bodyPr wrap="none" lIns="0" tIns="0" rIns="0" bIns="0" anchor="ctr"/>
              <a:lstStyle>
                <a:defPPr algn="ctr">
                  <a:defRPr sz="2000">
                    <a:solidFill>
                      <a:srgbClr val="AB4910"/>
                    </a:solidFill>
                    <a:latin typeface="DejaVu Sans"/>
                    <a:ea typeface="DejaVu Sans"/>
                    <a:cs typeface="DejaVu Sans"/>
                  </a:defRPr>
                </a:defP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m:t>
                          </m:r>
                          <m:d>
                            <m:dPr>
                              <m:ctrlPr>
                                <a:rPr lang="en-GB" sz="2000" i="1">
                                  <a:solidFill>
                                    <a:srgbClr val="AB4910"/>
                                  </a:solidFill>
                                  <a:latin typeface="Cambria Math" panose="02040503050406030204" pitchFamily="18" charset="0"/>
                                  <a:ea typeface="Cambria Math"/>
                                  <a:cs typeface="Cambria Math"/>
                                </a:rPr>
                              </m:ctrlPr>
                            </m:dPr>
                            <m:e>
                              <m:sSub>
                                <m:sSubPr>
                                  <m:ctrlPr>
                                    <a:rPr lang="en-GB" sz="2000" i="1">
                                      <a:solidFill>
                                        <a:srgbClr val="AB4910"/>
                                      </a:solidFill>
                                      <a:latin typeface="Cambria Math" panose="02040503050406030204" pitchFamily="18" charset="0"/>
                                      <a:ea typeface="Cambria Math"/>
                                      <a:cs typeface="Cambria Math"/>
                                    </a:rPr>
                                  </m:ctrlPr>
                                </m:sSubPr>
                                <m:e>
                                  <m:d>
                                    <m:dPr>
                                      <m:begChr m:val="["/>
                                      <m:endChr m:val="]"/>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2</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e>
                                <m:sub>
                                  <m:r>
                                    <a:rPr lang="en-GB" sz="2000">
                                      <a:solidFill>
                                        <a:srgbClr val="AB4910"/>
                                      </a:solidFill>
                                      <a:latin typeface="Cambria Math"/>
                                      <a:ea typeface="Cambria Math"/>
                                      <a:cs typeface="Cambria Math"/>
                                    </a:rPr>
                                    <m:t>1</m:t>
                                  </m:r>
                                </m:sub>
                              </m:sSub>
                              <m:r>
                                <a:rPr lang="en-GB" sz="2000">
                                  <a:solidFill>
                                    <a:srgbClr val="AB4910"/>
                                  </a:solidFill>
                                  <a:latin typeface="Cambria Math"/>
                                  <a:ea typeface="Cambria Math"/>
                                  <a:cs typeface="Cambria Math"/>
                                </a:rPr>
                                <m:t>−</m:t>
                              </m:r>
                              <m:r>
                                <a:rPr lang="en-GB" sz="2000">
                                  <a:solidFill>
                                    <a:srgbClr val="AB4910"/>
                                  </a:solidFill>
                                  <a:latin typeface="Cambria Math"/>
                                  <a:ea typeface="Cambria Math"/>
                                  <a:cs typeface="Cambria Math"/>
                                </a:rPr>
                                <m:t>𝑦</m:t>
                              </m:r>
                            </m:e>
                          </m:d>
                        </m:e>
                      </m:d>
                    </m:oMath>
                  </m:oMathPara>
                </a14:m>
                <a:endParaRPr/>
              </a:p>
            </p:txBody>
          </p:sp>
        </mc:Choice>
        <mc:Fallback xmlns="">
          <p:sp>
            <p:nvSpPr>
              <p:cNvPr id="170" name="output_symbolic_2" descr="=(2(\left[\mathbf a_2(\mathbf{x})\right]_1-y))">
                <a:extLst>
                  <a:ext uri="{FF2B5EF4-FFF2-40B4-BE49-F238E27FC236}">
                    <a16:creationId xmlns:a16="http://schemas.microsoft.com/office/drawing/2014/main" id="{8062D7C2-8544-462F-A0B5-18AC0AE41F00}"/>
                  </a:ext>
                </a:extLst>
              </p:cNvPr>
              <p:cNvSpPr>
                <a:spLocks noGrp="1" noRot="1" noChangeAspect="1" noMove="1" noResize="1" noEditPoints="1" noAdjustHandles="1" noChangeArrowheads="1" noChangeShapeType="1" noTextEdit="1"/>
              </p:cNvSpPr>
              <p:nvPr/>
            </p:nvSpPr>
            <p:spPr>
              <a:xfrm>
                <a:off x="7029450" y="3514725"/>
                <a:ext cx="4610100" cy="342900"/>
              </a:xfrm>
              <a:prstGeom prst="rect">
                <a:avLst/>
              </a:prstGeom>
              <a:blipFill>
                <a:blip r:embed="rId23"/>
                <a:stretch>
                  <a:fillRect b="-17857"/>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93129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6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0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0"/>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1"/>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5"/>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2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23"/>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5"/>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2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2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2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2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3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3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3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3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35"/>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36"/>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37"/>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3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39"/>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40"/>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41"/>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42"/>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43"/>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44"/>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45"/>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46"/>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47"/>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48"/>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49"/>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50"/>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51"/>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52"/>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53"/>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54"/>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5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56"/>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57"/>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58"/>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59"/>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60"/>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61"/>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62"/>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63"/>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64"/>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65"/>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66"/>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68"/>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57" grpId="0"/>
      <p:bldP spid="58" grpId="0"/>
      <p:bldP spid="59" grpId="0" animBg="1"/>
      <p:bldP spid="60" grpId="0"/>
      <p:bldP spid="61" grpId="0"/>
      <p:bldP spid="62" grpId="0" animBg="1"/>
      <p:bldP spid="63" grpId="0"/>
      <p:bldP spid="64" grpId="0" animBg="1"/>
      <p:bldP spid="65" grpId="0"/>
      <p:bldP spid="66" grpId="0"/>
      <p:bldP spid="67" grpId="0" animBg="1"/>
      <p:bldP spid="68" grpId="0"/>
      <p:bldP spid="69" grpId="0" animBg="1"/>
      <p:bldP spid="70" grpId="0"/>
      <p:bldP spid="71" grpId="0"/>
      <p:bldP spid="72" grpId="0" animBg="1"/>
      <p:bldP spid="73" grpId="0"/>
      <p:bldP spid="74" grpId="0" animBg="1"/>
      <p:bldP spid="75" grpId="0"/>
      <p:bldP spid="76" grpId="0"/>
      <p:bldP spid="77" grpId="0" animBg="1"/>
      <p:bldP spid="78" grpId="0"/>
      <p:bldP spid="79" grpId="0" animBg="1"/>
      <p:bldP spid="80" grpId="0"/>
      <p:bldP spid="81" grpId="0"/>
      <p:bldP spid="82" grpId="0" animBg="1"/>
      <p:bldP spid="83" grpId="0"/>
      <p:bldP spid="84" grpId="0" animBg="1"/>
      <p:bldP spid="85" grpId="0"/>
      <p:bldP spid="86" grpId="0"/>
      <p:bldP spid="87" grpId="0" animBg="1"/>
      <p:bldP spid="88" grpId="0"/>
      <p:bldP spid="89" grpId="0"/>
      <p:bldP spid="90" grpId="0" animBg="1"/>
      <p:bldP spid="91" grpId="0"/>
      <p:bldP spid="92" grpId="0"/>
      <p:bldP spid="93" grpId="0" animBg="1"/>
      <p:bldP spid="94" grpId="0"/>
      <p:bldP spid="95" grpId="0"/>
      <p:bldP spid="96" grpId="0" animBg="1"/>
      <p:bldP spid="97" grpId="0" animBg="1"/>
      <p:bldP spid="98" grpId="0" animBg="1"/>
      <p:bldP spid="99" grpId="0"/>
      <p:bldP spid="100" grpId="0"/>
      <p:bldP spid="101" grpId="0" animBg="1"/>
      <p:bldP spid="102" grpId="0"/>
      <p:bldP spid="103" grpId="0"/>
      <p:bldP spid="104" grpId="0" animBg="1"/>
      <p:bldP spid="105" grpId="0"/>
      <p:bldP spid="106" grpId="0" animBg="1"/>
      <p:bldP spid="107" grpId="0"/>
      <p:bldP spid="169" grpId="0"/>
      <p:bldP spid="108" grpId="0" animBg="1"/>
      <p:bldP spid="109" grpId="0"/>
      <p:bldP spid="110" grpId="0"/>
      <p:bldP spid="111" grpId="0"/>
      <p:bldP spid="112" grpId="0" animBg="1"/>
      <p:bldP spid="113" grpId="0"/>
      <p:bldP spid="114" grpId="0"/>
      <p:bldP spid="115" grpId="0" animBg="1"/>
      <p:bldP spid="116" grpId="0"/>
      <p:bldP spid="117" grpId="0" animBg="1"/>
      <p:bldP spid="118" grpId="0"/>
      <p:bldP spid="119" grpId="0"/>
      <p:bldP spid="120" grpId="0" animBg="1"/>
      <p:bldP spid="121" grpId="0"/>
      <p:bldP spid="122" grpId="0" animBg="1"/>
      <p:bldP spid="123" grpId="0"/>
      <p:bldP spid="124" grpId="0"/>
      <p:bldP spid="125" grpId="0" animBg="1"/>
      <p:bldP spid="126" grpId="0"/>
      <p:bldP spid="127" grpId="0" animBg="1"/>
      <p:bldP spid="128" grpId="0"/>
      <p:bldP spid="129" grpId="0"/>
      <p:bldP spid="130" grpId="0" animBg="1"/>
      <p:bldP spid="131" grpId="0"/>
      <p:bldP spid="132" grpId="0" animBg="1"/>
      <p:bldP spid="133" grpId="0"/>
      <p:bldP spid="134" grpId="0"/>
      <p:bldP spid="135" grpId="0" animBg="1"/>
      <p:bldP spid="136" grpId="0"/>
      <p:bldP spid="137" grpId="0" animBg="1"/>
      <p:bldP spid="138" grpId="0"/>
      <p:bldP spid="139" grpId="0"/>
      <p:bldP spid="140" grpId="0" animBg="1"/>
      <p:bldP spid="141" grpId="0"/>
      <p:bldP spid="142" grpId="0"/>
      <p:bldP spid="143" grpId="0" animBg="1"/>
      <p:bldP spid="144" grpId="0"/>
      <p:bldP spid="145" grpId="0"/>
      <p:bldP spid="146" grpId="0" animBg="1"/>
      <p:bldP spid="147" grpId="0"/>
      <p:bldP spid="148" grpId="0"/>
      <p:bldP spid="149" grpId="0" animBg="1"/>
      <p:bldP spid="150" grpId="0" animBg="1"/>
      <p:bldP spid="151" grpId="0" animBg="1"/>
      <p:bldP spid="152" grpId="0"/>
      <p:bldP spid="153" grpId="0"/>
      <p:bldP spid="154" grpId="0" animBg="1"/>
      <p:bldP spid="155" grpId="0"/>
      <p:bldP spid="156" grpId="0" animBg="1"/>
      <p:bldP spid="157" grpId="0" animBg="1"/>
      <p:bldP spid="158" grpId="0" animBg="1"/>
      <p:bldP spid="159" grpId="0" animBg="1"/>
      <p:bldP spid="160" grpId="0" animBg="1"/>
      <p:bldP spid="161" grpId="0" animBg="1"/>
      <p:bldP spid="162" grpId="0" animBg="1"/>
      <p:bldP spid="163" grpId="0" animBg="1"/>
      <p:bldP spid="164" grpId="0"/>
      <p:bldP spid="165" grpId="0" animBg="1"/>
      <p:bldP spid="166" grpId="0"/>
      <p:bldP spid="168" grpId="0"/>
      <p:bldP spid="170"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 name="title">
            <a:extLst>
              <a:ext uri="{FF2B5EF4-FFF2-40B4-BE49-F238E27FC236}">
                <a16:creationId xmlns:a16="http://schemas.microsoft.com/office/drawing/2014/main" id="{8CA3876E-7E05-4155-BBC3-6C33D483E8DF}"/>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Backward pass: hidden layer 1</a:t>
            </a:r>
          </a:p>
        </p:txBody>
      </p:sp>
      <p:sp>
        <p:nvSpPr>
          <p:cNvPr id="2" name="lead">
            <a:extLst>
              <a:ext uri="{FF2B5EF4-FFF2-40B4-BE49-F238E27FC236}">
                <a16:creationId xmlns:a16="http://schemas.microsoft.com/office/drawing/2014/main" id="{3D14A678-F9AA-4426-B977-E8EC767E8A7B}"/>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Reuse the output gradient with the saved hidden preactivations and fixed output weights.</a:t>
            </a:r>
          </a:p>
        </p:txBody>
      </p:sp>
      <p:sp>
        <p:nvSpPr>
          <p:cNvPr id="3" name="footer_course">
            <a:extLst>
              <a:ext uri="{FF2B5EF4-FFF2-40B4-BE49-F238E27FC236}">
                <a16:creationId xmlns:a16="http://schemas.microsoft.com/office/drawing/2014/main" id="{4EC480AF-3089-4B80-81F0-2ABBF35DC53F}"/>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EBFF13DA-EE73-4E92-80E2-E9A77978F090}"/>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32</a:t>
            </a:r>
          </a:p>
        </p:txBody>
      </p:sp>
      <p:sp>
        <p:nvSpPr>
          <p:cNvPr id="5" name="text_1">
            <a:extLst>
              <a:ext uri="{FF2B5EF4-FFF2-40B4-BE49-F238E27FC236}">
                <a16:creationId xmlns:a16="http://schemas.microsoft.com/office/drawing/2014/main" id="{DB672D8C-4449-445A-8E68-BA791EA5CC76}"/>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6" name="text_2">
            <a:extLst>
              <a:ext uri="{FF2B5EF4-FFF2-40B4-BE49-F238E27FC236}">
                <a16:creationId xmlns:a16="http://schemas.microsoft.com/office/drawing/2014/main" id="{D3E738FE-CC53-46CA-825B-B246E528583A}"/>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7" name="text_3">
            <a:extLst>
              <a:ext uri="{FF2B5EF4-FFF2-40B4-BE49-F238E27FC236}">
                <a16:creationId xmlns:a16="http://schemas.microsoft.com/office/drawing/2014/main" id="{D2F22C63-190A-453D-96C8-5FC433ECDD4C}"/>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 name="note_box_4">
            <a:extLst>
              <a:ext uri="{FF2B5EF4-FFF2-40B4-BE49-F238E27FC236}">
                <a16:creationId xmlns:a16="http://schemas.microsoft.com/office/drawing/2014/main" id="{8C6C1FBC-07F3-4E4C-BF80-E8D08B927D44}"/>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 name="equation_5" descr="\boldsymbol{\phi}_0(\mathbf{x})">
                <a:extLst>
                  <a:ext uri="{FF2B5EF4-FFF2-40B4-BE49-F238E27FC236}">
                    <a16:creationId xmlns:a16="http://schemas.microsoft.com/office/drawing/2014/main" id="{653B8C97-EE5E-4D82-BB2F-04E2674D201A}"/>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9" name="equation_5" descr="\boldsymbol{\phi}_0(\mathbf{x})">
                <a:extLst>
                  <a:ext uri="{FF2B5EF4-FFF2-40B4-BE49-F238E27FC236}">
                    <a16:creationId xmlns:a16="http://schemas.microsoft.com/office/drawing/2014/main" id="{653B8C97-EE5E-4D82-BB2F-04E2674D201A}"/>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3"/>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1,2)">
                <a:extLst>
                  <a:ext uri="{FF2B5EF4-FFF2-40B4-BE49-F238E27FC236}">
                    <a16:creationId xmlns:a16="http://schemas.microsoft.com/office/drawing/2014/main" id="{BF881F2F-77C4-43C2-91F9-5196239A8D3B}"/>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10" name="equation_6" descr="(1,2)">
                <a:extLst>
                  <a:ext uri="{FF2B5EF4-FFF2-40B4-BE49-F238E27FC236}">
                    <a16:creationId xmlns:a16="http://schemas.microsoft.com/office/drawing/2014/main" id="{BF881F2F-77C4-43C2-91F9-5196239A8D3B}"/>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4"/>
                <a:stretch>
                  <a:fillRect t="-6383" b="-46809"/>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8DDBA471-A305-4F67-BEF5-3B8A68A74C1E}"/>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2" name="text_8">
            <a:extLst>
              <a:ext uri="{FF2B5EF4-FFF2-40B4-BE49-F238E27FC236}">
                <a16:creationId xmlns:a16="http://schemas.microsoft.com/office/drawing/2014/main" id="{D3E29AA4-161C-4BEB-84AB-09FB618C2CDC}"/>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3" name="note_box_9">
            <a:extLst>
              <a:ext uri="{FF2B5EF4-FFF2-40B4-BE49-F238E27FC236}">
                <a16:creationId xmlns:a16="http://schemas.microsoft.com/office/drawing/2014/main" id="{CC15556D-972B-4AE7-A1A5-A45EC727931B}"/>
              </a:ext>
            </a:extLst>
          </p:cNvPr>
          <p:cNvSpPr>
            <a:spLocks noGrp="1"/>
          </p:cNvSpPr>
          <p:nvPr/>
        </p:nvSpPr>
        <p:spPr>
          <a:xfrm>
            <a:off x="27813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4" name="equation_10" descr="\mathbf{a}_1(\mathbf{x})">
                <a:extLst>
                  <a:ext uri="{FF2B5EF4-FFF2-40B4-BE49-F238E27FC236}">
                    <a16:creationId xmlns:a16="http://schemas.microsoft.com/office/drawing/2014/main" id="{9297AD10-2114-40D0-8F73-EF441435F861}"/>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4" name="equation_10" descr="\mathbf{a}_1(\mathbf{x})">
                <a:extLst>
                  <a:ext uri="{FF2B5EF4-FFF2-40B4-BE49-F238E27FC236}">
                    <a16:creationId xmlns:a16="http://schemas.microsoft.com/office/drawing/2014/main" id="{9297AD10-2114-40D0-8F73-EF441435F861}"/>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5"/>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1,3,1)">
                <a:extLst>
                  <a:ext uri="{FF2B5EF4-FFF2-40B4-BE49-F238E27FC236}">
                    <a16:creationId xmlns:a16="http://schemas.microsoft.com/office/drawing/2014/main" id="{FC6940EB-AA7A-4C68-BD25-FE9A9E6487EF}"/>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−1,3,1</m:t>
                          </m:r>
                        </m:e>
                      </m:d>
                    </m:oMath>
                  </m:oMathPara>
                </a14:m>
                <a:endParaRPr lang="en-GB" sz="2000"/>
              </a:p>
            </p:txBody>
          </p:sp>
        </mc:Choice>
        <mc:Fallback xmlns="">
          <p:sp>
            <p:nvSpPr>
              <p:cNvPr id="15" name="equation_11" descr="(-1,3,1)">
                <a:extLst>
                  <a:ext uri="{FF2B5EF4-FFF2-40B4-BE49-F238E27FC236}">
                    <a16:creationId xmlns:a16="http://schemas.microsoft.com/office/drawing/2014/main" id="{FC6940EB-AA7A-4C68-BD25-FE9A9E6487EF}"/>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6"/>
                <a:stretch>
                  <a:fillRect t="-6383" b="-46809"/>
                </a:stretch>
              </a:blipFill>
              <a:ln w="0">
                <a:noFill/>
              </a:ln>
            </p:spPr>
            <p:txBody>
              <a:bodyPr/>
              <a:lstStyle/>
              <a:p>
                <a:r>
                  <a:rPr lang="it-IT">
                    <a:noFill/>
                  </a:rPr>
                  <a:t> </a:t>
                </a:r>
              </a:p>
            </p:txBody>
          </p:sp>
        </mc:Fallback>
      </mc:AlternateContent>
      <p:sp>
        <p:nvSpPr>
          <p:cNvPr id="16" name="line_12">
            <a:extLst>
              <a:ext uri="{FF2B5EF4-FFF2-40B4-BE49-F238E27FC236}">
                <a16:creationId xmlns:a16="http://schemas.microsoft.com/office/drawing/2014/main" id="{22AAF485-7D3B-457C-9246-00979B2F8DF0}"/>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7" name="text_13">
            <a:extLst>
              <a:ext uri="{FF2B5EF4-FFF2-40B4-BE49-F238E27FC236}">
                <a16:creationId xmlns:a16="http://schemas.microsoft.com/office/drawing/2014/main" id="{CD56520B-8AEF-4650-9703-D18934E5F8F4}"/>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8" name="note_box_14">
            <a:extLst>
              <a:ext uri="{FF2B5EF4-FFF2-40B4-BE49-F238E27FC236}">
                <a16:creationId xmlns:a16="http://schemas.microsoft.com/office/drawing/2014/main" id="{35372297-1196-4FA4-BF08-1081983E0106}"/>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 name="equation_15" descr="\boldsymbol{\phi}_1(\mathbf{x})">
                <a:extLst>
                  <a:ext uri="{FF2B5EF4-FFF2-40B4-BE49-F238E27FC236}">
                    <a16:creationId xmlns:a16="http://schemas.microsoft.com/office/drawing/2014/main" id="{3F38619C-AD87-41CF-80A4-9490C39901E0}"/>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9" name="equation_15" descr="\boldsymbol{\phi}_1(\mathbf{x})">
                <a:extLst>
                  <a:ext uri="{FF2B5EF4-FFF2-40B4-BE49-F238E27FC236}">
                    <a16:creationId xmlns:a16="http://schemas.microsoft.com/office/drawing/2014/main" id="{3F38619C-AD87-41CF-80A4-9490C39901E0}"/>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7"/>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16" descr="(0,3,1)">
                <a:extLst>
                  <a:ext uri="{FF2B5EF4-FFF2-40B4-BE49-F238E27FC236}">
                    <a16:creationId xmlns:a16="http://schemas.microsoft.com/office/drawing/2014/main" id="{AB4C33AA-913B-4226-A845-DACB29745F41}"/>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20" name="equation_16" descr="(0,3,1)">
                <a:extLst>
                  <a:ext uri="{FF2B5EF4-FFF2-40B4-BE49-F238E27FC236}">
                    <a16:creationId xmlns:a16="http://schemas.microsoft.com/office/drawing/2014/main" id="{AB4C33AA-913B-4226-A845-DACB29745F41}"/>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8"/>
                <a:stretch>
                  <a:fillRect t="-6383" b="-46809"/>
                </a:stretch>
              </a:blipFill>
              <a:ln w="0">
                <a:noFill/>
              </a:ln>
            </p:spPr>
            <p:txBody>
              <a:bodyPr/>
              <a:lstStyle/>
              <a:p>
                <a:r>
                  <a:rPr lang="it-IT">
                    <a:noFill/>
                  </a:rPr>
                  <a:t> </a:t>
                </a:r>
              </a:p>
            </p:txBody>
          </p:sp>
        </mc:Fallback>
      </mc:AlternateContent>
      <p:sp>
        <p:nvSpPr>
          <p:cNvPr id="21" name="line_17">
            <a:extLst>
              <a:ext uri="{FF2B5EF4-FFF2-40B4-BE49-F238E27FC236}">
                <a16:creationId xmlns:a16="http://schemas.microsoft.com/office/drawing/2014/main" id="{0501FF40-52EA-42C4-A921-4502A6D5D137}"/>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22" name="text_18">
            <a:extLst>
              <a:ext uri="{FF2B5EF4-FFF2-40B4-BE49-F238E27FC236}">
                <a16:creationId xmlns:a16="http://schemas.microsoft.com/office/drawing/2014/main" id="{ECC171FF-25C5-422F-BF55-03213312133D}"/>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3" name="note_box_19">
            <a:extLst>
              <a:ext uri="{FF2B5EF4-FFF2-40B4-BE49-F238E27FC236}">
                <a16:creationId xmlns:a16="http://schemas.microsoft.com/office/drawing/2014/main" id="{15D92006-46B7-465C-ADEE-A78DB651E8AB}"/>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 name="equation_20" descr="\mathbf{a}_2(\mathbf{x})">
                <a:extLst>
                  <a:ext uri="{FF2B5EF4-FFF2-40B4-BE49-F238E27FC236}">
                    <a16:creationId xmlns:a16="http://schemas.microsoft.com/office/drawing/2014/main" id="{6220E4DE-3943-4091-828B-B5610F5BC340}"/>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24" name="equation_20" descr="\mathbf{a}_2(\mathbf{x})">
                <a:extLst>
                  <a:ext uri="{FF2B5EF4-FFF2-40B4-BE49-F238E27FC236}">
                    <a16:creationId xmlns:a16="http://schemas.microsoft.com/office/drawing/2014/main" id="{6220E4DE-3943-4091-828B-B5610F5BC340}"/>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9"/>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equation_21" descr="(-7/2)">
                <a:extLst>
                  <a:ext uri="{FF2B5EF4-FFF2-40B4-BE49-F238E27FC236}">
                    <a16:creationId xmlns:a16="http://schemas.microsoft.com/office/drawing/2014/main" id="{2E169EF8-24C1-456C-95D8-938E9BBBC8C1}"/>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25" name="equation_21" descr="(-7/2)">
                <a:extLst>
                  <a:ext uri="{FF2B5EF4-FFF2-40B4-BE49-F238E27FC236}">
                    <a16:creationId xmlns:a16="http://schemas.microsoft.com/office/drawing/2014/main" id="{2E169EF8-24C1-456C-95D8-938E9BBBC8C1}"/>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0"/>
                <a:stretch>
                  <a:fillRect t="-6383" b="-46809"/>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F163AADD-6D71-44BD-AECA-0F721F77E0A9}"/>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27" name="text_23">
            <a:extLst>
              <a:ext uri="{FF2B5EF4-FFF2-40B4-BE49-F238E27FC236}">
                <a16:creationId xmlns:a16="http://schemas.microsoft.com/office/drawing/2014/main" id="{0726EABE-D4D3-4B4C-9302-81AB728A80EA}"/>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8" name="note_box_24">
            <a:extLst>
              <a:ext uri="{FF2B5EF4-FFF2-40B4-BE49-F238E27FC236}">
                <a16:creationId xmlns:a16="http://schemas.microsoft.com/office/drawing/2014/main" id="{5B4527C9-2EA6-4D40-A441-C0D8EC17DF88}"/>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 name="equation_25" descr="\mathcal{L}_{\mathrm{sq}}">
                <a:extLst>
                  <a:ext uri="{FF2B5EF4-FFF2-40B4-BE49-F238E27FC236}">
                    <a16:creationId xmlns:a16="http://schemas.microsoft.com/office/drawing/2014/main" id="{1307A85E-98A0-442C-8532-6A94264DC631}"/>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9" name="equation_25" descr="\mathcal{L}_{\mathrm{sq}}">
                <a:extLst>
                  <a:ext uri="{FF2B5EF4-FFF2-40B4-BE49-F238E27FC236}">
                    <a16:creationId xmlns:a16="http://schemas.microsoft.com/office/drawing/2014/main" id="{1307A85E-98A0-442C-8532-6A94264DC631}"/>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1"/>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equation_26" descr="1/4">
                <a:extLst>
                  <a:ext uri="{FF2B5EF4-FFF2-40B4-BE49-F238E27FC236}">
                    <a16:creationId xmlns:a16="http://schemas.microsoft.com/office/drawing/2014/main" id="{DE5B8625-FDA1-4F38-A22D-36194AB4A1B0}"/>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30" name="equation_26" descr="1/4">
                <a:extLst>
                  <a:ext uri="{FF2B5EF4-FFF2-40B4-BE49-F238E27FC236}">
                    <a16:creationId xmlns:a16="http://schemas.microsoft.com/office/drawing/2014/main" id="{DE5B8625-FDA1-4F38-A22D-36194AB4A1B0}"/>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2"/>
                <a:stretch>
                  <a:fillRect t="-6383" b="-44681"/>
                </a:stretch>
              </a:blipFill>
              <a:ln w="0">
                <a:noFill/>
              </a:ln>
            </p:spPr>
            <p:txBody>
              <a:bodyPr/>
              <a:lstStyle/>
              <a:p>
                <a:r>
                  <a:rPr lang="it-IT">
                    <a:noFill/>
                  </a:rPr>
                  <a:t> </a:t>
                </a:r>
              </a:p>
            </p:txBody>
          </p:sp>
        </mc:Fallback>
      </mc:AlternateContent>
      <p:sp>
        <p:nvSpPr>
          <p:cNvPr id="31" name="note_box_27">
            <a:extLst>
              <a:ext uri="{FF2B5EF4-FFF2-40B4-BE49-F238E27FC236}">
                <a16:creationId xmlns:a16="http://schemas.microsoft.com/office/drawing/2014/main" id="{32078276-61AE-445C-92AC-D11105A79D96}"/>
              </a:ext>
            </a:extLst>
          </p:cNvPr>
          <p:cNvSpPr>
            <a:spLocks noGrp="1"/>
          </p:cNvSpPr>
          <p:nvPr/>
        </p:nvSpPr>
        <p:spPr>
          <a:xfrm>
            <a:off x="4210050" y="2809875"/>
            <a:ext cx="2867025"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2" name="equation_28" descr="\mathbf W_2^{\mathsf{T}}=(2,-1,1/2)">
                <a:extLst>
                  <a:ext uri="{FF2B5EF4-FFF2-40B4-BE49-F238E27FC236}">
                    <a16:creationId xmlns:a16="http://schemas.microsoft.com/office/drawing/2014/main" id="{B6826DED-99EE-4864-B927-565EE4B84322}"/>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𝐖</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𝖳</m:t>
                          </m:r>
                        </m:sup>
                      </m:sSubSup>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2,−1,1/2</m:t>
                          </m:r>
                        </m:e>
                      </m:d>
                    </m:oMath>
                  </m:oMathPara>
                </a14:m>
                <a:endParaRPr lang="en-GB" sz="2000"/>
              </a:p>
            </p:txBody>
          </p:sp>
        </mc:Choice>
        <mc:Fallback xmlns="">
          <p:sp>
            <p:nvSpPr>
              <p:cNvPr id="32" name="equation_28" descr="\mathbf W_2^{\mathsf{T}}=(2,-1,1/2)">
                <a:extLst>
                  <a:ext uri="{FF2B5EF4-FFF2-40B4-BE49-F238E27FC236}">
                    <a16:creationId xmlns:a16="http://schemas.microsoft.com/office/drawing/2014/main" id="{B6826DED-99EE-4864-B927-565EE4B84322}"/>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3"/>
                <a:stretch>
                  <a:fillRect t="-2000" b="-38000"/>
                </a:stretch>
              </a:blipFill>
              <a:ln w="0">
                <a:noFill/>
              </a:ln>
            </p:spPr>
            <p:txBody>
              <a:bodyPr/>
              <a:lstStyle/>
              <a:p>
                <a:r>
                  <a:rPr lang="it-IT">
                    <a:noFill/>
                  </a:rPr>
                  <a:t> </a:t>
                </a:r>
              </a:p>
            </p:txBody>
          </p:sp>
        </mc:Fallback>
      </mc:AlternateContent>
      <p:sp>
        <p:nvSpPr>
          <p:cNvPr id="33" name="note_box_29">
            <a:extLst>
              <a:ext uri="{FF2B5EF4-FFF2-40B4-BE49-F238E27FC236}">
                <a16:creationId xmlns:a16="http://schemas.microsoft.com/office/drawing/2014/main" id="{490FB1A3-8F29-42B0-A693-8A94DECB32C8}"/>
              </a:ext>
            </a:extLst>
          </p:cNvPr>
          <p:cNvSpPr>
            <a:spLocks noGrp="1"/>
          </p:cNvSpPr>
          <p:nvPr/>
        </p:nvSpPr>
        <p:spPr>
          <a:xfrm>
            <a:off x="6953250" y="3228975"/>
            <a:ext cx="4762500" cy="857250"/>
          </a:xfrm>
          <a:prstGeom prst="roundRect">
            <a:avLst>
              <a:gd name="adj" fmla="val 5000"/>
            </a:avLst>
          </a:prstGeom>
          <a:solidFill>
            <a:srgbClr val="F8F7F5"/>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34" name="equation_30" descr="\nabla J_{2}(\mathbf{a}_2(\mathbf{x}))=(-1)">
                <a:extLst>
                  <a:ext uri="{FF2B5EF4-FFF2-40B4-BE49-F238E27FC236}">
                    <a16:creationId xmlns:a16="http://schemas.microsoft.com/office/drawing/2014/main" id="{3F8E3FF6-8579-4A8E-9416-0E7E28FFC61F}"/>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235C99"/>
                          </a:solidFill>
                          <a:latin typeface="Cambria Math"/>
                          <a:ea typeface="Cambria Math"/>
                          <a:cs typeface="Cambria Math"/>
                        </a:rPr>
                        <m:t>∇</m:t>
                      </m:r>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Sub>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e>
                      </m:d>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m:t>
                          </m:r>
                        </m:e>
                      </m:d>
                    </m:oMath>
                  </m:oMathPara>
                </a14:m>
                <a:endParaRPr lang="en-GB" sz="2000"/>
              </a:p>
            </p:txBody>
          </p:sp>
        </mc:Choice>
        <mc:Fallback xmlns="">
          <p:sp>
            <p:nvSpPr>
              <p:cNvPr id="34" name="equation_30" descr="\nabla J_{2}(\mathbf{a}_2(\mathbf{x}))=(-1)">
                <a:extLst>
                  <a:ext uri="{FF2B5EF4-FFF2-40B4-BE49-F238E27FC236}">
                    <a16:creationId xmlns:a16="http://schemas.microsoft.com/office/drawing/2014/main" id="{3F8E3FF6-8579-4A8E-9416-0E7E28FFC61F}"/>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4"/>
                <a:stretch>
                  <a:fillRect b="-3896"/>
                </a:stretch>
              </a:blipFill>
              <a:ln w="0">
                <a:noFill/>
              </a:ln>
            </p:spPr>
            <p:txBody>
              <a:bodyPr/>
              <a:lstStyle/>
              <a:p>
                <a:r>
                  <a:rPr lang="it-IT">
                    <a:noFill/>
                  </a:rPr>
                  <a:t> </a:t>
                </a:r>
              </a:p>
            </p:txBody>
          </p:sp>
        </mc:Fallback>
      </mc:AlternateContent>
      <p:sp>
        <p:nvSpPr>
          <p:cNvPr id="35" name="text_31">
            <a:extLst>
              <a:ext uri="{FF2B5EF4-FFF2-40B4-BE49-F238E27FC236}">
                <a16:creationId xmlns:a16="http://schemas.microsoft.com/office/drawing/2014/main" id="{AB6CE26E-F019-4DF4-8DC1-8AD19B69D21A}"/>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36" name="note_box_32">
            <a:extLst>
              <a:ext uri="{FF2B5EF4-FFF2-40B4-BE49-F238E27FC236}">
                <a16:creationId xmlns:a16="http://schemas.microsoft.com/office/drawing/2014/main" id="{7D27D76C-C583-4F81-86C1-33F62ABF5666}"/>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 name="equation_33" descr="\nabla_{\mathbf{W}_2}\mathcal{L}_{\mathrm{sq}}=\boldsymbol{\phi}_1(\mathbf{x})^{\mathsf{T}}\cdot\nabla J_{2}(\mathbf a_2(\mathbf{x}))">
                <a:extLst>
                  <a:ext uri="{FF2B5EF4-FFF2-40B4-BE49-F238E27FC236}">
                    <a16:creationId xmlns:a16="http://schemas.microsoft.com/office/drawing/2014/main" id="{2AD45EC2-D620-45B3-932C-9F3A4BF1E89F}"/>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37" name="equation_33" descr="\nabla_{\mathbf{W}_2}\mathcal{L}_{\mathrm{sq}}=\boldsymbol{\phi}_1(\mathbf{x})^{\mathsf{T}}\cdot\nabla J_{2}(\mathbf a_2(\mathbf{x}))">
                <a:extLst>
                  <a:ext uri="{FF2B5EF4-FFF2-40B4-BE49-F238E27FC236}">
                    <a16:creationId xmlns:a16="http://schemas.microsoft.com/office/drawing/2014/main" id="{2AD45EC2-D620-45B3-932C-9F3A4BF1E89F}"/>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5"/>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equation_34" descr="=\begin{pmatrix}0\\3\\1\end{pmatrix}\cdot(-1)=\begin{pmatrix}0\\-3\\-1\end{pmatrix}">
                <a:extLst>
                  <a:ext uri="{FF2B5EF4-FFF2-40B4-BE49-F238E27FC236}">
                    <a16:creationId xmlns:a16="http://schemas.microsoft.com/office/drawing/2014/main" id="{C23A0980-96FE-47F0-8DB7-4BC3C1C2B7BB}"/>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38" name="equation_34" descr="=\begin{pmatrix}0\\3\\1\end{pmatrix}\cdot(-1)=\begin{pmatrix}0\\-3\\-1\end{pmatrix}">
                <a:extLst>
                  <a:ext uri="{FF2B5EF4-FFF2-40B4-BE49-F238E27FC236}">
                    <a16:creationId xmlns:a16="http://schemas.microsoft.com/office/drawing/2014/main" id="{C23A0980-96FE-47F0-8DB7-4BC3C1C2B7BB}"/>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6"/>
                <a:stretch>
                  <a:fillRect/>
                </a:stretch>
              </a:blipFill>
              <a:ln w="0">
                <a:noFill/>
              </a:ln>
            </p:spPr>
            <p:txBody>
              <a:bodyPr/>
              <a:lstStyle/>
              <a:p>
                <a:r>
                  <a:rPr lang="it-IT">
                    <a:noFill/>
                  </a:rPr>
                  <a:t> </a:t>
                </a:r>
              </a:p>
            </p:txBody>
          </p:sp>
        </mc:Fallback>
      </mc:AlternateContent>
      <p:sp>
        <p:nvSpPr>
          <p:cNvPr id="39" name="note_box_35">
            <a:extLst>
              <a:ext uri="{FF2B5EF4-FFF2-40B4-BE49-F238E27FC236}">
                <a16:creationId xmlns:a16="http://schemas.microsoft.com/office/drawing/2014/main" id="{CA338D74-B990-42E4-9504-D2DAA4D67844}"/>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partial\mathcal{L}_{\mathrm{sq}}/\partial b_2)(\boldsymbol\theta)=\left[\nabla J_{2}(\mathbf a_2(\mathbf{x}))\right]_1=-1">
                <a:extLst>
                  <a:ext uri="{FF2B5EF4-FFF2-40B4-BE49-F238E27FC236}">
                    <a16:creationId xmlns:a16="http://schemas.microsoft.com/office/drawing/2014/main" id="{4D2348BD-A84A-43E7-BAF5-511CD881707D}"/>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40" name="equation_36" descr="(\partial\mathcal{L}_{\mathrm{sq}}/\partial b_2)(\boldsymbol\theta)=\left[\nabla J_{2}(\mathbf a_2(\mathbf{x}))\right]_1=-1">
                <a:extLst>
                  <a:ext uri="{FF2B5EF4-FFF2-40B4-BE49-F238E27FC236}">
                    <a16:creationId xmlns:a16="http://schemas.microsoft.com/office/drawing/2014/main" id="{4D2348BD-A84A-43E7-BAF5-511CD881707D}"/>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7"/>
                <a:stretch>
                  <a:fillRect b="-4000"/>
                </a:stretch>
              </a:blipFill>
              <a:ln w="0">
                <a:noFill/>
              </a:ln>
            </p:spPr>
            <p:txBody>
              <a:bodyPr/>
              <a:lstStyle/>
              <a:p>
                <a:r>
                  <a:rPr lang="it-IT">
                    <a:noFill/>
                  </a:rPr>
                  <a:t> </a:t>
                </a:r>
              </a:p>
            </p:txBody>
          </p:sp>
        </mc:Fallback>
      </mc:AlternateContent>
      <p:sp>
        <p:nvSpPr>
          <p:cNvPr id="41" name="note_box_37">
            <a:extLst>
              <a:ext uri="{FF2B5EF4-FFF2-40B4-BE49-F238E27FC236}">
                <a16:creationId xmlns:a16="http://schemas.microsoft.com/office/drawing/2014/main" id="{E24EAF33-9A9B-4E31-9400-72C6317ECE1A}"/>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42" name="equation_38" descr="\nabla J_{2}(\mathbf a_2(\mathbf{x}))\cdot\mathbf W_2^{\mathsf{T}}">
                <a:extLst>
                  <a:ext uri="{FF2B5EF4-FFF2-40B4-BE49-F238E27FC236}">
                    <a16:creationId xmlns:a16="http://schemas.microsoft.com/office/drawing/2014/main" id="{4277C5B2-42C3-44F1-A334-B9158E3F5C46}"/>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42" name="equation_38" descr="\nabla J_{2}(\mathbf a_2(\mathbf{x}))\cdot\mathbf W_2^{\mathsf{T}}">
                <a:extLst>
                  <a:ext uri="{FF2B5EF4-FFF2-40B4-BE49-F238E27FC236}">
                    <a16:creationId xmlns:a16="http://schemas.microsoft.com/office/drawing/2014/main" id="{4277C5B2-42C3-44F1-A334-B9158E3F5C46}"/>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8"/>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3" name="equation_39" descr="=(-1)(2,-1,1/2)=(-2,1,-1/2)">
                <a:extLst>
                  <a:ext uri="{FF2B5EF4-FFF2-40B4-BE49-F238E27FC236}">
                    <a16:creationId xmlns:a16="http://schemas.microsoft.com/office/drawing/2014/main" id="{202E4859-9F33-4C91-8B28-93C40A9F82EC}"/>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43" name="equation_39" descr="=(-1)(2,-1,1/2)=(-2,1,-1/2)">
                <a:extLst>
                  <a:ext uri="{FF2B5EF4-FFF2-40B4-BE49-F238E27FC236}">
                    <a16:creationId xmlns:a16="http://schemas.microsoft.com/office/drawing/2014/main" id="{202E4859-9F33-4C91-8B28-93C40A9F82EC}"/>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19"/>
                <a:stretch>
                  <a:fillRect b="-23214"/>
                </a:stretch>
              </a:blipFill>
              <a:ln w="0">
                <a:noFill/>
              </a:ln>
            </p:spPr>
            <p:txBody>
              <a:bodyPr/>
              <a:lstStyle/>
              <a:p>
                <a:r>
                  <a:rPr lang="it-IT">
                    <a:noFill/>
                  </a:rPr>
                  <a:t> </a:t>
                </a:r>
              </a:p>
            </p:txBody>
          </p:sp>
        </mc:Fallback>
      </mc:AlternateContent>
      <p:sp>
        <p:nvSpPr>
          <p:cNvPr id="44" name="note_box_40">
            <a:extLst>
              <a:ext uri="{FF2B5EF4-FFF2-40B4-BE49-F238E27FC236}">
                <a16:creationId xmlns:a16="http://schemas.microsoft.com/office/drawing/2014/main" id="{FCBC1FDB-274B-4624-98D8-94890EF6AFEA}"/>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5" name="equation_41" descr="\nabla_{\mathbf W_1}\mathcal L_{\mathrm{sq}}">
                <a:extLst>
                  <a:ext uri="{FF2B5EF4-FFF2-40B4-BE49-F238E27FC236}">
                    <a16:creationId xmlns:a16="http://schemas.microsoft.com/office/drawing/2014/main" id="{9780DB32-DB1F-4659-BA8C-88E96AFBC18D}"/>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5" name="equation_41" descr="\nabla_{\mathbf W_1}\mathcal L_{\mathrm{sq}}">
                <a:extLst>
                  <a:ext uri="{FF2B5EF4-FFF2-40B4-BE49-F238E27FC236}">
                    <a16:creationId xmlns:a16="http://schemas.microsoft.com/office/drawing/2014/main" id="{9780DB32-DB1F-4659-BA8C-88E96AFBC18D}"/>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20"/>
                <a:stretch>
                  <a:fillRect b="-28571"/>
                </a:stretch>
              </a:blipFill>
              <a:ln w="0">
                <a:noFill/>
              </a:ln>
            </p:spPr>
            <p:txBody>
              <a:bodyPr/>
              <a:lstStyle/>
              <a:p>
                <a:r>
                  <a:rPr lang="it-IT">
                    <a:noFill/>
                  </a:rPr>
                  <a:t> </a:t>
                </a:r>
              </a:p>
            </p:txBody>
          </p:sp>
        </mc:Fallback>
      </mc:AlternateContent>
      <p:sp>
        <p:nvSpPr>
          <p:cNvPr id="46" name="text_42">
            <a:extLst>
              <a:ext uri="{FF2B5EF4-FFF2-40B4-BE49-F238E27FC236}">
                <a16:creationId xmlns:a16="http://schemas.microsoft.com/office/drawing/2014/main" id="{23AC7B17-A64C-468E-B9D7-4C31CE6D4002}"/>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47" name="note_box_43">
            <a:extLst>
              <a:ext uri="{FF2B5EF4-FFF2-40B4-BE49-F238E27FC236}">
                <a16:creationId xmlns:a16="http://schemas.microsoft.com/office/drawing/2014/main" id="{51A7D016-2822-4EAC-B2BA-89D7B5E21E13}"/>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8" name="equation_44" descr="\nabla_{\mathbf b_1}\mathcal L_{\mathrm{sq}}">
                <a:extLst>
                  <a:ext uri="{FF2B5EF4-FFF2-40B4-BE49-F238E27FC236}">
                    <a16:creationId xmlns:a16="http://schemas.microsoft.com/office/drawing/2014/main" id="{722ECF99-FBF8-4B4E-90A5-63884D1C5383}"/>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8" name="equation_44" descr="\nabla_{\mathbf b_1}\mathcal L_{\mathrm{sq}}">
                <a:extLst>
                  <a:ext uri="{FF2B5EF4-FFF2-40B4-BE49-F238E27FC236}">
                    <a16:creationId xmlns:a16="http://schemas.microsoft.com/office/drawing/2014/main" id="{722ECF99-FBF8-4B4E-90A5-63884D1C5383}"/>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21"/>
                <a:stretch>
                  <a:fillRect b="-2778"/>
                </a:stretch>
              </a:blipFill>
              <a:ln w="0">
                <a:noFill/>
              </a:ln>
            </p:spPr>
            <p:txBody>
              <a:bodyPr/>
              <a:lstStyle/>
              <a:p>
                <a:r>
                  <a:rPr lang="it-IT">
                    <a:noFill/>
                  </a:rPr>
                  <a:t> </a:t>
                </a:r>
              </a:p>
            </p:txBody>
          </p:sp>
        </mc:Fallback>
      </mc:AlternateContent>
      <p:sp>
        <p:nvSpPr>
          <p:cNvPr id="49" name="text_45">
            <a:extLst>
              <a:ext uri="{FF2B5EF4-FFF2-40B4-BE49-F238E27FC236}">
                <a16:creationId xmlns:a16="http://schemas.microsoft.com/office/drawing/2014/main" id="{1FF5EAFC-5490-4B6C-AD74-BA2DF7437F0D}"/>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50" name="line_46">
            <a:extLst>
              <a:ext uri="{FF2B5EF4-FFF2-40B4-BE49-F238E27FC236}">
                <a16:creationId xmlns:a16="http://schemas.microsoft.com/office/drawing/2014/main" id="{7F630D14-55AF-4839-847B-4EC2710CE955}"/>
              </a:ext>
            </a:extLst>
          </p:cNvPr>
          <p:cNvSpPr>
            <a:spLocks noGrp="1"/>
          </p:cNvSpPr>
          <p:nvPr/>
        </p:nvSpPr>
        <p:spPr>
          <a:xfrm>
            <a:off x="3676650" y="2733675"/>
            <a:ext cx="476" cy="438150"/>
          </a:xfrm>
          <a:prstGeom prst="line">
            <a:avLst/>
          </a:prstGeom>
          <a:noFill/>
          <a:ln w="14288">
            <a:solidFill>
              <a:srgbClr val="235C99"/>
            </a:solidFill>
            <a:prstDash val="dash"/>
            <a:tailEnd type="triangle" w="sm" len="sm"/>
          </a:ln>
        </p:spPr>
        <p:txBody>
          <a:bodyPr/>
          <a:lstStyle/>
          <a:p>
            <a:endParaRPr lang="it-IT"/>
          </a:p>
        </p:txBody>
      </p:sp>
      <p:sp>
        <p:nvSpPr>
          <p:cNvPr id="51" name="line_47">
            <a:extLst>
              <a:ext uri="{FF2B5EF4-FFF2-40B4-BE49-F238E27FC236}">
                <a16:creationId xmlns:a16="http://schemas.microsoft.com/office/drawing/2014/main" id="{003C406B-9587-41FE-8E25-6D20C497E30C}"/>
              </a:ext>
            </a:extLst>
          </p:cNvPr>
          <p:cNvSpPr>
            <a:spLocks noGrp="1"/>
          </p:cNvSpPr>
          <p:nvPr/>
        </p:nvSpPr>
        <p:spPr>
          <a:xfrm>
            <a:off x="5629275" y="3124200"/>
            <a:ext cx="476" cy="47625"/>
          </a:xfrm>
          <a:prstGeom prst="line">
            <a:avLst/>
          </a:prstGeom>
          <a:noFill/>
          <a:ln w="14288">
            <a:solidFill>
              <a:srgbClr val="235C99"/>
            </a:solidFill>
            <a:prstDash val="dash"/>
            <a:tailEnd type="triangle" w="sm" len="sm"/>
          </a:ln>
        </p:spPr>
        <p:txBody>
          <a:bodyPr/>
          <a:lstStyle/>
          <a:p>
            <a:endParaRPr lang="it-IT"/>
          </a:p>
        </p:txBody>
      </p:sp>
      <p:sp>
        <p:nvSpPr>
          <p:cNvPr id="52" name="line_48">
            <a:extLst>
              <a:ext uri="{FF2B5EF4-FFF2-40B4-BE49-F238E27FC236}">
                <a16:creationId xmlns:a16="http://schemas.microsoft.com/office/drawing/2014/main" id="{03E396D9-CE55-4B13-A2D5-CA2383C281C0}"/>
              </a:ext>
            </a:extLst>
          </p:cNvPr>
          <p:cNvSpPr>
            <a:spLocks noGrp="1"/>
          </p:cNvSpPr>
          <p:nvPr/>
        </p:nvSpPr>
        <p:spPr>
          <a:xfrm flipH="1">
            <a:off x="6686550" y="3657600"/>
            <a:ext cx="247650" cy="476"/>
          </a:xfrm>
          <a:prstGeom prst="line">
            <a:avLst/>
          </a:prstGeom>
          <a:noFill/>
          <a:ln w="14288">
            <a:solidFill>
              <a:srgbClr val="235C99"/>
            </a:solidFill>
            <a:prstDash val="dash"/>
            <a:tailEnd type="triangle" w="sm" len="sm"/>
          </a:ln>
        </p:spPr>
        <p:txBody>
          <a:bodyPr/>
          <a:lstStyle/>
          <a:p>
            <a:endParaRPr lang="it-IT"/>
          </a:p>
        </p:txBody>
      </p:sp>
      <p:sp>
        <p:nvSpPr>
          <p:cNvPr id="53" name="note_brace_49">
            <a:extLst>
              <a:ext uri="{FF2B5EF4-FFF2-40B4-BE49-F238E27FC236}">
                <a16:creationId xmlns:a16="http://schemas.microsoft.com/office/drawing/2014/main" id="{73C6D0B2-29E6-46FA-ADA5-99C11CE48EC4}"/>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D2535435-E9ED-4ED1-A938-69643D24C5DD}"/>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5" name="note_brace_51">
            <a:extLst>
              <a:ext uri="{FF2B5EF4-FFF2-40B4-BE49-F238E27FC236}">
                <a16:creationId xmlns:a16="http://schemas.microsoft.com/office/drawing/2014/main" id="{01E7598A-E4F9-4885-A3FD-D93988084F6F}"/>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6" name="text_52">
            <a:extLst>
              <a:ext uri="{FF2B5EF4-FFF2-40B4-BE49-F238E27FC236}">
                <a16:creationId xmlns:a16="http://schemas.microsoft.com/office/drawing/2014/main" id="{02B9A393-AB21-48B2-82F8-E38A9AE2F61F}"/>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mc:AlternateContent xmlns:mc="http://schemas.openxmlformats.org/markup-compatibility/2006" xmlns:a14="http://schemas.microsoft.com/office/drawing/2010/main">
        <mc:Choice Requires="a14">
          <p:sp>
            <p:nvSpPr>
              <p:cNvPr id="166" name="hidden_numeric_0">
                <a:extLst>
                  <a:ext uri="{FF2B5EF4-FFF2-40B4-BE49-F238E27FC236}">
                    <a16:creationId xmlns:a16="http://schemas.microsoft.com/office/drawing/2014/main" id="{45D29BF7-FC28-4261-807F-9B3C3378FF03}"/>
                  </a:ext>
                </a:extLst>
              </p:cNvPr>
              <p:cNvSpPr>
                <a:spLocks noGrp="1"/>
              </p:cNvSpPr>
              <p:nvPr/>
            </p:nvSpPr>
            <p:spPr>
              <a:xfrm>
                <a:off x="838200" y="3867150"/>
                <a:ext cx="5753100" cy="285750"/>
              </a:xfrm>
              <a:prstGeom prst="rect">
                <a:avLst/>
              </a:prstGeom>
              <a:noFill/>
              <a:ln w="0">
                <a:noFill/>
              </a:ln>
            </p:spPr>
            <p:txBody>
              <a:bodyPr wrap="none" lIns="0" tIns="0" rIns="0" bIns="0" anchor="ctr"/>
              <a:lstStyle>
                <a:defPPr algn="ctr">
                  <a:defRPr sz="2000">
                    <a:solidFill>
                      <a:srgbClr val="AB4910"/>
                    </a:solidFill>
                    <a:latin typeface="DejaVu Sans"/>
                    <a:ea typeface="DejaVu Sans"/>
                    <a:cs typeface="DejaVu Sans"/>
                  </a:defRPr>
                </a:defPPr>
              </a:lstStyle>
              <a:p>
                <a:pPr algn="ctr"/>
                <a14:m>
                  <m:oMathPara xmlns:m="http://schemas.openxmlformats.org/officeDocument/2006/math">
                    <m:oMath>
                      <m:r>
                        <a:rPr lang="en-GB" sz="2000">
                          <a:solidFill>
                            <a:srgbClr val="AB4910"/>
                          </a:solidFill>
                          <a:latin typeface="Cambria Math"/>
                          <a:ea typeface="Cambria Math"/>
                          <a:cs typeface="Cambria Math"/>
                        </a:rPr>
                        <m:t>=?</m:t>
                      </m:r>
                    </m:oMath>
                  </m:oMathPara>
                </a14:m>
                <a:endParaRPr/>
              </a:p>
            </p:txBody>
          </p:sp>
        </mc:Choice>
        <mc:Fallback xmlns="">
          <p:sp>
            <p:nvSpPr>
              <p:cNvPr id="166" name="hidden_numeric_0">
                <a:extLst>
                  <a:ext uri="{FF2B5EF4-FFF2-40B4-BE49-F238E27FC236}">
                    <a16:creationId xmlns:a16="http://schemas.microsoft.com/office/drawing/2014/main" id="{45D29BF7-FC28-4261-807F-9B3C3378FF03}"/>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22"/>
                <a:stretch>
                  <a:fillRect b="-10638"/>
                </a:stretch>
              </a:blipFill>
              <a:ln w="0">
                <a:noFill/>
              </a:ln>
            </p:spPr>
            <p:txBody>
              <a:bodyPr/>
              <a:lstStyle/>
              <a:p>
                <a:r>
                  <a:rPr lang="it-IT">
                    <a:noFill/>
                  </a:rPr>
                  <a:t> </a:t>
                </a:r>
              </a:p>
            </p:txBody>
          </p:sp>
        </mc:Fallback>
      </mc:AlternateContent>
      <p:sp>
        <p:nvSpPr>
          <p:cNvPr id="57" name="shape_53">
            <a:extLst>
              <a:ext uri="{FF2B5EF4-FFF2-40B4-BE49-F238E27FC236}">
                <a16:creationId xmlns:a16="http://schemas.microsoft.com/office/drawing/2014/main" id="{81CA4596-016E-4907-814B-A93C3BA65605}"/>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58" name="text_54">
            <a:extLst>
              <a:ext uri="{FF2B5EF4-FFF2-40B4-BE49-F238E27FC236}">
                <a16:creationId xmlns:a16="http://schemas.microsoft.com/office/drawing/2014/main" id="{4EAC14AA-CAF9-441B-8F05-CF3A42D0A851}"/>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59" name="text_55">
            <a:extLst>
              <a:ext uri="{FF2B5EF4-FFF2-40B4-BE49-F238E27FC236}">
                <a16:creationId xmlns:a16="http://schemas.microsoft.com/office/drawing/2014/main" id="{91CA886E-F124-49E7-89DB-8B59C80F11C6}"/>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60" name="text_56">
            <a:extLst>
              <a:ext uri="{FF2B5EF4-FFF2-40B4-BE49-F238E27FC236}">
                <a16:creationId xmlns:a16="http://schemas.microsoft.com/office/drawing/2014/main" id="{B2EB6A76-2DF3-4F2D-89EA-04DF4D770419}"/>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61" name="note_box_57">
            <a:extLst>
              <a:ext uri="{FF2B5EF4-FFF2-40B4-BE49-F238E27FC236}">
                <a16:creationId xmlns:a16="http://schemas.microsoft.com/office/drawing/2014/main" id="{E6E94689-BF18-4AB5-9608-91E45C1CC63D}"/>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2" name="equation_58" descr="\boldsymbol{\phi}_0(\mathbf{x})">
                <a:extLst>
                  <a:ext uri="{FF2B5EF4-FFF2-40B4-BE49-F238E27FC236}">
                    <a16:creationId xmlns:a16="http://schemas.microsoft.com/office/drawing/2014/main" id="{AF45006F-7C9A-4BD2-BEE9-A3F7CC999489}"/>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62" name="equation_58" descr="\boldsymbol{\phi}_0(\mathbf{x})">
                <a:extLst>
                  <a:ext uri="{FF2B5EF4-FFF2-40B4-BE49-F238E27FC236}">
                    <a16:creationId xmlns:a16="http://schemas.microsoft.com/office/drawing/2014/main" id="{AF45006F-7C9A-4BD2-BEE9-A3F7CC999489}"/>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3"/>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3" name="equation_59" descr="(1,2)">
                <a:extLst>
                  <a:ext uri="{FF2B5EF4-FFF2-40B4-BE49-F238E27FC236}">
                    <a16:creationId xmlns:a16="http://schemas.microsoft.com/office/drawing/2014/main" id="{B80EF13A-BDCE-43F5-977C-3BFC87CB66ED}"/>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63" name="equation_59" descr="(1,2)">
                <a:extLst>
                  <a:ext uri="{FF2B5EF4-FFF2-40B4-BE49-F238E27FC236}">
                    <a16:creationId xmlns:a16="http://schemas.microsoft.com/office/drawing/2014/main" id="{B80EF13A-BDCE-43F5-977C-3BFC87CB66ED}"/>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4"/>
                <a:stretch>
                  <a:fillRect t="-6383" b="-46809"/>
                </a:stretch>
              </a:blipFill>
              <a:ln w="0">
                <a:noFill/>
              </a:ln>
            </p:spPr>
            <p:txBody>
              <a:bodyPr/>
              <a:lstStyle/>
              <a:p>
                <a:r>
                  <a:rPr lang="it-IT">
                    <a:noFill/>
                  </a:rPr>
                  <a:t> </a:t>
                </a:r>
              </a:p>
            </p:txBody>
          </p:sp>
        </mc:Fallback>
      </mc:AlternateContent>
      <p:sp>
        <p:nvSpPr>
          <p:cNvPr id="64" name="line_60">
            <a:extLst>
              <a:ext uri="{FF2B5EF4-FFF2-40B4-BE49-F238E27FC236}">
                <a16:creationId xmlns:a16="http://schemas.microsoft.com/office/drawing/2014/main" id="{36A286C9-DE33-4672-AC5F-5976854E50C2}"/>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65" name="text_61">
            <a:extLst>
              <a:ext uri="{FF2B5EF4-FFF2-40B4-BE49-F238E27FC236}">
                <a16:creationId xmlns:a16="http://schemas.microsoft.com/office/drawing/2014/main" id="{F147247A-58BB-4C88-AA9B-9AFF6549B452}"/>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66" name="note_box_62">
            <a:extLst>
              <a:ext uri="{FF2B5EF4-FFF2-40B4-BE49-F238E27FC236}">
                <a16:creationId xmlns:a16="http://schemas.microsoft.com/office/drawing/2014/main" id="{6D8FB14A-AC69-4507-8BD5-D6BE0CBD7743}"/>
              </a:ext>
            </a:extLst>
          </p:cNvPr>
          <p:cNvSpPr>
            <a:spLocks noGrp="1"/>
          </p:cNvSpPr>
          <p:nvPr/>
        </p:nvSpPr>
        <p:spPr>
          <a:xfrm>
            <a:off x="27813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7" name="equation_63" descr="\mathbf{a}_1(\mathbf{x})">
                <a:extLst>
                  <a:ext uri="{FF2B5EF4-FFF2-40B4-BE49-F238E27FC236}">
                    <a16:creationId xmlns:a16="http://schemas.microsoft.com/office/drawing/2014/main" id="{3D5E18F1-8CAB-45A2-927A-1AA7E470D0EC}"/>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67" name="equation_63" descr="\mathbf{a}_1(\mathbf{x})">
                <a:extLst>
                  <a:ext uri="{FF2B5EF4-FFF2-40B4-BE49-F238E27FC236}">
                    <a16:creationId xmlns:a16="http://schemas.microsoft.com/office/drawing/2014/main" id="{3D5E18F1-8CAB-45A2-927A-1AA7E470D0EC}"/>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5"/>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8" name="equation_64" descr="(-1,3,1)">
                <a:extLst>
                  <a:ext uri="{FF2B5EF4-FFF2-40B4-BE49-F238E27FC236}">
                    <a16:creationId xmlns:a16="http://schemas.microsoft.com/office/drawing/2014/main" id="{A700BB58-BDC4-4A9D-85D1-3798FCBE6AD8}"/>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−1,3,1</m:t>
                          </m:r>
                        </m:e>
                      </m:d>
                    </m:oMath>
                  </m:oMathPara>
                </a14:m>
                <a:endParaRPr lang="en-GB" sz="2000"/>
              </a:p>
            </p:txBody>
          </p:sp>
        </mc:Choice>
        <mc:Fallback xmlns="">
          <p:sp>
            <p:nvSpPr>
              <p:cNvPr id="68" name="equation_64" descr="(-1,3,1)">
                <a:extLst>
                  <a:ext uri="{FF2B5EF4-FFF2-40B4-BE49-F238E27FC236}">
                    <a16:creationId xmlns:a16="http://schemas.microsoft.com/office/drawing/2014/main" id="{A700BB58-BDC4-4A9D-85D1-3798FCBE6AD8}"/>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6"/>
                <a:stretch>
                  <a:fillRect t="-6383" b="-46809"/>
                </a:stretch>
              </a:blipFill>
              <a:ln w="0">
                <a:noFill/>
              </a:ln>
            </p:spPr>
            <p:txBody>
              <a:bodyPr/>
              <a:lstStyle/>
              <a:p>
                <a:r>
                  <a:rPr lang="it-IT">
                    <a:noFill/>
                  </a:rPr>
                  <a:t> </a:t>
                </a:r>
              </a:p>
            </p:txBody>
          </p:sp>
        </mc:Fallback>
      </mc:AlternateContent>
      <p:sp>
        <p:nvSpPr>
          <p:cNvPr id="69" name="line_65">
            <a:extLst>
              <a:ext uri="{FF2B5EF4-FFF2-40B4-BE49-F238E27FC236}">
                <a16:creationId xmlns:a16="http://schemas.microsoft.com/office/drawing/2014/main" id="{94BD1A39-EAA0-4E4E-B790-DC8A4B8C5928}"/>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70" name="text_66">
            <a:extLst>
              <a:ext uri="{FF2B5EF4-FFF2-40B4-BE49-F238E27FC236}">
                <a16:creationId xmlns:a16="http://schemas.microsoft.com/office/drawing/2014/main" id="{4EC877F6-F670-4EBB-AC25-E812CE034D82}"/>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71" name="note_box_67">
            <a:extLst>
              <a:ext uri="{FF2B5EF4-FFF2-40B4-BE49-F238E27FC236}">
                <a16:creationId xmlns:a16="http://schemas.microsoft.com/office/drawing/2014/main" id="{1A3BDEDC-5D8C-44B3-A2F5-4B644D280FDF}"/>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2" name="equation_68" descr="\boldsymbol{\phi}_1(\mathbf{x})">
                <a:extLst>
                  <a:ext uri="{FF2B5EF4-FFF2-40B4-BE49-F238E27FC236}">
                    <a16:creationId xmlns:a16="http://schemas.microsoft.com/office/drawing/2014/main" id="{0B263038-CC53-40B4-A105-8E62052635A2}"/>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72" name="equation_68" descr="\boldsymbol{\phi}_1(\mathbf{x})">
                <a:extLst>
                  <a:ext uri="{FF2B5EF4-FFF2-40B4-BE49-F238E27FC236}">
                    <a16:creationId xmlns:a16="http://schemas.microsoft.com/office/drawing/2014/main" id="{0B263038-CC53-40B4-A105-8E62052635A2}"/>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7"/>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3" name="equation_69" descr="(0,3,1)">
                <a:extLst>
                  <a:ext uri="{FF2B5EF4-FFF2-40B4-BE49-F238E27FC236}">
                    <a16:creationId xmlns:a16="http://schemas.microsoft.com/office/drawing/2014/main" id="{7799E6C2-46AC-437E-B301-81F7F17B5ADD}"/>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73" name="equation_69" descr="(0,3,1)">
                <a:extLst>
                  <a:ext uri="{FF2B5EF4-FFF2-40B4-BE49-F238E27FC236}">
                    <a16:creationId xmlns:a16="http://schemas.microsoft.com/office/drawing/2014/main" id="{7799E6C2-46AC-437E-B301-81F7F17B5ADD}"/>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8"/>
                <a:stretch>
                  <a:fillRect t="-6383" b="-46809"/>
                </a:stretch>
              </a:blipFill>
              <a:ln w="0">
                <a:noFill/>
              </a:ln>
            </p:spPr>
            <p:txBody>
              <a:bodyPr/>
              <a:lstStyle/>
              <a:p>
                <a:r>
                  <a:rPr lang="it-IT">
                    <a:noFill/>
                  </a:rPr>
                  <a:t> </a:t>
                </a:r>
              </a:p>
            </p:txBody>
          </p:sp>
        </mc:Fallback>
      </mc:AlternateContent>
      <p:sp>
        <p:nvSpPr>
          <p:cNvPr id="74" name="line_70">
            <a:extLst>
              <a:ext uri="{FF2B5EF4-FFF2-40B4-BE49-F238E27FC236}">
                <a16:creationId xmlns:a16="http://schemas.microsoft.com/office/drawing/2014/main" id="{C70CBBB0-EA9F-427E-BF52-BFDEFCAA4217}"/>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75" name="text_71">
            <a:extLst>
              <a:ext uri="{FF2B5EF4-FFF2-40B4-BE49-F238E27FC236}">
                <a16:creationId xmlns:a16="http://schemas.microsoft.com/office/drawing/2014/main" id="{3AEDE8B3-A517-4EC5-8C9A-657775210E8B}"/>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76" name="note_box_72">
            <a:extLst>
              <a:ext uri="{FF2B5EF4-FFF2-40B4-BE49-F238E27FC236}">
                <a16:creationId xmlns:a16="http://schemas.microsoft.com/office/drawing/2014/main" id="{B4CAEB3E-86BF-4EB6-B87D-79B93D9331AB}"/>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7" name="equation_73" descr="\mathbf{a}_2(\mathbf{x})">
                <a:extLst>
                  <a:ext uri="{FF2B5EF4-FFF2-40B4-BE49-F238E27FC236}">
                    <a16:creationId xmlns:a16="http://schemas.microsoft.com/office/drawing/2014/main" id="{2EE8E8FD-EEAF-4F9A-B05B-5EF18F5C7B92}"/>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77" name="equation_73" descr="\mathbf{a}_2(\mathbf{x})">
                <a:extLst>
                  <a:ext uri="{FF2B5EF4-FFF2-40B4-BE49-F238E27FC236}">
                    <a16:creationId xmlns:a16="http://schemas.microsoft.com/office/drawing/2014/main" id="{2EE8E8FD-EEAF-4F9A-B05B-5EF18F5C7B92}"/>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9"/>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8" name="equation_74" descr="(-7/2)">
                <a:extLst>
                  <a:ext uri="{FF2B5EF4-FFF2-40B4-BE49-F238E27FC236}">
                    <a16:creationId xmlns:a16="http://schemas.microsoft.com/office/drawing/2014/main" id="{F9C50E9C-43E0-42A0-B940-EDE89ECCCD07}"/>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78" name="equation_74" descr="(-7/2)">
                <a:extLst>
                  <a:ext uri="{FF2B5EF4-FFF2-40B4-BE49-F238E27FC236}">
                    <a16:creationId xmlns:a16="http://schemas.microsoft.com/office/drawing/2014/main" id="{F9C50E9C-43E0-42A0-B940-EDE89ECCCD07}"/>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0"/>
                <a:stretch>
                  <a:fillRect t="-6383" b="-46809"/>
                </a:stretch>
              </a:blipFill>
              <a:ln w="0">
                <a:noFill/>
              </a:ln>
            </p:spPr>
            <p:txBody>
              <a:bodyPr/>
              <a:lstStyle/>
              <a:p>
                <a:r>
                  <a:rPr lang="it-IT">
                    <a:noFill/>
                  </a:rPr>
                  <a:t> </a:t>
                </a:r>
              </a:p>
            </p:txBody>
          </p:sp>
        </mc:Fallback>
      </mc:AlternateContent>
      <p:sp>
        <p:nvSpPr>
          <p:cNvPr id="79" name="line_75">
            <a:extLst>
              <a:ext uri="{FF2B5EF4-FFF2-40B4-BE49-F238E27FC236}">
                <a16:creationId xmlns:a16="http://schemas.microsoft.com/office/drawing/2014/main" id="{9A567D6F-A4C4-48FB-9809-0C73487D6438}"/>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80" name="text_76">
            <a:extLst>
              <a:ext uri="{FF2B5EF4-FFF2-40B4-BE49-F238E27FC236}">
                <a16:creationId xmlns:a16="http://schemas.microsoft.com/office/drawing/2014/main" id="{35034BA6-2075-4713-A923-C8FA3D3A8516}"/>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81" name="note_box_77">
            <a:extLst>
              <a:ext uri="{FF2B5EF4-FFF2-40B4-BE49-F238E27FC236}">
                <a16:creationId xmlns:a16="http://schemas.microsoft.com/office/drawing/2014/main" id="{F4DE344F-FAB5-49C3-BC41-37D2A363714A}"/>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2" name="equation_78" descr="\mathcal{L}_{\mathrm{sq}}">
                <a:extLst>
                  <a:ext uri="{FF2B5EF4-FFF2-40B4-BE49-F238E27FC236}">
                    <a16:creationId xmlns:a16="http://schemas.microsoft.com/office/drawing/2014/main" id="{124842B6-D5C2-4AB1-8B82-EBFF77CC99C6}"/>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82" name="equation_78" descr="\mathcal{L}_{\mathrm{sq}}">
                <a:extLst>
                  <a:ext uri="{FF2B5EF4-FFF2-40B4-BE49-F238E27FC236}">
                    <a16:creationId xmlns:a16="http://schemas.microsoft.com/office/drawing/2014/main" id="{124842B6-D5C2-4AB1-8B82-EBFF77CC99C6}"/>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1"/>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3" name="equation_79" descr="1/4">
                <a:extLst>
                  <a:ext uri="{FF2B5EF4-FFF2-40B4-BE49-F238E27FC236}">
                    <a16:creationId xmlns:a16="http://schemas.microsoft.com/office/drawing/2014/main" id="{4DFFDE66-0B24-443A-BACF-8F72539E0126}"/>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83" name="equation_79" descr="1/4">
                <a:extLst>
                  <a:ext uri="{FF2B5EF4-FFF2-40B4-BE49-F238E27FC236}">
                    <a16:creationId xmlns:a16="http://schemas.microsoft.com/office/drawing/2014/main" id="{4DFFDE66-0B24-443A-BACF-8F72539E0126}"/>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2"/>
                <a:stretch>
                  <a:fillRect t="-6383" b="-44681"/>
                </a:stretch>
              </a:blipFill>
              <a:ln w="0">
                <a:noFill/>
              </a:ln>
            </p:spPr>
            <p:txBody>
              <a:bodyPr/>
              <a:lstStyle/>
              <a:p>
                <a:r>
                  <a:rPr lang="it-IT">
                    <a:noFill/>
                  </a:rPr>
                  <a:t> </a:t>
                </a:r>
              </a:p>
            </p:txBody>
          </p:sp>
        </mc:Fallback>
      </mc:AlternateContent>
      <p:sp>
        <p:nvSpPr>
          <p:cNvPr id="84" name="note_box_80">
            <a:extLst>
              <a:ext uri="{FF2B5EF4-FFF2-40B4-BE49-F238E27FC236}">
                <a16:creationId xmlns:a16="http://schemas.microsoft.com/office/drawing/2014/main" id="{A0C41F3A-97AB-4ECE-9627-B4EE2EDDA53E}"/>
              </a:ext>
            </a:extLst>
          </p:cNvPr>
          <p:cNvSpPr>
            <a:spLocks noGrp="1"/>
          </p:cNvSpPr>
          <p:nvPr/>
        </p:nvSpPr>
        <p:spPr>
          <a:xfrm>
            <a:off x="4210050" y="2809875"/>
            <a:ext cx="2867025"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5" name="equation_81" descr="\mathbf W_2^{\mathsf{T}}=(2,-1,1/2)">
                <a:extLst>
                  <a:ext uri="{FF2B5EF4-FFF2-40B4-BE49-F238E27FC236}">
                    <a16:creationId xmlns:a16="http://schemas.microsoft.com/office/drawing/2014/main" id="{343367C7-98C8-4E0A-B48C-EF073C907438}"/>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𝐖</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𝖳</m:t>
                          </m:r>
                        </m:sup>
                      </m:sSubSup>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2,−1,1/2</m:t>
                          </m:r>
                        </m:e>
                      </m:d>
                    </m:oMath>
                  </m:oMathPara>
                </a14:m>
                <a:endParaRPr lang="en-GB" sz="2000"/>
              </a:p>
            </p:txBody>
          </p:sp>
        </mc:Choice>
        <mc:Fallback xmlns="">
          <p:sp>
            <p:nvSpPr>
              <p:cNvPr id="85" name="equation_81" descr="\mathbf W_2^{\mathsf{T}}=(2,-1,1/2)">
                <a:extLst>
                  <a:ext uri="{FF2B5EF4-FFF2-40B4-BE49-F238E27FC236}">
                    <a16:creationId xmlns:a16="http://schemas.microsoft.com/office/drawing/2014/main" id="{343367C7-98C8-4E0A-B48C-EF073C907438}"/>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3"/>
                <a:stretch>
                  <a:fillRect t="-2000" b="-38000"/>
                </a:stretch>
              </a:blipFill>
              <a:ln w="0">
                <a:noFill/>
              </a:ln>
            </p:spPr>
            <p:txBody>
              <a:bodyPr/>
              <a:lstStyle/>
              <a:p>
                <a:r>
                  <a:rPr lang="it-IT">
                    <a:noFill/>
                  </a:rPr>
                  <a:t> </a:t>
                </a:r>
              </a:p>
            </p:txBody>
          </p:sp>
        </mc:Fallback>
      </mc:AlternateContent>
      <p:sp>
        <p:nvSpPr>
          <p:cNvPr id="86" name="note_box_82">
            <a:extLst>
              <a:ext uri="{FF2B5EF4-FFF2-40B4-BE49-F238E27FC236}">
                <a16:creationId xmlns:a16="http://schemas.microsoft.com/office/drawing/2014/main" id="{EEFEFD34-191E-403B-B7F5-D38BD78C680E}"/>
              </a:ext>
            </a:extLst>
          </p:cNvPr>
          <p:cNvSpPr>
            <a:spLocks noGrp="1"/>
          </p:cNvSpPr>
          <p:nvPr/>
        </p:nvSpPr>
        <p:spPr>
          <a:xfrm>
            <a:off x="6953250" y="3228975"/>
            <a:ext cx="4762500" cy="857250"/>
          </a:xfrm>
          <a:prstGeom prst="roundRect">
            <a:avLst>
              <a:gd name="adj" fmla="val 5000"/>
            </a:avLst>
          </a:prstGeom>
          <a:solidFill>
            <a:srgbClr val="F8F7F5"/>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87" name="equation_83" descr="\nabla J_{2}(\mathbf{a}_2(\mathbf{x}))=(-1)">
                <a:extLst>
                  <a:ext uri="{FF2B5EF4-FFF2-40B4-BE49-F238E27FC236}">
                    <a16:creationId xmlns:a16="http://schemas.microsoft.com/office/drawing/2014/main" id="{E71E57F9-99AA-4858-BC22-7017F5340E01}"/>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235C99"/>
                          </a:solidFill>
                          <a:latin typeface="Cambria Math"/>
                          <a:ea typeface="Cambria Math"/>
                          <a:cs typeface="Cambria Math"/>
                        </a:rPr>
                        <m:t>∇</m:t>
                      </m:r>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Sub>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e>
                      </m:d>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m:t>
                          </m:r>
                        </m:e>
                      </m:d>
                    </m:oMath>
                  </m:oMathPara>
                </a14:m>
                <a:endParaRPr lang="en-GB" sz="2000"/>
              </a:p>
            </p:txBody>
          </p:sp>
        </mc:Choice>
        <mc:Fallback xmlns="">
          <p:sp>
            <p:nvSpPr>
              <p:cNvPr id="87" name="equation_83" descr="\nabla J_{2}(\mathbf{a}_2(\mathbf{x}))=(-1)">
                <a:extLst>
                  <a:ext uri="{FF2B5EF4-FFF2-40B4-BE49-F238E27FC236}">
                    <a16:creationId xmlns:a16="http://schemas.microsoft.com/office/drawing/2014/main" id="{E71E57F9-99AA-4858-BC22-7017F5340E01}"/>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4"/>
                <a:stretch>
                  <a:fillRect b="-3896"/>
                </a:stretch>
              </a:blipFill>
              <a:ln w="0">
                <a:noFill/>
              </a:ln>
            </p:spPr>
            <p:txBody>
              <a:bodyPr/>
              <a:lstStyle/>
              <a:p>
                <a:r>
                  <a:rPr lang="it-IT">
                    <a:noFill/>
                  </a:rPr>
                  <a:t> </a:t>
                </a:r>
              </a:p>
            </p:txBody>
          </p:sp>
        </mc:Fallback>
      </mc:AlternateContent>
      <p:sp>
        <p:nvSpPr>
          <p:cNvPr id="88" name="text_84">
            <a:extLst>
              <a:ext uri="{FF2B5EF4-FFF2-40B4-BE49-F238E27FC236}">
                <a16:creationId xmlns:a16="http://schemas.microsoft.com/office/drawing/2014/main" id="{9EEF5B59-6CA3-45C5-BA31-027C9BEA021E}"/>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89" name="note_box_85">
            <a:extLst>
              <a:ext uri="{FF2B5EF4-FFF2-40B4-BE49-F238E27FC236}">
                <a16:creationId xmlns:a16="http://schemas.microsoft.com/office/drawing/2014/main" id="{A4FF715E-4D2F-4769-AAB5-F31D0A13F1E8}"/>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0" name="equation_86" descr="\nabla_{\mathbf{W}_2}\mathcal{L}_{\mathrm{sq}}=\boldsymbol{\phi}_1(\mathbf{x})^{\mathsf{T}}\cdot\nabla J_{2}(\mathbf a_2(\mathbf{x}))">
                <a:extLst>
                  <a:ext uri="{FF2B5EF4-FFF2-40B4-BE49-F238E27FC236}">
                    <a16:creationId xmlns:a16="http://schemas.microsoft.com/office/drawing/2014/main" id="{E499BF36-B6AB-448F-9A88-6D4304341B69}"/>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90" name="equation_86" descr="\nabla_{\mathbf{W}_2}\mathcal{L}_{\mathrm{sq}}=\boldsymbol{\phi}_1(\mathbf{x})^{\mathsf{T}}\cdot\nabla J_{2}(\mathbf a_2(\mathbf{x}))">
                <a:extLst>
                  <a:ext uri="{FF2B5EF4-FFF2-40B4-BE49-F238E27FC236}">
                    <a16:creationId xmlns:a16="http://schemas.microsoft.com/office/drawing/2014/main" id="{E499BF36-B6AB-448F-9A88-6D4304341B69}"/>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5"/>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1" name="equation_87" descr="=\begin{pmatrix}0\\3\\1\end{pmatrix}\cdot(-1)=\begin{pmatrix}0\\-3\\-1\end{pmatrix}">
                <a:extLst>
                  <a:ext uri="{FF2B5EF4-FFF2-40B4-BE49-F238E27FC236}">
                    <a16:creationId xmlns:a16="http://schemas.microsoft.com/office/drawing/2014/main" id="{C4D1ED80-9E0C-4166-A406-844DEF5CA85B}"/>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91" name="equation_87" descr="=\begin{pmatrix}0\\3\\1\end{pmatrix}\cdot(-1)=\begin{pmatrix}0\\-3\\-1\end{pmatrix}">
                <a:extLst>
                  <a:ext uri="{FF2B5EF4-FFF2-40B4-BE49-F238E27FC236}">
                    <a16:creationId xmlns:a16="http://schemas.microsoft.com/office/drawing/2014/main" id="{C4D1ED80-9E0C-4166-A406-844DEF5CA85B}"/>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6"/>
                <a:stretch>
                  <a:fillRect/>
                </a:stretch>
              </a:blipFill>
              <a:ln w="0">
                <a:noFill/>
              </a:ln>
            </p:spPr>
            <p:txBody>
              <a:bodyPr/>
              <a:lstStyle/>
              <a:p>
                <a:r>
                  <a:rPr lang="it-IT">
                    <a:noFill/>
                  </a:rPr>
                  <a:t> </a:t>
                </a:r>
              </a:p>
            </p:txBody>
          </p:sp>
        </mc:Fallback>
      </mc:AlternateContent>
      <p:sp>
        <p:nvSpPr>
          <p:cNvPr id="92" name="note_box_88">
            <a:extLst>
              <a:ext uri="{FF2B5EF4-FFF2-40B4-BE49-F238E27FC236}">
                <a16:creationId xmlns:a16="http://schemas.microsoft.com/office/drawing/2014/main" id="{24F5DD00-1695-4035-B7EB-5E98B91C7673}"/>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3" name="equation_89" descr="(\partial\mathcal{L}_{\mathrm{sq}}/\partial b_2)(\boldsymbol\theta)=\left[\nabla J_{2}(\mathbf a_2(\mathbf{x}))\right]_1=-1">
                <a:extLst>
                  <a:ext uri="{FF2B5EF4-FFF2-40B4-BE49-F238E27FC236}">
                    <a16:creationId xmlns:a16="http://schemas.microsoft.com/office/drawing/2014/main" id="{C997AF5E-7200-4F90-8B1A-8485F01369C3}"/>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93" name="equation_89" descr="(\partial\mathcal{L}_{\mathrm{sq}}/\partial b_2)(\boldsymbol\theta)=\left[\nabla J_{2}(\mathbf a_2(\mathbf{x}))\right]_1=-1">
                <a:extLst>
                  <a:ext uri="{FF2B5EF4-FFF2-40B4-BE49-F238E27FC236}">
                    <a16:creationId xmlns:a16="http://schemas.microsoft.com/office/drawing/2014/main" id="{C997AF5E-7200-4F90-8B1A-8485F01369C3}"/>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7"/>
                <a:stretch>
                  <a:fillRect b="-4000"/>
                </a:stretch>
              </a:blipFill>
              <a:ln w="0">
                <a:noFill/>
              </a:ln>
            </p:spPr>
            <p:txBody>
              <a:bodyPr/>
              <a:lstStyle/>
              <a:p>
                <a:r>
                  <a:rPr lang="it-IT">
                    <a:noFill/>
                  </a:rPr>
                  <a:t> </a:t>
                </a:r>
              </a:p>
            </p:txBody>
          </p:sp>
        </mc:Fallback>
      </mc:AlternateContent>
      <p:sp>
        <p:nvSpPr>
          <p:cNvPr id="94" name="note_box_90">
            <a:extLst>
              <a:ext uri="{FF2B5EF4-FFF2-40B4-BE49-F238E27FC236}">
                <a16:creationId xmlns:a16="http://schemas.microsoft.com/office/drawing/2014/main" id="{CBAA5DC5-492A-4D6C-8F82-BEB9094D4D48}"/>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95" name="equation_91" descr="\nabla J_{2}(\mathbf a_2(\mathbf{x}))\cdot\mathbf W_2^{\mathsf{T}}">
                <a:extLst>
                  <a:ext uri="{FF2B5EF4-FFF2-40B4-BE49-F238E27FC236}">
                    <a16:creationId xmlns:a16="http://schemas.microsoft.com/office/drawing/2014/main" id="{0EA94788-4E1E-446E-92F8-C1D2D5305E68}"/>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95" name="equation_91" descr="\nabla J_{2}(\mathbf a_2(\mathbf{x}))\cdot\mathbf W_2^{\mathsf{T}}">
                <a:extLst>
                  <a:ext uri="{FF2B5EF4-FFF2-40B4-BE49-F238E27FC236}">
                    <a16:creationId xmlns:a16="http://schemas.microsoft.com/office/drawing/2014/main" id="{0EA94788-4E1E-446E-92F8-C1D2D5305E68}"/>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8"/>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6" name="equation_92" descr="=(-1)(2,-1,1/2)=(-2,1,-1/2)">
                <a:extLst>
                  <a:ext uri="{FF2B5EF4-FFF2-40B4-BE49-F238E27FC236}">
                    <a16:creationId xmlns:a16="http://schemas.microsoft.com/office/drawing/2014/main" id="{DF452866-56FA-4664-BFAB-1F00C9765401}"/>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96" name="equation_92" descr="=(-1)(2,-1,1/2)=(-2,1,-1/2)">
                <a:extLst>
                  <a:ext uri="{FF2B5EF4-FFF2-40B4-BE49-F238E27FC236}">
                    <a16:creationId xmlns:a16="http://schemas.microsoft.com/office/drawing/2014/main" id="{DF452866-56FA-4664-BFAB-1F00C9765401}"/>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19"/>
                <a:stretch>
                  <a:fillRect b="-2321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7" name="equation_93" descr="\mathbf{step}(\mathbf a_1(\mathbf{x}))=(0,1,1)">
                <a:extLst>
                  <a:ext uri="{FF2B5EF4-FFF2-40B4-BE49-F238E27FC236}">
                    <a16:creationId xmlns:a16="http://schemas.microsoft.com/office/drawing/2014/main" id="{09B173C2-4179-4CC7-B655-D5C4634AF51A}"/>
                  </a:ext>
                </a:extLst>
              </p:cNvPr>
              <p:cNvSpPr>
                <a:spLocks noGrp="1"/>
              </p:cNvSpPr>
              <p:nvPr/>
            </p:nvSpPr>
            <p:spPr>
              <a:xfrm>
                <a:off x="838200" y="3867150"/>
                <a:ext cx="5753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i="1">
                              <a:solidFill>
                                <a:srgbClr val="AB4910"/>
                              </a:solidFill>
                              <a:latin typeface="Cambria Math" panose="02040503050406030204" pitchFamily="18" charset="0"/>
                              <a:ea typeface="Cambria Math"/>
                              <a:cs typeface="Cambria Math"/>
                            </a:rPr>
                          </m:ctrlPr>
                        </m:dPr>
                        <m:e>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−1</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2,−1,1/2</m:t>
                              </m:r>
                            </m:e>
                          </m:d>
                        </m:e>
                      </m:d>
                      <m:r>
                        <a:rPr lang="en-GB" sz="2000">
                          <a:solidFill>
                            <a:srgbClr val="00704D"/>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m:t>
                          </m:r>
                        </m:e>
                      </m:d>
                    </m:oMath>
                  </m:oMathPara>
                </a14:m>
                <a:endParaRPr/>
              </a:p>
            </p:txBody>
          </p:sp>
        </mc:Choice>
        <mc:Fallback xmlns="">
          <p:sp>
            <p:nvSpPr>
              <p:cNvPr id="97" name="equation_93" descr="\mathbf{step}(\mathbf a_1(\mathbf{x}))=(0,1,1)">
                <a:extLst>
                  <a:ext uri="{FF2B5EF4-FFF2-40B4-BE49-F238E27FC236}">
                    <a16:creationId xmlns:a16="http://schemas.microsoft.com/office/drawing/2014/main" id="{09B173C2-4179-4CC7-B655-D5C4634AF51A}"/>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Fit_31_equation_93"/>
                <a:stretch>
                  <a:fillRect t="-14286" b="-59524"/>
                </a:stretch>
              </a:blipFill>
              <a:ln w="0">
                <a:noFill/>
              </a:ln>
            </p:spPr>
            <p:txBody>
              <a:bodyPr/>
              <a:lstStyle/>
              <a:p>
                <a:r>
                  <a:rPr lang="it-IT">
                    <a:noFill/>
                  </a:rPr>
                  <a:t> </a:t>
                </a:r>
              </a:p>
            </p:txBody>
          </p:sp>
        </mc:Fallback>
      </mc:AlternateContent>
      <p:sp>
        <p:nvSpPr>
          <p:cNvPr id="98" name="note_box_94">
            <a:extLst>
              <a:ext uri="{FF2B5EF4-FFF2-40B4-BE49-F238E27FC236}">
                <a16:creationId xmlns:a16="http://schemas.microsoft.com/office/drawing/2014/main" id="{2DD82ED8-D74C-4842-A1FD-BF41920FF83F}"/>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99" name="equation_95" descr="\nabla_{\mathbf W_1}\mathcal L_{\mathrm{sq}}">
                <a:extLst>
                  <a:ext uri="{FF2B5EF4-FFF2-40B4-BE49-F238E27FC236}">
                    <a16:creationId xmlns:a16="http://schemas.microsoft.com/office/drawing/2014/main" id="{CBF499A8-7C9E-472D-B000-0868C5DC5151}"/>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99" name="equation_95" descr="\nabla_{\mathbf W_1}\mathcal L_{\mathrm{sq}}">
                <a:extLst>
                  <a:ext uri="{FF2B5EF4-FFF2-40B4-BE49-F238E27FC236}">
                    <a16:creationId xmlns:a16="http://schemas.microsoft.com/office/drawing/2014/main" id="{CBF499A8-7C9E-472D-B000-0868C5DC5151}"/>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20"/>
                <a:stretch>
                  <a:fillRect b="-28571"/>
                </a:stretch>
              </a:blipFill>
              <a:ln w="0">
                <a:noFill/>
              </a:ln>
            </p:spPr>
            <p:txBody>
              <a:bodyPr/>
              <a:lstStyle/>
              <a:p>
                <a:r>
                  <a:rPr lang="it-IT">
                    <a:noFill/>
                  </a:rPr>
                  <a:t> </a:t>
                </a:r>
              </a:p>
            </p:txBody>
          </p:sp>
        </mc:Fallback>
      </mc:AlternateContent>
      <p:sp>
        <p:nvSpPr>
          <p:cNvPr id="100" name="text_96">
            <a:extLst>
              <a:ext uri="{FF2B5EF4-FFF2-40B4-BE49-F238E27FC236}">
                <a16:creationId xmlns:a16="http://schemas.microsoft.com/office/drawing/2014/main" id="{2BFDAE28-492C-41BC-BC20-6A62A77D6370}"/>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101" name="note_box_97">
            <a:extLst>
              <a:ext uri="{FF2B5EF4-FFF2-40B4-BE49-F238E27FC236}">
                <a16:creationId xmlns:a16="http://schemas.microsoft.com/office/drawing/2014/main" id="{6E85EB53-C9E1-44D3-8FE3-9676992240BF}"/>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2" name="equation_98" descr="\nabla_{\mathbf b_1}\mathcal L_{\mathrm{sq}}">
                <a:extLst>
                  <a:ext uri="{FF2B5EF4-FFF2-40B4-BE49-F238E27FC236}">
                    <a16:creationId xmlns:a16="http://schemas.microsoft.com/office/drawing/2014/main" id="{AAFF06C9-A494-4F52-B616-3F450C32222A}"/>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2" name="equation_98" descr="\nabla_{\mathbf b_1}\mathcal L_{\mathrm{sq}}">
                <a:extLst>
                  <a:ext uri="{FF2B5EF4-FFF2-40B4-BE49-F238E27FC236}">
                    <a16:creationId xmlns:a16="http://schemas.microsoft.com/office/drawing/2014/main" id="{AAFF06C9-A494-4F52-B616-3F450C32222A}"/>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21"/>
                <a:stretch>
                  <a:fillRect b="-2778"/>
                </a:stretch>
              </a:blipFill>
              <a:ln w="0">
                <a:noFill/>
              </a:ln>
            </p:spPr>
            <p:txBody>
              <a:bodyPr/>
              <a:lstStyle/>
              <a:p>
                <a:r>
                  <a:rPr lang="it-IT">
                    <a:noFill/>
                  </a:rPr>
                  <a:t> </a:t>
                </a:r>
              </a:p>
            </p:txBody>
          </p:sp>
        </mc:Fallback>
      </mc:AlternateContent>
      <p:sp>
        <p:nvSpPr>
          <p:cNvPr id="103" name="text_99">
            <a:extLst>
              <a:ext uri="{FF2B5EF4-FFF2-40B4-BE49-F238E27FC236}">
                <a16:creationId xmlns:a16="http://schemas.microsoft.com/office/drawing/2014/main" id="{6148A7FA-DFFC-42BD-8956-B28C93795246}"/>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104" name="line_100">
            <a:extLst>
              <a:ext uri="{FF2B5EF4-FFF2-40B4-BE49-F238E27FC236}">
                <a16:creationId xmlns:a16="http://schemas.microsoft.com/office/drawing/2014/main" id="{C66A5033-8E30-456B-8244-C9C17DCD8E8B}"/>
              </a:ext>
            </a:extLst>
          </p:cNvPr>
          <p:cNvSpPr>
            <a:spLocks noGrp="1"/>
          </p:cNvSpPr>
          <p:nvPr/>
        </p:nvSpPr>
        <p:spPr>
          <a:xfrm>
            <a:off x="3676650" y="2733675"/>
            <a:ext cx="476" cy="438150"/>
          </a:xfrm>
          <a:prstGeom prst="line">
            <a:avLst/>
          </a:prstGeom>
          <a:noFill/>
          <a:ln w="14288">
            <a:solidFill>
              <a:srgbClr val="235C99"/>
            </a:solidFill>
            <a:prstDash val="dash"/>
            <a:tailEnd type="triangle" w="sm" len="sm"/>
          </a:ln>
        </p:spPr>
        <p:txBody>
          <a:bodyPr/>
          <a:lstStyle/>
          <a:p>
            <a:endParaRPr lang="it-IT"/>
          </a:p>
        </p:txBody>
      </p:sp>
      <p:sp>
        <p:nvSpPr>
          <p:cNvPr id="105" name="line_101">
            <a:extLst>
              <a:ext uri="{FF2B5EF4-FFF2-40B4-BE49-F238E27FC236}">
                <a16:creationId xmlns:a16="http://schemas.microsoft.com/office/drawing/2014/main" id="{22B64584-C775-45A0-AF7C-CAB87F854495}"/>
              </a:ext>
            </a:extLst>
          </p:cNvPr>
          <p:cNvSpPr>
            <a:spLocks noGrp="1"/>
          </p:cNvSpPr>
          <p:nvPr/>
        </p:nvSpPr>
        <p:spPr>
          <a:xfrm>
            <a:off x="5629275" y="3124200"/>
            <a:ext cx="476" cy="47625"/>
          </a:xfrm>
          <a:prstGeom prst="line">
            <a:avLst/>
          </a:prstGeom>
          <a:noFill/>
          <a:ln w="14288">
            <a:solidFill>
              <a:srgbClr val="235C99"/>
            </a:solidFill>
            <a:prstDash val="dash"/>
            <a:tailEnd type="triangle" w="sm" len="sm"/>
          </a:ln>
        </p:spPr>
        <p:txBody>
          <a:bodyPr/>
          <a:lstStyle/>
          <a:p>
            <a:endParaRPr lang="it-IT"/>
          </a:p>
        </p:txBody>
      </p:sp>
      <p:sp>
        <p:nvSpPr>
          <p:cNvPr id="106" name="line_102">
            <a:extLst>
              <a:ext uri="{FF2B5EF4-FFF2-40B4-BE49-F238E27FC236}">
                <a16:creationId xmlns:a16="http://schemas.microsoft.com/office/drawing/2014/main" id="{50749899-975A-4C73-AE5D-F64FF0ACCF90}"/>
              </a:ext>
            </a:extLst>
          </p:cNvPr>
          <p:cNvSpPr>
            <a:spLocks noGrp="1"/>
          </p:cNvSpPr>
          <p:nvPr/>
        </p:nvSpPr>
        <p:spPr>
          <a:xfrm flipH="1">
            <a:off x="6686550" y="3657600"/>
            <a:ext cx="247650" cy="476"/>
          </a:xfrm>
          <a:prstGeom prst="line">
            <a:avLst/>
          </a:prstGeom>
          <a:noFill/>
          <a:ln w="14288">
            <a:solidFill>
              <a:srgbClr val="235C99"/>
            </a:solidFill>
            <a:prstDash val="dash"/>
            <a:tailEnd type="triangle" w="sm" len="sm"/>
          </a:ln>
        </p:spPr>
        <p:txBody>
          <a:bodyPr/>
          <a:lstStyle/>
          <a:p>
            <a:endParaRPr lang="it-IT"/>
          </a:p>
        </p:txBody>
      </p:sp>
      <p:sp>
        <p:nvSpPr>
          <p:cNvPr id="107" name="note_brace_103">
            <a:extLst>
              <a:ext uri="{FF2B5EF4-FFF2-40B4-BE49-F238E27FC236}">
                <a16:creationId xmlns:a16="http://schemas.microsoft.com/office/drawing/2014/main" id="{D9CCC4C1-4094-48E0-BD7B-59074B84FDFD}"/>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08" name="text_104">
            <a:extLst>
              <a:ext uri="{FF2B5EF4-FFF2-40B4-BE49-F238E27FC236}">
                <a16:creationId xmlns:a16="http://schemas.microsoft.com/office/drawing/2014/main" id="{5B0627AD-45C6-439E-B583-F861ADAC4B24}"/>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09" name="note_brace_105">
            <a:extLst>
              <a:ext uri="{FF2B5EF4-FFF2-40B4-BE49-F238E27FC236}">
                <a16:creationId xmlns:a16="http://schemas.microsoft.com/office/drawing/2014/main" id="{0DB2A6BF-22DC-4C71-8F28-8F35BFE03296}"/>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10" name="text_106">
            <a:extLst>
              <a:ext uri="{FF2B5EF4-FFF2-40B4-BE49-F238E27FC236}">
                <a16:creationId xmlns:a16="http://schemas.microsoft.com/office/drawing/2014/main" id="{D204817A-7D1B-4B4F-B634-1FBAE28884DD}"/>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11" name="shape_107">
            <a:extLst>
              <a:ext uri="{FF2B5EF4-FFF2-40B4-BE49-F238E27FC236}">
                <a16:creationId xmlns:a16="http://schemas.microsoft.com/office/drawing/2014/main" id="{AFEA145B-632D-490B-B44A-6B25FD559E3F}"/>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12" name="text_108">
            <a:extLst>
              <a:ext uri="{FF2B5EF4-FFF2-40B4-BE49-F238E27FC236}">
                <a16:creationId xmlns:a16="http://schemas.microsoft.com/office/drawing/2014/main" id="{17EBABC2-5BC2-47D9-9122-83805B83EF6D}"/>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13" name="text_109">
            <a:extLst>
              <a:ext uri="{FF2B5EF4-FFF2-40B4-BE49-F238E27FC236}">
                <a16:creationId xmlns:a16="http://schemas.microsoft.com/office/drawing/2014/main" id="{431AA0FD-DEFD-49FC-8267-F278CA860281}"/>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114" name="text_110">
            <a:extLst>
              <a:ext uri="{FF2B5EF4-FFF2-40B4-BE49-F238E27FC236}">
                <a16:creationId xmlns:a16="http://schemas.microsoft.com/office/drawing/2014/main" id="{442D544D-A58C-45F1-A341-06F50EB21E78}"/>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5" name="note_box_111">
            <a:extLst>
              <a:ext uri="{FF2B5EF4-FFF2-40B4-BE49-F238E27FC236}">
                <a16:creationId xmlns:a16="http://schemas.microsoft.com/office/drawing/2014/main" id="{02254DEE-E747-41A6-BD05-9B8F3EDB6840}"/>
              </a:ext>
            </a:extLst>
          </p:cNvPr>
          <p:cNvSpPr>
            <a:spLocks noGrp="1"/>
          </p:cNvSpPr>
          <p:nvPr/>
        </p:nvSpPr>
        <p:spPr>
          <a:xfrm>
            <a:off x="3619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6" name="equation_112" descr="\boldsymbol{\phi}_0(\mathbf{x})">
                <a:extLst>
                  <a:ext uri="{FF2B5EF4-FFF2-40B4-BE49-F238E27FC236}">
                    <a16:creationId xmlns:a16="http://schemas.microsoft.com/office/drawing/2014/main" id="{16BE401D-8DFC-4A6A-BD2B-626EE2A6B41F}"/>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0</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16" name="equation_112" descr="\boldsymbol{\phi}_0(\mathbf{x})">
                <a:extLst>
                  <a:ext uri="{FF2B5EF4-FFF2-40B4-BE49-F238E27FC236}">
                    <a16:creationId xmlns:a16="http://schemas.microsoft.com/office/drawing/2014/main" id="{16BE401D-8DFC-4A6A-BD2B-626EE2A6B41F}"/>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3"/>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7" name="equation_113" descr="(1,2)">
                <a:extLst>
                  <a:ext uri="{FF2B5EF4-FFF2-40B4-BE49-F238E27FC236}">
                    <a16:creationId xmlns:a16="http://schemas.microsoft.com/office/drawing/2014/main" id="{33412EE2-8465-4CC2-871C-EE9CF0148E1A}"/>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1,2</m:t>
                          </m:r>
                        </m:e>
                      </m:d>
                    </m:oMath>
                  </m:oMathPara>
                </a14:m>
                <a:endParaRPr lang="en-GB" sz="2000"/>
              </a:p>
            </p:txBody>
          </p:sp>
        </mc:Choice>
        <mc:Fallback xmlns="">
          <p:sp>
            <p:nvSpPr>
              <p:cNvPr id="117" name="equation_113" descr="(1,2)">
                <a:extLst>
                  <a:ext uri="{FF2B5EF4-FFF2-40B4-BE49-F238E27FC236}">
                    <a16:creationId xmlns:a16="http://schemas.microsoft.com/office/drawing/2014/main" id="{33412EE2-8465-4CC2-871C-EE9CF0148E1A}"/>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4"/>
                <a:stretch>
                  <a:fillRect t="-6383" b="-46809"/>
                </a:stretch>
              </a:blipFill>
              <a:ln w="0">
                <a:noFill/>
              </a:ln>
            </p:spPr>
            <p:txBody>
              <a:bodyPr/>
              <a:lstStyle/>
              <a:p>
                <a:r>
                  <a:rPr lang="it-IT">
                    <a:noFill/>
                  </a:rPr>
                  <a:t> </a:t>
                </a:r>
              </a:p>
            </p:txBody>
          </p:sp>
        </mc:Fallback>
      </mc:AlternateContent>
      <p:sp>
        <p:nvSpPr>
          <p:cNvPr id="118" name="line_114">
            <a:extLst>
              <a:ext uri="{FF2B5EF4-FFF2-40B4-BE49-F238E27FC236}">
                <a16:creationId xmlns:a16="http://schemas.microsoft.com/office/drawing/2014/main" id="{AA709647-EB69-47D2-B660-DE6E19BE2447}"/>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19" name="text_115">
            <a:extLst>
              <a:ext uri="{FF2B5EF4-FFF2-40B4-BE49-F238E27FC236}">
                <a16:creationId xmlns:a16="http://schemas.microsoft.com/office/drawing/2014/main" id="{DB6AD3F3-B91D-4372-BAA5-D423F00F23C6}"/>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20" name="note_box_116">
            <a:extLst>
              <a:ext uri="{FF2B5EF4-FFF2-40B4-BE49-F238E27FC236}">
                <a16:creationId xmlns:a16="http://schemas.microsoft.com/office/drawing/2014/main" id="{6749CAD3-74FD-4977-9ED6-100C2181564B}"/>
              </a:ext>
            </a:extLst>
          </p:cNvPr>
          <p:cNvSpPr>
            <a:spLocks noGrp="1"/>
          </p:cNvSpPr>
          <p:nvPr/>
        </p:nvSpPr>
        <p:spPr>
          <a:xfrm>
            <a:off x="278130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21" name="equation_117" descr="\mathbf{a}_1(\mathbf{x})">
                <a:extLst>
                  <a:ext uri="{FF2B5EF4-FFF2-40B4-BE49-F238E27FC236}">
                    <a16:creationId xmlns:a16="http://schemas.microsoft.com/office/drawing/2014/main" id="{5C44D9C2-B913-4DDE-9481-2EF67F7D0E07}"/>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1</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21" name="equation_117" descr="\mathbf{a}_1(\mathbf{x})">
                <a:extLst>
                  <a:ext uri="{FF2B5EF4-FFF2-40B4-BE49-F238E27FC236}">
                    <a16:creationId xmlns:a16="http://schemas.microsoft.com/office/drawing/2014/main" id="{5C44D9C2-B913-4DDE-9481-2EF67F7D0E07}"/>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5"/>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2" name="equation_118" descr="(-1,3,1)">
                <a:extLst>
                  <a:ext uri="{FF2B5EF4-FFF2-40B4-BE49-F238E27FC236}">
                    <a16:creationId xmlns:a16="http://schemas.microsoft.com/office/drawing/2014/main" id="{387711BA-07CE-4B37-8FEF-BBCA6A430CB9}"/>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−1,3,1</m:t>
                          </m:r>
                        </m:e>
                      </m:d>
                    </m:oMath>
                  </m:oMathPara>
                </a14:m>
                <a:endParaRPr lang="en-GB" sz="2000"/>
              </a:p>
            </p:txBody>
          </p:sp>
        </mc:Choice>
        <mc:Fallback xmlns="">
          <p:sp>
            <p:nvSpPr>
              <p:cNvPr id="122" name="equation_118" descr="(-1,3,1)">
                <a:extLst>
                  <a:ext uri="{FF2B5EF4-FFF2-40B4-BE49-F238E27FC236}">
                    <a16:creationId xmlns:a16="http://schemas.microsoft.com/office/drawing/2014/main" id="{387711BA-07CE-4B37-8FEF-BBCA6A430CB9}"/>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6"/>
                <a:stretch>
                  <a:fillRect t="-6383" b="-46809"/>
                </a:stretch>
              </a:blipFill>
              <a:ln w="0">
                <a:noFill/>
              </a:ln>
            </p:spPr>
            <p:txBody>
              <a:bodyPr/>
              <a:lstStyle/>
              <a:p>
                <a:r>
                  <a:rPr lang="it-IT">
                    <a:noFill/>
                  </a:rPr>
                  <a:t> </a:t>
                </a:r>
              </a:p>
            </p:txBody>
          </p:sp>
        </mc:Fallback>
      </mc:AlternateContent>
      <p:sp>
        <p:nvSpPr>
          <p:cNvPr id="123" name="line_119">
            <a:extLst>
              <a:ext uri="{FF2B5EF4-FFF2-40B4-BE49-F238E27FC236}">
                <a16:creationId xmlns:a16="http://schemas.microsoft.com/office/drawing/2014/main" id="{672C04F9-76FC-49F6-8D11-01D6D2425F04}"/>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24" name="text_120">
            <a:extLst>
              <a:ext uri="{FF2B5EF4-FFF2-40B4-BE49-F238E27FC236}">
                <a16:creationId xmlns:a16="http://schemas.microsoft.com/office/drawing/2014/main" id="{1C161519-BF04-4818-968D-418BAE5D8036}"/>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25" name="note_box_121">
            <a:extLst>
              <a:ext uri="{FF2B5EF4-FFF2-40B4-BE49-F238E27FC236}">
                <a16:creationId xmlns:a16="http://schemas.microsoft.com/office/drawing/2014/main" id="{468DD472-D349-4538-AA13-257CC6D15DFA}"/>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6" name="equation_122" descr="\boldsymbol{\phi}_1(\mathbf{x})">
                <a:extLst>
                  <a:ext uri="{FF2B5EF4-FFF2-40B4-BE49-F238E27FC236}">
                    <a16:creationId xmlns:a16="http://schemas.microsoft.com/office/drawing/2014/main" id="{6E552B8C-CD07-48E4-9E35-CA69AE4F74AE}"/>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26" name="equation_122" descr="\boldsymbol{\phi}_1(\mathbf{x})">
                <a:extLst>
                  <a:ext uri="{FF2B5EF4-FFF2-40B4-BE49-F238E27FC236}">
                    <a16:creationId xmlns:a16="http://schemas.microsoft.com/office/drawing/2014/main" id="{6E552B8C-CD07-48E4-9E35-CA69AE4F74AE}"/>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7"/>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7" name="equation_123" descr="(0,3,1)">
                <a:extLst>
                  <a:ext uri="{FF2B5EF4-FFF2-40B4-BE49-F238E27FC236}">
                    <a16:creationId xmlns:a16="http://schemas.microsoft.com/office/drawing/2014/main" id="{ADF9B266-8DFD-4296-81E3-81D7A673A016}"/>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127" name="equation_123" descr="(0,3,1)">
                <a:extLst>
                  <a:ext uri="{FF2B5EF4-FFF2-40B4-BE49-F238E27FC236}">
                    <a16:creationId xmlns:a16="http://schemas.microsoft.com/office/drawing/2014/main" id="{ADF9B266-8DFD-4296-81E3-81D7A673A016}"/>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8"/>
                <a:stretch>
                  <a:fillRect t="-6383" b="-46809"/>
                </a:stretch>
              </a:blipFill>
              <a:ln w="0">
                <a:noFill/>
              </a:ln>
            </p:spPr>
            <p:txBody>
              <a:bodyPr/>
              <a:lstStyle/>
              <a:p>
                <a:r>
                  <a:rPr lang="it-IT">
                    <a:noFill/>
                  </a:rPr>
                  <a:t> </a:t>
                </a:r>
              </a:p>
            </p:txBody>
          </p:sp>
        </mc:Fallback>
      </mc:AlternateContent>
      <p:sp>
        <p:nvSpPr>
          <p:cNvPr id="128" name="line_124">
            <a:extLst>
              <a:ext uri="{FF2B5EF4-FFF2-40B4-BE49-F238E27FC236}">
                <a16:creationId xmlns:a16="http://schemas.microsoft.com/office/drawing/2014/main" id="{F54C48E9-0F53-4A71-AABC-86841E8F1394}"/>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129" name="text_125">
            <a:extLst>
              <a:ext uri="{FF2B5EF4-FFF2-40B4-BE49-F238E27FC236}">
                <a16:creationId xmlns:a16="http://schemas.microsoft.com/office/drawing/2014/main" id="{FF5F882F-FDF7-4D55-8353-50E1CE3877D9}"/>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30" name="note_box_126">
            <a:extLst>
              <a:ext uri="{FF2B5EF4-FFF2-40B4-BE49-F238E27FC236}">
                <a16:creationId xmlns:a16="http://schemas.microsoft.com/office/drawing/2014/main" id="{B901328A-83B6-465A-879C-D11AA6FAF95E}"/>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1" name="equation_127" descr="\mathbf{a}_2(\mathbf{x})">
                <a:extLst>
                  <a:ext uri="{FF2B5EF4-FFF2-40B4-BE49-F238E27FC236}">
                    <a16:creationId xmlns:a16="http://schemas.microsoft.com/office/drawing/2014/main" id="{BC471623-1213-4DE5-AA6B-1D0D5BD318B0}"/>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31" name="equation_127" descr="\mathbf{a}_2(\mathbf{x})">
                <a:extLst>
                  <a:ext uri="{FF2B5EF4-FFF2-40B4-BE49-F238E27FC236}">
                    <a16:creationId xmlns:a16="http://schemas.microsoft.com/office/drawing/2014/main" id="{BC471623-1213-4DE5-AA6B-1D0D5BD318B0}"/>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9"/>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2" name="equation_128" descr="(-7/2)">
                <a:extLst>
                  <a:ext uri="{FF2B5EF4-FFF2-40B4-BE49-F238E27FC236}">
                    <a16:creationId xmlns:a16="http://schemas.microsoft.com/office/drawing/2014/main" id="{D554712E-A5C1-47BB-BD47-85BBB6495D32}"/>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132" name="equation_128" descr="(-7/2)">
                <a:extLst>
                  <a:ext uri="{FF2B5EF4-FFF2-40B4-BE49-F238E27FC236}">
                    <a16:creationId xmlns:a16="http://schemas.microsoft.com/office/drawing/2014/main" id="{D554712E-A5C1-47BB-BD47-85BBB6495D32}"/>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0"/>
                <a:stretch>
                  <a:fillRect t="-6383" b="-46809"/>
                </a:stretch>
              </a:blipFill>
              <a:ln w="0">
                <a:noFill/>
              </a:ln>
            </p:spPr>
            <p:txBody>
              <a:bodyPr/>
              <a:lstStyle/>
              <a:p>
                <a:r>
                  <a:rPr lang="it-IT">
                    <a:noFill/>
                  </a:rPr>
                  <a:t> </a:t>
                </a:r>
              </a:p>
            </p:txBody>
          </p:sp>
        </mc:Fallback>
      </mc:AlternateContent>
      <p:sp>
        <p:nvSpPr>
          <p:cNvPr id="133" name="line_129">
            <a:extLst>
              <a:ext uri="{FF2B5EF4-FFF2-40B4-BE49-F238E27FC236}">
                <a16:creationId xmlns:a16="http://schemas.microsoft.com/office/drawing/2014/main" id="{1F1857A5-E2D1-4434-9A61-E90B67F3ED02}"/>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134" name="text_130">
            <a:extLst>
              <a:ext uri="{FF2B5EF4-FFF2-40B4-BE49-F238E27FC236}">
                <a16:creationId xmlns:a16="http://schemas.microsoft.com/office/drawing/2014/main" id="{2670739F-4BAA-4385-8323-BAECA5949E86}"/>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35" name="note_box_131">
            <a:extLst>
              <a:ext uri="{FF2B5EF4-FFF2-40B4-BE49-F238E27FC236}">
                <a16:creationId xmlns:a16="http://schemas.microsoft.com/office/drawing/2014/main" id="{BC8C1C1F-6129-4E74-929E-4F3314869867}"/>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6" name="equation_132" descr="\mathcal{L}_{\mathrm{sq}}">
                <a:extLst>
                  <a:ext uri="{FF2B5EF4-FFF2-40B4-BE49-F238E27FC236}">
                    <a16:creationId xmlns:a16="http://schemas.microsoft.com/office/drawing/2014/main" id="{D9C83C45-0AC3-40C1-BEC8-E944CBC013A0}"/>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36" name="equation_132" descr="\mathcal{L}_{\mathrm{sq}}">
                <a:extLst>
                  <a:ext uri="{FF2B5EF4-FFF2-40B4-BE49-F238E27FC236}">
                    <a16:creationId xmlns:a16="http://schemas.microsoft.com/office/drawing/2014/main" id="{D9C83C45-0AC3-40C1-BEC8-E944CBC013A0}"/>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1"/>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7" name="equation_133" descr="1/4">
                <a:extLst>
                  <a:ext uri="{FF2B5EF4-FFF2-40B4-BE49-F238E27FC236}">
                    <a16:creationId xmlns:a16="http://schemas.microsoft.com/office/drawing/2014/main" id="{DF4C363C-697F-4A1A-87CB-5DB1AFA2BDA7}"/>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137" name="equation_133" descr="1/4">
                <a:extLst>
                  <a:ext uri="{FF2B5EF4-FFF2-40B4-BE49-F238E27FC236}">
                    <a16:creationId xmlns:a16="http://schemas.microsoft.com/office/drawing/2014/main" id="{DF4C363C-697F-4A1A-87CB-5DB1AFA2BDA7}"/>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2"/>
                <a:stretch>
                  <a:fillRect t="-6383" b="-44681"/>
                </a:stretch>
              </a:blipFill>
              <a:ln w="0">
                <a:noFill/>
              </a:ln>
            </p:spPr>
            <p:txBody>
              <a:bodyPr/>
              <a:lstStyle/>
              <a:p>
                <a:r>
                  <a:rPr lang="it-IT">
                    <a:noFill/>
                  </a:rPr>
                  <a:t> </a:t>
                </a:r>
              </a:p>
            </p:txBody>
          </p:sp>
        </mc:Fallback>
      </mc:AlternateContent>
      <p:sp>
        <p:nvSpPr>
          <p:cNvPr id="138" name="note_box_134">
            <a:extLst>
              <a:ext uri="{FF2B5EF4-FFF2-40B4-BE49-F238E27FC236}">
                <a16:creationId xmlns:a16="http://schemas.microsoft.com/office/drawing/2014/main" id="{153C5390-F7D6-4534-AF50-115275A3D66B}"/>
              </a:ext>
            </a:extLst>
          </p:cNvPr>
          <p:cNvSpPr>
            <a:spLocks noGrp="1"/>
          </p:cNvSpPr>
          <p:nvPr/>
        </p:nvSpPr>
        <p:spPr>
          <a:xfrm>
            <a:off x="4210050" y="2809875"/>
            <a:ext cx="2867025" cy="3048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39" name="equation_135" descr="\mathbf W_2^{\mathsf{T}}=(2,-1,1/2)">
                <a:extLst>
                  <a:ext uri="{FF2B5EF4-FFF2-40B4-BE49-F238E27FC236}">
                    <a16:creationId xmlns:a16="http://schemas.microsoft.com/office/drawing/2014/main" id="{D04F8B0D-052A-4291-802F-0831AF6C96BD}"/>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235C99"/>
                              </a:solidFill>
                              <a:latin typeface="Cambria Math"/>
                              <a:ea typeface="Cambria Math"/>
                              <a:cs typeface="Cambria Math"/>
                            </a:rPr>
                          </m:ctrlPr>
                        </m:sSubSupPr>
                        <m:e>
                          <m:r>
                            <a:rPr lang="en-GB" sz="2000">
                              <a:solidFill>
                                <a:srgbClr val="235C99"/>
                              </a:solidFill>
                              <a:latin typeface="Cambria Math"/>
                              <a:ea typeface="Cambria Math"/>
                              <a:cs typeface="Cambria Math"/>
                            </a:rPr>
                            <m:t>𝐖</m:t>
                          </m:r>
                        </m:e>
                        <m:sub>
                          <m:r>
                            <a:rPr lang="en-GB" sz="2000">
                              <a:solidFill>
                                <a:srgbClr val="235C99"/>
                              </a:solidFill>
                              <a:latin typeface="Cambria Math"/>
                              <a:ea typeface="Cambria Math"/>
                              <a:cs typeface="Cambria Math"/>
                            </a:rPr>
                            <m:t>2</m:t>
                          </m:r>
                        </m:sub>
                        <m:sup>
                          <m:r>
                            <a:rPr lang="en-GB" sz="2000">
                              <a:solidFill>
                                <a:srgbClr val="235C99"/>
                              </a:solidFill>
                              <a:latin typeface="Cambria Math"/>
                              <a:ea typeface="Cambria Math"/>
                              <a:cs typeface="Cambria Math"/>
                            </a:rPr>
                            <m:t>𝖳</m:t>
                          </m:r>
                        </m:sup>
                      </m:sSubSup>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2,−1,1/2</m:t>
                          </m:r>
                        </m:e>
                      </m:d>
                    </m:oMath>
                  </m:oMathPara>
                </a14:m>
                <a:endParaRPr lang="en-GB" sz="2000"/>
              </a:p>
            </p:txBody>
          </p:sp>
        </mc:Choice>
        <mc:Fallback xmlns="">
          <p:sp>
            <p:nvSpPr>
              <p:cNvPr id="139" name="equation_135" descr="\mathbf W_2^{\mathsf{T}}=(2,-1,1/2)">
                <a:extLst>
                  <a:ext uri="{FF2B5EF4-FFF2-40B4-BE49-F238E27FC236}">
                    <a16:creationId xmlns:a16="http://schemas.microsoft.com/office/drawing/2014/main" id="{D04F8B0D-052A-4291-802F-0831AF6C96BD}"/>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3"/>
                <a:stretch>
                  <a:fillRect t="-2000" b="-38000"/>
                </a:stretch>
              </a:blipFill>
              <a:ln w="0">
                <a:noFill/>
              </a:ln>
            </p:spPr>
            <p:txBody>
              <a:bodyPr/>
              <a:lstStyle/>
              <a:p>
                <a:r>
                  <a:rPr lang="it-IT">
                    <a:noFill/>
                  </a:rPr>
                  <a:t> </a:t>
                </a:r>
              </a:p>
            </p:txBody>
          </p:sp>
        </mc:Fallback>
      </mc:AlternateContent>
      <p:sp>
        <p:nvSpPr>
          <p:cNvPr id="140" name="note_box_136">
            <a:extLst>
              <a:ext uri="{FF2B5EF4-FFF2-40B4-BE49-F238E27FC236}">
                <a16:creationId xmlns:a16="http://schemas.microsoft.com/office/drawing/2014/main" id="{E6E8A199-BE97-4450-8242-D2649237A0EC}"/>
              </a:ext>
            </a:extLst>
          </p:cNvPr>
          <p:cNvSpPr>
            <a:spLocks noGrp="1"/>
          </p:cNvSpPr>
          <p:nvPr/>
        </p:nvSpPr>
        <p:spPr>
          <a:xfrm>
            <a:off x="6953250" y="3228975"/>
            <a:ext cx="4762500" cy="857250"/>
          </a:xfrm>
          <a:prstGeom prst="roundRect">
            <a:avLst>
              <a:gd name="adj" fmla="val 5000"/>
            </a:avLst>
          </a:prstGeom>
          <a:solidFill>
            <a:srgbClr val="F8F7F5"/>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41" name="equation_137" descr="\nabla J_{2}(\mathbf{a}_2(\mathbf{x}))=(-1)">
                <a:extLst>
                  <a:ext uri="{FF2B5EF4-FFF2-40B4-BE49-F238E27FC236}">
                    <a16:creationId xmlns:a16="http://schemas.microsoft.com/office/drawing/2014/main" id="{1A981EB7-D6C5-46FB-B1A8-1A89B8E2D6ED}"/>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235C99"/>
                          </a:solidFill>
                          <a:latin typeface="Cambria Math"/>
                          <a:ea typeface="Cambria Math"/>
                          <a:cs typeface="Cambria Math"/>
                        </a:rPr>
                        <m:t>∇</m:t>
                      </m:r>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𝐽</m:t>
                          </m:r>
                        </m:e>
                        <m:sub>
                          <m:r>
                            <a:rPr lang="en-GB" sz="2000">
                              <a:solidFill>
                                <a:srgbClr val="235C99"/>
                              </a:solidFill>
                              <a:latin typeface="Cambria Math"/>
                              <a:ea typeface="Cambria Math"/>
                              <a:cs typeface="Cambria Math"/>
                            </a:rPr>
                            <m:t>2</m:t>
                          </m:r>
                        </m:sub>
                      </m:sSub>
                      <m:d>
                        <m:dPr>
                          <m:ctrlPr>
                            <a:rPr lang="en-GB" sz="2000" i="1">
                              <a:solidFill>
                                <a:srgbClr val="235C99"/>
                              </a:solidFill>
                              <a:latin typeface="Cambria Math" panose="02040503050406030204" pitchFamily="18" charset="0"/>
                              <a:ea typeface="Cambria Math"/>
                              <a:cs typeface="Cambria Math"/>
                            </a:rPr>
                          </m:ctrlPr>
                        </m:dPr>
                        <m:e>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𝐚</m:t>
                              </m:r>
                            </m:e>
                            <m:sub>
                              <m:r>
                                <a:rPr lang="en-GB" sz="2000">
                                  <a:solidFill>
                                    <a:srgbClr val="235C99"/>
                                  </a:solidFill>
                                  <a:latin typeface="Cambria Math"/>
                                  <a:ea typeface="Cambria Math"/>
                                  <a:cs typeface="Cambria Math"/>
                                </a:rPr>
                                <m:t>2</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e>
                      </m:d>
                      <m:r>
                        <a:rPr lang="en-GB" sz="2000">
                          <a:solidFill>
                            <a:srgbClr val="235C99"/>
                          </a:solidFill>
                          <a:latin typeface="Cambria Math"/>
                          <a:ea typeface="Cambria Math"/>
                          <a:cs typeface="Cambria Math"/>
                        </a:rPr>
                        <m:t>=</m:t>
                      </m:r>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m:t>
                          </m:r>
                        </m:e>
                      </m:d>
                    </m:oMath>
                  </m:oMathPara>
                </a14:m>
                <a:endParaRPr lang="en-GB" sz="2000"/>
              </a:p>
            </p:txBody>
          </p:sp>
        </mc:Choice>
        <mc:Fallback xmlns="">
          <p:sp>
            <p:nvSpPr>
              <p:cNvPr id="141" name="equation_137" descr="\nabla J_{2}(\mathbf{a}_2(\mathbf{x}))=(-1)">
                <a:extLst>
                  <a:ext uri="{FF2B5EF4-FFF2-40B4-BE49-F238E27FC236}">
                    <a16:creationId xmlns:a16="http://schemas.microsoft.com/office/drawing/2014/main" id="{1A981EB7-D6C5-46FB-B1A8-1A89B8E2D6ED}"/>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4"/>
                <a:stretch>
                  <a:fillRect b="-3896"/>
                </a:stretch>
              </a:blipFill>
              <a:ln w="0">
                <a:noFill/>
              </a:ln>
            </p:spPr>
            <p:txBody>
              <a:bodyPr/>
              <a:lstStyle/>
              <a:p>
                <a:r>
                  <a:rPr lang="it-IT">
                    <a:noFill/>
                  </a:rPr>
                  <a:t> </a:t>
                </a:r>
              </a:p>
            </p:txBody>
          </p:sp>
        </mc:Fallback>
      </mc:AlternateContent>
      <p:sp>
        <p:nvSpPr>
          <p:cNvPr id="142" name="text_138">
            <a:extLst>
              <a:ext uri="{FF2B5EF4-FFF2-40B4-BE49-F238E27FC236}">
                <a16:creationId xmlns:a16="http://schemas.microsoft.com/office/drawing/2014/main" id="{7D5392CC-E73C-4C65-8727-7A344801B0B5}"/>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already calculated</a:t>
            </a:r>
          </a:p>
        </p:txBody>
      </p:sp>
      <p:sp>
        <p:nvSpPr>
          <p:cNvPr id="143" name="note_box_139">
            <a:extLst>
              <a:ext uri="{FF2B5EF4-FFF2-40B4-BE49-F238E27FC236}">
                <a16:creationId xmlns:a16="http://schemas.microsoft.com/office/drawing/2014/main" id="{932AF8DD-C266-4774-8DDD-229B72663927}"/>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4" name="equation_140" descr="\nabla_{\mathbf{W}_2}\mathcal{L}_{\mathrm{sq}}=\boldsymbol{\phi}_1(\mathbf{x})^{\mathsf{T}}\cdot\nabla J_{2}(\mathbf a_2(\mathbf{x}))">
                <a:extLst>
                  <a:ext uri="{FF2B5EF4-FFF2-40B4-BE49-F238E27FC236}">
                    <a16:creationId xmlns:a16="http://schemas.microsoft.com/office/drawing/2014/main" id="{EE06B051-8854-4E89-835F-B9430490AF8F}"/>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144" name="equation_140" descr="\nabla_{\mathbf{W}_2}\mathcal{L}_{\mathrm{sq}}=\boldsymbol{\phi}_1(\mathbf{x})^{\mathsf{T}}\cdot\nabla J_{2}(\mathbf a_2(\mathbf{x}))">
                <a:extLst>
                  <a:ext uri="{FF2B5EF4-FFF2-40B4-BE49-F238E27FC236}">
                    <a16:creationId xmlns:a16="http://schemas.microsoft.com/office/drawing/2014/main" id="{EE06B051-8854-4E89-835F-B9430490AF8F}"/>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5"/>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5" name="equation_141" descr="=\begin{pmatrix}0\\3\\1\end{pmatrix}\cdot(-1)=\begin{pmatrix}0\\-3\\-1\end{pmatrix}">
                <a:extLst>
                  <a:ext uri="{FF2B5EF4-FFF2-40B4-BE49-F238E27FC236}">
                    <a16:creationId xmlns:a16="http://schemas.microsoft.com/office/drawing/2014/main" id="{DFC2A7E9-123C-4475-96E7-15A258A56B19}"/>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145" name="equation_141" descr="=\begin{pmatrix}0\\3\\1\end{pmatrix}\cdot(-1)=\begin{pmatrix}0\\-3\\-1\end{pmatrix}">
                <a:extLst>
                  <a:ext uri="{FF2B5EF4-FFF2-40B4-BE49-F238E27FC236}">
                    <a16:creationId xmlns:a16="http://schemas.microsoft.com/office/drawing/2014/main" id="{DFC2A7E9-123C-4475-96E7-15A258A56B19}"/>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6"/>
                <a:stretch>
                  <a:fillRect/>
                </a:stretch>
              </a:blipFill>
              <a:ln w="0">
                <a:noFill/>
              </a:ln>
            </p:spPr>
            <p:txBody>
              <a:bodyPr/>
              <a:lstStyle/>
              <a:p>
                <a:r>
                  <a:rPr lang="it-IT">
                    <a:noFill/>
                  </a:rPr>
                  <a:t> </a:t>
                </a:r>
              </a:p>
            </p:txBody>
          </p:sp>
        </mc:Fallback>
      </mc:AlternateContent>
      <p:sp>
        <p:nvSpPr>
          <p:cNvPr id="146" name="note_box_142">
            <a:extLst>
              <a:ext uri="{FF2B5EF4-FFF2-40B4-BE49-F238E27FC236}">
                <a16:creationId xmlns:a16="http://schemas.microsoft.com/office/drawing/2014/main" id="{14DD4C7E-B884-4F23-8B8F-E055E3B79421}"/>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7" name="equation_143" descr="(\partial\mathcal{L}_{\mathrm{sq}}/\partial b_2)(\boldsymbol\theta)=\left[\nabla J_{2}(\mathbf a_2(\mathbf{x}))\right]_1=-1">
                <a:extLst>
                  <a:ext uri="{FF2B5EF4-FFF2-40B4-BE49-F238E27FC236}">
                    <a16:creationId xmlns:a16="http://schemas.microsoft.com/office/drawing/2014/main" id="{E1F43CA8-09B3-4460-9A4C-693E2088499A}"/>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147" name="equation_143" descr="(\partial\mathcal{L}_{\mathrm{sq}}/\partial b_2)(\boldsymbol\theta)=\left[\nabla J_{2}(\mathbf a_2(\mathbf{x}))\right]_1=-1">
                <a:extLst>
                  <a:ext uri="{FF2B5EF4-FFF2-40B4-BE49-F238E27FC236}">
                    <a16:creationId xmlns:a16="http://schemas.microsoft.com/office/drawing/2014/main" id="{E1F43CA8-09B3-4460-9A4C-693E2088499A}"/>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7"/>
                <a:stretch>
                  <a:fillRect b="-4000"/>
                </a:stretch>
              </a:blipFill>
              <a:ln w="0">
                <a:noFill/>
              </a:ln>
            </p:spPr>
            <p:txBody>
              <a:bodyPr/>
              <a:lstStyle/>
              <a:p>
                <a:r>
                  <a:rPr lang="it-IT">
                    <a:noFill/>
                  </a:rPr>
                  <a:t> </a:t>
                </a:r>
              </a:p>
            </p:txBody>
          </p:sp>
        </mc:Fallback>
      </mc:AlternateContent>
      <p:sp>
        <p:nvSpPr>
          <p:cNvPr id="148" name="note_box_144">
            <a:extLst>
              <a:ext uri="{FF2B5EF4-FFF2-40B4-BE49-F238E27FC236}">
                <a16:creationId xmlns:a16="http://schemas.microsoft.com/office/drawing/2014/main" id="{CBA8A016-A561-4C00-A576-6A3D58D03EDF}"/>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AB4910"/>
            </a:solidFill>
          </a:ln>
        </p:spPr>
        <p:txBody>
          <a:bodyPr/>
          <a:lstStyle/>
          <a:p>
            <a:endParaRPr lang="it-IT"/>
          </a:p>
        </p:txBody>
      </p:sp>
      <mc:AlternateContent xmlns:mc="http://schemas.openxmlformats.org/markup-compatibility/2006" xmlns:a14="http://schemas.microsoft.com/office/drawing/2010/main">
        <mc:Choice Requires="a14">
          <p:sp>
            <p:nvSpPr>
              <p:cNvPr id="149" name="equation_145" descr="\nabla J_{1}(\mathbf a_1(\mathbf{x}))">
                <a:extLst>
                  <a:ext uri="{FF2B5EF4-FFF2-40B4-BE49-F238E27FC236}">
                    <a16:creationId xmlns:a16="http://schemas.microsoft.com/office/drawing/2014/main" id="{8CF1CFFF-5859-431B-AE16-C55A9EA74660}"/>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149" name="equation_145" descr="\nabla J_{1}(\mathbf a_1(\mathbf{x}))">
                <a:extLst>
                  <a:ext uri="{FF2B5EF4-FFF2-40B4-BE49-F238E27FC236}">
                    <a16:creationId xmlns:a16="http://schemas.microsoft.com/office/drawing/2014/main" id="{8CF1CFFF-5859-431B-AE16-C55A9EA74660}"/>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8"/>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0" name="equation_146" descr="=(-2,1,-1/2)\odot(0,1,1)">
                <a:extLst>
                  <a:ext uri="{FF2B5EF4-FFF2-40B4-BE49-F238E27FC236}">
                    <a16:creationId xmlns:a16="http://schemas.microsoft.com/office/drawing/2014/main" id="{EF77BB8D-ECD5-45BA-B36F-6111E6985A44}"/>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150" name="equation_146" descr="=(-2,1,-1/2)\odot(0,1,1)">
                <a:extLst>
                  <a:ext uri="{FF2B5EF4-FFF2-40B4-BE49-F238E27FC236}">
                    <a16:creationId xmlns:a16="http://schemas.microsoft.com/office/drawing/2014/main" id="{EF77BB8D-ECD5-45BA-B36F-6111E6985A44}"/>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19"/>
                <a:stretch>
                  <a:fillRect b="-2321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1" name="equation_147" descr="=(0,1,-1/2)">
                <a:extLst>
                  <a:ext uri="{FF2B5EF4-FFF2-40B4-BE49-F238E27FC236}">
                    <a16:creationId xmlns:a16="http://schemas.microsoft.com/office/drawing/2014/main" id="{457C5C4C-145B-4EBF-8EC0-8E90B7637024}"/>
                  </a:ext>
                </a:extLst>
              </p:cNvPr>
              <p:cNvSpPr>
                <a:spLocks noGrp="1"/>
              </p:cNvSpPr>
              <p:nvPr/>
            </p:nvSpPr>
            <p:spPr>
              <a:xfrm>
                <a:off x="838200" y="3867150"/>
                <a:ext cx="5753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−2,1,−1/2</m:t>
                          </m:r>
                        </m:e>
                      </m:d>
                      <m:r>
                        <a:rPr lang="en-GB" sz="2000">
                          <a:solidFill>
                            <a:srgbClr val="00704D"/>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0,1,−1/2</m:t>
                          </m:r>
                        </m:e>
                      </m:d>
                    </m:oMath>
                  </m:oMathPara>
                </a14:m>
                <a:endParaRPr/>
              </a:p>
            </p:txBody>
          </p:sp>
        </mc:Choice>
        <mc:Fallback xmlns="">
          <p:sp>
            <p:nvSpPr>
              <p:cNvPr id="151" name="equation_147" descr="=(0,1,-1/2)">
                <a:extLst>
                  <a:ext uri="{FF2B5EF4-FFF2-40B4-BE49-F238E27FC236}">
                    <a16:creationId xmlns:a16="http://schemas.microsoft.com/office/drawing/2014/main" id="{457C5C4C-145B-4EBF-8EC0-8E90B7637024}"/>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Fit_31_equation_147"/>
                <a:stretch>
                  <a:fillRect t="-15909" b="-65909"/>
                </a:stretch>
              </a:blipFill>
              <a:ln w="0">
                <a:noFill/>
              </a:ln>
            </p:spPr>
            <p:txBody>
              <a:bodyPr/>
              <a:lstStyle/>
              <a:p>
                <a:r>
                  <a:rPr lang="it-IT">
                    <a:noFill/>
                  </a:rPr>
                  <a:t> </a:t>
                </a:r>
              </a:p>
            </p:txBody>
          </p:sp>
        </mc:Fallback>
      </mc:AlternateContent>
      <p:sp>
        <p:nvSpPr>
          <p:cNvPr id="152" name="note_box_148">
            <a:extLst>
              <a:ext uri="{FF2B5EF4-FFF2-40B4-BE49-F238E27FC236}">
                <a16:creationId xmlns:a16="http://schemas.microsoft.com/office/drawing/2014/main" id="{E68F961C-1CF7-4562-B1C7-47E343B0C4A9}"/>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3" name="equation_149" descr="\nabla_{\mathbf W_1}\mathcal L_{\mathrm{sq}}">
                <a:extLst>
                  <a:ext uri="{FF2B5EF4-FFF2-40B4-BE49-F238E27FC236}">
                    <a16:creationId xmlns:a16="http://schemas.microsoft.com/office/drawing/2014/main" id="{F1808239-8368-405D-8D9B-1B7B7A8EA202}"/>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53" name="equation_149" descr="\nabla_{\mathbf W_1}\mathcal L_{\mathrm{sq}}">
                <a:extLst>
                  <a:ext uri="{FF2B5EF4-FFF2-40B4-BE49-F238E27FC236}">
                    <a16:creationId xmlns:a16="http://schemas.microsoft.com/office/drawing/2014/main" id="{F1808239-8368-405D-8D9B-1B7B7A8EA202}"/>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20"/>
                <a:stretch>
                  <a:fillRect b="-28571"/>
                </a:stretch>
              </a:blipFill>
              <a:ln w="0">
                <a:noFill/>
              </a:ln>
            </p:spPr>
            <p:txBody>
              <a:bodyPr/>
              <a:lstStyle/>
              <a:p>
                <a:r>
                  <a:rPr lang="it-IT">
                    <a:noFill/>
                  </a:rPr>
                  <a:t> </a:t>
                </a:r>
              </a:p>
            </p:txBody>
          </p:sp>
        </mc:Fallback>
      </mc:AlternateContent>
      <p:sp>
        <p:nvSpPr>
          <p:cNvPr id="154" name="text_150">
            <a:extLst>
              <a:ext uri="{FF2B5EF4-FFF2-40B4-BE49-F238E27FC236}">
                <a16:creationId xmlns:a16="http://schemas.microsoft.com/office/drawing/2014/main" id="{C4A906D6-8930-4FF5-BAA1-8DDFAC4B5498}"/>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155" name="note_box_151">
            <a:extLst>
              <a:ext uri="{FF2B5EF4-FFF2-40B4-BE49-F238E27FC236}">
                <a16:creationId xmlns:a16="http://schemas.microsoft.com/office/drawing/2014/main" id="{7FA070CB-5B20-4C62-BB7A-AE87957F5FD1}"/>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56" name="equation_152" descr="\nabla_{\mathbf b_1}\mathcal L_{\mathrm{sq}}">
                <a:extLst>
                  <a:ext uri="{FF2B5EF4-FFF2-40B4-BE49-F238E27FC236}">
                    <a16:creationId xmlns:a16="http://schemas.microsoft.com/office/drawing/2014/main" id="{522259F2-B480-47B3-A387-997665149473}"/>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56" name="equation_152" descr="\nabla_{\mathbf b_1}\mathcal L_{\mathrm{sq}}">
                <a:extLst>
                  <a:ext uri="{FF2B5EF4-FFF2-40B4-BE49-F238E27FC236}">
                    <a16:creationId xmlns:a16="http://schemas.microsoft.com/office/drawing/2014/main" id="{522259F2-B480-47B3-A387-997665149473}"/>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21"/>
                <a:stretch>
                  <a:fillRect b="-2778"/>
                </a:stretch>
              </a:blipFill>
              <a:ln w="0">
                <a:noFill/>
              </a:ln>
            </p:spPr>
            <p:txBody>
              <a:bodyPr/>
              <a:lstStyle/>
              <a:p>
                <a:r>
                  <a:rPr lang="it-IT">
                    <a:noFill/>
                  </a:rPr>
                  <a:t> </a:t>
                </a:r>
              </a:p>
            </p:txBody>
          </p:sp>
        </mc:Fallback>
      </mc:AlternateContent>
      <p:sp>
        <p:nvSpPr>
          <p:cNvPr id="157" name="text_153">
            <a:extLst>
              <a:ext uri="{FF2B5EF4-FFF2-40B4-BE49-F238E27FC236}">
                <a16:creationId xmlns:a16="http://schemas.microsoft.com/office/drawing/2014/main" id="{816F607A-CB46-4133-8290-90FE1E02377A}"/>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158" name="line_154">
            <a:extLst>
              <a:ext uri="{FF2B5EF4-FFF2-40B4-BE49-F238E27FC236}">
                <a16:creationId xmlns:a16="http://schemas.microsoft.com/office/drawing/2014/main" id="{F2B84E31-E242-4F89-BA81-430757CA73B0}"/>
              </a:ext>
            </a:extLst>
          </p:cNvPr>
          <p:cNvSpPr>
            <a:spLocks noGrp="1"/>
          </p:cNvSpPr>
          <p:nvPr/>
        </p:nvSpPr>
        <p:spPr>
          <a:xfrm>
            <a:off x="3676650" y="2733675"/>
            <a:ext cx="476" cy="438150"/>
          </a:xfrm>
          <a:prstGeom prst="line">
            <a:avLst/>
          </a:prstGeom>
          <a:noFill/>
          <a:ln w="14288">
            <a:solidFill>
              <a:srgbClr val="235C99"/>
            </a:solidFill>
            <a:prstDash val="dash"/>
            <a:tailEnd type="triangle" w="sm" len="sm"/>
          </a:ln>
        </p:spPr>
        <p:txBody>
          <a:bodyPr/>
          <a:lstStyle/>
          <a:p>
            <a:endParaRPr lang="it-IT"/>
          </a:p>
        </p:txBody>
      </p:sp>
      <p:sp>
        <p:nvSpPr>
          <p:cNvPr id="159" name="line_155">
            <a:extLst>
              <a:ext uri="{FF2B5EF4-FFF2-40B4-BE49-F238E27FC236}">
                <a16:creationId xmlns:a16="http://schemas.microsoft.com/office/drawing/2014/main" id="{4E78167F-8363-4E62-99B7-7071BBD6D476}"/>
              </a:ext>
            </a:extLst>
          </p:cNvPr>
          <p:cNvSpPr>
            <a:spLocks noGrp="1"/>
          </p:cNvSpPr>
          <p:nvPr/>
        </p:nvSpPr>
        <p:spPr>
          <a:xfrm>
            <a:off x="5629275" y="3124200"/>
            <a:ext cx="476" cy="47625"/>
          </a:xfrm>
          <a:prstGeom prst="line">
            <a:avLst/>
          </a:prstGeom>
          <a:noFill/>
          <a:ln w="14288">
            <a:solidFill>
              <a:srgbClr val="235C99"/>
            </a:solidFill>
            <a:prstDash val="dash"/>
            <a:tailEnd type="triangle" w="sm" len="sm"/>
          </a:ln>
        </p:spPr>
        <p:txBody>
          <a:bodyPr/>
          <a:lstStyle/>
          <a:p>
            <a:endParaRPr lang="it-IT"/>
          </a:p>
        </p:txBody>
      </p:sp>
      <p:sp>
        <p:nvSpPr>
          <p:cNvPr id="160" name="line_156">
            <a:extLst>
              <a:ext uri="{FF2B5EF4-FFF2-40B4-BE49-F238E27FC236}">
                <a16:creationId xmlns:a16="http://schemas.microsoft.com/office/drawing/2014/main" id="{1CDF2D1F-692B-4590-9F8F-71417D0FB7EC}"/>
              </a:ext>
            </a:extLst>
          </p:cNvPr>
          <p:cNvSpPr>
            <a:spLocks noGrp="1"/>
          </p:cNvSpPr>
          <p:nvPr/>
        </p:nvSpPr>
        <p:spPr>
          <a:xfrm flipH="1">
            <a:off x="6686550" y="3657600"/>
            <a:ext cx="247650" cy="476"/>
          </a:xfrm>
          <a:prstGeom prst="line">
            <a:avLst/>
          </a:prstGeom>
          <a:noFill/>
          <a:ln w="14288">
            <a:solidFill>
              <a:srgbClr val="235C99"/>
            </a:solidFill>
            <a:prstDash val="dash"/>
            <a:tailEnd type="triangle" w="sm" len="sm"/>
          </a:ln>
        </p:spPr>
        <p:txBody>
          <a:bodyPr/>
          <a:lstStyle/>
          <a:p>
            <a:endParaRPr lang="it-IT"/>
          </a:p>
        </p:txBody>
      </p:sp>
      <p:sp>
        <p:nvSpPr>
          <p:cNvPr id="161" name="note_brace_157">
            <a:extLst>
              <a:ext uri="{FF2B5EF4-FFF2-40B4-BE49-F238E27FC236}">
                <a16:creationId xmlns:a16="http://schemas.microsoft.com/office/drawing/2014/main" id="{5FDE2AAE-F763-49BE-B075-57C84AA0576A}"/>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2" name="text_158">
            <a:extLst>
              <a:ext uri="{FF2B5EF4-FFF2-40B4-BE49-F238E27FC236}">
                <a16:creationId xmlns:a16="http://schemas.microsoft.com/office/drawing/2014/main" id="{A4FA721A-092C-4C83-99E0-35F6E624B4F6}"/>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63" name="note_brace_159">
            <a:extLst>
              <a:ext uri="{FF2B5EF4-FFF2-40B4-BE49-F238E27FC236}">
                <a16:creationId xmlns:a16="http://schemas.microsoft.com/office/drawing/2014/main" id="{D791BFD4-F174-42AA-AB33-9A3AF316D42F}"/>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4" name="text_160">
            <a:extLst>
              <a:ext uri="{FF2B5EF4-FFF2-40B4-BE49-F238E27FC236}">
                <a16:creationId xmlns:a16="http://schemas.microsoft.com/office/drawing/2014/main" id="{8F7AC267-D88D-4AC4-97B4-91DDB1B9B4D0}"/>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Tree>
    <p:extLst>
      <p:ext uri="{BB962C8B-B14F-4D97-AF65-F5344CB8AC3E}">
        <p14:creationId xmlns:p14="http://schemas.microsoft.com/office/powerpoint/2010/main" val="162192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8"/>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1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2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2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2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2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2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3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3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3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3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3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3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3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3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4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4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4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4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44"/>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45"/>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46"/>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47"/>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48"/>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49"/>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50"/>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51"/>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52"/>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53"/>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54"/>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55"/>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56"/>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57"/>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58"/>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59"/>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60"/>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61"/>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62"/>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63"/>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p:bldP spid="59" grpId="0"/>
      <p:bldP spid="60" grpId="0"/>
      <p:bldP spid="61" grpId="0" animBg="1"/>
      <p:bldP spid="62" grpId="0"/>
      <p:bldP spid="63" grpId="0"/>
      <p:bldP spid="64" grpId="0" animBg="1"/>
      <p:bldP spid="65" grpId="0"/>
      <p:bldP spid="66" grpId="0" animBg="1"/>
      <p:bldP spid="67" grpId="0"/>
      <p:bldP spid="68" grpId="0"/>
      <p:bldP spid="69" grpId="0" animBg="1"/>
      <p:bldP spid="70" grpId="0"/>
      <p:bldP spid="71" grpId="0" animBg="1"/>
      <p:bldP spid="72" grpId="0"/>
      <p:bldP spid="73" grpId="0"/>
      <p:bldP spid="74" grpId="0" animBg="1"/>
      <p:bldP spid="75" grpId="0"/>
      <p:bldP spid="76" grpId="0" animBg="1"/>
      <p:bldP spid="77" grpId="0"/>
      <p:bldP spid="78" grpId="0"/>
      <p:bldP spid="79" grpId="0" animBg="1"/>
      <p:bldP spid="80" grpId="0"/>
      <p:bldP spid="81" grpId="0" animBg="1"/>
      <p:bldP spid="82" grpId="0"/>
      <p:bldP spid="83" grpId="0"/>
      <p:bldP spid="84" grpId="0" animBg="1"/>
      <p:bldP spid="85" grpId="0"/>
      <p:bldP spid="86" grpId="0" animBg="1"/>
      <p:bldP spid="87" grpId="0"/>
      <p:bldP spid="88" grpId="0"/>
      <p:bldP spid="89" grpId="0" animBg="1"/>
      <p:bldP spid="90" grpId="0"/>
      <p:bldP spid="91" grpId="0"/>
      <p:bldP spid="92" grpId="0" animBg="1"/>
      <p:bldP spid="93" grpId="0"/>
      <p:bldP spid="94" grpId="0" animBg="1"/>
      <p:bldP spid="95" grpId="0"/>
      <p:bldP spid="96" grpId="0"/>
      <p:bldP spid="97" grpId="0"/>
      <p:bldP spid="98" grpId="0" animBg="1"/>
      <p:bldP spid="99" grpId="0"/>
      <p:bldP spid="100" grpId="0"/>
      <p:bldP spid="101" grpId="0" animBg="1"/>
      <p:bldP spid="102" grpId="0"/>
      <p:bldP spid="103" grpId="0"/>
      <p:bldP spid="104" grpId="0" animBg="1"/>
      <p:bldP spid="105" grpId="0" animBg="1"/>
      <p:bldP spid="106" grpId="0" animBg="1"/>
      <p:bldP spid="107" grpId="0" animBg="1"/>
      <p:bldP spid="108" grpId="0"/>
      <p:bldP spid="109" grpId="0" animBg="1"/>
      <p:bldP spid="110" grpId="0"/>
      <p:bldP spid="111" grpId="0" animBg="1"/>
      <p:bldP spid="112" grpId="0"/>
      <p:bldP spid="113" grpId="0"/>
      <p:bldP spid="114" grpId="0"/>
      <p:bldP spid="115" grpId="0" animBg="1"/>
      <p:bldP spid="116" grpId="0"/>
      <p:bldP spid="117" grpId="0"/>
      <p:bldP spid="118" grpId="0" animBg="1"/>
      <p:bldP spid="119" grpId="0"/>
      <p:bldP spid="120" grpId="0" animBg="1"/>
      <p:bldP spid="121" grpId="0"/>
      <p:bldP spid="122" grpId="0"/>
      <p:bldP spid="123" grpId="0" animBg="1"/>
      <p:bldP spid="124" grpId="0"/>
      <p:bldP spid="125" grpId="0" animBg="1"/>
      <p:bldP spid="126" grpId="0"/>
      <p:bldP spid="127" grpId="0"/>
      <p:bldP spid="128" grpId="0" animBg="1"/>
      <p:bldP spid="129" grpId="0"/>
      <p:bldP spid="130" grpId="0" animBg="1"/>
      <p:bldP spid="131" grpId="0"/>
      <p:bldP spid="132" grpId="0"/>
      <p:bldP spid="133" grpId="0" animBg="1"/>
      <p:bldP spid="134" grpId="0"/>
      <p:bldP spid="135" grpId="0" animBg="1"/>
      <p:bldP spid="136" grpId="0"/>
      <p:bldP spid="137" grpId="0"/>
      <p:bldP spid="138" grpId="0" animBg="1"/>
      <p:bldP spid="139" grpId="0"/>
      <p:bldP spid="140" grpId="0" animBg="1"/>
      <p:bldP spid="141" grpId="0"/>
      <p:bldP spid="142" grpId="0"/>
      <p:bldP spid="143" grpId="0" animBg="1"/>
      <p:bldP spid="144" grpId="0"/>
      <p:bldP spid="145" grpId="0"/>
      <p:bldP spid="146" grpId="0" animBg="1"/>
      <p:bldP spid="147" grpId="0"/>
      <p:bldP spid="148" grpId="0" animBg="1"/>
      <p:bldP spid="149" grpId="0"/>
      <p:bldP spid="150" grpId="0"/>
      <p:bldP spid="151" grpId="0"/>
      <p:bldP spid="152" grpId="0" animBg="1"/>
      <p:bldP spid="153" grpId="0"/>
      <p:bldP spid="154" grpId="0"/>
      <p:bldP spid="155" grpId="0" animBg="1"/>
      <p:bldP spid="156" grpId="0"/>
      <p:bldP spid="157" grpId="0"/>
      <p:bldP spid="158" grpId="0" animBg="1"/>
      <p:bldP spid="159" grpId="0" animBg="1"/>
      <p:bldP spid="160" grpId="0" animBg="1"/>
      <p:bldP spid="161" grpId="0" animBg="1"/>
      <p:bldP spid="162" grpId="0"/>
      <p:bldP spid="163" grpId="0" animBg="1"/>
      <p:bldP spid="16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title">
            <a:extLst>
              <a:ext uri="{FF2B5EF4-FFF2-40B4-BE49-F238E27FC236}">
                <a16:creationId xmlns:a16="http://schemas.microsoft.com/office/drawing/2014/main" id="{12E6C986-249B-4C6B-97E4-8C80E90964B7}"/>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The hidden-layer parameter gradients</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F2D473DD-127D-4151-9193-DF451B040DEC}"/>
                  </a:ext>
                </a:extLst>
              </p:cNvPr>
              <p:cNvSpPr>
                <a:spLocks noGrp="1"/>
              </p:cNvSpPr>
              <p:nvPr/>
            </p:nvSpPr>
            <p:spPr>
              <a:xfrm>
                <a:off x="523875" y="1000125"/>
                <a:ext cx="11144250" cy="742950"/>
              </a:xfrm>
              <a:prstGeom prst="rect">
                <a:avLst/>
              </a:prstGeom>
              <a:noFill/>
              <a:ln w="0">
                <a:noFill/>
              </a:ln>
            </p:spPr>
            <p:txBody>
              <a:bodyPr wrap="none" lIns="0" tIns="0" rIns="0" bIns="0" anchor="ctr">
                <a:noAutofit/>
              </a:bodyPr>
              <a:lstStyle>
                <a:defPPr algn="ctr">
                  <a:defRPr sz="2175" b="0">
                    <a:solidFill>
                      <a:srgbClr val="526276"/>
                    </a:solidFill>
                    <a:latin typeface="DejaVu Sans"/>
                    <a:ea typeface="DejaVu Sans"/>
                    <a:cs typeface="DejaVu Sans"/>
                  </a:defRPr>
                </a:defPPr>
              </a:lstStyle>
              <a:p>
                <a:pPr algn="ctr"/>
                <a:r>
                  <a:rPr lang="en-GB" sz="2175">
                    <a:solidFill>
                      <a:srgbClr val="526276"/>
                    </a:solidFill>
                    <a:latin typeface="DejaVu Sans"/>
                  </a:rPr>
                  <a:t>Reuse </a:t>
                </a:r>
                <a14:m>
                  <m:oMath xmlns:m="http://schemas.openxmlformats.org/officeDocument/2006/math">
                    <m:r>
                      <m:rPr>
                        <m:sty m:val="p"/>
                      </m:rPr>
                      <a:rPr lang="en-GB" sz="2175">
                        <a:solidFill>
                          <a:srgbClr val="526276"/>
                        </a:solidFill>
                        <a:latin typeface="Cambria Math"/>
                        <a:ea typeface="Cambria Math"/>
                        <a:cs typeface="Cambria Math"/>
                      </a:rPr>
                      <m:t>∇</m:t>
                    </m:r>
                    <m:sSub>
                      <m:sSubPr>
                        <m:ctrlPr>
                          <a:rPr lang="en-GB" sz="2175">
                            <a:solidFill>
                              <a:srgbClr val="526276"/>
                            </a:solidFill>
                            <a:latin typeface="Cambria Math"/>
                            <a:ea typeface="Cambria Math"/>
                            <a:cs typeface="Cambria Math"/>
                          </a:rPr>
                        </m:ctrlPr>
                      </m:sSubPr>
                      <m:e>
                        <m:r>
                          <a:rPr lang="en-GB" sz="2175">
                            <a:solidFill>
                              <a:srgbClr val="526276"/>
                            </a:solidFill>
                            <a:latin typeface="Cambria Math"/>
                            <a:ea typeface="Cambria Math"/>
                            <a:cs typeface="Cambria Math"/>
                          </a:rPr>
                          <m:t>𝐽</m:t>
                        </m:r>
                      </m:e>
                      <m:sub>
                        <m:r>
                          <a:rPr lang="en-GB" sz="2175">
                            <a:solidFill>
                              <a:srgbClr val="526276"/>
                            </a:solidFill>
                            <a:latin typeface="Cambria Math"/>
                            <a:ea typeface="Cambria Math"/>
                            <a:cs typeface="Cambria Math"/>
                          </a:rPr>
                          <m:t>1</m:t>
                        </m:r>
                      </m:sub>
                    </m:sSub>
                    <m:d>
                      <m:dPr>
                        <m:ctrlPr>
                          <a:rPr lang="en-GB" sz="2175" i="1">
                            <a:solidFill>
                              <a:srgbClr val="526276"/>
                            </a:solidFill>
                            <a:latin typeface="Cambria Math" panose="02040503050406030204" pitchFamily="18" charset="0"/>
                            <a:ea typeface="Cambria Math"/>
                            <a:cs typeface="Cambria Math"/>
                          </a:rPr>
                        </m:ctrlPr>
                      </m:dPr>
                      <m:e>
                        <m:sSub>
                          <m:sSubPr>
                            <m:ctrlPr>
                              <a:rPr lang="en-GB" sz="2175">
                                <a:solidFill>
                                  <a:srgbClr val="526276"/>
                                </a:solidFill>
                                <a:latin typeface="Cambria Math"/>
                                <a:ea typeface="Cambria Math"/>
                                <a:cs typeface="Cambria Math"/>
                              </a:rPr>
                            </m:ctrlPr>
                          </m:sSubPr>
                          <m:e>
                            <m:r>
                              <a:rPr lang="en-GB" sz="2175">
                                <a:solidFill>
                                  <a:srgbClr val="526276"/>
                                </a:solidFill>
                                <a:latin typeface="Cambria Math"/>
                                <a:ea typeface="Cambria Math"/>
                                <a:cs typeface="Cambria Math"/>
                              </a:rPr>
                              <m:t>𝐚</m:t>
                            </m:r>
                          </m:e>
                          <m:sub>
                            <m:r>
                              <a:rPr lang="en-GB" sz="2175">
                                <a:solidFill>
                                  <a:srgbClr val="526276"/>
                                </a:solidFill>
                                <a:latin typeface="Cambria Math"/>
                                <a:ea typeface="Cambria Math"/>
                                <a:cs typeface="Cambria Math"/>
                              </a:rPr>
                              <m:t>1</m:t>
                            </m:r>
                          </m:sub>
                        </m:sSub>
                        <m:d>
                          <m:dPr>
                            <m:ctrlPr>
                              <a:rPr lang="en-GB" sz="2175">
                                <a:solidFill>
                                  <a:srgbClr val="526276"/>
                                </a:solidFill>
                                <a:latin typeface="Cambria Math"/>
                                <a:ea typeface="Cambria Math"/>
                                <a:cs typeface="Cambria Math"/>
                              </a:rPr>
                            </m:ctrlPr>
                          </m:dPr>
                          <m:e>
                            <m:r>
                              <a:rPr lang="en-GB" sz="2175">
                                <a:solidFill>
                                  <a:srgbClr val="526276"/>
                                </a:solidFill>
                                <a:latin typeface="Cambria Math"/>
                                <a:ea typeface="Cambria Math"/>
                                <a:cs typeface="Cambria Math"/>
                              </a:rPr>
                              <m:t>𝐱</m:t>
                            </m:r>
                          </m:e>
                        </m:d>
                      </m:e>
                    </m:d>
                  </m:oMath>
                </a14:m>
                <a:r>
                  <a:rPr lang="en-GB" sz="2175">
                    <a:solidFill>
                      <a:srgbClr val="526276"/>
                    </a:solidFill>
                    <a:latin typeface="DejaVu Sans"/>
                  </a:rPr>
                  <a:t> with the saved input </a:t>
                </a:r>
                <a14:m>
                  <m:oMath xmlns:m="http://schemas.openxmlformats.org/officeDocument/2006/math">
                    <m:sSub>
                      <m:sSubPr>
                        <m:ctrlPr>
                          <a:rPr lang="en-GB" sz="2175">
                            <a:solidFill>
                              <a:srgbClr val="526276"/>
                            </a:solidFill>
                            <a:latin typeface="Cambria Math"/>
                            <a:ea typeface="Cambria Math"/>
                            <a:cs typeface="Cambria Math"/>
                          </a:rPr>
                        </m:ctrlPr>
                      </m:sSubPr>
                      <m:e>
                        <m:r>
                          <a:rPr lang="en-GB" sz="2175">
                            <a:solidFill>
                              <a:srgbClr val="526276"/>
                            </a:solidFill>
                            <a:latin typeface="Cambria Math"/>
                            <a:ea typeface="Cambria Math"/>
                            <a:cs typeface="Cambria Math"/>
                          </a:rPr>
                          <m:t>𝛟</m:t>
                        </m:r>
                      </m:e>
                      <m:sub>
                        <m:r>
                          <a:rPr lang="en-GB" sz="2175">
                            <a:solidFill>
                              <a:srgbClr val="526276"/>
                            </a:solidFill>
                            <a:latin typeface="Cambria Math"/>
                            <a:ea typeface="Cambria Math"/>
                            <a:cs typeface="Cambria Math"/>
                          </a:rPr>
                          <m:t>0</m:t>
                        </m:r>
                      </m:sub>
                    </m:sSub>
                    <m:d>
                      <m:dPr>
                        <m:ctrlPr>
                          <a:rPr lang="en-GB" sz="2175">
                            <a:solidFill>
                              <a:srgbClr val="526276"/>
                            </a:solidFill>
                            <a:latin typeface="Cambria Math"/>
                            <a:ea typeface="Cambria Math"/>
                            <a:cs typeface="Cambria Math"/>
                          </a:rPr>
                        </m:ctrlPr>
                      </m:dPr>
                      <m:e>
                        <m:r>
                          <a:rPr lang="en-GB" sz="2175">
                            <a:solidFill>
                              <a:srgbClr val="526276"/>
                            </a:solidFill>
                            <a:latin typeface="Cambria Math"/>
                            <a:ea typeface="Cambria Math"/>
                            <a:cs typeface="Cambria Math"/>
                          </a:rPr>
                          <m:t>𝐱</m:t>
                        </m:r>
                      </m:e>
                    </m:d>
                    <m:r>
                      <a:rPr lang="en-GB" sz="2175">
                        <a:solidFill>
                          <a:srgbClr val="526276"/>
                        </a:solidFill>
                        <a:latin typeface="Cambria Math"/>
                        <a:ea typeface="Cambria Math"/>
                        <a:cs typeface="Cambria Math"/>
                      </a:rPr>
                      <m:t>=</m:t>
                    </m:r>
                    <m:d>
                      <m:dPr>
                        <m:ctrlPr>
                          <a:rPr lang="en-GB" sz="2175">
                            <a:solidFill>
                              <a:srgbClr val="526276"/>
                            </a:solidFill>
                            <a:latin typeface="Cambria Math"/>
                            <a:ea typeface="Cambria Math"/>
                            <a:cs typeface="Cambria Math"/>
                          </a:rPr>
                        </m:ctrlPr>
                      </m:dPr>
                      <m:e>
                        <m:r>
                          <a:rPr lang="en-GB" sz="2175">
                            <a:solidFill>
                              <a:srgbClr val="526276"/>
                            </a:solidFill>
                            <a:latin typeface="Cambria Math"/>
                            <a:ea typeface="Cambria Math"/>
                            <a:cs typeface="Cambria Math"/>
                          </a:rPr>
                          <m:t>1,2</m:t>
                        </m:r>
                      </m:e>
                    </m:d>
                  </m:oMath>
                </a14:m>
                <a:r>
                  <a:rPr lang="en-GB" sz="2175">
                    <a:solidFill>
                      <a:srgbClr val="526276"/>
                    </a:solidFill>
                    <a:latin typeface="DejaVu Sans"/>
                  </a:rPr>
                  <a:t>.</a:t>
                </a:r>
                <a:endParaRPr lang="en-GB" sz="2175"/>
              </a:p>
            </p:txBody>
          </p:sp>
        </mc:Choice>
        <mc:Fallback xmlns="">
          <p:sp>
            <p:nvSpPr>
              <p:cNvPr id="2" name="lead">
                <a:extLst>
                  <a:ext uri="{FF2B5EF4-FFF2-40B4-BE49-F238E27FC236}">
                    <a16:creationId xmlns:a16="http://schemas.microsoft.com/office/drawing/2014/main" id="{F2D473DD-127D-4151-9193-DF451B040DEC}"/>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5E007B5C-DD58-40FC-9FC3-6940055BB37F}"/>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8581ACC1-67EC-46D3-A1D7-11D41D07F0E1}"/>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33</a:t>
            </a:r>
          </a:p>
        </p:txBody>
      </p:sp>
      <p:sp>
        <p:nvSpPr>
          <p:cNvPr id="5" name="text_1">
            <a:extLst>
              <a:ext uri="{FF2B5EF4-FFF2-40B4-BE49-F238E27FC236}">
                <a16:creationId xmlns:a16="http://schemas.microsoft.com/office/drawing/2014/main" id="{3B99A3DC-081D-4420-A62B-117D67F340EE}"/>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6" name="text_2">
            <a:extLst>
              <a:ext uri="{FF2B5EF4-FFF2-40B4-BE49-F238E27FC236}">
                <a16:creationId xmlns:a16="http://schemas.microsoft.com/office/drawing/2014/main" id="{0D0180CF-1FBD-437D-A895-AA8D47BC3F18}"/>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7" name="text_3">
            <a:extLst>
              <a:ext uri="{FF2B5EF4-FFF2-40B4-BE49-F238E27FC236}">
                <a16:creationId xmlns:a16="http://schemas.microsoft.com/office/drawing/2014/main" id="{8629EF57-A366-45EB-ADE4-A91376879130}"/>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8" name="note_box_4">
            <a:extLst>
              <a:ext uri="{FF2B5EF4-FFF2-40B4-BE49-F238E27FC236}">
                <a16:creationId xmlns:a16="http://schemas.microsoft.com/office/drawing/2014/main" id="{7A4F6CDD-3005-42F9-83F5-149E2E2EF9C0}"/>
              </a:ext>
            </a:extLst>
          </p:cNvPr>
          <p:cNvSpPr>
            <a:spLocks noGrp="1"/>
          </p:cNvSpPr>
          <p:nvPr/>
        </p:nvSpPr>
        <p:spPr>
          <a:xfrm>
            <a:off x="3619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9" name="equation_5" descr="\boldsymbol{\phi}_0(\mathbf{x})">
                <a:extLst>
                  <a:ext uri="{FF2B5EF4-FFF2-40B4-BE49-F238E27FC236}">
                    <a16:creationId xmlns:a16="http://schemas.microsoft.com/office/drawing/2014/main" id="{39A29494-EF5E-45E8-9574-9E8FC258BBDF}"/>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9" name="equation_5" descr="\boldsymbol{\phi}_0(\mathbf{x})">
                <a:extLst>
                  <a:ext uri="{FF2B5EF4-FFF2-40B4-BE49-F238E27FC236}">
                    <a16:creationId xmlns:a16="http://schemas.microsoft.com/office/drawing/2014/main" id="{39A29494-EF5E-45E8-9574-9E8FC258BBDF}"/>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equation_6" descr="(1,2)">
                <a:extLst>
                  <a:ext uri="{FF2B5EF4-FFF2-40B4-BE49-F238E27FC236}">
                    <a16:creationId xmlns:a16="http://schemas.microsoft.com/office/drawing/2014/main" id="{EA341141-4486-4B4C-BC9B-559F322F1DE9}"/>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1,2</m:t>
                          </m:r>
                        </m:e>
                      </m:d>
                    </m:oMath>
                  </m:oMathPara>
                </a14:m>
                <a:endParaRPr lang="en-GB" sz="2000"/>
              </a:p>
            </p:txBody>
          </p:sp>
        </mc:Choice>
        <mc:Fallback xmlns="">
          <p:sp>
            <p:nvSpPr>
              <p:cNvPr id="10" name="equation_6" descr="(1,2)">
                <a:extLst>
                  <a:ext uri="{FF2B5EF4-FFF2-40B4-BE49-F238E27FC236}">
                    <a16:creationId xmlns:a16="http://schemas.microsoft.com/office/drawing/2014/main" id="{EA341141-4486-4B4C-BC9B-559F322F1DE9}"/>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11" name="line_7">
            <a:extLst>
              <a:ext uri="{FF2B5EF4-FFF2-40B4-BE49-F238E27FC236}">
                <a16:creationId xmlns:a16="http://schemas.microsoft.com/office/drawing/2014/main" id="{ECBB23DB-DB54-4E3B-980B-4C943A662285}"/>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2" name="text_8">
            <a:extLst>
              <a:ext uri="{FF2B5EF4-FFF2-40B4-BE49-F238E27FC236}">
                <a16:creationId xmlns:a16="http://schemas.microsoft.com/office/drawing/2014/main" id="{FA541712-82B2-4797-A434-9C35894FD1F3}"/>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3" name="note_box_9">
            <a:extLst>
              <a:ext uri="{FF2B5EF4-FFF2-40B4-BE49-F238E27FC236}">
                <a16:creationId xmlns:a16="http://schemas.microsoft.com/office/drawing/2014/main" id="{F1B74A02-D668-46FA-88CF-C96731615BD7}"/>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 name="equation_10" descr="\mathbf{a}_1(\mathbf{x})">
                <a:extLst>
                  <a:ext uri="{FF2B5EF4-FFF2-40B4-BE49-F238E27FC236}">
                    <a16:creationId xmlns:a16="http://schemas.microsoft.com/office/drawing/2014/main" id="{9D960A97-C44C-4155-A477-203DAE17FCF8}"/>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4" name="equation_10" descr="\mathbf{a}_1(\mathbf{x})">
                <a:extLst>
                  <a:ext uri="{FF2B5EF4-FFF2-40B4-BE49-F238E27FC236}">
                    <a16:creationId xmlns:a16="http://schemas.microsoft.com/office/drawing/2014/main" id="{9D960A97-C44C-4155-A477-203DAE17FCF8}"/>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equation_11" descr="(-1,3,1)">
                <a:extLst>
                  <a:ext uri="{FF2B5EF4-FFF2-40B4-BE49-F238E27FC236}">
                    <a16:creationId xmlns:a16="http://schemas.microsoft.com/office/drawing/2014/main" id="{6968FC7F-6CD7-488B-9F80-33F67407F312}"/>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15" name="equation_11" descr="(-1,3,1)">
                <a:extLst>
                  <a:ext uri="{FF2B5EF4-FFF2-40B4-BE49-F238E27FC236}">
                    <a16:creationId xmlns:a16="http://schemas.microsoft.com/office/drawing/2014/main" id="{6968FC7F-6CD7-488B-9F80-33F67407F312}"/>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16" name="line_12">
            <a:extLst>
              <a:ext uri="{FF2B5EF4-FFF2-40B4-BE49-F238E27FC236}">
                <a16:creationId xmlns:a16="http://schemas.microsoft.com/office/drawing/2014/main" id="{6ED60E82-26E5-4431-AF15-862BED13220B}"/>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7" name="text_13">
            <a:extLst>
              <a:ext uri="{FF2B5EF4-FFF2-40B4-BE49-F238E27FC236}">
                <a16:creationId xmlns:a16="http://schemas.microsoft.com/office/drawing/2014/main" id="{35B83CFC-D5C0-489E-808A-3508CEF41165}"/>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8" name="note_box_14">
            <a:extLst>
              <a:ext uri="{FF2B5EF4-FFF2-40B4-BE49-F238E27FC236}">
                <a16:creationId xmlns:a16="http://schemas.microsoft.com/office/drawing/2014/main" id="{318AFF12-728A-4B49-B86D-28402CC0A2D4}"/>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 name="equation_15" descr="\boldsymbol{\phi}_1(\mathbf{x})">
                <a:extLst>
                  <a:ext uri="{FF2B5EF4-FFF2-40B4-BE49-F238E27FC236}">
                    <a16:creationId xmlns:a16="http://schemas.microsoft.com/office/drawing/2014/main" id="{46A1D91F-E648-4738-9EE7-448A0447EB83}"/>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9" name="equation_15" descr="\boldsymbol{\phi}_1(\mathbf{x})">
                <a:extLst>
                  <a:ext uri="{FF2B5EF4-FFF2-40B4-BE49-F238E27FC236}">
                    <a16:creationId xmlns:a16="http://schemas.microsoft.com/office/drawing/2014/main" id="{46A1D91F-E648-4738-9EE7-448A0447EB83}"/>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equation_16" descr="(0,3,1)">
                <a:extLst>
                  <a:ext uri="{FF2B5EF4-FFF2-40B4-BE49-F238E27FC236}">
                    <a16:creationId xmlns:a16="http://schemas.microsoft.com/office/drawing/2014/main" id="{2A961371-4931-481C-B114-4C2EB7782C66}"/>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20" name="equation_16" descr="(0,3,1)">
                <a:extLst>
                  <a:ext uri="{FF2B5EF4-FFF2-40B4-BE49-F238E27FC236}">
                    <a16:creationId xmlns:a16="http://schemas.microsoft.com/office/drawing/2014/main" id="{2A961371-4931-481C-B114-4C2EB7782C66}"/>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21" name="line_17">
            <a:extLst>
              <a:ext uri="{FF2B5EF4-FFF2-40B4-BE49-F238E27FC236}">
                <a16:creationId xmlns:a16="http://schemas.microsoft.com/office/drawing/2014/main" id="{878D4BDB-0869-45FD-9FFC-0AFDE3F1E0F5}"/>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22" name="text_18">
            <a:extLst>
              <a:ext uri="{FF2B5EF4-FFF2-40B4-BE49-F238E27FC236}">
                <a16:creationId xmlns:a16="http://schemas.microsoft.com/office/drawing/2014/main" id="{7727FA63-BA87-459A-BEF0-0F8186AAE687}"/>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23" name="note_box_19">
            <a:extLst>
              <a:ext uri="{FF2B5EF4-FFF2-40B4-BE49-F238E27FC236}">
                <a16:creationId xmlns:a16="http://schemas.microsoft.com/office/drawing/2014/main" id="{0C1A1583-0712-4C94-8578-AEAA896BDBFF}"/>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 name="equation_20" descr="\mathbf{a}_2(\mathbf{x})">
                <a:extLst>
                  <a:ext uri="{FF2B5EF4-FFF2-40B4-BE49-F238E27FC236}">
                    <a16:creationId xmlns:a16="http://schemas.microsoft.com/office/drawing/2014/main" id="{1AD1495C-6C27-4A6A-B5E9-775BF5836A81}"/>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24" name="equation_20" descr="\mathbf{a}_2(\mathbf{x})">
                <a:extLst>
                  <a:ext uri="{FF2B5EF4-FFF2-40B4-BE49-F238E27FC236}">
                    <a16:creationId xmlns:a16="http://schemas.microsoft.com/office/drawing/2014/main" id="{1AD1495C-6C27-4A6A-B5E9-775BF5836A81}"/>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equation_21" descr="(-7/2)">
                <a:extLst>
                  <a:ext uri="{FF2B5EF4-FFF2-40B4-BE49-F238E27FC236}">
                    <a16:creationId xmlns:a16="http://schemas.microsoft.com/office/drawing/2014/main" id="{285C3D2B-4066-42C2-B6D8-15D8F1C5B9B4}"/>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25" name="equation_21" descr="(-7/2)">
                <a:extLst>
                  <a:ext uri="{FF2B5EF4-FFF2-40B4-BE49-F238E27FC236}">
                    <a16:creationId xmlns:a16="http://schemas.microsoft.com/office/drawing/2014/main" id="{285C3D2B-4066-42C2-B6D8-15D8F1C5B9B4}"/>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26" name="line_22">
            <a:extLst>
              <a:ext uri="{FF2B5EF4-FFF2-40B4-BE49-F238E27FC236}">
                <a16:creationId xmlns:a16="http://schemas.microsoft.com/office/drawing/2014/main" id="{A08A5F4C-8FEB-4A89-B173-EF646BEB0830}"/>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27" name="text_23">
            <a:extLst>
              <a:ext uri="{FF2B5EF4-FFF2-40B4-BE49-F238E27FC236}">
                <a16:creationId xmlns:a16="http://schemas.microsoft.com/office/drawing/2014/main" id="{E87056BE-80A7-4773-A0A0-5E72FF5CE34B}"/>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28" name="note_box_24">
            <a:extLst>
              <a:ext uri="{FF2B5EF4-FFF2-40B4-BE49-F238E27FC236}">
                <a16:creationId xmlns:a16="http://schemas.microsoft.com/office/drawing/2014/main" id="{04ECF3F8-B112-4AB7-8B3E-B1AFADF8E268}"/>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 name="equation_25" descr="\mathcal{L}_{\mathrm{sq}}">
                <a:extLst>
                  <a:ext uri="{FF2B5EF4-FFF2-40B4-BE49-F238E27FC236}">
                    <a16:creationId xmlns:a16="http://schemas.microsoft.com/office/drawing/2014/main" id="{9C90CF2B-C216-4AA7-BC6B-7EF05D7567D3}"/>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29" name="equation_25" descr="\mathcal{L}_{\mathrm{sq}}">
                <a:extLst>
                  <a:ext uri="{FF2B5EF4-FFF2-40B4-BE49-F238E27FC236}">
                    <a16:creationId xmlns:a16="http://schemas.microsoft.com/office/drawing/2014/main" id="{9C90CF2B-C216-4AA7-BC6B-7EF05D7567D3}"/>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 name="equation_26" descr="1/4">
                <a:extLst>
                  <a:ext uri="{FF2B5EF4-FFF2-40B4-BE49-F238E27FC236}">
                    <a16:creationId xmlns:a16="http://schemas.microsoft.com/office/drawing/2014/main" id="{886523D9-C2AF-4456-88AA-90F3CA788715}"/>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30" name="equation_26" descr="1/4">
                <a:extLst>
                  <a:ext uri="{FF2B5EF4-FFF2-40B4-BE49-F238E27FC236}">
                    <a16:creationId xmlns:a16="http://schemas.microsoft.com/office/drawing/2014/main" id="{886523D9-C2AF-4456-88AA-90F3CA788715}"/>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31" name="note_box_27">
            <a:extLst>
              <a:ext uri="{FF2B5EF4-FFF2-40B4-BE49-F238E27FC236}">
                <a16:creationId xmlns:a16="http://schemas.microsoft.com/office/drawing/2014/main" id="{5DCE68F1-1CAB-4C27-97F7-729782DE945E}"/>
              </a:ext>
            </a:extLst>
          </p:cNvPr>
          <p:cNvSpPr>
            <a:spLocks noGrp="1"/>
          </p:cNvSpPr>
          <p:nvPr/>
        </p:nvSpPr>
        <p:spPr>
          <a:xfrm>
            <a:off x="4210050" y="2809875"/>
            <a:ext cx="2867025" cy="3048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2" name="equation_28" descr="\mathbf W_2^{\mathsf{T}}=(2,-1,1/2)">
                <a:extLst>
                  <a:ext uri="{FF2B5EF4-FFF2-40B4-BE49-F238E27FC236}">
                    <a16:creationId xmlns:a16="http://schemas.microsoft.com/office/drawing/2014/main" id="{43CBC3F3-7DD9-4ACE-BA43-F54A67BE3545}"/>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𝖳</m:t>
                          </m:r>
                        </m:sup>
                      </m:sSubSup>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2,−1,1/2</m:t>
                          </m:r>
                        </m:e>
                      </m:d>
                    </m:oMath>
                  </m:oMathPara>
                </a14:m>
                <a:endParaRPr lang="en-GB" sz="2000"/>
              </a:p>
            </p:txBody>
          </p:sp>
        </mc:Choice>
        <mc:Fallback xmlns="">
          <p:sp>
            <p:nvSpPr>
              <p:cNvPr id="32" name="equation_28" descr="\mathbf W_2^{\mathsf{T}}=(2,-1,1/2)">
                <a:extLst>
                  <a:ext uri="{FF2B5EF4-FFF2-40B4-BE49-F238E27FC236}">
                    <a16:creationId xmlns:a16="http://schemas.microsoft.com/office/drawing/2014/main" id="{43CBC3F3-7DD9-4ACE-BA43-F54A67BE3545}"/>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4"/>
                <a:stretch>
                  <a:fillRect t="-2000" b="-38000"/>
                </a:stretch>
              </a:blipFill>
              <a:ln w="0">
                <a:noFill/>
              </a:ln>
            </p:spPr>
            <p:txBody>
              <a:bodyPr/>
              <a:lstStyle/>
              <a:p>
                <a:r>
                  <a:rPr lang="it-IT">
                    <a:noFill/>
                  </a:rPr>
                  <a:t> </a:t>
                </a:r>
              </a:p>
            </p:txBody>
          </p:sp>
        </mc:Fallback>
      </mc:AlternateContent>
      <p:sp>
        <p:nvSpPr>
          <p:cNvPr id="33" name="note_box_29">
            <a:extLst>
              <a:ext uri="{FF2B5EF4-FFF2-40B4-BE49-F238E27FC236}">
                <a16:creationId xmlns:a16="http://schemas.microsoft.com/office/drawing/2014/main" id="{03979DD7-3117-4BC8-A0E3-FCA398FC9887}"/>
              </a:ext>
            </a:extLst>
          </p:cNvPr>
          <p:cNvSpPr>
            <a:spLocks noGrp="1"/>
          </p:cNvSpPr>
          <p:nvPr/>
        </p:nvSpPr>
        <p:spPr>
          <a:xfrm>
            <a:off x="6953250" y="3228975"/>
            <a:ext cx="4762500" cy="857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4" name="equation_30" descr="\nabla J_{2}(\mathbf{a}_2(\mathbf{x}))=(-1)">
                <a:extLst>
                  <a:ext uri="{FF2B5EF4-FFF2-40B4-BE49-F238E27FC236}">
                    <a16:creationId xmlns:a16="http://schemas.microsoft.com/office/drawing/2014/main" id="{6A4FE4A1-1A5B-4180-9861-18C9A3FC9DBB}"/>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oMath>
                  </m:oMathPara>
                </a14:m>
                <a:endParaRPr lang="en-GB" sz="2000"/>
              </a:p>
            </p:txBody>
          </p:sp>
        </mc:Choice>
        <mc:Fallback xmlns="">
          <p:sp>
            <p:nvSpPr>
              <p:cNvPr id="34" name="equation_30" descr="\nabla J_{2}(\mathbf{a}_2(\mathbf{x}))=(-1)">
                <a:extLst>
                  <a:ext uri="{FF2B5EF4-FFF2-40B4-BE49-F238E27FC236}">
                    <a16:creationId xmlns:a16="http://schemas.microsoft.com/office/drawing/2014/main" id="{6A4FE4A1-1A5B-4180-9861-18C9A3FC9DBB}"/>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5"/>
                <a:stretch>
                  <a:fillRect b="-3896"/>
                </a:stretch>
              </a:blipFill>
              <a:ln w="0">
                <a:noFill/>
              </a:ln>
            </p:spPr>
            <p:txBody>
              <a:bodyPr/>
              <a:lstStyle/>
              <a:p>
                <a:r>
                  <a:rPr lang="it-IT">
                    <a:noFill/>
                  </a:rPr>
                  <a:t> </a:t>
                </a:r>
              </a:p>
            </p:txBody>
          </p:sp>
        </mc:Fallback>
      </mc:AlternateContent>
      <p:sp>
        <p:nvSpPr>
          <p:cNvPr id="35" name="text_31">
            <a:extLst>
              <a:ext uri="{FF2B5EF4-FFF2-40B4-BE49-F238E27FC236}">
                <a16:creationId xmlns:a16="http://schemas.microsoft.com/office/drawing/2014/main" id="{76756873-8CEC-4923-A02C-01FF7D525A5F}"/>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36" name="note_box_32">
            <a:extLst>
              <a:ext uri="{FF2B5EF4-FFF2-40B4-BE49-F238E27FC236}">
                <a16:creationId xmlns:a16="http://schemas.microsoft.com/office/drawing/2014/main" id="{903F8C31-DBCE-4F2B-8353-6733838B280F}"/>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7" name="equation_33" descr="\nabla_{\mathbf{W}_2}\mathcal{L}_{\mathrm{sq}}=\boldsymbol{\phi}_1(\mathbf{x})^{\mathsf{T}}\cdot\nabla J_{2}(\mathbf a_2(\mathbf{x}))">
                <a:extLst>
                  <a:ext uri="{FF2B5EF4-FFF2-40B4-BE49-F238E27FC236}">
                    <a16:creationId xmlns:a16="http://schemas.microsoft.com/office/drawing/2014/main" id="{A91FCEB1-20F2-4A3C-9D39-4B3AE0783712}"/>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37" name="equation_33" descr="\nabla_{\mathbf{W}_2}\mathcal{L}_{\mathrm{sq}}=\boldsymbol{\phi}_1(\mathbf{x})^{\mathsf{T}}\cdot\nabla J_{2}(\mathbf a_2(\mathbf{x}))">
                <a:extLst>
                  <a:ext uri="{FF2B5EF4-FFF2-40B4-BE49-F238E27FC236}">
                    <a16:creationId xmlns:a16="http://schemas.microsoft.com/office/drawing/2014/main" id="{A91FCEB1-20F2-4A3C-9D39-4B3AE0783712}"/>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6"/>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equation_34" descr="=\begin{pmatrix}0\\3\\1\end{pmatrix}\cdot(-1)=\begin{pmatrix}0\\-3\\-1\end{pmatrix}">
                <a:extLst>
                  <a:ext uri="{FF2B5EF4-FFF2-40B4-BE49-F238E27FC236}">
                    <a16:creationId xmlns:a16="http://schemas.microsoft.com/office/drawing/2014/main" id="{FBF10461-739A-41CA-A362-9555E341A8C8}"/>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38" name="equation_34" descr="=\begin{pmatrix}0\\3\\1\end{pmatrix}\cdot(-1)=\begin{pmatrix}0\\-3\\-1\end{pmatrix}">
                <a:extLst>
                  <a:ext uri="{FF2B5EF4-FFF2-40B4-BE49-F238E27FC236}">
                    <a16:creationId xmlns:a16="http://schemas.microsoft.com/office/drawing/2014/main" id="{FBF10461-739A-41CA-A362-9555E341A8C8}"/>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7"/>
                <a:stretch>
                  <a:fillRect/>
                </a:stretch>
              </a:blipFill>
              <a:ln w="0">
                <a:noFill/>
              </a:ln>
            </p:spPr>
            <p:txBody>
              <a:bodyPr/>
              <a:lstStyle/>
              <a:p>
                <a:r>
                  <a:rPr lang="it-IT">
                    <a:noFill/>
                  </a:rPr>
                  <a:t> </a:t>
                </a:r>
              </a:p>
            </p:txBody>
          </p:sp>
        </mc:Fallback>
      </mc:AlternateContent>
      <p:sp>
        <p:nvSpPr>
          <p:cNvPr id="39" name="note_box_35">
            <a:extLst>
              <a:ext uri="{FF2B5EF4-FFF2-40B4-BE49-F238E27FC236}">
                <a16:creationId xmlns:a16="http://schemas.microsoft.com/office/drawing/2014/main" id="{91D512E9-8E87-4EEC-A893-E34AA4E638D9}"/>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0" name="equation_36" descr="(\partial\mathcal{L}_{\mathrm{sq}}/\partial b_2)(\boldsymbol\theta)=\left[\nabla J_{2}(\mathbf a_2(\mathbf{x}))\right]_1=-1">
                <a:extLst>
                  <a:ext uri="{FF2B5EF4-FFF2-40B4-BE49-F238E27FC236}">
                    <a16:creationId xmlns:a16="http://schemas.microsoft.com/office/drawing/2014/main" id="{43FCDFBA-1CFD-4F05-BBAF-79080F3F6F4E}"/>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40" name="equation_36" descr="(\partial\mathcal{L}_{\mathrm{sq}}/\partial b_2)(\boldsymbol\theta)=\left[\nabla J_{2}(\mathbf a_2(\mathbf{x}))\right]_1=-1">
                <a:extLst>
                  <a:ext uri="{FF2B5EF4-FFF2-40B4-BE49-F238E27FC236}">
                    <a16:creationId xmlns:a16="http://schemas.microsoft.com/office/drawing/2014/main" id="{43FCDFBA-1CFD-4F05-BBAF-79080F3F6F4E}"/>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8"/>
                <a:stretch>
                  <a:fillRect b="-4000"/>
                </a:stretch>
              </a:blipFill>
              <a:ln w="0">
                <a:noFill/>
              </a:ln>
            </p:spPr>
            <p:txBody>
              <a:bodyPr/>
              <a:lstStyle/>
              <a:p>
                <a:r>
                  <a:rPr lang="it-IT">
                    <a:noFill/>
                  </a:rPr>
                  <a:t> </a:t>
                </a:r>
              </a:p>
            </p:txBody>
          </p:sp>
        </mc:Fallback>
      </mc:AlternateContent>
      <p:sp>
        <p:nvSpPr>
          <p:cNvPr id="41" name="note_box_37">
            <a:extLst>
              <a:ext uri="{FF2B5EF4-FFF2-40B4-BE49-F238E27FC236}">
                <a16:creationId xmlns:a16="http://schemas.microsoft.com/office/drawing/2014/main" id="{8CB61000-B3F8-46CA-8533-857301883C3D}"/>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42" name="equation_38" descr="\nabla J_{1}(\mathbf a_1(\mathbf{x}))">
                <a:extLst>
                  <a:ext uri="{FF2B5EF4-FFF2-40B4-BE49-F238E27FC236}">
                    <a16:creationId xmlns:a16="http://schemas.microsoft.com/office/drawing/2014/main" id="{7307AD67-D533-48FF-BCB8-4C1DC3988A41}"/>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42" name="equation_38" descr="\nabla J_{1}(\mathbf a_1(\mathbf{x}))">
                <a:extLst>
                  <a:ext uri="{FF2B5EF4-FFF2-40B4-BE49-F238E27FC236}">
                    <a16:creationId xmlns:a16="http://schemas.microsoft.com/office/drawing/2014/main" id="{7307AD67-D533-48FF-BCB8-4C1DC3988A41}"/>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9"/>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3" name="equation_39" descr="=(-2,1,-1/2)\odot(0,1,1)">
                <a:extLst>
                  <a:ext uri="{FF2B5EF4-FFF2-40B4-BE49-F238E27FC236}">
                    <a16:creationId xmlns:a16="http://schemas.microsoft.com/office/drawing/2014/main" id="{E9241AF0-D833-4F47-9658-A62B4D40EA3F}"/>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43" name="equation_39" descr="=(-2,1,-1/2)\odot(0,1,1)">
                <a:extLst>
                  <a:ext uri="{FF2B5EF4-FFF2-40B4-BE49-F238E27FC236}">
                    <a16:creationId xmlns:a16="http://schemas.microsoft.com/office/drawing/2014/main" id="{E9241AF0-D833-4F47-9658-A62B4D40EA3F}"/>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20"/>
                <a:stretch>
                  <a:fillRect b="-2321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4" name="equation_40" descr="=(0,1,-1/2)">
                <a:extLst>
                  <a:ext uri="{FF2B5EF4-FFF2-40B4-BE49-F238E27FC236}">
                    <a16:creationId xmlns:a16="http://schemas.microsoft.com/office/drawing/2014/main" id="{B883883B-2CF9-42A0-8434-964D1A010C7D}"/>
                  </a:ext>
                </a:extLst>
              </p:cNvPr>
              <p:cNvSpPr>
                <a:spLocks noGrp="1"/>
              </p:cNvSpPr>
              <p:nvPr/>
            </p:nvSpPr>
            <p:spPr>
              <a:xfrm>
                <a:off x="838200" y="3867150"/>
                <a:ext cx="5753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−2,1,−1/2</m:t>
                          </m:r>
                        </m:e>
                      </m:d>
                      <m:r>
                        <a:rPr lang="en-GB" sz="2000">
                          <a:solidFill>
                            <a:srgbClr val="00704D"/>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0,1,−1/2</m:t>
                          </m:r>
                        </m:e>
                      </m:d>
                    </m:oMath>
                  </m:oMathPara>
                </a14:m>
                <a:endParaRPr/>
              </a:p>
            </p:txBody>
          </p:sp>
        </mc:Choice>
        <mc:Fallback xmlns="">
          <p:sp>
            <p:nvSpPr>
              <p:cNvPr id="44" name="equation_40" descr="=(0,1,-1/2)">
                <a:extLst>
                  <a:ext uri="{FF2B5EF4-FFF2-40B4-BE49-F238E27FC236}">
                    <a16:creationId xmlns:a16="http://schemas.microsoft.com/office/drawing/2014/main" id="{B883883B-2CF9-42A0-8434-964D1A010C7D}"/>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Fit_32_equation_40"/>
                <a:stretch>
                  <a:fillRect t="-15909" b="-65909"/>
                </a:stretch>
              </a:blipFill>
              <a:ln w="0">
                <a:noFill/>
              </a:ln>
            </p:spPr>
            <p:txBody>
              <a:bodyPr/>
              <a:lstStyle/>
              <a:p>
                <a:r>
                  <a:rPr lang="it-IT">
                    <a:noFill/>
                  </a:rPr>
                  <a:t> </a:t>
                </a:r>
              </a:p>
            </p:txBody>
          </p:sp>
        </mc:Fallback>
      </mc:AlternateContent>
      <p:sp>
        <p:nvSpPr>
          <p:cNvPr id="45" name="note_box_41">
            <a:extLst>
              <a:ext uri="{FF2B5EF4-FFF2-40B4-BE49-F238E27FC236}">
                <a16:creationId xmlns:a16="http://schemas.microsoft.com/office/drawing/2014/main" id="{D9D5FB3D-7E33-4A51-AA4D-90746EB0671D}"/>
              </a:ext>
            </a:extLst>
          </p:cNvPr>
          <p:cNvSpPr>
            <a:spLocks noGrp="1"/>
          </p:cNvSpPr>
          <p:nvPr/>
        </p:nvSpPr>
        <p:spPr>
          <a:xfrm>
            <a:off x="762000" y="4257675"/>
            <a:ext cx="5905500" cy="121920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6" name="equation_42" descr="\nabla_{\mathbf W_1}\mathcal L_{\mathrm{sq}}">
                <a:extLst>
                  <a:ext uri="{FF2B5EF4-FFF2-40B4-BE49-F238E27FC236}">
                    <a16:creationId xmlns:a16="http://schemas.microsoft.com/office/drawing/2014/main" id="{4699028C-CE9C-4B28-8116-E0BF21C7F14E}"/>
                  </a:ext>
                </a:extLst>
              </p:cNvPr>
              <p:cNvSpPr>
                <a:spLocks noGrp="1"/>
              </p:cNvSpPr>
              <p:nvPr/>
            </p:nvSpPr>
            <p:spPr>
              <a:xfrm>
                <a:off x="838200" y="4343400"/>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6" name="equation_42" descr="\nabla_{\mathbf W_1}\mathcal L_{\mathrm{sq}}">
                <a:extLst>
                  <a:ext uri="{FF2B5EF4-FFF2-40B4-BE49-F238E27FC236}">
                    <a16:creationId xmlns:a16="http://schemas.microsoft.com/office/drawing/2014/main" id="{4699028C-CE9C-4B28-8116-E0BF21C7F14E}"/>
                  </a:ext>
                </a:extLst>
              </p:cNvPr>
              <p:cNvSpPr>
                <a:spLocks noGrp="1" noRot="1" noChangeAspect="1" noMove="1" noResize="1" noEditPoints="1" noAdjustHandles="1" noChangeArrowheads="1" noChangeShapeType="1" noTextEdit="1"/>
              </p:cNvSpPr>
              <p:nvPr/>
            </p:nvSpPr>
            <p:spPr>
              <a:xfrm>
                <a:off x="838200" y="4343400"/>
                <a:ext cx="5753100" cy="342900"/>
              </a:xfrm>
              <a:prstGeom prst="rect">
                <a:avLst/>
              </a:prstGeom>
              <a:blipFill>
                <a:blip r:embed="rId22"/>
                <a:stretch>
                  <a:fillRect b="-28571"/>
                </a:stretch>
              </a:blipFill>
              <a:ln w="0">
                <a:noFill/>
              </a:ln>
            </p:spPr>
            <p:txBody>
              <a:bodyPr/>
              <a:lstStyle/>
              <a:p>
                <a:r>
                  <a:rPr lang="it-IT">
                    <a:noFill/>
                  </a:rPr>
                  <a:t> </a:t>
                </a:r>
              </a:p>
            </p:txBody>
          </p:sp>
        </mc:Fallback>
      </mc:AlternateContent>
      <p:sp>
        <p:nvSpPr>
          <p:cNvPr id="47" name="text_43">
            <a:extLst>
              <a:ext uri="{FF2B5EF4-FFF2-40B4-BE49-F238E27FC236}">
                <a16:creationId xmlns:a16="http://schemas.microsoft.com/office/drawing/2014/main" id="{7686AE7E-E99C-4F07-8FEB-ED5EA3994C8B}"/>
              </a:ext>
            </a:extLst>
          </p:cNvPr>
          <p:cNvSpPr>
            <a:spLocks noGrp="1"/>
          </p:cNvSpPr>
          <p:nvPr/>
        </p:nvSpPr>
        <p:spPr>
          <a:xfrm>
            <a:off x="952500" y="4714875"/>
            <a:ext cx="5524500" cy="276225"/>
          </a:xfrm>
          <a:prstGeom prst="rect">
            <a:avLst/>
          </a:prstGeom>
          <a:noFill/>
          <a:ln w="0">
            <a:noFill/>
          </a:ln>
        </p:spPr>
        <p:txBody>
          <a:bodyPr anchor="ctr">
            <a:noAutofit/>
          </a:bodyPr>
          <a:lstStyle>
            <a:defPPr algn="ctr">
              <a:defRPr sz="1425" b="0">
                <a:solidFill>
                  <a:srgbClr val="A5AAB0"/>
                </a:solidFill>
                <a:latin typeface="DejaVu Sans"/>
                <a:ea typeface="DejaVu Sans"/>
                <a:cs typeface="DejaVu Sans"/>
              </a:defRPr>
            </a:defPPr>
          </a:lstStyle>
          <a:p>
            <a:pPr algn="ctr">
              <a:defRPr sz="1425" b="0">
                <a:solidFill>
                  <a:srgbClr val="A5AAB0"/>
                </a:solidFill>
                <a:latin typeface="DejaVu Sans"/>
                <a:ea typeface="DejaVu Sans"/>
                <a:cs typeface="DejaVu Sans"/>
              </a:defRPr>
            </a:pPr>
            <a:r>
              <a:rPr sz="1425" b="0">
                <a:solidFill>
                  <a:srgbClr val="A5AAB0"/>
                </a:solidFill>
                <a:latin typeface="DejaVu Sans"/>
                <a:ea typeface="DejaVu Sans"/>
                <a:cs typeface="DejaVu Sans"/>
              </a:rPr>
              <a:t>not yet calculated</a:t>
            </a:r>
          </a:p>
        </p:txBody>
      </p:sp>
      <p:sp>
        <p:nvSpPr>
          <p:cNvPr id="48" name="note_box_44">
            <a:extLst>
              <a:ext uri="{FF2B5EF4-FFF2-40B4-BE49-F238E27FC236}">
                <a16:creationId xmlns:a16="http://schemas.microsoft.com/office/drawing/2014/main" id="{147F1C3B-B18E-4324-B63D-6E09EAD698D5}"/>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49" name="equation_45" descr="\nabla_{\mathbf b_1}\mathcal L_{\mathrm{sq}}">
                <a:extLst>
                  <a:ext uri="{FF2B5EF4-FFF2-40B4-BE49-F238E27FC236}">
                    <a16:creationId xmlns:a16="http://schemas.microsoft.com/office/drawing/2014/main" id="{46E099B7-CE14-41B1-92DA-1546EC27B95D}"/>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49" name="equation_45" descr="\nabla_{\mathbf b_1}\mathcal L_{\mathrm{sq}}">
                <a:extLst>
                  <a:ext uri="{FF2B5EF4-FFF2-40B4-BE49-F238E27FC236}">
                    <a16:creationId xmlns:a16="http://schemas.microsoft.com/office/drawing/2014/main" id="{46E099B7-CE14-41B1-92DA-1546EC27B95D}"/>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23"/>
                <a:stretch>
                  <a:fillRect b="-2778"/>
                </a:stretch>
              </a:blipFill>
              <a:ln w="0">
                <a:noFill/>
              </a:ln>
            </p:spPr>
            <p:txBody>
              <a:bodyPr/>
              <a:lstStyle/>
              <a:p>
                <a:r>
                  <a:rPr lang="it-IT">
                    <a:noFill/>
                  </a:rPr>
                  <a:t> </a:t>
                </a:r>
              </a:p>
            </p:txBody>
          </p:sp>
        </mc:Fallback>
      </mc:AlternateContent>
      <p:sp>
        <p:nvSpPr>
          <p:cNvPr id="50" name="text_46">
            <a:extLst>
              <a:ext uri="{FF2B5EF4-FFF2-40B4-BE49-F238E27FC236}">
                <a16:creationId xmlns:a16="http://schemas.microsoft.com/office/drawing/2014/main" id="{7C78BFF9-DD37-41F5-9A87-F5A12A7486A1}"/>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51" name="note_brace_47">
            <a:extLst>
              <a:ext uri="{FF2B5EF4-FFF2-40B4-BE49-F238E27FC236}">
                <a16:creationId xmlns:a16="http://schemas.microsoft.com/office/drawing/2014/main" id="{EB2D2781-294D-48F9-A6BC-4EA21CE10DB8}"/>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2" name="text_48">
            <a:extLst>
              <a:ext uri="{FF2B5EF4-FFF2-40B4-BE49-F238E27FC236}">
                <a16:creationId xmlns:a16="http://schemas.microsoft.com/office/drawing/2014/main" id="{9A6697CA-0310-4030-8F0B-D31469D05753}"/>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53" name="note_brace_49">
            <a:extLst>
              <a:ext uri="{FF2B5EF4-FFF2-40B4-BE49-F238E27FC236}">
                <a16:creationId xmlns:a16="http://schemas.microsoft.com/office/drawing/2014/main" id="{68D25C19-3BEE-4BB8-AF67-160E079784AA}"/>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54" name="text_50">
            <a:extLst>
              <a:ext uri="{FF2B5EF4-FFF2-40B4-BE49-F238E27FC236}">
                <a16:creationId xmlns:a16="http://schemas.microsoft.com/office/drawing/2014/main" id="{D8DA7459-DEA5-49AF-ABB4-5938C61065DE}"/>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55" name="shape_51">
            <a:extLst>
              <a:ext uri="{FF2B5EF4-FFF2-40B4-BE49-F238E27FC236}">
                <a16:creationId xmlns:a16="http://schemas.microsoft.com/office/drawing/2014/main" id="{254727C7-4726-4CF6-A261-9A72B5D5F1D9}"/>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56" name="text_52">
            <a:extLst>
              <a:ext uri="{FF2B5EF4-FFF2-40B4-BE49-F238E27FC236}">
                <a16:creationId xmlns:a16="http://schemas.microsoft.com/office/drawing/2014/main" id="{D884C57F-C367-46C4-81C5-FAAE11B60220}"/>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57" name="text_53">
            <a:extLst>
              <a:ext uri="{FF2B5EF4-FFF2-40B4-BE49-F238E27FC236}">
                <a16:creationId xmlns:a16="http://schemas.microsoft.com/office/drawing/2014/main" id="{011A49A5-1CB4-4E2A-A733-1A3250B64D00}"/>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58" name="text_54">
            <a:extLst>
              <a:ext uri="{FF2B5EF4-FFF2-40B4-BE49-F238E27FC236}">
                <a16:creationId xmlns:a16="http://schemas.microsoft.com/office/drawing/2014/main" id="{5C5E50F4-5B0F-4877-9388-13DB1B30D9B7}"/>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59" name="note_box_55">
            <a:extLst>
              <a:ext uri="{FF2B5EF4-FFF2-40B4-BE49-F238E27FC236}">
                <a16:creationId xmlns:a16="http://schemas.microsoft.com/office/drawing/2014/main" id="{6D35B477-8DB1-452D-A674-041F376B321F}"/>
              </a:ext>
            </a:extLst>
          </p:cNvPr>
          <p:cNvSpPr>
            <a:spLocks noGrp="1"/>
          </p:cNvSpPr>
          <p:nvPr/>
        </p:nvSpPr>
        <p:spPr>
          <a:xfrm>
            <a:off x="3619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60" name="equation_56" descr="\boldsymbol{\phi}_0(\mathbf{x})">
                <a:extLst>
                  <a:ext uri="{FF2B5EF4-FFF2-40B4-BE49-F238E27FC236}">
                    <a16:creationId xmlns:a16="http://schemas.microsoft.com/office/drawing/2014/main" id="{341098D6-7E44-451D-B9A8-0EB6152AE61C}"/>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60" name="equation_56" descr="\boldsymbol{\phi}_0(\mathbf{x})">
                <a:extLst>
                  <a:ext uri="{FF2B5EF4-FFF2-40B4-BE49-F238E27FC236}">
                    <a16:creationId xmlns:a16="http://schemas.microsoft.com/office/drawing/2014/main" id="{341098D6-7E44-451D-B9A8-0EB6152AE61C}"/>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1" name="equation_57" descr="(1,2)">
                <a:extLst>
                  <a:ext uri="{FF2B5EF4-FFF2-40B4-BE49-F238E27FC236}">
                    <a16:creationId xmlns:a16="http://schemas.microsoft.com/office/drawing/2014/main" id="{53F05D2D-E861-4465-924C-44C8E11C2599}"/>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1,2</m:t>
                          </m:r>
                        </m:e>
                      </m:d>
                    </m:oMath>
                  </m:oMathPara>
                </a14:m>
                <a:endParaRPr lang="en-GB" sz="2000"/>
              </a:p>
            </p:txBody>
          </p:sp>
        </mc:Choice>
        <mc:Fallback xmlns="">
          <p:sp>
            <p:nvSpPr>
              <p:cNvPr id="61" name="equation_57" descr="(1,2)">
                <a:extLst>
                  <a:ext uri="{FF2B5EF4-FFF2-40B4-BE49-F238E27FC236}">
                    <a16:creationId xmlns:a16="http://schemas.microsoft.com/office/drawing/2014/main" id="{53F05D2D-E861-4465-924C-44C8E11C2599}"/>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62" name="line_58">
            <a:extLst>
              <a:ext uri="{FF2B5EF4-FFF2-40B4-BE49-F238E27FC236}">
                <a16:creationId xmlns:a16="http://schemas.microsoft.com/office/drawing/2014/main" id="{FBCF3B5E-EAFB-4B83-9D62-4CF9C532A511}"/>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63" name="text_59">
            <a:extLst>
              <a:ext uri="{FF2B5EF4-FFF2-40B4-BE49-F238E27FC236}">
                <a16:creationId xmlns:a16="http://schemas.microsoft.com/office/drawing/2014/main" id="{2BC6412B-7770-4B84-91F9-7972D968862F}"/>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64" name="note_box_60">
            <a:extLst>
              <a:ext uri="{FF2B5EF4-FFF2-40B4-BE49-F238E27FC236}">
                <a16:creationId xmlns:a16="http://schemas.microsoft.com/office/drawing/2014/main" id="{12E63188-D7BC-4FF4-B5C9-0CF609AA3FF7}"/>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5" name="equation_61" descr="\mathbf{a}_1(\mathbf{x})">
                <a:extLst>
                  <a:ext uri="{FF2B5EF4-FFF2-40B4-BE49-F238E27FC236}">
                    <a16:creationId xmlns:a16="http://schemas.microsoft.com/office/drawing/2014/main" id="{58477FF7-CB41-4CD3-B10B-589D2925F33C}"/>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65" name="equation_61" descr="\mathbf{a}_1(\mathbf{x})">
                <a:extLst>
                  <a:ext uri="{FF2B5EF4-FFF2-40B4-BE49-F238E27FC236}">
                    <a16:creationId xmlns:a16="http://schemas.microsoft.com/office/drawing/2014/main" id="{58477FF7-CB41-4CD3-B10B-589D2925F33C}"/>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6" name="equation_62" descr="(-1,3,1)">
                <a:extLst>
                  <a:ext uri="{FF2B5EF4-FFF2-40B4-BE49-F238E27FC236}">
                    <a16:creationId xmlns:a16="http://schemas.microsoft.com/office/drawing/2014/main" id="{32E5398D-DD31-49AB-ACBD-60A528906FC6}"/>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66" name="equation_62" descr="(-1,3,1)">
                <a:extLst>
                  <a:ext uri="{FF2B5EF4-FFF2-40B4-BE49-F238E27FC236}">
                    <a16:creationId xmlns:a16="http://schemas.microsoft.com/office/drawing/2014/main" id="{32E5398D-DD31-49AB-ACBD-60A528906FC6}"/>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67" name="line_63">
            <a:extLst>
              <a:ext uri="{FF2B5EF4-FFF2-40B4-BE49-F238E27FC236}">
                <a16:creationId xmlns:a16="http://schemas.microsoft.com/office/drawing/2014/main" id="{FD2A1A19-BA21-4922-B4AA-634AEFC83622}"/>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68" name="text_64">
            <a:extLst>
              <a:ext uri="{FF2B5EF4-FFF2-40B4-BE49-F238E27FC236}">
                <a16:creationId xmlns:a16="http://schemas.microsoft.com/office/drawing/2014/main" id="{C2134790-014B-45EB-AC0A-C0A215C9FED5}"/>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69" name="note_box_65">
            <a:extLst>
              <a:ext uri="{FF2B5EF4-FFF2-40B4-BE49-F238E27FC236}">
                <a16:creationId xmlns:a16="http://schemas.microsoft.com/office/drawing/2014/main" id="{D3ABA572-A126-4E00-A06D-EDEA55075811}"/>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0" name="equation_66" descr="\boldsymbol{\phi}_1(\mathbf{x})">
                <a:extLst>
                  <a:ext uri="{FF2B5EF4-FFF2-40B4-BE49-F238E27FC236}">
                    <a16:creationId xmlns:a16="http://schemas.microsoft.com/office/drawing/2014/main" id="{317B982D-705F-43FD-95B0-5E3855761B17}"/>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70" name="equation_66" descr="\boldsymbol{\phi}_1(\mathbf{x})">
                <a:extLst>
                  <a:ext uri="{FF2B5EF4-FFF2-40B4-BE49-F238E27FC236}">
                    <a16:creationId xmlns:a16="http://schemas.microsoft.com/office/drawing/2014/main" id="{317B982D-705F-43FD-95B0-5E3855761B17}"/>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1" name="equation_67" descr="(0,3,1)">
                <a:extLst>
                  <a:ext uri="{FF2B5EF4-FFF2-40B4-BE49-F238E27FC236}">
                    <a16:creationId xmlns:a16="http://schemas.microsoft.com/office/drawing/2014/main" id="{DB424B8E-1721-43D6-B2CD-E5DF35E9E5DD}"/>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71" name="equation_67" descr="(0,3,1)">
                <a:extLst>
                  <a:ext uri="{FF2B5EF4-FFF2-40B4-BE49-F238E27FC236}">
                    <a16:creationId xmlns:a16="http://schemas.microsoft.com/office/drawing/2014/main" id="{DB424B8E-1721-43D6-B2CD-E5DF35E9E5DD}"/>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72" name="line_68">
            <a:extLst>
              <a:ext uri="{FF2B5EF4-FFF2-40B4-BE49-F238E27FC236}">
                <a16:creationId xmlns:a16="http://schemas.microsoft.com/office/drawing/2014/main" id="{7E10C889-9167-4DC0-A926-098B750FD698}"/>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73" name="text_69">
            <a:extLst>
              <a:ext uri="{FF2B5EF4-FFF2-40B4-BE49-F238E27FC236}">
                <a16:creationId xmlns:a16="http://schemas.microsoft.com/office/drawing/2014/main" id="{8A71CE9D-14CB-472A-A9D4-522B5EB5A2F3}"/>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74" name="note_box_70">
            <a:extLst>
              <a:ext uri="{FF2B5EF4-FFF2-40B4-BE49-F238E27FC236}">
                <a16:creationId xmlns:a16="http://schemas.microsoft.com/office/drawing/2014/main" id="{A7D5A7C7-D53D-4931-821B-E8F8BC3DCC81}"/>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5" name="equation_71" descr="\mathbf{a}_2(\mathbf{x})">
                <a:extLst>
                  <a:ext uri="{FF2B5EF4-FFF2-40B4-BE49-F238E27FC236}">
                    <a16:creationId xmlns:a16="http://schemas.microsoft.com/office/drawing/2014/main" id="{5736A87E-D133-44F9-80CE-A6FBBFDE9774}"/>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75" name="equation_71" descr="\mathbf{a}_2(\mathbf{x})">
                <a:extLst>
                  <a:ext uri="{FF2B5EF4-FFF2-40B4-BE49-F238E27FC236}">
                    <a16:creationId xmlns:a16="http://schemas.microsoft.com/office/drawing/2014/main" id="{5736A87E-D133-44F9-80CE-A6FBBFDE9774}"/>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6" name="equation_72" descr="(-7/2)">
                <a:extLst>
                  <a:ext uri="{FF2B5EF4-FFF2-40B4-BE49-F238E27FC236}">
                    <a16:creationId xmlns:a16="http://schemas.microsoft.com/office/drawing/2014/main" id="{EF8D1176-B656-4D7A-847C-D0E3ED6A8680}"/>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76" name="equation_72" descr="(-7/2)">
                <a:extLst>
                  <a:ext uri="{FF2B5EF4-FFF2-40B4-BE49-F238E27FC236}">
                    <a16:creationId xmlns:a16="http://schemas.microsoft.com/office/drawing/2014/main" id="{EF8D1176-B656-4D7A-847C-D0E3ED6A8680}"/>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77" name="line_73">
            <a:extLst>
              <a:ext uri="{FF2B5EF4-FFF2-40B4-BE49-F238E27FC236}">
                <a16:creationId xmlns:a16="http://schemas.microsoft.com/office/drawing/2014/main" id="{E30A7D7B-BF51-48DE-A079-158D5D67B366}"/>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78" name="text_74">
            <a:extLst>
              <a:ext uri="{FF2B5EF4-FFF2-40B4-BE49-F238E27FC236}">
                <a16:creationId xmlns:a16="http://schemas.microsoft.com/office/drawing/2014/main" id="{765589F8-BE9D-41BF-9065-274623B2FB2C}"/>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79" name="note_box_75">
            <a:extLst>
              <a:ext uri="{FF2B5EF4-FFF2-40B4-BE49-F238E27FC236}">
                <a16:creationId xmlns:a16="http://schemas.microsoft.com/office/drawing/2014/main" id="{C7AA49FB-43A8-4443-9175-93ADAA202D62}"/>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0" name="equation_76" descr="\mathcal{L}_{\mathrm{sq}}">
                <a:extLst>
                  <a:ext uri="{FF2B5EF4-FFF2-40B4-BE49-F238E27FC236}">
                    <a16:creationId xmlns:a16="http://schemas.microsoft.com/office/drawing/2014/main" id="{E1A33F99-A42E-4E92-8A92-E2A5078AF72F}"/>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80" name="equation_76" descr="\mathcal{L}_{\mathrm{sq}}">
                <a:extLst>
                  <a:ext uri="{FF2B5EF4-FFF2-40B4-BE49-F238E27FC236}">
                    <a16:creationId xmlns:a16="http://schemas.microsoft.com/office/drawing/2014/main" id="{E1A33F99-A42E-4E92-8A92-E2A5078AF72F}"/>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1" name="equation_77" descr="1/4">
                <a:extLst>
                  <a:ext uri="{FF2B5EF4-FFF2-40B4-BE49-F238E27FC236}">
                    <a16:creationId xmlns:a16="http://schemas.microsoft.com/office/drawing/2014/main" id="{8FC76B6D-433B-4A23-8805-927F87183319}"/>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81" name="equation_77" descr="1/4">
                <a:extLst>
                  <a:ext uri="{FF2B5EF4-FFF2-40B4-BE49-F238E27FC236}">
                    <a16:creationId xmlns:a16="http://schemas.microsoft.com/office/drawing/2014/main" id="{8FC76B6D-433B-4A23-8805-927F87183319}"/>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82" name="note_box_78">
            <a:extLst>
              <a:ext uri="{FF2B5EF4-FFF2-40B4-BE49-F238E27FC236}">
                <a16:creationId xmlns:a16="http://schemas.microsoft.com/office/drawing/2014/main" id="{32DC47E9-30D3-4C10-A7B0-EDF7D03C1C20}"/>
              </a:ext>
            </a:extLst>
          </p:cNvPr>
          <p:cNvSpPr>
            <a:spLocks noGrp="1"/>
          </p:cNvSpPr>
          <p:nvPr/>
        </p:nvSpPr>
        <p:spPr>
          <a:xfrm>
            <a:off x="4210050" y="2809875"/>
            <a:ext cx="2867025" cy="3048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3" name="equation_79" descr="\mathbf W_2^{\mathsf{T}}=(2,-1,1/2)">
                <a:extLst>
                  <a:ext uri="{FF2B5EF4-FFF2-40B4-BE49-F238E27FC236}">
                    <a16:creationId xmlns:a16="http://schemas.microsoft.com/office/drawing/2014/main" id="{93FCB088-D293-4956-AF7D-638DEEBDB2EE}"/>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𝖳</m:t>
                          </m:r>
                        </m:sup>
                      </m:sSubSup>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2,−1,1/2</m:t>
                          </m:r>
                        </m:e>
                      </m:d>
                    </m:oMath>
                  </m:oMathPara>
                </a14:m>
                <a:endParaRPr lang="en-GB" sz="2000"/>
              </a:p>
            </p:txBody>
          </p:sp>
        </mc:Choice>
        <mc:Fallback xmlns="">
          <p:sp>
            <p:nvSpPr>
              <p:cNvPr id="83" name="equation_79" descr="\mathbf W_2^{\mathsf{T}}=(2,-1,1/2)">
                <a:extLst>
                  <a:ext uri="{FF2B5EF4-FFF2-40B4-BE49-F238E27FC236}">
                    <a16:creationId xmlns:a16="http://schemas.microsoft.com/office/drawing/2014/main" id="{93FCB088-D293-4956-AF7D-638DEEBDB2EE}"/>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4"/>
                <a:stretch>
                  <a:fillRect t="-2000" b="-38000"/>
                </a:stretch>
              </a:blipFill>
              <a:ln w="0">
                <a:noFill/>
              </a:ln>
            </p:spPr>
            <p:txBody>
              <a:bodyPr/>
              <a:lstStyle/>
              <a:p>
                <a:r>
                  <a:rPr lang="it-IT">
                    <a:noFill/>
                  </a:rPr>
                  <a:t> </a:t>
                </a:r>
              </a:p>
            </p:txBody>
          </p:sp>
        </mc:Fallback>
      </mc:AlternateContent>
      <p:sp>
        <p:nvSpPr>
          <p:cNvPr id="84" name="note_box_80">
            <a:extLst>
              <a:ext uri="{FF2B5EF4-FFF2-40B4-BE49-F238E27FC236}">
                <a16:creationId xmlns:a16="http://schemas.microsoft.com/office/drawing/2014/main" id="{B3BFC033-1143-4930-8B4E-DA51E07239B4}"/>
              </a:ext>
            </a:extLst>
          </p:cNvPr>
          <p:cNvSpPr>
            <a:spLocks noGrp="1"/>
          </p:cNvSpPr>
          <p:nvPr/>
        </p:nvSpPr>
        <p:spPr>
          <a:xfrm>
            <a:off x="6953250" y="3228975"/>
            <a:ext cx="4762500" cy="857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5" name="equation_81" descr="\nabla J_{2}(\mathbf{a}_2(\mathbf{x}))=(-1)">
                <a:extLst>
                  <a:ext uri="{FF2B5EF4-FFF2-40B4-BE49-F238E27FC236}">
                    <a16:creationId xmlns:a16="http://schemas.microsoft.com/office/drawing/2014/main" id="{930230BA-71F8-4AD1-AB94-4BCD74DC146C}"/>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oMath>
                  </m:oMathPara>
                </a14:m>
                <a:endParaRPr lang="en-GB" sz="2000"/>
              </a:p>
            </p:txBody>
          </p:sp>
        </mc:Choice>
        <mc:Fallback xmlns="">
          <p:sp>
            <p:nvSpPr>
              <p:cNvPr id="85" name="equation_81" descr="\nabla J_{2}(\mathbf{a}_2(\mathbf{x}))=(-1)">
                <a:extLst>
                  <a:ext uri="{FF2B5EF4-FFF2-40B4-BE49-F238E27FC236}">
                    <a16:creationId xmlns:a16="http://schemas.microsoft.com/office/drawing/2014/main" id="{930230BA-71F8-4AD1-AB94-4BCD74DC146C}"/>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5"/>
                <a:stretch>
                  <a:fillRect b="-3896"/>
                </a:stretch>
              </a:blipFill>
              <a:ln w="0">
                <a:noFill/>
              </a:ln>
            </p:spPr>
            <p:txBody>
              <a:bodyPr/>
              <a:lstStyle/>
              <a:p>
                <a:r>
                  <a:rPr lang="it-IT">
                    <a:noFill/>
                  </a:rPr>
                  <a:t> </a:t>
                </a:r>
              </a:p>
            </p:txBody>
          </p:sp>
        </mc:Fallback>
      </mc:AlternateContent>
      <p:sp>
        <p:nvSpPr>
          <p:cNvPr id="86" name="text_82">
            <a:extLst>
              <a:ext uri="{FF2B5EF4-FFF2-40B4-BE49-F238E27FC236}">
                <a16:creationId xmlns:a16="http://schemas.microsoft.com/office/drawing/2014/main" id="{3A2BD384-3BC1-4482-A6AB-1674C60150FA}"/>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87" name="note_box_83">
            <a:extLst>
              <a:ext uri="{FF2B5EF4-FFF2-40B4-BE49-F238E27FC236}">
                <a16:creationId xmlns:a16="http://schemas.microsoft.com/office/drawing/2014/main" id="{E5473E78-10A6-481B-8C5C-5F9CADFBFC1E}"/>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8" name="equation_84" descr="\nabla_{\mathbf{W}_2}\mathcal{L}_{\mathrm{sq}}=\boldsymbol{\phi}_1(\mathbf{x})^{\mathsf{T}}\cdot\nabla J_{2}(\mathbf a_2(\mathbf{x}))">
                <a:extLst>
                  <a:ext uri="{FF2B5EF4-FFF2-40B4-BE49-F238E27FC236}">
                    <a16:creationId xmlns:a16="http://schemas.microsoft.com/office/drawing/2014/main" id="{985847F6-A362-4410-9C6B-8DE77FC76936}"/>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88" name="equation_84" descr="\nabla_{\mathbf{W}_2}\mathcal{L}_{\mathrm{sq}}=\boldsymbol{\phi}_1(\mathbf{x})^{\mathsf{T}}\cdot\nabla J_{2}(\mathbf a_2(\mathbf{x}))">
                <a:extLst>
                  <a:ext uri="{FF2B5EF4-FFF2-40B4-BE49-F238E27FC236}">
                    <a16:creationId xmlns:a16="http://schemas.microsoft.com/office/drawing/2014/main" id="{985847F6-A362-4410-9C6B-8DE77FC76936}"/>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6"/>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9" name="equation_85" descr="=\begin{pmatrix}0\\3\\1\end{pmatrix}\cdot(-1)=\begin{pmatrix}0\\-3\\-1\end{pmatrix}">
                <a:extLst>
                  <a:ext uri="{FF2B5EF4-FFF2-40B4-BE49-F238E27FC236}">
                    <a16:creationId xmlns:a16="http://schemas.microsoft.com/office/drawing/2014/main" id="{EE0FDB34-6ED1-4147-915A-7F6EBE2671EA}"/>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89" name="equation_85" descr="=\begin{pmatrix}0\\3\\1\end{pmatrix}\cdot(-1)=\begin{pmatrix}0\\-3\\-1\end{pmatrix}">
                <a:extLst>
                  <a:ext uri="{FF2B5EF4-FFF2-40B4-BE49-F238E27FC236}">
                    <a16:creationId xmlns:a16="http://schemas.microsoft.com/office/drawing/2014/main" id="{EE0FDB34-6ED1-4147-915A-7F6EBE2671EA}"/>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7"/>
                <a:stretch>
                  <a:fillRect/>
                </a:stretch>
              </a:blipFill>
              <a:ln w="0">
                <a:noFill/>
              </a:ln>
            </p:spPr>
            <p:txBody>
              <a:bodyPr/>
              <a:lstStyle/>
              <a:p>
                <a:r>
                  <a:rPr lang="it-IT">
                    <a:noFill/>
                  </a:rPr>
                  <a:t> </a:t>
                </a:r>
              </a:p>
            </p:txBody>
          </p:sp>
        </mc:Fallback>
      </mc:AlternateContent>
      <p:sp>
        <p:nvSpPr>
          <p:cNvPr id="90" name="note_box_86">
            <a:extLst>
              <a:ext uri="{FF2B5EF4-FFF2-40B4-BE49-F238E27FC236}">
                <a16:creationId xmlns:a16="http://schemas.microsoft.com/office/drawing/2014/main" id="{D06D82DD-6687-464A-A9AC-CEE001E92063}"/>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1" name="equation_87" descr="(\partial\mathcal{L}_{\mathrm{sq}}/\partial b_2)(\boldsymbol\theta)=\left[\nabla J_{2}(\mathbf a_2(\mathbf{x}))\right]_1=-1">
                <a:extLst>
                  <a:ext uri="{FF2B5EF4-FFF2-40B4-BE49-F238E27FC236}">
                    <a16:creationId xmlns:a16="http://schemas.microsoft.com/office/drawing/2014/main" id="{E5547CD7-BBAD-488C-9BA5-A3DD1C11B3DF}"/>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91" name="equation_87" descr="(\partial\mathcal{L}_{\mathrm{sq}}/\partial b_2)(\boldsymbol\theta)=\left[\nabla J_{2}(\mathbf a_2(\mathbf{x}))\right]_1=-1">
                <a:extLst>
                  <a:ext uri="{FF2B5EF4-FFF2-40B4-BE49-F238E27FC236}">
                    <a16:creationId xmlns:a16="http://schemas.microsoft.com/office/drawing/2014/main" id="{E5547CD7-BBAD-488C-9BA5-A3DD1C11B3DF}"/>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8"/>
                <a:stretch>
                  <a:fillRect b="-4000"/>
                </a:stretch>
              </a:blipFill>
              <a:ln w="0">
                <a:noFill/>
              </a:ln>
            </p:spPr>
            <p:txBody>
              <a:bodyPr/>
              <a:lstStyle/>
              <a:p>
                <a:r>
                  <a:rPr lang="it-IT">
                    <a:noFill/>
                  </a:rPr>
                  <a:t> </a:t>
                </a:r>
              </a:p>
            </p:txBody>
          </p:sp>
        </mc:Fallback>
      </mc:AlternateContent>
      <p:sp>
        <p:nvSpPr>
          <p:cNvPr id="92" name="note_box_88">
            <a:extLst>
              <a:ext uri="{FF2B5EF4-FFF2-40B4-BE49-F238E27FC236}">
                <a16:creationId xmlns:a16="http://schemas.microsoft.com/office/drawing/2014/main" id="{345E25DA-1D07-4AD3-B40D-D9E5D5784D36}"/>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93" name="equation_89" descr="\nabla J_{1}(\mathbf a_1(\mathbf{x}))">
                <a:extLst>
                  <a:ext uri="{FF2B5EF4-FFF2-40B4-BE49-F238E27FC236}">
                    <a16:creationId xmlns:a16="http://schemas.microsoft.com/office/drawing/2014/main" id="{479D22F3-0FE9-4BA9-BB6E-E8845B8D0B81}"/>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93" name="equation_89" descr="\nabla J_{1}(\mathbf a_1(\mathbf{x}))">
                <a:extLst>
                  <a:ext uri="{FF2B5EF4-FFF2-40B4-BE49-F238E27FC236}">
                    <a16:creationId xmlns:a16="http://schemas.microsoft.com/office/drawing/2014/main" id="{479D22F3-0FE9-4BA9-BB6E-E8845B8D0B81}"/>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9"/>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4" name="equation_90" descr="=(-2,1,-1/2)\odot(0,1,1)">
                <a:extLst>
                  <a:ext uri="{FF2B5EF4-FFF2-40B4-BE49-F238E27FC236}">
                    <a16:creationId xmlns:a16="http://schemas.microsoft.com/office/drawing/2014/main" id="{95DB7CCA-CF57-48C7-985C-A9B6D96F855A}"/>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94" name="equation_90" descr="=(-2,1,-1/2)\odot(0,1,1)">
                <a:extLst>
                  <a:ext uri="{FF2B5EF4-FFF2-40B4-BE49-F238E27FC236}">
                    <a16:creationId xmlns:a16="http://schemas.microsoft.com/office/drawing/2014/main" id="{95DB7CCA-CF57-48C7-985C-A9B6D96F855A}"/>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20"/>
                <a:stretch>
                  <a:fillRect b="-2321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equation_91" descr="=(0,1,-1/2)">
                <a:extLst>
                  <a:ext uri="{FF2B5EF4-FFF2-40B4-BE49-F238E27FC236}">
                    <a16:creationId xmlns:a16="http://schemas.microsoft.com/office/drawing/2014/main" id="{3325BAB1-9F35-4820-B3E5-59B3D622F303}"/>
                  </a:ext>
                </a:extLst>
              </p:cNvPr>
              <p:cNvSpPr>
                <a:spLocks noGrp="1"/>
              </p:cNvSpPr>
              <p:nvPr/>
            </p:nvSpPr>
            <p:spPr>
              <a:xfrm>
                <a:off x="838200" y="3867150"/>
                <a:ext cx="5753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−2,1,−1/2</m:t>
                          </m:r>
                        </m:e>
                      </m:d>
                      <m:r>
                        <a:rPr lang="en-GB" sz="2000">
                          <a:solidFill>
                            <a:srgbClr val="00704D"/>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0,1,−1/2</m:t>
                          </m:r>
                        </m:e>
                      </m:d>
                    </m:oMath>
                  </m:oMathPara>
                </a14:m>
                <a:endParaRPr/>
              </a:p>
            </p:txBody>
          </p:sp>
        </mc:Choice>
        <mc:Fallback xmlns="">
          <p:sp>
            <p:nvSpPr>
              <p:cNvPr id="95" name="equation_91" descr="=(0,1,-1/2)">
                <a:extLst>
                  <a:ext uri="{FF2B5EF4-FFF2-40B4-BE49-F238E27FC236}">
                    <a16:creationId xmlns:a16="http://schemas.microsoft.com/office/drawing/2014/main" id="{3325BAB1-9F35-4820-B3E5-59B3D622F303}"/>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Fit_32_equation_91"/>
                <a:stretch>
                  <a:fillRect t="-15909" b="-65909"/>
                </a:stretch>
              </a:blipFill>
              <a:ln w="0">
                <a:noFill/>
              </a:ln>
            </p:spPr>
            <p:txBody>
              <a:bodyPr/>
              <a:lstStyle/>
              <a:p>
                <a:r>
                  <a:rPr lang="it-IT">
                    <a:noFill/>
                  </a:rPr>
                  <a:t> </a:t>
                </a:r>
              </a:p>
            </p:txBody>
          </p:sp>
        </mc:Fallback>
      </mc:AlternateContent>
      <p:sp>
        <p:nvSpPr>
          <p:cNvPr id="96" name="note_box_92">
            <a:extLst>
              <a:ext uri="{FF2B5EF4-FFF2-40B4-BE49-F238E27FC236}">
                <a16:creationId xmlns:a16="http://schemas.microsoft.com/office/drawing/2014/main" id="{E45FF598-5F6D-48A4-9420-CBE446DF44ED}"/>
              </a:ext>
            </a:extLst>
          </p:cNvPr>
          <p:cNvSpPr>
            <a:spLocks noGrp="1"/>
          </p:cNvSpPr>
          <p:nvPr/>
        </p:nvSpPr>
        <p:spPr>
          <a:xfrm>
            <a:off x="762000" y="4257675"/>
            <a:ext cx="5905500" cy="1219200"/>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97" name="equation_93" descr="\nabla_{\mathbf W_1}\mathcal L_{\mathrm{sq}}=\boldsymbol\phi_0(\mathbf{x})^{\mathsf{T}}\cdot\nabla J_{1}(\mathbf a_1(\mathbf{x}))">
                <a:extLst>
                  <a:ext uri="{FF2B5EF4-FFF2-40B4-BE49-F238E27FC236}">
                    <a16:creationId xmlns:a16="http://schemas.microsoft.com/office/drawing/2014/main" id="{13A53D32-9F60-4882-9C7C-9A45E73BE491}"/>
                  </a:ext>
                </a:extLst>
              </p:cNvPr>
              <p:cNvSpPr>
                <a:spLocks noGrp="1"/>
              </p:cNvSpPr>
              <p:nvPr/>
            </p:nvSpPr>
            <p:spPr>
              <a:xfrm>
                <a:off x="14954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F1B29"/>
                              </a:solidFill>
                              <a:latin typeface="Cambria Math"/>
                              <a:ea typeface="Cambria Math"/>
                              <a:cs typeface="Cambria Math"/>
                            </a:rPr>
                          </m:ctrlPr>
                        </m:sSubPr>
                        <m:e>
                          <m:r>
                            <m:rPr>
                              <m:sty m:val="p"/>
                            </m:rPr>
                            <a:rPr lang="en-GB" sz="2000">
                              <a:solidFill>
                                <a:srgbClr val="AF1B29"/>
                              </a:solidFill>
                              <a:latin typeface="Cambria Math"/>
                              <a:ea typeface="Cambria Math"/>
                              <a:cs typeface="Cambria Math"/>
                            </a:rPr>
                            <m:t>∇</m:t>
                          </m:r>
                        </m:e>
                        <m: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𝐖</m:t>
                              </m:r>
                            </m:e>
                            <m:sub>
                              <m:r>
                                <a:rPr lang="en-GB" sz="2000">
                                  <a:solidFill>
                                    <a:srgbClr val="AF1B29"/>
                                  </a:solidFill>
                                  <a:latin typeface="Cambria Math"/>
                                  <a:ea typeface="Cambria Math"/>
                                  <a:cs typeface="Cambria Math"/>
                                </a:rPr>
                                <m:t>1</m:t>
                              </m:r>
                            </m:sub>
                          </m:sSub>
                        </m:sub>
                      </m:s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𝛟</m:t>
                          </m:r>
                        </m:e>
                        <m:sub>
                          <m:r>
                            <a:rPr lang="en-GB" sz="2000">
                              <a:solidFill>
                                <a:srgbClr val="AF1B29"/>
                              </a:solidFill>
                              <a:latin typeface="Cambria Math"/>
                              <a:ea typeface="Cambria Math"/>
                              <a:cs typeface="Cambria Math"/>
                            </a:rPr>
                            <m:t>0</m:t>
                          </m:r>
                        </m:sub>
                      </m:sSub>
                      <m:sSup>
                        <m:sSupPr>
                          <m:ctrlPr>
                            <a:rPr lang="en-GB" sz="2000" i="1">
                              <a:solidFill>
                                <a:srgbClr val="AF1B29"/>
                              </a:solidFill>
                              <a:latin typeface="Cambria Math" panose="02040503050406030204" pitchFamily="18" charset="0"/>
                              <a:ea typeface="Cambria Math"/>
                              <a:cs typeface="Cambria Math"/>
                            </a:rPr>
                          </m:ctrlPr>
                        </m:sSupPr>
                        <m:e>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sup>
                          <m:r>
                            <a:rPr lang="en-GB" sz="2000">
                              <a:solidFill>
                                <a:srgbClr val="AF1B29"/>
                              </a:solidFill>
                              <a:latin typeface="Cambria Math"/>
                              <a:ea typeface="Cambria Math"/>
                              <a:cs typeface="Cambria Math"/>
                            </a:rPr>
                            <m:t>𝖳</m:t>
                          </m:r>
                        </m:sup>
                      </m:sSup>
                      <m:r>
                        <a:rPr lang="en-GB" sz="2000">
                          <a:solidFill>
                            <a:srgbClr val="AF1B29"/>
                          </a:solidFill>
                          <a:latin typeface="Cambria Math"/>
                          <a:ea typeface="Cambria Math"/>
                          <a:cs typeface="Cambria Math"/>
                        </a:rPr>
                        <m:t>⋅</m:t>
                      </m:r>
                      <m:r>
                        <m:rPr>
                          <m:sty m:val="p"/>
                        </m:rP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1</m:t>
                          </m:r>
                        </m:sub>
                      </m:sSub>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𝐚</m:t>
                              </m:r>
                            </m:e>
                            <m:sub>
                              <m:r>
                                <a:rPr lang="en-GB" sz="2000">
                                  <a:solidFill>
                                    <a:srgbClr val="AF1B29"/>
                                  </a:solidFill>
                                  <a:latin typeface="Cambria Math"/>
                                  <a:ea typeface="Cambria Math"/>
                                  <a:cs typeface="Cambria Math"/>
                                </a:rPr>
                                <m:t>1</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d>
                    </m:oMath>
                  </m:oMathPara>
                </a14:m>
                <a:endParaRPr lang="en-GB" sz="2000"/>
              </a:p>
            </p:txBody>
          </p:sp>
        </mc:Choice>
        <mc:Fallback xmlns="">
          <p:sp>
            <p:nvSpPr>
              <p:cNvPr id="97" name="equation_93" descr="\nabla_{\mathbf W_1}\mathcal L_{\mathrm{sq}}=\boldsymbol\phi_0(\mathbf{x})^{\mathsf{T}}\cdot\nabla J_{1}(\mathbf a_1(\mathbf{x}))">
                <a:extLst>
                  <a:ext uri="{FF2B5EF4-FFF2-40B4-BE49-F238E27FC236}">
                    <a16:creationId xmlns:a16="http://schemas.microsoft.com/office/drawing/2014/main" id="{13A53D32-9F60-4882-9C7C-9A45E73BE491}"/>
                  </a:ext>
                </a:extLst>
              </p:cNvPr>
              <p:cNvSpPr>
                <a:spLocks noGrp="1" noRot="1" noChangeAspect="1" noMove="1" noResize="1" noEditPoints="1" noAdjustHandles="1" noChangeArrowheads="1" noChangeShapeType="1" noTextEdit="1"/>
              </p:cNvSpPr>
              <p:nvPr/>
            </p:nvSpPr>
            <p:spPr>
              <a:xfrm>
                <a:off x="1495425" y="4235482"/>
                <a:ext cx="4248150" cy="396812"/>
              </a:xfrm>
              <a:prstGeom prst="rect">
                <a:avLst/>
              </a:prstGeom>
              <a:blipFill>
                <a:blip r:embed="rId24"/>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8" name="equation_94" descr="=\begin{pmatrix}1\\2\end{pmatrix}(0,1,-1/2)=\begin{pmatrix}0&amp;1&amp;-1/2\\0&amp;2&amp;-1\end{pmatrix}">
                <a:extLst>
                  <a:ext uri="{FF2B5EF4-FFF2-40B4-BE49-F238E27FC236}">
                    <a16:creationId xmlns:a16="http://schemas.microsoft.com/office/drawing/2014/main" id="{BE259ADB-1497-44C4-B5FE-C0BEC9C67267}"/>
                  </a:ext>
                </a:extLst>
              </p:cNvPr>
              <p:cNvSpPr>
                <a:spLocks noGrp="1"/>
              </p:cNvSpPr>
              <p:nvPr/>
            </p:nvSpPr>
            <p:spPr>
              <a:xfrm>
                <a:off x="838200" y="4600575"/>
                <a:ext cx="57531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1</m:t>
                                </m:r>
                              </m:e>
                            </m:mr>
                            <m:mr>
                              <m:e>
                                <m:r>
                                  <a:rPr lang="en-GB" sz="2000">
                                    <a:solidFill>
                                      <a:srgbClr val="AF1B29"/>
                                    </a:solidFill>
                                    <a:latin typeface="Cambria Math"/>
                                    <a:ea typeface="Cambria Math"/>
                                    <a:cs typeface="Cambria Math"/>
                                  </a:rPr>
                                  <m:t>2</m:t>
                                </m:r>
                              </m:e>
                            </m:mr>
                          </m:m>
                        </m:e>
                      </m:d>
                      <m:r>
                        <a:rPr lang="en-GB" sz="2000">
                          <a:solidFill>
                            <a:srgbClr val="BD152B"/>
                          </a:solidFill>
                          <a:latin typeface="Cambria Math"/>
                          <a:ea typeface="Cambria Math"/>
                          <a:cs typeface="Cambria Math"/>
                        </a:rPr>
                        <m:t>⋅</m:t>
                      </m:r>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0,1,−1/2</m:t>
                          </m:r>
                        </m:e>
                      </m:d>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3"/>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0</m:t>
                                </m:r>
                              </m:e>
                              <m:e>
                                <m:r>
                                  <a:rPr lang="en-GB" sz="2000">
                                    <a:solidFill>
                                      <a:srgbClr val="AF1B29"/>
                                    </a:solidFill>
                                    <a:latin typeface="Cambria Math"/>
                                    <a:ea typeface="Cambria Math"/>
                                    <a:cs typeface="Cambria Math"/>
                                  </a:rPr>
                                  <m:t>1</m:t>
                                </m:r>
                              </m:e>
                              <m:e>
                                <m:r>
                                  <a:rPr lang="en-GB" sz="2000">
                                    <a:solidFill>
                                      <a:srgbClr val="AF1B29"/>
                                    </a:solidFill>
                                    <a:latin typeface="Cambria Math"/>
                                    <a:ea typeface="Cambria Math"/>
                                    <a:cs typeface="Cambria Math"/>
                                  </a:rPr>
                                  <m:t>−1/2</m:t>
                                </m:r>
                              </m:e>
                            </m:mr>
                            <m:mr>
                              <m:e>
                                <m:r>
                                  <a:rPr lang="en-GB" sz="2000">
                                    <a:solidFill>
                                      <a:srgbClr val="AF1B29"/>
                                    </a:solidFill>
                                    <a:latin typeface="Cambria Math"/>
                                    <a:ea typeface="Cambria Math"/>
                                    <a:cs typeface="Cambria Math"/>
                                  </a:rPr>
                                  <m:t>0</m:t>
                                </m:r>
                              </m:e>
                              <m:e>
                                <m:r>
                                  <a:rPr lang="en-GB" sz="2000">
                                    <a:solidFill>
                                      <a:srgbClr val="AF1B29"/>
                                    </a:solidFill>
                                    <a:latin typeface="Cambria Math"/>
                                    <a:ea typeface="Cambria Math"/>
                                    <a:cs typeface="Cambria Math"/>
                                  </a:rPr>
                                  <m:t>2</m:t>
                                </m:r>
                              </m:e>
                              <m:e>
                                <m:r>
                                  <a:rPr lang="en-GB" sz="2000">
                                    <a:solidFill>
                                      <a:srgbClr val="AF1B29"/>
                                    </a:solidFill>
                                    <a:latin typeface="Cambria Math"/>
                                    <a:ea typeface="Cambria Math"/>
                                    <a:cs typeface="Cambria Math"/>
                                  </a:rPr>
                                  <m:t>−1</m:t>
                                </m:r>
                              </m:e>
                            </m:mr>
                          </m:m>
                        </m:e>
                      </m:d>
                    </m:oMath>
                  </m:oMathPara>
                </a14:m>
                <a:endParaRPr/>
              </a:p>
            </p:txBody>
          </p:sp>
        </mc:Choice>
        <mc:Fallback xmlns="">
          <p:sp>
            <p:nvSpPr>
              <p:cNvPr id="98" name="equation_94" descr="=\begin{pmatrix}1\\2\end{pmatrix}(0,1,-1/2)=\begin{pmatrix}0&amp;1&amp;-1/2\\0&amp;2&amp;-1\end{pmatrix}">
                <a:extLst>
                  <a:ext uri="{FF2B5EF4-FFF2-40B4-BE49-F238E27FC236}">
                    <a16:creationId xmlns:a16="http://schemas.microsoft.com/office/drawing/2014/main" id="{BE259ADB-1497-44C4-B5FE-C0BEC9C67267}"/>
                  </a:ext>
                </a:extLst>
              </p:cNvPr>
              <p:cNvSpPr>
                <a:spLocks noGrp="1" noRot="1" noChangeAspect="1" noMove="1" noResize="1" noEditPoints="1" noAdjustHandles="1" noChangeArrowheads="1" noChangeShapeType="1" noTextEdit="1"/>
              </p:cNvSpPr>
              <p:nvPr/>
            </p:nvSpPr>
            <p:spPr>
              <a:xfrm>
                <a:off x="838200" y="4600575"/>
                <a:ext cx="5753100" cy="733425"/>
              </a:xfrm>
              <a:prstGeom prst="rect">
                <a:avLst/>
              </a:prstGeom>
              <a:blipFill>
                <a:blip r:embed="rId25"/>
                <a:stretch>
                  <a:fillRect/>
                </a:stretch>
              </a:blipFill>
              <a:ln w="0">
                <a:noFill/>
              </a:ln>
            </p:spPr>
            <p:txBody>
              <a:bodyPr/>
              <a:lstStyle/>
              <a:p>
                <a:r>
                  <a:rPr lang="it-IT">
                    <a:noFill/>
                  </a:rPr>
                  <a:t> </a:t>
                </a:r>
              </a:p>
            </p:txBody>
          </p:sp>
        </mc:Fallback>
      </mc:AlternateContent>
      <p:sp>
        <p:nvSpPr>
          <p:cNvPr id="99" name="note_box_95">
            <a:extLst>
              <a:ext uri="{FF2B5EF4-FFF2-40B4-BE49-F238E27FC236}">
                <a16:creationId xmlns:a16="http://schemas.microsoft.com/office/drawing/2014/main" id="{FF0E782E-2495-44D8-8947-A29EADA57D5B}"/>
              </a:ext>
            </a:extLst>
          </p:cNvPr>
          <p:cNvSpPr>
            <a:spLocks noGrp="1"/>
          </p:cNvSpPr>
          <p:nvPr/>
        </p:nvSpPr>
        <p:spPr>
          <a:xfrm>
            <a:off x="762000" y="5562600"/>
            <a:ext cx="5905500" cy="476250"/>
          </a:xfrm>
          <a:prstGeom prst="roundRect">
            <a:avLst>
              <a:gd name="adj" fmla="val 5000"/>
            </a:avLst>
          </a:prstGeom>
          <a:noFill/>
          <a:ln w="14288">
            <a:solidFill>
              <a:srgbClr val="D0D3D8"/>
            </a:solidFill>
          </a:ln>
        </p:spPr>
        <p:txBody>
          <a:bodyPr/>
          <a:lstStyle/>
          <a:p>
            <a:endParaRPr lang="it-IT"/>
          </a:p>
        </p:txBody>
      </p:sp>
      <mc:AlternateContent xmlns:mc="http://schemas.openxmlformats.org/markup-compatibility/2006" xmlns:a14="http://schemas.microsoft.com/office/drawing/2010/main">
        <mc:Choice Requires="a14">
          <p:sp>
            <p:nvSpPr>
              <p:cNvPr id="100" name="equation_96" descr="\nabla_{\mathbf b_1}\mathcal L_{\mathrm{sq}}">
                <a:extLst>
                  <a:ext uri="{FF2B5EF4-FFF2-40B4-BE49-F238E27FC236}">
                    <a16:creationId xmlns:a16="http://schemas.microsoft.com/office/drawing/2014/main" id="{F9B51ECF-537C-4A7B-90AB-8D620CF687A2}"/>
                  </a:ext>
                </a:extLst>
              </p:cNvPr>
              <p:cNvSpPr>
                <a:spLocks noGrp="1"/>
              </p:cNvSpPr>
              <p:nvPr/>
            </p:nvSpPr>
            <p:spPr>
              <a:xfrm>
                <a:off x="1600200" y="5581650"/>
                <a:ext cx="2524125" cy="4381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𝐛</m:t>
                              </m:r>
                            </m:e>
                            <m:sub>
                              <m:r>
                                <a:rPr lang="en-GB" sz="2000">
                                  <a:solidFill>
                                    <a:srgbClr val="A5AAB0"/>
                                  </a:solidFill>
                                  <a:latin typeface="Cambria Math"/>
                                  <a:ea typeface="Cambria Math"/>
                                  <a:cs typeface="Cambria Math"/>
                                </a:rPr>
                                <m:t>1</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00" name="equation_96" descr="\nabla_{\mathbf b_1}\mathcal L_{\mathrm{sq}}">
                <a:extLst>
                  <a:ext uri="{FF2B5EF4-FFF2-40B4-BE49-F238E27FC236}">
                    <a16:creationId xmlns:a16="http://schemas.microsoft.com/office/drawing/2014/main" id="{F9B51ECF-537C-4A7B-90AB-8D620CF687A2}"/>
                  </a:ext>
                </a:extLst>
              </p:cNvPr>
              <p:cNvSpPr>
                <a:spLocks noGrp="1" noRot="1" noChangeAspect="1" noMove="1" noResize="1" noEditPoints="1" noAdjustHandles="1" noChangeArrowheads="1" noChangeShapeType="1" noTextEdit="1"/>
              </p:cNvSpPr>
              <p:nvPr/>
            </p:nvSpPr>
            <p:spPr>
              <a:xfrm>
                <a:off x="1600200" y="5581650"/>
                <a:ext cx="2524125" cy="438150"/>
              </a:xfrm>
              <a:prstGeom prst="rect">
                <a:avLst/>
              </a:prstGeom>
              <a:blipFill>
                <a:blip r:embed="rId23"/>
                <a:stretch>
                  <a:fillRect b="-2778"/>
                </a:stretch>
              </a:blipFill>
              <a:ln w="0">
                <a:noFill/>
              </a:ln>
            </p:spPr>
            <p:txBody>
              <a:bodyPr/>
              <a:lstStyle/>
              <a:p>
                <a:r>
                  <a:rPr lang="it-IT">
                    <a:noFill/>
                  </a:rPr>
                  <a:t> </a:t>
                </a:r>
              </a:p>
            </p:txBody>
          </p:sp>
        </mc:Fallback>
      </mc:AlternateContent>
      <p:sp>
        <p:nvSpPr>
          <p:cNvPr id="101" name="text_97">
            <a:extLst>
              <a:ext uri="{FF2B5EF4-FFF2-40B4-BE49-F238E27FC236}">
                <a16:creationId xmlns:a16="http://schemas.microsoft.com/office/drawing/2014/main" id="{EDB21E58-0936-4285-88D4-221C42C230EB}"/>
              </a:ext>
            </a:extLst>
          </p:cNvPr>
          <p:cNvSpPr>
            <a:spLocks noGrp="1"/>
          </p:cNvSpPr>
          <p:nvPr/>
        </p:nvSpPr>
        <p:spPr>
          <a:xfrm>
            <a:off x="4133850" y="5610225"/>
            <a:ext cx="1676400" cy="381000"/>
          </a:xfrm>
          <a:prstGeom prst="rect">
            <a:avLst/>
          </a:prstGeom>
          <a:noFill/>
          <a:ln w="0">
            <a:noFill/>
          </a:ln>
        </p:spPr>
        <p:txBody>
          <a:bodyPr anchor="ctr">
            <a:noAutofit/>
          </a:bodyPr>
          <a:lstStyle>
            <a:defPPr algn="ctr">
              <a:defRPr sz="1200" b="0">
                <a:solidFill>
                  <a:srgbClr val="A5AAB0"/>
                </a:solidFill>
                <a:latin typeface="DejaVu Sans"/>
                <a:ea typeface="DejaVu Sans"/>
                <a:cs typeface="DejaVu Sans"/>
              </a:defRPr>
            </a:defPPr>
          </a:lstStyle>
          <a:p>
            <a:pPr algn="ctr">
              <a:defRPr sz="1200" b="0">
                <a:solidFill>
                  <a:srgbClr val="A5AAB0"/>
                </a:solidFill>
                <a:latin typeface="DejaVu Sans"/>
                <a:ea typeface="DejaVu Sans"/>
                <a:cs typeface="DejaVu Sans"/>
              </a:defRPr>
            </a:pPr>
            <a:r>
              <a:rPr sz="1200" b="0">
                <a:solidFill>
                  <a:srgbClr val="A5AAB0"/>
                </a:solidFill>
                <a:latin typeface="DejaVu Sans"/>
                <a:ea typeface="DejaVu Sans"/>
                <a:cs typeface="DejaVu Sans"/>
              </a:rPr>
              <a:t>not yet calculated</a:t>
            </a:r>
          </a:p>
        </p:txBody>
      </p:sp>
      <p:sp>
        <p:nvSpPr>
          <p:cNvPr id="102" name="line_98">
            <a:extLst>
              <a:ext uri="{FF2B5EF4-FFF2-40B4-BE49-F238E27FC236}">
                <a16:creationId xmlns:a16="http://schemas.microsoft.com/office/drawing/2014/main" id="{6CDBA469-FDF0-4A45-9830-F168AA1311EB}"/>
              </a:ext>
            </a:extLst>
          </p:cNvPr>
          <p:cNvSpPr>
            <a:spLocks noGrp="1"/>
          </p:cNvSpPr>
          <p:nvPr/>
        </p:nvSpPr>
        <p:spPr>
          <a:xfrm>
            <a:off x="647700" y="2733675"/>
            <a:ext cx="609600" cy="2171700"/>
          </a:xfrm>
          <a:custGeom>
            <a:avLst/>
            <a:gdLst/>
            <a:ahLst/>
            <a:cxnLst/>
            <a:rect l="0" t="0" r="r" b="b"/>
            <a:pathLst>
              <a:path w="609600" h="2171700" fill="none">
                <a:moveTo>
                  <a:pt x="609600" y="0"/>
                </a:moveTo>
                <a:lnTo>
                  <a:pt x="609600" y="190500"/>
                </a:lnTo>
                <a:lnTo>
                  <a:pt x="0" y="190500"/>
                </a:lnTo>
                <a:lnTo>
                  <a:pt x="0" y="2171700"/>
                </a:lnTo>
              </a:path>
            </a:pathLst>
          </a:custGeom>
          <a:noFill/>
          <a:ln w="14288">
            <a:solidFill>
              <a:srgbClr val="235C99"/>
            </a:solidFill>
            <a:prstDash val="dash"/>
          </a:ln>
        </p:spPr>
        <p:txBody>
          <a:bodyPr/>
          <a:lstStyle/>
          <a:p>
            <a:endParaRPr lang="it-IT"/>
          </a:p>
        </p:txBody>
      </p:sp>
      <p:sp>
        <p:nvSpPr>
          <p:cNvPr id="103" name="line_99">
            <a:extLst>
              <a:ext uri="{FF2B5EF4-FFF2-40B4-BE49-F238E27FC236}">
                <a16:creationId xmlns:a16="http://schemas.microsoft.com/office/drawing/2014/main" id="{86C930D9-24BF-47A6-A29F-6B506237685C}"/>
              </a:ext>
            </a:extLst>
          </p:cNvPr>
          <p:cNvSpPr>
            <a:spLocks noGrp="1"/>
          </p:cNvSpPr>
          <p:nvPr/>
        </p:nvSpPr>
        <p:spPr>
          <a:xfrm>
            <a:off x="647700" y="4905375"/>
            <a:ext cx="95250" cy="476"/>
          </a:xfrm>
          <a:prstGeom prst="line">
            <a:avLst/>
          </a:prstGeom>
          <a:noFill/>
          <a:ln w="14288">
            <a:solidFill>
              <a:srgbClr val="235C99"/>
            </a:solidFill>
            <a:prstDash val="dash"/>
            <a:tailEnd type="triangle" w="sm" len="sm"/>
          </a:ln>
        </p:spPr>
        <p:txBody>
          <a:bodyPr/>
          <a:lstStyle/>
          <a:p>
            <a:endParaRPr lang="it-IT"/>
          </a:p>
        </p:txBody>
      </p:sp>
      <p:sp>
        <p:nvSpPr>
          <p:cNvPr id="104" name="line_100">
            <a:extLst>
              <a:ext uri="{FF2B5EF4-FFF2-40B4-BE49-F238E27FC236}">
                <a16:creationId xmlns:a16="http://schemas.microsoft.com/office/drawing/2014/main" id="{C77A6EED-E5A4-4293-B938-BE6E1EA71845}"/>
              </a:ext>
            </a:extLst>
          </p:cNvPr>
          <p:cNvSpPr>
            <a:spLocks noGrp="1"/>
          </p:cNvSpPr>
          <p:nvPr/>
        </p:nvSpPr>
        <p:spPr>
          <a:xfrm>
            <a:off x="3619500" y="4200525"/>
            <a:ext cx="476" cy="38100"/>
          </a:xfrm>
          <a:prstGeom prst="line">
            <a:avLst/>
          </a:prstGeom>
          <a:noFill/>
          <a:ln w="17145">
            <a:solidFill>
              <a:srgbClr val="235C99"/>
            </a:solidFill>
            <a:tailEnd type="triangle" w="sm" len="sm"/>
          </a:ln>
        </p:spPr>
        <p:txBody>
          <a:bodyPr/>
          <a:lstStyle/>
          <a:p>
            <a:endParaRPr lang="it-IT"/>
          </a:p>
        </p:txBody>
      </p:sp>
      <p:sp>
        <p:nvSpPr>
          <p:cNvPr id="105" name="note_brace_101">
            <a:extLst>
              <a:ext uri="{FF2B5EF4-FFF2-40B4-BE49-F238E27FC236}">
                <a16:creationId xmlns:a16="http://schemas.microsoft.com/office/drawing/2014/main" id="{22B439F9-7B4B-4BC2-8407-9D276A547B9F}"/>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06" name="text_102">
            <a:extLst>
              <a:ext uri="{FF2B5EF4-FFF2-40B4-BE49-F238E27FC236}">
                <a16:creationId xmlns:a16="http://schemas.microsoft.com/office/drawing/2014/main" id="{359BCA83-712E-4D37-9938-EFBF57463C7C}"/>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07" name="note_brace_103">
            <a:extLst>
              <a:ext uri="{FF2B5EF4-FFF2-40B4-BE49-F238E27FC236}">
                <a16:creationId xmlns:a16="http://schemas.microsoft.com/office/drawing/2014/main" id="{37757971-16D1-45B1-ADF9-00EF7E430C64}"/>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08" name="text_104">
            <a:extLst>
              <a:ext uri="{FF2B5EF4-FFF2-40B4-BE49-F238E27FC236}">
                <a16:creationId xmlns:a16="http://schemas.microsoft.com/office/drawing/2014/main" id="{E5E12226-4DF3-4ED3-9F82-67A229705B1F}"/>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
        <p:nvSpPr>
          <p:cNvPr id="109" name="shape_105">
            <a:extLst>
              <a:ext uri="{FF2B5EF4-FFF2-40B4-BE49-F238E27FC236}">
                <a16:creationId xmlns:a16="http://schemas.microsoft.com/office/drawing/2014/main" id="{7B8897BA-6272-4DE9-88FF-7EA6696EA426}"/>
              </a:ext>
            </a:extLst>
          </p:cNvPr>
          <p:cNvSpPr>
            <a:spLocks noGrp="1"/>
          </p:cNvSpPr>
          <p:nvPr/>
        </p:nvSpPr>
        <p:spPr>
          <a:xfrm>
            <a:off x="133350" y="1762125"/>
            <a:ext cx="11925300" cy="4695825"/>
          </a:xfrm>
          <a:prstGeom prst="rect">
            <a:avLst/>
          </a:prstGeom>
          <a:solidFill>
            <a:srgbClr val="FFFFFF"/>
          </a:solidFill>
          <a:ln w="0">
            <a:solidFill>
              <a:srgbClr val="FFFFFF"/>
            </a:solidFill>
          </a:ln>
        </p:spPr>
        <p:txBody>
          <a:bodyPr/>
          <a:lstStyle/>
          <a:p>
            <a:endParaRPr lang="it-IT"/>
          </a:p>
        </p:txBody>
      </p:sp>
      <p:sp>
        <p:nvSpPr>
          <p:cNvPr id="110" name="text_106">
            <a:extLst>
              <a:ext uri="{FF2B5EF4-FFF2-40B4-BE49-F238E27FC236}">
                <a16:creationId xmlns:a16="http://schemas.microsoft.com/office/drawing/2014/main" id="{9A9BC279-1D49-4F72-8635-3CABEBC64582}"/>
              </a:ext>
            </a:extLst>
          </p:cNvPr>
          <p:cNvSpPr>
            <a:spLocks noGrp="1"/>
          </p:cNvSpPr>
          <p:nvPr/>
        </p:nvSpPr>
        <p:spPr>
          <a:xfrm>
            <a:off x="571500" y="1762125"/>
            <a:ext cx="3143250" cy="228600"/>
          </a:xfrm>
          <a:prstGeom prst="rect">
            <a:avLst/>
          </a:prstGeom>
          <a:noFill/>
          <a:ln w="0">
            <a:noFill/>
          </a:ln>
        </p:spPr>
        <p:txBody>
          <a:bodyPr anchor="ctr">
            <a:noAutofit/>
          </a:bodyPr>
          <a:lstStyle>
            <a:defPPr algn="ctr">
              <a:defRPr sz="1350" b="0">
                <a:solidFill>
                  <a:srgbClr val="235C99"/>
                </a:solidFill>
                <a:latin typeface="DejaVu Sans"/>
                <a:ea typeface="DejaVu Sans"/>
                <a:cs typeface="DejaVu Sans"/>
              </a:defRPr>
            </a:defPPr>
          </a:lstStyle>
          <a:p>
            <a:pPr algn="ctr">
              <a:defRPr sz="1350" b="0">
                <a:solidFill>
                  <a:srgbClr val="235C99"/>
                </a:solidFill>
                <a:latin typeface="DejaVu Sans"/>
                <a:ea typeface="DejaVu Sans"/>
                <a:cs typeface="DejaVu Sans"/>
              </a:defRPr>
            </a:pPr>
            <a:r>
              <a:rPr sz="1350" b="0">
                <a:solidFill>
                  <a:srgbClr val="235C99"/>
                </a:solidFill>
                <a:latin typeface="DejaVu Sans"/>
                <a:ea typeface="DejaVu Sans"/>
                <a:cs typeface="DejaVu Sans"/>
              </a:rPr>
              <a:t>Known values used now</a:t>
            </a:r>
          </a:p>
        </p:txBody>
      </p:sp>
      <p:sp>
        <p:nvSpPr>
          <p:cNvPr id="111" name="text_107">
            <a:extLst>
              <a:ext uri="{FF2B5EF4-FFF2-40B4-BE49-F238E27FC236}">
                <a16:creationId xmlns:a16="http://schemas.microsoft.com/office/drawing/2014/main" id="{EF0E760A-D217-44DC-B396-C5642802AB9A}"/>
              </a:ext>
            </a:extLst>
          </p:cNvPr>
          <p:cNvSpPr>
            <a:spLocks noGrp="1"/>
          </p:cNvSpPr>
          <p:nvPr/>
        </p:nvSpPr>
        <p:spPr>
          <a:xfrm>
            <a:off x="4143375" y="1762125"/>
            <a:ext cx="3905250" cy="228600"/>
          </a:xfrm>
          <a:prstGeom prst="rect">
            <a:avLst/>
          </a:prstGeom>
          <a:noFill/>
          <a:ln w="0">
            <a:noFill/>
          </a:ln>
        </p:spPr>
        <p:txBody>
          <a:bodyPr anchor="ctr">
            <a:noAutofit/>
          </a:bodyPr>
          <a:lstStyle>
            <a:defPPr algn="ctr">
              <a:defRPr sz="1350" b="0">
                <a:solidFill>
                  <a:srgbClr val="AB4910"/>
                </a:solidFill>
                <a:latin typeface="DejaVu Sans"/>
                <a:ea typeface="DejaVu Sans"/>
                <a:cs typeface="DejaVu Sans"/>
              </a:defRPr>
            </a:defPPr>
          </a:lstStyle>
          <a:p>
            <a:pPr algn="ctr">
              <a:defRPr sz="1350" b="0">
                <a:solidFill>
                  <a:srgbClr val="AB4910"/>
                </a:solidFill>
                <a:latin typeface="DejaVu Sans"/>
                <a:ea typeface="DejaVu Sans"/>
                <a:cs typeface="DejaVu Sans"/>
              </a:defRPr>
            </a:pPr>
            <a:r>
              <a:rPr sz="1350" b="0">
                <a:solidFill>
                  <a:srgbClr val="AB4910"/>
                </a:solidFill>
                <a:latin typeface="DejaVu Sans"/>
                <a:ea typeface="DejaVu Sans"/>
                <a:cs typeface="DejaVu Sans"/>
              </a:rPr>
              <a:t>New intermediate gradient</a:t>
            </a:r>
          </a:p>
        </p:txBody>
      </p:sp>
      <p:sp>
        <p:nvSpPr>
          <p:cNvPr id="112" name="text_108">
            <a:extLst>
              <a:ext uri="{FF2B5EF4-FFF2-40B4-BE49-F238E27FC236}">
                <a16:creationId xmlns:a16="http://schemas.microsoft.com/office/drawing/2014/main" id="{AFF6B0BE-A085-4F18-BF15-F7D5144EA07F}"/>
              </a:ext>
            </a:extLst>
          </p:cNvPr>
          <p:cNvSpPr>
            <a:spLocks noGrp="1"/>
          </p:cNvSpPr>
          <p:nvPr/>
        </p:nvSpPr>
        <p:spPr>
          <a:xfrm>
            <a:off x="8667750" y="1762125"/>
            <a:ext cx="3048000" cy="228600"/>
          </a:xfrm>
          <a:prstGeom prst="rect">
            <a:avLst/>
          </a:prstGeom>
          <a:noFill/>
          <a:ln w="0">
            <a:noFill/>
          </a:ln>
        </p:spPr>
        <p:txBody>
          <a:bodyPr anchor="ctr">
            <a:noAutofit/>
          </a:bodyPr>
          <a:lstStyle>
            <a:defPPr algn="ctr">
              <a:defRPr sz="1350" b="0">
                <a:solidFill>
                  <a:srgbClr val="AF1B29"/>
                </a:solidFill>
                <a:latin typeface="DejaVu Sans"/>
                <a:ea typeface="DejaVu Sans"/>
                <a:cs typeface="DejaVu Sans"/>
              </a:defRPr>
            </a:defPPr>
          </a:lstStyle>
          <a:p>
            <a:pPr algn="ctr">
              <a:defRPr sz="1350" b="0">
                <a:solidFill>
                  <a:srgbClr val="AF1B29"/>
                </a:solidFill>
                <a:latin typeface="DejaVu Sans"/>
                <a:ea typeface="DejaVu Sans"/>
                <a:cs typeface="DejaVu Sans"/>
              </a:defRPr>
            </a:pPr>
            <a:r>
              <a:rPr sz="1350" b="0">
                <a:solidFill>
                  <a:srgbClr val="AF1B29"/>
                </a:solidFill>
                <a:latin typeface="DejaVu Sans"/>
                <a:ea typeface="DejaVu Sans"/>
                <a:cs typeface="DejaVu Sans"/>
              </a:rPr>
              <a:t>Parameter derivatives</a:t>
            </a:r>
          </a:p>
        </p:txBody>
      </p:sp>
      <p:sp>
        <p:nvSpPr>
          <p:cNvPr id="113" name="note_box_109">
            <a:extLst>
              <a:ext uri="{FF2B5EF4-FFF2-40B4-BE49-F238E27FC236}">
                <a16:creationId xmlns:a16="http://schemas.microsoft.com/office/drawing/2014/main" id="{536CC3B9-7D2D-454F-9060-DD7A94634BD3}"/>
              </a:ext>
            </a:extLst>
          </p:cNvPr>
          <p:cNvSpPr>
            <a:spLocks noGrp="1"/>
          </p:cNvSpPr>
          <p:nvPr/>
        </p:nvSpPr>
        <p:spPr>
          <a:xfrm>
            <a:off x="361950" y="2114550"/>
            <a:ext cx="1790700" cy="609600"/>
          </a:xfrm>
          <a:prstGeom prst="roundRect">
            <a:avLst>
              <a:gd name="adj" fmla="val 5000"/>
            </a:avLst>
          </a:prstGeom>
          <a:solidFill>
            <a:srgbClr val="F4F7FA"/>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14" name="equation_110" descr="\boldsymbol{\phi}_0(\mathbf{x})">
                <a:extLst>
                  <a:ext uri="{FF2B5EF4-FFF2-40B4-BE49-F238E27FC236}">
                    <a16:creationId xmlns:a16="http://schemas.microsoft.com/office/drawing/2014/main" id="{FC1B2DEF-B37F-448F-9D39-63159F576777}"/>
                  </a:ext>
                </a:extLst>
              </p:cNvPr>
              <p:cNvSpPr>
                <a:spLocks noGrp="1"/>
              </p:cNvSpPr>
              <p:nvPr/>
            </p:nvSpPr>
            <p:spPr>
              <a:xfrm>
                <a:off x="4095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235C99"/>
                              </a:solidFill>
                              <a:latin typeface="Cambria Math"/>
                              <a:ea typeface="Cambria Math"/>
                              <a:cs typeface="Cambria Math"/>
                            </a:rPr>
                          </m:ctrlPr>
                        </m:sSubPr>
                        <m:e>
                          <m:r>
                            <a:rPr lang="en-GB" sz="2000">
                              <a:solidFill>
                                <a:srgbClr val="235C99"/>
                              </a:solidFill>
                              <a:latin typeface="Cambria Math"/>
                              <a:ea typeface="Cambria Math"/>
                              <a:cs typeface="Cambria Math"/>
                            </a:rPr>
                            <m:t>𝛟</m:t>
                          </m:r>
                        </m:e>
                        <m:sub>
                          <m:r>
                            <a:rPr lang="en-GB" sz="2000">
                              <a:solidFill>
                                <a:srgbClr val="235C99"/>
                              </a:solidFill>
                              <a:latin typeface="Cambria Math"/>
                              <a:ea typeface="Cambria Math"/>
                              <a:cs typeface="Cambria Math"/>
                            </a:rPr>
                            <m:t>0</m:t>
                          </m:r>
                        </m:sub>
                      </m:sSub>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𝐱</m:t>
                          </m:r>
                        </m:e>
                      </m:d>
                    </m:oMath>
                  </m:oMathPara>
                </a14:m>
                <a:endParaRPr lang="en-GB" sz="2000"/>
              </a:p>
            </p:txBody>
          </p:sp>
        </mc:Choice>
        <mc:Fallback xmlns="">
          <p:sp>
            <p:nvSpPr>
              <p:cNvPr id="114" name="equation_110" descr="\boldsymbol{\phi}_0(\mathbf{x})">
                <a:extLst>
                  <a:ext uri="{FF2B5EF4-FFF2-40B4-BE49-F238E27FC236}">
                    <a16:creationId xmlns:a16="http://schemas.microsoft.com/office/drawing/2014/main" id="{FC1B2DEF-B37F-448F-9D39-63159F576777}"/>
                  </a:ext>
                </a:extLst>
              </p:cNvPr>
              <p:cNvSpPr>
                <a:spLocks noGrp="1" noRot="1" noChangeAspect="1" noMove="1" noResize="1" noEditPoints="1" noAdjustHandles="1" noChangeArrowheads="1" noChangeShapeType="1" noTextEdit="1"/>
              </p:cNvSpPr>
              <p:nvPr/>
            </p:nvSpPr>
            <p:spPr>
              <a:xfrm>
                <a:off x="409575" y="2143125"/>
                <a:ext cx="1695450" cy="266700"/>
              </a:xfrm>
              <a:prstGeom prst="rect">
                <a:avLst/>
              </a:prstGeom>
              <a:blipFill>
                <a:blip r:embed="rId4"/>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5" name="equation_111" descr="(1,2)">
                <a:extLst>
                  <a:ext uri="{FF2B5EF4-FFF2-40B4-BE49-F238E27FC236}">
                    <a16:creationId xmlns:a16="http://schemas.microsoft.com/office/drawing/2014/main" id="{34965681-5D83-456B-886A-3245851F746F}"/>
                  </a:ext>
                </a:extLst>
              </p:cNvPr>
              <p:cNvSpPr>
                <a:spLocks noGrp="1"/>
              </p:cNvSpPr>
              <p:nvPr/>
            </p:nvSpPr>
            <p:spPr>
              <a:xfrm>
                <a:off x="4095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235C99"/>
                              </a:solidFill>
                              <a:latin typeface="Cambria Math"/>
                              <a:ea typeface="Cambria Math"/>
                              <a:cs typeface="Cambria Math"/>
                            </a:rPr>
                          </m:ctrlPr>
                        </m:dPr>
                        <m:e>
                          <m:r>
                            <a:rPr lang="en-GB" sz="2000">
                              <a:solidFill>
                                <a:srgbClr val="235C99"/>
                              </a:solidFill>
                              <a:latin typeface="Cambria Math"/>
                              <a:ea typeface="Cambria Math"/>
                              <a:cs typeface="Cambria Math"/>
                            </a:rPr>
                            <m:t>1,2</m:t>
                          </m:r>
                        </m:e>
                      </m:d>
                    </m:oMath>
                  </m:oMathPara>
                </a14:m>
                <a:endParaRPr lang="en-GB" sz="2000"/>
              </a:p>
            </p:txBody>
          </p:sp>
        </mc:Choice>
        <mc:Fallback xmlns="">
          <p:sp>
            <p:nvSpPr>
              <p:cNvPr id="115" name="equation_111" descr="(1,2)">
                <a:extLst>
                  <a:ext uri="{FF2B5EF4-FFF2-40B4-BE49-F238E27FC236}">
                    <a16:creationId xmlns:a16="http://schemas.microsoft.com/office/drawing/2014/main" id="{34965681-5D83-456B-886A-3245851F746F}"/>
                  </a:ext>
                </a:extLst>
              </p:cNvPr>
              <p:cNvSpPr>
                <a:spLocks noGrp="1" noRot="1" noChangeAspect="1" noMove="1" noResize="1" noEditPoints="1" noAdjustHandles="1" noChangeArrowheads="1" noChangeShapeType="1" noTextEdit="1"/>
              </p:cNvSpPr>
              <p:nvPr/>
            </p:nvSpPr>
            <p:spPr>
              <a:xfrm>
                <a:off x="409575" y="2409825"/>
                <a:ext cx="1695450" cy="285750"/>
              </a:xfrm>
              <a:prstGeom prst="rect">
                <a:avLst/>
              </a:prstGeom>
              <a:blipFill>
                <a:blip r:embed="rId5"/>
                <a:stretch>
                  <a:fillRect t="-6383" b="-46809"/>
                </a:stretch>
              </a:blipFill>
              <a:ln w="0">
                <a:noFill/>
              </a:ln>
            </p:spPr>
            <p:txBody>
              <a:bodyPr/>
              <a:lstStyle/>
              <a:p>
                <a:r>
                  <a:rPr lang="it-IT">
                    <a:noFill/>
                  </a:rPr>
                  <a:t> </a:t>
                </a:r>
              </a:p>
            </p:txBody>
          </p:sp>
        </mc:Fallback>
      </mc:AlternateContent>
      <p:sp>
        <p:nvSpPr>
          <p:cNvPr id="116" name="line_112">
            <a:extLst>
              <a:ext uri="{FF2B5EF4-FFF2-40B4-BE49-F238E27FC236}">
                <a16:creationId xmlns:a16="http://schemas.microsoft.com/office/drawing/2014/main" id="{A8FC061B-5DC0-478B-BBAF-EE3ADC9755CF}"/>
              </a:ext>
            </a:extLst>
          </p:cNvPr>
          <p:cNvSpPr>
            <a:spLocks noGrp="1"/>
          </p:cNvSpPr>
          <p:nvPr/>
        </p:nvSpPr>
        <p:spPr>
          <a:xfrm>
            <a:off x="2171700" y="2419350"/>
            <a:ext cx="581025" cy="476"/>
          </a:xfrm>
          <a:prstGeom prst="line">
            <a:avLst/>
          </a:prstGeom>
          <a:noFill/>
          <a:ln w="14288">
            <a:solidFill>
              <a:srgbClr val="A5AAB0"/>
            </a:solidFill>
            <a:tailEnd type="triangle" w="sm" len="sm"/>
          </a:ln>
        </p:spPr>
        <p:txBody>
          <a:bodyPr/>
          <a:lstStyle/>
          <a:p>
            <a:endParaRPr lang="it-IT"/>
          </a:p>
        </p:txBody>
      </p:sp>
      <p:sp>
        <p:nvSpPr>
          <p:cNvPr id="117" name="text_113">
            <a:extLst>
              <a:ext uri="{FF2B5EF4-FFF2-40B4-BE49-F238E27FC236}">
                <a16:creationId xmlns:a16="http://schemas.microsoft.com/office/drawing/2014/main" id="{BF6BFF5A-082C-4B1D-B54B-269DE4ED53F6}"/>
              </a:ext>
            </a:extLst>
          </p:cNvPr>
          <p:cNvSpPr>
            <a:spLocks noGrp="1"/>
          </p:cNvSpPr>
          <p:nvPr/>
        </p:nvSpPr>
        <p:spPr>
          <a:xfrm>
            <a:off x="21145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18" name="note_box_114">
            <a:extLst>
              <a:ext uri="{FF2B5EF4-FFF2-40B4-BE49-F238E27FC236}">
                <a16:creationId xmlns:a16="http://schemas.microsoft.com/office/drawing/2014/main" id="{356623A2-27E2-4E08-845B-2BCF98048347}"/>
              </a:ext>
            </a:extLst>
          </p:cNvPr>
          <p:cNvSpPr>
            <a:spLocks noGrp="1"/>
          </p:cNvSpPr>
          <p:nvPr/>
        </p:nvSpPr>
        <p:spPr>
          <a:xfrm>
            <a:off x="27813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9" name="equation_115" descr="\mathbf{a}_1(\mathbf{x})">
                <a:extLst>
                  <a:ext uri="{FF2B5EF4-FFF2-40B4-BE49-F238E27FC236}">
                    <a16:creationId xmlns:a16="http://schemas.microsoft.com/office/drawing/2014/main" id="{400C4365-7098-46B4-B32D-F3A615D8D06E}"/>
                  </a:ext>
                </a:extLst>
              </p:cNvPr>
              <p:cNvSpPr>
                <a:spLocks noGrp="1"/>
              </p:cNvSpPr>
              <p:nvPr/>
            </p:nvSpPr>
            <p:spPr>
              <a:xfrm>
                <a:off x="28289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19" name="equation_115" descr="\mathbf{a}_1(\mathbf{x})">
                <a:extLst>
                  <a:ext uri="{FF2B5EF4-FFF2-40B4-BE49-F238E27FC236}">
                    <a16:creationId xmlns:a16="http://schemas.microsoft.com/office/drawing/2014/main" id="{400C4365-7098-46B4-B32D-F3A615D8D06E}"/>
                  </a:ext>
                </a:extLst>
              </p:cNvPr>
              <p:cNvSpPr>
                <a:spLocks noGrp="1" noRot="1" noChangeAspect="1" noMove="1" noResize="1" noEditPoints="1" noAdjustHandles="1" noChangeArrowheads="1" noChangeShapeType="1" noTextEdit="1"/>
              </p:cNvSpPr>
              <p:nvPr/>
            </p:nvSpPr>
            <p:spPr>
              <a:xfrm>
                <a:off x="2828925" y="2143125"/>
                <a:ext cx="1695450" cy="266700"/>
              </a:xfrm>
              <a:prstGeom prst="rect">
                <a:avLst/>
              </a:prstGeom>
              <a:blipFill>
                <a:blip r:embed="rId6"/>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0" name="equation_116" descr="(-1,3,1)">
                <a:extLst>
                  <a:ext uri="{FF2B5EF4-FFF2-40B4-BE49-F238E27FC236}">
                    <a16:creationId xmlns:a16="http://schemas.microsoft.com/office/drawing/2014/main" id="{99F75653-D182-4027-AD09-BDBB89B44ECB}"/>
                  </a:ext>
                </a:extLst>
              </p:cNvPr>
              <p:cNvSpPr>
                <a:spLocks noGrp="1"/>
              </p:cNvSpPr>
              <p:nvPr/>
            </p:nvSpPr>
            <p:spPr>
              <a:xfrm>
                <a:off x="28289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−1,3,1</m:t>
                          </m:r>
                        </m:e>
                      </m:d>
                    </m:oMath>
                  </m:oMathPara>
                </a14:m>
                <a:endParaRPr lang="en-GB" sz="2000"/>
              </a:p>
            </p:txBody>
          </p:sp>
        </mc:Choice>
        <mc:Fallback xmlns="">
          <p:sp>
            <p:nvSpPr>
              <p:cNvPr id="120" name="equation_116" descr="(-1,3,1)">
                <a:extLst>
                  <a:ext uri="{FF2B5EF4-FFF2-40B4-BE49-F238E27FC236}">
                    <a16:creationId xmlns:a16="http://schemas.microsoft.com/office/drawing/2014/main" id="{99F75653-D182-4027-AD09-BDBB89B44ECB}"/>
                  </a:ext>
                </a:extLst>
              </p:cNvPr>
              <p:cNvSpPr>
                <a:spLocks noGrp="1" noRot="1" noChangeAspect="1" noMove="1" noResize="1" noEditPoints="1" noAdjustHandles="1" noChangeArrowheads="1" noChangeShapeType="1" noTextEdit="1"/>
              </p:cNvSpPr>
              <p:nvPr/>
            </p:nvSpPr>
            <p:spPr>
              <a:xfrm>
                <a:off x="2828925" y="2409825"/>
                <a:ext cx="1695450" cy="285750"/>
              </a:xfrm>
              <a:prstGeom prst="rect">
                <a:avLst/>
              </a:prstGeom>
              <a:blipFill>
                <a:blip r:embed="rId7"/>
                <a:stretch>
                  <a:fillRect t="-6383" b="-46809"/>
                </a:stretch>
              </a:blipFill>
              <a:ln w="0">
                <a:noFill/>
              </a:ln>
            </p:spPr>
            <p:txBody>
              <a:bodyPr/>
              <a:lstStyle/>
              <a:p>
                <a:r>
                  <a:rPr lang="it-IT">
                    <a:noFill/>
                  </a:rPr>
                  <a:t> </a:t>
                </a:r>
              </a:p>
            </p:txBody>
          </p:sp>
        </mc:Fallback>
      </mc:AlternateContent>
      <p:sp>
        <p:nvSpPr>
          <p:cNvPr id="121" name="line_117">
            <a:extLst>
              <a:ext uri="{FF2B5EF4-FFF2-40B4-BE49-F238E27FC236}">
                <a16:creationId xmlns:a16="http://schemas.microsoft.com/office/drawing/2014/main" id="{FFEE0BDD-3D51-47B3-A3D0-6AA4728A29A7}"/>
              </a:ext>
            </a:extLst>
          </p:cNvPr>
          <p:cNvSpPr>
            <a:spLocks noGrp="1"/>
          </p:cNvSpPr>
          <p:nvPr/>
        </p:nvSpPr>
        <p:spPr>
          <a:xfrm>
            <a:off x="4591050" y="2419350"/>
            <a:ext cx="581025" cy="476"/>
          </a:xfrm>
          <a:prstGeom prst="line">
            <a:avLst/>
          </a:prstGeom>
          <a:noFill/>
          <a:ln w="14288">
            <a:solidFill>
              <a:srgbClr val="A5AAB0"/>
            </a:solidFill>
            <a:tailEnd type="triangle" w="sm" len="sm"/>
          </a:ln>
        </p:spPr>
        <p:txBody>
          <a:bodyPr/>
          <a:lstStyle/>
          <a:p>
            <a:endParaRPr lang="it-IT"/>
          </a:p>
        </p:txBody>
      </p:sp>
      <p:sp>
        <p:nvSpPr>
          <p:cNvPr id="122" name="text_118">
            <a:extLst>
              <a:ext uri="{FF2B5EF4-FFF2-40B4-BE49-F238E27FC236}">
                <a16:creationId xmlns:a16="http://schemas.microsoft.com/office/drawing/2014/main" id="{978623D6-1AA3-418C-B7BE-5EE3322280F7}"/>
              </a:ext>
            </a:extLst>
          </p:cNvPr>
          <p:cNvSpPr>
            <a:spLocks noGrp="1"/>
          </p:cNvSpPr>
          <p:nvPr/>
        </p:nvSpPr>
        <p:spPr>
          <a:xfrm>
            <a:off x="45339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ReLU</a:t>
            </a:r>
          </a:p>
        </p:txBody>
      </p:sp>
      <p:sp>
        <p:nvSpPr>
          <p:cNvPr id="123" name="note_box_119">
            <a:extLst>
              <a:ext uri="{FF2B5EF4-FFF2-40B4-BE49-F238E27FC236}">
                <a16:creationId xmlns:a16="http://schemas.microsoft.com/office/drawing/2014/main" id="{6C3010D2-F2E1-4982-9255-6DDF2EB604B8}"/>
              </a:ext>
            </a:extLst>
          </p:cNvPr>
          <p:cNvSpPr>
            <a:spLocks noGrp="1"/>
          </p:cNvSpPr>
          <p:nvPr/>
        </p:nvSpPr>
        <p:spPr>
          <a:xfrm>
            <a:off x="52006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4" name="equation_120" descr="\boldsymbol{\phi}_1(\mathbf{x})">
                <a:extLst>
                  <a:ext uri="{FF2B5EF4-FFF2-40B4-BE49-F238E27FC236}">
                    <a16:creationId xmlns:a16="http://schemas.microsoft.com/office/drawing/2014/main" id="{8ED00896-7875-462D-853E-817FF620915D}"/>
                  </a:ext>
                </a:extLst>
              </p:cNvPr>
              <p:cNvSpPr>
                <a:spLocks noGrp="1"/>
              </p:cNvSpPr>
              <p:nvPr/>
            </p:nvSpPr>
            <p:spPr>
              <a:xfrm>
                <a:off x="52482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24" name="equation_120" descr="\boldsymbol{\phi}_1(\mathbf{x})">
                <a:extLst>
                  <a:ext uri="{FF2B5EF4-FFF2-40B4-BE49-F238E27FC236}">
                    <a16:creationId xmlns:a16="http://schemas.microsoft.com/office/drawing/2014/main" id="{8ED00896-7875-462D-853E-817FF620915D}"/>
                  </a:ext>
                </a:extLst>
              </p:cNvPr>
              <p:cNvSpPr>
                <a:spLocks noGrp="1" noRot="1" noChangeAspect="1" noMove="1" noResize="1" noEditPoints="1" noAdjustHandles="1" noChangeArrowheads="1" noChangeShapeType="1" noTextEdit="1"/>
              </p:cNvSpPr>
              <p:nvPr/>
            </p:nvSpPr>
            <p:spPr>
              <a:xfrm>
                <a:off x="5248275" y="2143125"/>
                <a:ext cx="1695450" cy="266700"/>
              </a:xfrm>
              <a:prstGeom prst="rect">
                <a:avLst/>
              </a:prstGeom>
              <a:blipFill>
                <a:blip r:embed="rId8"/>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5" name="equation_121" descr="(0,3,1)">
                <a:extLst>
                  <a:ext uri="{FF2B5EF4-FFF2-40B4-BE49-F238E27FC236}">
                    <a16:creationId xmlns:a16="http://schemas.microsoft.com/office/drawing/2014/main" id="{B82D3E2D-6C58-4D72-B1C0-B3ADDD9A05D4}"/>
                  </a:ext>
                </a:extLst>
              </p:cNvPr>
              <p:cNvSpPr>
                <a:spLocks noGrp="1"/>
              </p:cNvSpPr>
              <p:nvPr/>
            </p:nvSpPr>
            <p:spPr>
              <a:xfrm>
                <a:off x="52482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0,3,1</m:t>
                          </m:r>
                        </m:e>
                      </m:d>
                    </m:oMath>
                  </m:oMathPara>
                </a14:m>
                <a:endParaRPr lang="en-GB" sz="2000"/>
              </a:p>
            </p:txBody>
          </p:sp>
        </mc:Choice>
        <mc:Fallback xmlns="">
          <p:sp>
            <p:nvSpPr>
              <p:cNvPr id="125" name="equation_121" descr="(0,3,1)">
                <a:extLst>
                  <a:ext uri="{FF2B5EF4-FFF2-40B4-BE49-F238E27FC236}">
                    <a16:creationId xmlns:a16="http://schemas.microsoft.com/office/drawing/2014/main" id="{B82D3E2D-6C58-4D72-B1C0-B3ADDD9A05D4}"/>
                  </a:ext>
                </a:extLst>
              </p:cNvPr>
              <p:cNvSpPr>
                <a:spLocks noGrp="1" noRot="1" noChangeAspect="1" noMove="1" noResize="1" noEditPoints="1" noAdjustHandles="1" noChangeArrowheads="1" noChangeShapeType="1" noTextEdit="1"/>
              </p:cNvSpPr>
              <p:nvPr/>
            </p:nvSpPr>
            <p:spPr>
              <a:xfrm>
                <a:off x="5248275" y="2409825"/>
                <a:ext cx="1695450" cy="285750"/>
              </a:xfrm>
              <a:prstGeom prst="rect">
                <a:avLst/>
              </a:prstGeom>
              <a:blipFill>
                <a:blip r:embed="rId9"/>
                <a:stretch>
                  <a:fillRect t="-6383" b="-46809"/>
                </a:stretch>
              </a:blipFill>
              <a:ln w="0">
                <a:noFill/>
              </a:ln>
            </p:spPr>
            <p:txBody>
              <a:bodyPr/>
              <a:lstStyle/>
              <a:p>
                <a:r>
                  <a:rPr lang="it-IT">
                    <a:noFill/>
                  </a:rPr>
                  <a:t> </a:t>
                </a:r>
              </a:p>
            </p:txBody>
          </p:sp>
        </mc:Fallback>
      </mc:AlternateContent>
      <p:sp>
        <p:nvSpPr>
          <p:cNvPr id="126" name="line_122">
            <a:extLst>
              <a:ext uri="{FF2B5EF4-FFF2-40B4-BE49-F238E27FC236}">
                <a16:creationId xmlns:a16="http://schemas.microsoft.com/office/drawing/2014/main" id="{13E6CD4D-161D-4982-A0D1-78EA2F0227A2}"/>
              </a:ext>
            </a:extLst>
          </p:cNvPr>
          <p:cNvSpPr>
            <a:spLocks noGrp="1"/>
          </p:cNvSpPr>
          <p:nvPr/>
        </p:nvSpPr>
        <p:spPr>
          <a:xfrm>
            <a:off x="7010400" y="2419350"/>
            <a:ext cx="581025" cy="476"/>
          </a:xfrm>
          <a:prstGeom prst="line">
            <a:avLst/>
          </a:prstGeom>
          <a:noFill/>
          <a:ln w="14288">
            <a:solidFill>
              <a:srgbClr val="A5AAB0"/>
            </a:solidFill>
            <a:tailEnd type="triangle" w="sm" len="sm"/>
          </a:ln>
        </p:spPr>
        <p:txBody>
          <a:bodyPr/>
          <a:lstStyle/>
          <a:p>
            <a:endParaRPr lang="it-IT"/>
          </a:p>
        </p:txBody>
      </p:sp>
      <p:sp>
        <p:nvSpPr>
          <p:cNvPr id="127" name="text_123">
            <a:extLst>
              <a:ext uri="{FF2B5EF4-FFF2-40B4-BE49-F238E27FC236}">
                <a16:creationId xmlns:a16="http://schemas.microsoft.com/office/drawing/2014/main" id="{93609F05-2560-4806-A42E-75F323779520}"/>
              </a:ext>
            </a:extLst>
          </p:cNvPr>
          <p:cNvSpPr>
            <a:spLocks noGrp="1"/>
          </p:cNvSpPr>
          <p:nvPr/>
        </p:nvSpPr>
        <p:spPr>
          <a:xfrm>
            <a:off x="695325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affine</a:t>
            </a:r>
          </a:p>
        </p:txBody>
      </p:sp>
      <p:sp>
        <p:nvSpPr>
          <p:cNvPr id="128" name="note_box_124">
            <a:extLst>
              <a:ext uri="{FF2B5EF4-FFF2-40B4-BE49-F238E27FC236}">
                <a16:creationId xmlns:a16="http://schemas.microsoft.com/office/drawing/2014/main" id="{0407D148-54FC-4049-B387-8627FDEEC5DB}"/>
              </a:ext>
            </a:extLst>
          </p:cNvPr>
          <p:cNvSpPr>
            <a:spLocks noGrp="1"/>
          </p:cNvSpPr>
          <p:nvPr/>
        </p:nvSpPr>
        <p:spPr>
          <a:xfrm>
            <a:off x="762000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9" name="equation_125" descr="\mathbf{a}_2(\mathbf{x})">
                <a:extLst>
                  <a:ext uri="{FF2B5EF4-FFF2-40B4-BE49-F238E27FC236}">
                    <a16:creationId xmlns:a16="http://schemas.microsoft.com/office/drawing/2014/main" id="{81835632-46C3-49C7-BE9B-27ADAC710037}"/>
                  </a:ext>
                </a:extLst>
              </p:cNvPr>
              <p:cNvSpPr>
                <a:spLocks noGrp="1"/>
              </p:cNvSpPr>
              <p:nvPr/>
            </p:nvSpPr>
            <p:spPr>
              <a:xfrm>
                <a:off x="766762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oMath>
                  </m:oMathPara>
                </a14:m>
                <a:endParaRPr lang="en-GB" sz="2000"/>
              </a:p>
            </p:txBody>
          </p:sp>
        </mc:Choice>
        <mc:Fallback xmlns="">
          <p:sp>
            <p:nvSpPr>
              <p:cNvPr id="129" name="equation_125" descr="\mathbf{a}_2(\mathbf{x})">
                <a:extLst>
                  <a:ext uri="{FF2B5EF4-FFF2-40B4-BE49-F238E27FC236}">
                    <a16:creationId xmlns:a16="http://schemas.microsoft.com/office/drawing/2014/main" id="{81835632-46C3-49C7-BE9B-27ADAC710037}"/>
                  </a:ext>
                </a:extLst>
              </p:cNvPr>
              <p:cNvSpPr>
                <a:spLocks noGrp="1" noRot="1" noChangeAspect="1" noMove="1" noResize="1" noEditPoints="1" noAdjustHandles="1" noChangeArrowheads="1" noChangeShapeType="1" noTextEdit="1"/>
              </p:cNvSpPr>
              <p:nvPr/>
            </p:nvSpPr>
            <p:spPr>
              <a:xfrm>
                <a:off x="7667625" y="2143125"/>
                <a:ext cx="1695450" cy="266700"/>
              </a:xfrm>
              <a:prstGeom prst="rect">
                <a:avLst/>
              </a:prstGeom>
              <a:blipFill>
                <a:blip r:embed="rId10"/>
                <a:stretch>
                  <a:fillRect t="-11628" b="-48837"/>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0" name="equation_126" descr="(-7/2)">
                <a:extLst>
                  <a:ext uri="{FF2B5EF4-FFF2-40B4-BE49-F238E27FC236}">
                    <a16:creationId xmlns:a16="http://schemas.microsoft.com/office/drawing/2014/main" id="{A5E9AA5C-EBDC-4DC0-BD7D-2031CEE2FFEE}"/>
                  </a:ext>
                </a:extLst>
              </p:cNvPr>
              <p:cNvSpPr>
                <a:spLocks noGrp="1"/>
              </p:cNvSpPr>
              <p:nvPr/>
            </p:nvSpPr>
            <p:spPr>
              <a:xfrm>
                <a:off x="766762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−7/2</m:t>
                          </m:r>
                        </m:e>
                      </m:d>
                    </m:oMath>
                  </m:oMathPara>
                </a14:m>
                <a:endParaRPr lang="en-GB" sz="2000"/>
              </a:p>
            </p:txBody>
          </p:sp>
        </mc:Choice>
        <mc:Fallback xmlns="">
          <p:sp>
            <p:nvSpPr>
              <p:cNvPr id="130" name="equation_126" descr="(-7/2)">
                <a:extLst>
                  <a:ext uri="{FF2B5EF4-FFF2-40B4-BE49-F238E27FC236}">
                    <a16:creationId xmlns:a16="http://schemas.microsoft.com/office/drawing/2014/main" id="{A5E9AA5C-EBDC-4DC0-BD7D-2031CEE2FFEE}"/>
                  </a:ext>
                </a:extLst>
              </p:cNvPr>
              <p:cNvSpPr>
                <a:spLocks noGrp="1" noRot="1" noChangeAspect="1" noMove="1" noResize="1" noEditPoints="1" noAdjustHandles="1" noChangeArrowheads="1" noChangeShapeType="1" noTextEdit="1"/>
              </p:cNvSpPr>
              <p:nvPr/>
            </p:nvSpPr>
            <p:spPr>
              <a:xfrm>
                <a:off x="7667625" y="2409825"/>
                <a:ext cx="1695450" cy="285750"/>
              </a:xfrm>
              <a:prstGeom prst="rect">
                <a:avLst/>
              </a:prstGeom>
              <a:blipFill>
                <a:blip r:embed="rId11"/>
                <a:stretch>
                  <a:fillRect t="-6383" b="-46809"/>
                </a:stretch>
              </a:blipFill>
              <a:ln w="0">
                <a:noFill/>
              </a:ln>
            </p:spPr>
            <p:txBody>
              <a:bodyPr/>
              <a:lstStyle/>
              <a:p>
                <a:r>
                  <a:rPr lang="it-IT">
                    <a:noFill/>
                  </a:rPr>
                  <a:t> </a:t>
                </a:r>
              </a:p>
            </p:txBody>
          </p:sp>
        </mc:Fallback>
      </mc:AlternateContent>
      <p:sp>
        <p:nvSpPr>
          <p:cNvPr id="131" name="line_127">
            <a:extLst>
              <a:ext uri="{FF2B5EF4-FFF2-40B4-BE49-F238E27FC236}">
                <a16:creationId xmlns:a16="http://schemas.microsoft.com/office/drawing/2014/main" id="{FB0E8981-0F43-4F3C-8D2F-97CF39E0CBBD}"/>
              </a:ext>
            </a:extLst>
          </p:cNvPr>
          <p:cNvSpPr>
            <a:spLocks noGrp="1"/>
          </p:cNvSpPr>
          <p:nvPr/>
        </p:nvSpPr>
        <p:spPr>
          <a:xfrm>
            <a:off x="9429750" y="2419350"/>
            <a:ext cx="581025" cy="476"/>
          </a:xfrm>
          <a:prstGeom prst="line">
            <a:avLst/>
          </a:prstGeom>
          <a:noFill/>
          <a:ln w="14288">
            <a:solidFill>
              <a:srgbClr val="A5AAB0"/>
            </a:solidFill>
            <a:tailEnd type="triangle" w="sm" len="sm"/>
          </a:ln>
        </p:spPr>
        <p:txBody>
          <a:bodyPr/>
          <a:lstStyle/>
          <a:p>
            <a:endParaRPr lang="it-IT"/>
          </a:p>
        </p:txBody>
      </p:sp>
      <p:sp>
        <p:nvSpPr>
          <p:cNvPr id="132" name="text_128">
            <a:extLst>
              <a:ext uri="{FF2B5EF4-FFF2-40B4-BE49-F238E27FC236}">
                <a16:creationId xmlns:a16="http://schemas.microsoft.com/office/drawing/2014/main" id="{181B1D30-4751-4BE2-B976-57F79A24217A}"/>
              </a:ext>
            </a:extLst>
          </p:cNvPr>
          <p:cNvSpPr>
            <a:spLocks noGrp="1"/>
          </p:cNvSpPr>
          <p:nvPr/>
        </p:nvSpPr>
        <p:spPr>
          <a:xfrm>
            <a:off x="9372600" y="2066925"/>
            <a:ext cx="704850" cy="219075"/>
          </a:xfrm>
          <a:prstGeom prst="rect">
            <a:avLst/>
          </a:prstGeom>
          <a:noFill/>
          <a:ln w="0">
            <a:noFill/>
          </a:ln>
        </p:spPr>
        <p:txBody>
          <a:bodyPr anchor="ctr">
            <a:noAutofit/>
          </a:bodyPr>
          <a:lstStyle>
            <a:defPPr algn="ctr">
              <a:defRPr sz="1275" b="0">
                <a:solidFill>
                  <a:srgbClr val="A5AAB0"/>
                </a:solidFill>
                <a:latin typeface="DejaVu Sans"/>
                <a:ea typeface="DejaVu Sans"/>
                <a:cs typeface="DejaVu Sans"/>
              </a:defRPr>
            </a:defPPr>
          </a:lstStyle>
          <a:p>
            <a:pPr algn="ctr">
              <a:defRPr sz="1275" b="0">
                <a:solidFill>
                  <a:srgbClr val="A5AAB0"/>
                </a:solidFill>
                <a:latin typeface="DejaVu Sans"/>
                <a:ea typeface="DejaVu Sans"/>
                <a:cs typeface="DejaVu Sans"/>
              </a:defRPr>
            </a:pPr>
            <a:r>
              <a:rPr sz="1275" b="0">
                <a:solidFill>
                  <a:srgbClr val="A5AAB0"/>
                </a:solidFill>
                <a:latin typeface="DejaVu Sans"/>
                <a:ea typeface="DejaVu Sans"/>
                <a:cs typeface="DejaVu Sans"/>
              </a:rPr>
              <a:t>loss</a:t>
            </a:r>
          </a:p>
        </p:txBody>
      </p:sp>
      <p:sp>
        <p:nvSpPr>
          <p:cNvPr id="133" name="note_box_129">
            <a:extLst>
              <a:ext uri="{FF2B5EF4-FFF2-40B4-BE49-F238E27FC236}">
                <a16:creationId xmlns:a16="http://schemas.microsoft.com/office/drawing/2014/main" id="{81D5B419-7F70-4397-8FCA-2617BF8391E3}"/>
              </a:ext>
            </a:extLst>
          </p:cNvPr>
          <p:cNvSpPr>
            <a:spLocks noGrp="1"/>
          </p:cNvSpPr>
          <p:nvPr/>
        </p:nvSpPr>
        <p:spPr>
          <a:xfrm>
            <a:off x="10039350" y="2114550"/>
            <a:ext cx="1790700" cy="6096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4" name="equation_130" descr="\mathcal{L}_{\mathrm{sq}}">
                <a:extLst>
                  <a:ext uri="{FF2B5EF4-FFF2-40B4-BE49-F238E27FC236}">
                    <a16:creationId xmlns:a16="http://schemas.microsoft.com/office/drawing/2014/main" id="{BAA8AEC9-318E-4720-833B-A353EDAAB064}"/>
                  </a:ext>
                </a:extLst>
              </p:cNvPr>
              <p:cNvSpPr>
                <a:spLocks noGrp="1"/>
              </p:cNvSpPr>
              <p:nvPr/>
            </p:nvSpPr>
            <p:spPr>
              <a:xfrm>
                <a:off x="10086975" y="2143125"/>
                <a:ext cx="16954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oMath>
                  </m:oMathPara>
                </a14:m>
                <a:endParaRPr lang="en-GB" sz="2000"/>
              </a:p>
            </p:txBody>
          </p:sp>
        </mc:Choice>
        <mc:Fallback xmlns="">
          <p:sp>
            <p:nvSpPr>
              <p:cNvPr id="134" name="equation_130" descr="\mathcal{L}_{\mathrm{sq}}">
                <a:extLst>
                  <a:ext uri="{FF2B5EF4-FFF2-40B4-BE49-F238E27FC236}">
                    <a16:creationId xmlns:a16="http://schemas.microsoft.com/office/drawing/2014/main" id="{BAA8AEC9-318E-4720-833B-A353EDAAB064}"/>
                  </a:ext>
                </a:extLst>
              </p:cNvPr>
              <p:cNvSpPr>
                <a:spLocks noGrp="1" noRot="1" noChangeAspect="1" noMove="1" noResize="1" noEditPoints="1" noAdjustHandles="1" noChangeArrowheads="1" noChangeShapeType="1" noTextEdit="1"/>
              </p:cNvSpPr>
              <p:nvPr/>
            </p:nvSpPr>
            <p:spPr>
              <a:xfrm>
                <a:off x="10086975" y="2143125"/>
                <a:ext cx="1695450" cy="266700"/>
              </a:xfrm>
              <a:prstGeom prst="rect">
                <a:avLst/>
              </a:prstGeom>
              <a:blipFill>
                <a:blip r:embed="rId12"/>
                <a:stretch>
                  <a:fillRect t="-2326" b="-3953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5" name="equation_131" descr="1/4">
                <a:extLst>
                  <a:ext uri="{FF2B5EF4-FFF2-40B4-BE49-F238E27FC236}">
                    <a16:creationId xmlns:a16="http://schemas.microsoft.com/office/drawing/2014/main" id="{2088E184-823F-4C5F-A095-33C31AF65351}"/>
                  </a:ext>
                </a:extLst>
              </p:cNvPr>
              <p:cNvSpPr>
                <a:spLocks noGrp="1"/>
              </p:cNvSpPr>
              <p:nvPr/>
            </p:nvSpPr>
            <p:spPr>
              <a:xfrm>
                <a:off x="10086975" y="2409825"/>
                <a:ext cx="169545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1/4</m:t>
                      </m:r>
                    </m:oMath>
                  </m:oMathPara>
                </a14:m>
                <a:endParaRPr lang="en-GB" sz="2000"/>
              </a:p>
            </p:txBody>
          </p:sp>
        </mc:Choice>
        <mc:Fallback xmlns="">
          <p:sp>
            <p:nvSpPr>
              <p:cNvPr id="135" name="equation_131" descr="1/4">
                <a:extLst>
                  <a:ext uri="{FF2B5EF4-FFF2-40B4-BE49-F238E27FC236}">
                    <a16:creationId xmlns:a16="http://schemas.microsoft.com/office/drawing/2014/main" id="{2088E184-823F-4C5F-A095-33C31AF65351}"/>
                  </a:ext>
                </a:extLst>
              </p:cNvPr>
              <p:cNvSpPr>
                <a:spLocks noGrp="1" noRot="1" noChangeAspect="1" noMove="1" noResize="1" noEditPoints="1" noAdjustHandles="1" noChangeArrowheads="1" noChangeShapeType="1" noTextEdit="1"/>
              </p:cNvSpPr>
              <p:nvPr/>
            </p:nvSpPr>
            <p:spPr>
              <a:xfrm>
                <a:off x="10086975" y="2409825"/>
                <a:ext cx="1695450" cy="285750"/>
              </a:xfrm>
              <a:prstGeom prst="rect">
                <a:avLst/>
              </a:prstGeom>
              <a:blipFill>
                <a:blip r:embed="rId13"/>
                <a:stretch>
                  <a:fillRect t="-6383" b="-44681"/>
                </a:stretch>
              </a:blipFill>
              <a:ln w="0">
                <a:noFill/>
              </a:ln>
            </p:spPr>
            <p:txBody>
              <a:bodyPr/>
              <a:lstStyle/>
              <a:p>
                <a:r>
                  <a:rPr lang="it-IT">
                    <a:noFill/>
                  </a:rPr>
                  <a:t> </a:t>
                </a:r>
              </a:p>
            </p:txBody>
          </p:sp>
        </mc:Fallback>
      </mc:AlternateContent>
      <p:sp>
        <p:nvSpPr>
          <p:cNvPr id="136" name="note_box_132">
            <a:extLst>
              <a:ext uri="{FF2B5EF4-FFF2-40B4-BE49-F238E27FC236}">
                <a16:creationId xmlns:a16="http://schemas.microsoft.com/office/drawing/2014/main" id="{A68985E8-CE98-4866-9ADC-7A704418BF8A}"/>
              </a:ext>
            </a:extLst>
          </p:cNvPr>
          <p:cNvSpPr>
            <a:spLocks noGrp="1"/>
          </p:cNvSpPr>
          <p:nvPr/>
        </p:nvSpPr>
        <p:spPr>
          <a:xfrm>
            <a:off x="4210050" y="2809875"/>
            <a:ext cx="2867025" cy="3048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7" name="equation_133" descr="\mathbf W_2^{\mathsf{T}}=(2,-1,1/2)">
                <a:extLst>
                  <a:ext uri="{FF2B5EF4-FFF2-40B4-BE49-F238E27FC236}">
                    <a16:creationId xmlns:a16="http://schemas.microsoft.com/office/drawing/2014/main" id="{5102E385-27BA-4B6B-80D9-54B3EC2A250B}"/>
                  </a:ext>
                </a:extLst>
              </p:cNvPr>
              <p:cNvSpPr>
                <a:spLocks noGrp="1"/>
              </p:cNvSpPr>
              <p:nvPr/>
            </p:nvSpPr>
            <p:spPr>
              <a:xfrm>
                <a:off x="4267200" y="2809875"/>
                <a:ext cx="2752725" cy="3048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Sup>
                        <m:sSubSupPr>
                          <m:ctrlPr>
                            <a:rPr lang="en-GB" sz="2000">
                              <a:solidFill>
                                <a:srgbClr val="A5AAB0"/>
                              </a:solidFill>
                              <a:latin typeface="Cambria Math"/>
                              <a:ea typeface="Cambria Math"/>
                              <a:cs typeface="Cambria Math"/>
                            </a:rPr>
                          </m:ctrlPr>
                        </m:sSubSup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up>
                          <m:r>
                            <a:rPr lang="en-GB" sz="2000">
                              <a:solidFill>
                                <a:srgbClr val="A5AAB0"/>
                              </a:solidFill>
                              <a:latin typeface="Cambria Math"/>
                              <a:ea typeface="Cambria Math"/>
                              <a:cs typeface="Cambria Math"/>
                            </a:rPr>
                            <m:t>𝖳</m:t>
                          </m:r>
                        </m:sup>
                      </m:sSubSup>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2,−1,1/2</m:t>
                          </m:r>
                        </m:e>
                      </m:d>
                    </m:oMath>
                  </m:oMathPara>
                </a14:m>
                <a:endParaRPr lang="en-GB" sz="2000"/>
              </a:p>
            </p:txBody>
          </p:sp>
        </mc:Choice>
        <mc:Fallback xmlns="">
          <p:sp>
            <p:nvSpPr>
              <p:cNvPr id="137" name="equation_133" descr="\mathbf W_2^{\mathsf{T}}=(2,-1,1/2)">
                <a:extLst>
                  <a:ext uri="{FF2B5EF4-FFF2-40B4-BE49-F238E27FC236}">
                    <a16:creationId xmlns:a16="http://schemas.microsoft.com/office/drawing/2014/main" id="{5102E385-27BA-4B6B-80D9-54B3EC2A250B}"/>
                  </a:ext>
                </a:extLst>
              </p:cNvPr>
              <p:cNvSpPr>
                <a:spLocks noGrp="1" noRot="1" noChangeAspect="1" noMove="1" noResize="1" noEditPoints="1" noAdjustHandles="1" noChangeArrowheads="1" noChangeShapeType="1" noTextEdit="1"/>
              </p:cNvSpPr>
              <p:nvPr/>
            </p:nvSpPr>
            <p:spPr>
              <a:xfrm>
                <a:off x="4267200" y="2809875"/>
                <a:ext cx="2752725" cy="304800"/>
              </a:xfrm>
              <a:prstGeom prst="rect">
                <a:avLst/>
              </a:prstGeom>
              <a:blipFill>
                <a:blip r:embed="rId14"/>
                <a:stretch>
                  <a:fillRect t="-2000" b="-38000"/>
                </a:stretch>
              </a:blipFill>
              <a:ln w="0">
                <a:noFill/>
              </a:ln>
            </p:spPr>
            <p:txBody>
              <a:bodyPr/>
              <a:lstStyle/>
              <a:p>
                <a:r>
                  <a:rPr lang="it-IT">
                    <a:noFill/>
                  </a:rPr>
                  <a:t> </a:t>
                </a:r>
              </a:p>
            </p:txBody>
          </p:sp>
        </mc:Fallback>
      </mc:AlternateContent>
      <p:sp>
        <p:nvSpPr>
          <p:cNvPr id="138" name="note_box_134">
            <a:extLst>
              <a:ext uri="{FF2B5EF4-FFF2-40B4-BE49-F238E27FC236}">
                <a16:creationId xmlns:a16="http://schemas.microsoft.com/office/drawing/2014/main" id="{BC5D4F67-E685-4C07-814D-A7F60CE37AEE}"/>
              </a:ext>
            </a:extLst>
          </p:cNvPr>
          <p:cNvSpPr>
            <a:spLocks noGrp="1"/>
          </p:cNvSpPr>
          <p:nvPr/>
        </p:nvSpPr>
        <p:spPr>
          <a:xfrm>
            <a:off x="6953250" y="3228975"/>
            <a:ext cx="4762500" cy="857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9" name="equation_135" descr="\nabla J_{2}(\mathbf{a}_2(\mathbf{x}))=(-1)">
                <a:extLst>
                  <a:ext uri="{FF2B5EF4-FFF2-40B4-BE49-F238E27FC236}">
                    <a16:creationId xmlns:a16="http://schemas.microsoft.com/office/drawing/2014/main" id="{0D03171F-9C2B-440B-87D6-958562EA2BF1}"/>
                  </a:ext>
                </a:extLst>
              </p:cNvPr>
              <p:cNvSpPr>
                <a:spLocks noGrp="1"/>
              </p:cNvSpPr>
              <p:nvPr/>
            </p:nvSpPr>
            <p:spPr>
              <a:xfrm>
                <a:off x="7029450" y="3352800"/>
                <a:ext cx="4610100" cy="4667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oMath>
                  </m:oMathPara>
                </a14:m>
                <a:endParaRPr lang="en-GB" sz="2000"/>
              </a:p>
            </p:txBody>
          </p:sp>
        </mc:Choice>
        <mc:Fallback xmlns="">
          <p:sp>
            <p:nvSpPr>
              <p:cNvPr id="139" name="equation_135" descr="\nabla J_{2}(\mathbf{a}_2(\mathbf{x}))=(-1)">
                <a:extLst>
                  <a:ext uri="{FF2B5EF4-FFF2-40B4-BE49-F238E27FC236}">
                    <a16:creationId xmlns:a16="http://schemas.microsoft.com/office/drawing/2014/main" id="{0D03171F-9C2B-440B-87D6-958562EA2BF1}"/>
                  </a:ext>
                </a:extLst>
              </p:cNvPr>
              <p:cNvSpPr>
                <a:spLocks noGrp="1" noRot="1" noChangeAspect="1" noMove="1" noResize="1" noEditPoints="1" noAdjustHandles="1" noChangeArrowheads="1" noChangeShapeType="1" noTextEdit="1"/>
              </p:cNvSpPr>
              <p:nvPr/>
            </p:nvSpPr>
            <p:spPr>
              <a:xfrm>
                <a:off x="7029450" y="3352800"/>
                <a:ext cx="4610100" cy="466725"/>
              </a:xfrm>
              <a:prstGeom prst="rect">
                <a:avLst/>
              </a:prstGeom>
              <a:blipFill>
                <a:blip r:embed="rId15"/>
                <a:stretch>
                  <a:fillRect b="-3896"/>
                </a:stretch>
              </a:blipFill>
              <a:ln w="0">
                <a:noFill/>
              </a:ln>
            </p:spPr>
            <p:txBody>
              <a:bodyPr/>
              <a:lstStyle/>
              <a:p>
                <a:r>
                  <a:rPr lang="it-IT">
                    <a:noFill/>
                  </a:rPr>
                  <a:t> </a:t>
                </a:r>
              </a:p>
            </p:txBody>
          </p:sp>
        </mc:Fallback>
      </mc:AlternateContent>
      <p:sp>
        <p:nvSpPr>
          <p:cNvPr id="140" name="text_136">
            <a:extLst>
              <a:ext uri="{FF2B5EF4-FFF2-40B4-BE49-F238E27FC236}">
                <a16:creationId xmlns:a16="http://schemas.microsoft.com/office/drawing/2014/main" id="{0F9FF763-952D-4959-A7B3-9831AC90CC95}"/>
              </a:ext>
            </a:extLst>
          </p:cNvPr>
          <p:cNvSpPr>
            <a:spLocks noGrp="1"/>
          </p:cNvSpPr>
          <p:nvPr/>
        </p:nvSpPr>
        <p:spPr>
          <a:xfrm>
            <a:off x="7029450" y="3800475"/>
            <a:ext cx="4610100" cy="219075"/>
          </a:xfrm>
          <a:prstGeom prst="rect">
            <a:avLst/>
          </a:prstGeom>
          <a:noFill/>
          <a:ln w="0">
            <a:noFill/>
          </a:ln>
        </p:spPr>
        <p:txBody>
          <a:bodyPr anchor="ctr">
            <a:noAutofit/>
          </a:bodyPr>
          <a:lstStyle>
            <a:defPPr algn="ctr">
              <a:defRPr sz="1350" b="0">
                <a:solidFill>
                  <a:srgbClr val="A5AAB0"/>
                </a:solidFill>
                <a:latin typeface="DejaVu Sans"/>
                <a:ea typeface="DejaVu Sans"/>
                <a:cs typeface="DejaVu Sans"/>
              </a:defRPr>
            </a:defPPr>
          </a:lstStyle>
          <a:p>
            <a:pPr algn="ctr">
              <a:defRPr sz="1350" b="0">
                <a:solidFill>
                  <a:srgbClr val="A5AAB0"/>
                </a:solidFill>
                <a:latin typeface="DejaVu Sans"/>
                <a:ea typeface="DejaVu Sans"/>
                <a:cs typeface="DejaVu Sans"/>
              </a:defRPr>
            </a:pPr>
            <a:r>
              <a:rPr sz="1350" b="0">
                <a:solidFill>
                  <a:srgbClr val="A5AAB0"/>
                </a:solidFill>
                <a:latin typeface="DejaVu Sans"/>
                <a:ea typeface="DejaVu Sans"/>
                <a:cs typeface="DejaVu Sans"/>
              </a:rPr>
              <a:t>already calculated</a:t>
            </a:r>
          </a:p>
        </p:txBody>
      </p:sp>
      <p:sp>
        <p:nvSpPr>
          <p:cNvPr id="141" name="note_box_137">
            <a:extLst>
              <a:ext uri="{FF2B5EF4-FFF2-40B4-BE49-F238E27FC236}">
                <a16:creationId xmlns:a16="http://schemas.microsoft.com/office/drawing/2014/main" id="{DAEB5F75-4AEA-4B8C-A7FF-7F90FCF10708}"/>
              </a:ext>
            </a:extLst>
          </p:cNvPr>
          <p:cNvSpPr>
            <a:spLocks noGrp="1"/>
          </p:cNvSpPr>
          <p:nvPr/>
        </p:nvSpPr>
        <p:spPr>
          <a:xfrm>
            <a:off x="6953250" y="4257675"/>
            <a:ext cx="4762500" cy="121920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2" name="equation_138" descr="\nabla_{\mathbf{W}_2}\mathcal{L}_{\mathrm{sq}}=\boldsymbol{\phi}_1(\mathbf{x})^{\mathsf{T}}\cdot\nabla J_{2}(\mathbf a_2(\mathbf{x}))">
                <a:extLst>
                  <a:ext uri="{FF2B5EF4-FFF2-40B4-BE49-F238E27FC236}">
                    <a16:creationId xmlns:a16="http://schemas.microsoft.com/office/drawing/2014/main" id="{8F03FC5C-6EDF-4104-852F-9652EFB6C8CB}"/>
                  </a:ext>
                </a:extLst>
              </p:cNvPr>
              <p:cNvSpPr>
                <a:spLocks noGrp="1"/>
              </p:cNvSpPr>
              <p:nvPr/>
            </p:nvSpPr>
            <p:spPr>
              <a:xfrm>
                <a:off x="74009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5AAB0"/>
                              </a:solidFill>
                              <a:latin typeface="Cambria Math"/>
                              <a:ea typeface="Cambria Math"/>
                              <a:cs typeface="Cambria Math"/>
                            </a:rPr>
                          </m:ctrlPr>
                        </m:sSubPr>
                        <m:e>
                          <m:r>
                            <m:rPr>
                              <m:sty m:val="p"/>
                            </m:rPr>
                            <a:rPr lang="en-GB" sz="2000">
                              <a:solidFill>
                                <a:srgbClr val="A5AAB0"/>
                              </a:solidFill>
                              <a:latin typeface="Cambria Math"/>
                              <a:ea typeface="Cambria Math"/>
                              <a:cs typeface="Cambria Math"/>
                            </a:rPr>
                            <m:t>∇</m:t>
                          </m:r>
                        </m:e>
                        <m: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𝐖</m:t>
                              </m:r>
                            </m:e>
                            <m:sub>
                              <m:r>
                                <a:rPr lang="en-GB" sz="2000">
                                  <a:solidFill>
                                    <a:srgbClr val="A5AAB0"/>
                                  </a:solidFill>
                                  <a:latin typeface="Cambria Math"/>
                                  <a:ea typeface="Cambria Math"/>
                                  <a:cs typeface="Cambria Math"/>
                                </a:rPr>
                                <m:t>2</m:t>
                              </m:r>
                            </m:sub>
                          </m:sSub>
                        </m:sub>
                      </m:sSub>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𝛟</m:t>
                          </m:r>
                        </m:e>
                        <m:sub>
                          <m:r>
                            <a:rPr lang="en-GB" sz="2000">
                              <a:solidFill>
                                <a:srgbClr val="A5AAB0"/>
                              </a:solidFill>
                              <a:latin typeface="Cambria Math"/>
                              <a:ea typeface="Cambria Math"/>
                              <a:cs typeface="Cambria Math"/>
                            </a:rPr>
                            <m:t>1</m:t>
                          </m:r>
                        </m:sub>
                      </m:sSub>
                      <m:sSup>
                        <m:sSupPr>
                          <m:ctrlPr>
                            <a:rPr lang="en-GB" sz="2000" i="1">
                              <a:solidFill>
                                <a:srgbClr val="A5AAB0"/>
                              </a:solidFill>
                              <a:latin typeface="Cambria Math" panose="02040503050406030204" pitchFamily="18" charset="0"/>
                              <a:ea typeface="Cambria Math"/>
                              <a:cs typeface="Cambria Math"/>
                            </a:rPr>
                          </m:ctrlPr>
                        </m:sSupPr>
                        <m:e>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sup>
                          <m:r>
                            <a:rPr lang="en-GB" sz="2000">
                              <a:solidFill>
                                <a:srgbClr val="A5AAB0"/>
                              </a:solidFill>
                              <a:latin typeface="Cambria Math"/>
                              <a:ea typeface="Cambria Math"/>
                              <a:cs typeface="Cambria Math"/>
                            </a:rPr>
                            <m:t>𝖳</m:t>
                          </m:r>
                        </m:sup>
                      </m:sSup>
                      <m:r>
                        <a:rPr lang="en-GB" sz="2000">
                          <a:solidFill>
                            <a:srgbClr val="A5AAB0"/>
                          </a:solidFill>
                          <a:latin typeface="Cambria Math"/>
                          <a:ea typeface="Cambria Math"/>
                          <a:cs typeface="Cambria Math"/>
                        </a:rPr>
                        <m:t>⋅</m:t>
                      </m:r>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oMath>
                  </m:oMathPara>
                </a14:m>
                <a:endParaRPr lang="en-GB" sz="2000"/>
              </a:p>
            </p:txBody>
          </p:sp>
        </mc:Choice>
        <mc:Fallback xmlns="">
          <p:sp>
            <p:nvSpPr>
              <p:cNvPr id="142" name="equation_138" descr="\nabla_{\mathbf{W}_2}\mathcal{L}_{\mathrm{sq}}=\boldsymbol{\phi}_1(\mathbf{x})^{\mathsf{T}}\cdot\nabla J_{2}(\mathbf a_2(\mathbf{x}))">
                <a:extLst>
                  <a:ext uri="{FF2B5EF4-FFF2-40B4-BE49-F238E27FC236}">
                    <a16:creationId xmlns:a16="http://schemas.microsoft.com/office/drawing/2014/main" id="{8F03FC5C-6EDF-4104-852F-9652EFB6C8CB}"/>
                  </a:ext>
                </a:extLst>
              </p:cNvPr>
              <p:cNvSpPr>
                <a:spLocks noGrp="1" noRot="1" noChangeAspect="1" noMove="1" noResize="1" noEditPoints="1" noAdjustHandles="1" noChangeArrowheads="1" noChangeShapeType="1" noTextEdit="1"/>
              </p:cNvSpPr>
              <p:nvPr/>
            </p:nvSpPr>
            <p:spPr>
              <a:xfrm>
                <a:off x="7400925" y="4235482"/>
                <a:ext cx="4248150" cy="396812"/>
              </a:xfrm>
              <a:prstGeom prst="rect">
                <a:avLst/>
              </a:prstGeom>
              <a:blipFill>
                <a:blip r:embed="rId16"/>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3" name="equation_139" descr="=\begin{pmatrix}0\\3\\1\end{pmatrix}\cdot(-1)=\begin{pmatrix}0\\-3\\-1\end{pmatrix}">
                <a:extLst>
                  <a:ext uri="{FF2B5EF4-FFF2-40B4-BE49-F238E27FC236}">
                    <a16:creationId xmlns:a16="http://schemas.microsoft.com/office/drawing/2014/main" id="{AC2FB10F-A170-49A7-9137-61F2089DF39A}"/>
                  </a:ext>
                </a:extLst>
              </p:cNvPr>
              <p:cNvSpPr>
                <a:spLocks noGrp="1"/>
              </p:cNvSpPr>
              <p:nvPr/>
            </p:nvSpPr>
            <p:spPr>
              <a:xfrm>
                <a:off x="7029450" y="4562475"/>
                <a:ext cx="4610100" cy="8572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r>
                        <a:rPr lang="en-GB" sz="2000">
                          <a:solidFill>
                            <a:srgbClr val="A5AAB0"/>
                          </a:solidFill>
                          <a:latin typeface="Cambria Math"/>
                          <a:ea typeface="Cambria Math"/>
                          <a:cs typeface="Cambria Math"/>
                        </a:rPr>
                        <m:t>⋅</m:t>
                      </m:r>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−1</m:t>
                          </m:r>
                        </m:e>
                      </m:d>
                      <m:r>
                        <a:rPr lang="en-GB" sz="2000">
                          <a:solidFill>
                            <a:srgbClr val="A5AAB0"/>
                          </a:solidFill>
                          <a:latin typeface="Cambria Math"/>
                          <a:ea typeface="Cambria Math"/>
                          <a:cs typeface="Cambria Math"/>
                        </a:rPr>
                        <m:t>=</m:t>
                      </m:r>
                      <m:d>
                        <m:dPr>
                          <m:ctrlPr>
                            <a:rPr lang="en-GB" sz="2000" i="1">
                              <a:solidFill>
                                <a:srgbClr val="A5AAB0"/>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5AAB0"/>
                                  </a:solidFill>
                                  <a:latin typeface="Cambria Math" panose="02040503050406030204" pitchFamily="18" charset="0"/>
                                  <a:ea typeface="Cambria Math"/>
                                  <a:cs typeface="Cambria Math"/>
                                </a:rPr>
                              </m:ctrlPr>
                            </m:mPr>
                            <m:mr>
                              <m:e>
                                <m:r>
                                  <a:rPr lang="en-GB" sz="2000">
                                    <a:solidFill>
                                      <a:srgbClr val="A5AAB0"/>
                                    </a:solidFill>
                                    <a:latin typeface="Cambria Math"/>
                                    <a:ea typeface="Cambria Math"/>
                                    <a:cs typeface="Cambria Math"/>
                                  </a:rPr>
                                  <m:t>0</m:t>
                                </m:r>
                              </m:e>
                            </m:mr>
                            <m:mr>
                              <m:e>
                                <m:r>
                                  <a:rPr lang="en-GB" sz="2000">
                                    <a:solidFill>
                                      <a:srgbClr val="A5AAB0"/>
                                    </a:solidFill>
                                    <a:latin typeface="Cambria Math"/>
                                    <a:ea typeface="Cambria Math"/>
                                    <a:cs typeface="Cambria Math"/>
                                  </a:rPr>
                                  <m:t>−3</m:t>
                                </m:r>
                              </m:e>
                            </m:mr>
                            <m:mr>
                              <m:e>
                                <m:r>
                                  <a:rPr lang="en-GB" sz="2000">
                                    <a:solidFill>
                                      <a:srgbClr val="A5AAB0"/>
                                    </a:solidFill>
                                    <a:latin typeface="Cambria Math"/>
                                    <a:ea typeface="Cambria Math"/>
                                    <a:cs typeface="Cambria Math"/>
                                  </a:rPr>
                                  <m:t>−1</m:t>
                                </m:r>
                              </m:e>
                            </m:mr>
                          </m:m>
                        </m:e>
                      </m:d>
                    </m:oMath>
                  </m:oMathPara>
                </a14:m>
                <a:endParaRPr lang="en-GB" sz="2000"/>
              </a:p>
            </p:txBody>
          </p:sp>
        </mc:Choice>
        <mc:Fallback xmlns="">
          <p:sp>
            <p:nvSpPr>
              <p:cNvPr id="143" name="equation_139" descr="=\begin{pmatrix}0\\3\\1\end{pmatrix}\cdot(-1)=\begin{pmatrix}0\\-3\\-1\end{pmatrix}">
                <a:extLst>
                  <a:ext uri="{FF2B5EF4-FFF2-40B4-BE49-F238E27FC236}">
                    <a16:creationId xmlns:a16="http://schemas.microsoft.com/office/drawing/2014/main" id="{AC2FB10F-A170-49A7-9137-61F2089DF39A}"/>
                  </a:ext>
                </a:extLst>
              </p:cNvPr>
              <p:cNvSpPr>
                <a:spLocks noGrp="1" noRot="1" noChangeAspect="1" noMove="1" noResize="1" noEditPoints="1" noAdjustHandles="1" noChangeArrowheads="1" noChangeShapeType="1" noTextEdit="1"/>
              </p:cNvSpPr>
              <p:nvPr/>
            </p:nvSpPr>
            <p:spPr>
              <a:xfrm>
                <a:off x="7029450" y="4562475"/>
                <a:ext cx="4610100" cy="857250"/>
              </a:xfrm>
              <a:prstGeom prst="rect">
                <a:avLst/>
              </a:prstGeom>
              <a:blipFill>
                <a:blip r:embed="rId17"/>
                <a:stretch>
                  <a:fillRect/>
                </a:stretch>
              </a:blipFill>
              <a:ln w="0">
                <a:noFill/>
              </a:ln>
            </p:spPr>
            <p:txBody>
              <a:bodyPr/>
              <a:lstStyle/>
              <a:p>
                <a:r>
                  <a:rPr lang="it-IT">
                    <a:noFill/>
                  </a:rPr>
                  <a:t> </a:t>
                </a:r>
              </a:p>
            </p:txBody>
          </p:sp>
        </mc:Fallback>
      </mc:AlternateContent>
      <p:sp>
        <p:nvSpPr>
          <p:cNvPr id="144" name="note_box_140">
            <a:extLst>
              <a:ext uri="{FF2B5EF4-FFF2-40B4-BE49-F238E27FC236}">
                <a16:creationId xmlns:a16="http://schemas.microsoft.com/office/drawing/2014/main" id="{02FC5614-C19E-4CD2-9C7F-597B849780B2}"/>
              </a:ext>
            </a:extLst>
          </p:cNvPr>
          <p:cNvSpPr>
            <a:spLocks noGrp="1"/>
          </p:cNvSpPr>
          <p:nvPr/>
        </p:nvSpPr>
        <p:spPr>
          <a:xfrm>
            <a:off x="6953250" y="5562600"/>
            <a:ext cx="4762500" cy="476250"/>
          </a:xfrm>
          <a:prstGeom prst="roundRect">
            <a:avLst>
              <a:gd name="adj" fmla="val 5000"/>
            </a:avLst>
          </a:prstGeom>
          <a:noFill/>
          <a:ln w="14288">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5" name="equation_141" descr="(\partial\mathcal{L}_{\mathrm{sq}}/\partial b_2)(\boldsymbol\theta)=\left[\nabla J_{2}(\mathbf a_2(\mathbf{x}))\right]_1=-1">
                <a:extLst>
                  <a:ext uri="{FF2B5EF4-FFF2-40B4-BE49-F238E27FC236}">
                    <a16:creationId xmlns:a16="http://schemas.microsoft.com/office/drawing/2014/main" id="{EE867860-6B25-47B5-B029-3ED64452710B}"/>
                  </a:ext>
                </a:extLst>
              </p:cNvPr>
              <p:cNvSpPr>
                <a:spLocks noGrp="1"/>
              </p:cNvSpPr>
              <p:nvPr/>
            </p:nvSpPr>
            <p:spPr>
              <a:xfrm>
                <a:off x="7029450" y="5572125"/>
                <a:ext cx="4610100" cy="4572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ℒ</m:t>
                              </m:r>
                            </m:e>
                            <m:sub>
                              <m:r>
                                <m:rPr>
                                  <m:sty m:val="p"/>
                                </m:rPr>
                                <a:rPr lang="en-GB" sz="2000">
                                  <a:solidFill>
                                    <a:srgbClr val="A5AAB0"/>
                                  </a:solidFill>
                                  <a:latin typeface="Cambria Math"/>
                                  <a:ea typeface="Cambria Math"/>
                                  <a:cs typeface="Cambria Math"/>
                                </a:rPr>
                                <m:t>sq</m:t>
                              </m:r>
                            </m:sub>
                          </m:sSub>
                          <m:r>
                            <a:rPr lang="en-GB" sz="2000">
                              <a:solidFill>
                                <a:srgbClr val="A5AAB0"/>
                              </a:solidFill>
                              <a:latin typeface="Cambria Math"/>
                              <a:ea typeface="Cambria Math"/>
                              <a:cs typeface="Cambria Math"/>
                            </a:rPr>
                            <m:t>/</m:t>
                          </m:r>
                          <m: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𝑏</m:t>
                              </m:r>
                            </m:e>
                            <m:sub>
                              <m:r>
                                <a:rPr lang="en-GB" sz="2000">
                                  <a:solidFill>
                                    <a:srgbClr val="A5AAB0"/>
                                  </a:solidFill>
                                  <a:latin typeface="Cambria Math"/>
                                  <a:ea typeface="Cambria Math"/>
                                  <a:cs typeface="Cambria Math"/>
                                </a:rPr>
                                <m:t>2</m:t>
                              </m:r>
                            </m:sub>
                          </m:sSub>
                        </m:e>
                      </m:d>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𝛉</m:t>
                          </m:r>
                        </m:e>
                      </m:d>
                      <m:r>
                        <a:rPr lang="en-GB" sz="2000">
                          <a:solidFill>
                            <a:srgbClr val="A5AAB0"/>
                          </a:solidFill>
                          <a:latin typeface="Cambria Math"/>
                          <a:ea typeface="Cambria Math"/>
                          <a:cs typeface="Cambria Math"/>
                        </a:rPr>
                        <m:t>=</m:t>
                      </m:r>
                      <m:sSub>
                        <m:sSubPr>
                          <m:ctrlPr>
                            <a:rPr lang="en-GB" sz="2000" i="1">
                              <a:solidFill>
                                <a:srgbClr val="A5AAB0"/>
                              </a:solidFill>
                              <a:latin typeface="Cambria Math" panose="02040503050406030204" pitchFamily="18" charset="0"/>
                              <a:ea typeface="Cambria Math"/>
                              <a:cs typeface="Cambria Math"/>
                            </a:rPr>
                          </m:ctrlPr>
                        </m:sSubPr>
                        <m:e>
                          <m:d>
                            <m:dPr>
                              <m:begChr m:val="["/>
                              <m:endChr m:val="]"/>
                              <m:ctrlPr>
                                <a:rPr lang="en-GB" sz="2000">
                                  <a:solidFill>
                                    <a:srgbClr val="A5AAB0"/>
                                  </a:solidFill>
                                  <a:latin typeface="Cambria Math"/>
                                  <a:ea typeface="Cambria Math"/>
                                  <a:cs typeface="Cambria Math"/>
                                </a:rPr>
                              </m:ctrlPr>
                            </m:dPr>
                            <m:e>
                              <m:r>
                                <m:rPr>
                                  <m:sty m:val="p"/>
                                </m:rPr>
                                <a:rPr lang="en-GB" sz="2000">
                                  <a:solidFill>
                                    <a:srgbClr val="A5AAB0"/>
                                  </a:solidFill>
                                  <a:latin typeface="Cambria Math"/>
                                  <a:ea typeface="Cambria Math"/>
                                  <a:cs typeface="Cambria Math"/>
                                </a:rPr>
                                <m:t>∇</m:t>
                              </m:r>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𝐽</m:t>
                                  </m:r>
                                </m:e>
                                <m:sub>
                                  <m:r>
                                    <a:rPr lang="en-GB" sz="2000">
                                      <a:solidFill>
                                        <a:srgbClr val="A5AAB0"/>
                                      </a:solidFill>
                                      <a:latin typeface="Cambria Math"/>
                                      <a:ea typeface="Cambria Math"/>
                                      <a:cs typeface="Cambria Math"/>
                                    </a:rPr>
                                    <m:t>2</m:t>
                                  </m:r>
                                </m:sub>
                              </m:sSub>
                              <m:d>
                                <m:dPr>
                                  <m:ctrlPr>
                                    <a:rPr lang="en-GB" sz="2000" i="1">
                                      <a:solidFill>
                                        <a:srgbClr val="A5AAB0"/>
                                      </a:solidFill>
                                      <a:latin typeface="Cambria Math" panose="02040503050406030204" pitchFamily="18" charset="0"/>
                                      <a:ea typeface="Cambria Math"/>
                                      <a:cs typeface="Cambria Math"/>
                                    </a:rPr>
                                  </m:ctrlPr>
                                </m:dPr>
                                <m:e>
                                  <m:sSub>
                                    <m:sSubPr>
                                      <m:ctrlPr>
                                        <a:rPr lang="en-GB" sz="2000">
                                          <a:solidFill>
                                            <a:srgbClr val="A5AAB0"/>
                                          </a:solidFill>
                                          <a:latin typeface="Cambria Math"/>
                                          <a:ea typeface="Cambria Math"/>
                                          <a:cs typeface="Cambria Math"/>
                                        </a:rPr>
                                      </m:ctrlPr>
                                    </m:sSubPr>
                                    <m:e>
                                      <m:r>
                                        <a:rPr lang="en-GB" sz="2000">
                                          <a:solidFill>
                                            <a:srgbClr val="A5AAB0"/>
                                          </a:solidFill>
                                          <a:latin typeface="Cambria Math"/>
                                          <a:ea typeface="Cambria Math"/>
                                          <a:cs typeface="Cambria Math"/>
                                        </a:rPr>
                                        <m:t>𝐚</m:t>
                                      </m:r>
                                    </m:e>
                                    <m:sub>
                                      <m:r>
                                        <a:rPr lang="en-GB" sz="2000">
                                          <a:solidFill>
                                            <a:srgbClr val="A5AAB0"/>
                                          </a:solidFill>
                                          <a:latin typeface="Cambria Math"/>
                                          <a:ea typeface="Cambria Math"/>
                                          <a:cs typeface="Cambria Math"/>
                                        </a:rPr>
                                        <m:t>2</m:t>
                                      </m:r>
                                    </m:sub>
                                  </m:sSub>
                                  <m:d>
                                    <m:dPr>
                                      <m:ctrlPr>
                                        <a:rPr lang="en-GB" sz="2000">
                                          <a:solidFill>
                                            <a:srgbClr val="A5AAB0"/>
                                          </a:solidFill>
                                          <a:latin typeface="Cambria Math"/>
                                          <a:ea typeface="Cambria Math"/>
                                          <a:cs typeface="Cambria Math"/>
                                        </a:rPr>
                                      </m:ctrlPr>
                                    </m:dPr>
                                    <m:e>
                                      <m:r>
                                        <a:rPr lang="en-GB" sz="2000">
                                          <a:solidFill>
                                            <a:srgbClr val="A5AAB0"/>
                                          </a:solidFill>
                                          <a:latin typeface="Cambria Math"/>
                                          <a:ea typeface="Cambria Math"/>
                                          <a:cs typeface="Cambria Math"/>
                                        </a:rPr>
                                        <m:t>𝐱</m:t>
                                      </m:r>
                                    </m:e>
                                  </m:d>
                                </m:e>
                              </m:d>
                            </m:e>
                          </m:d>
                        </m:e>
                        <m:sub>
                          <m:r>
                            <a:rPr lang="en-GB" sz="2000">
                              <a:solidFill>
                                <a:srgbClr val="A5AAB0"/>
                              </a:solidFill>
                              <a:latin typeface="Cambria Math"/>
                              <a:ea typeface="Cambria Math"/>
                              <a:cs typeface="Cambria Math"/>
                            </a:rPr>
                            <m:t>1</m:t>
                          </m:r>
                        </m:sub>
                      </m:sSub>
                      <m:r>
                        <a:rPr lang="en-GB" sz="2000">
                          <a:solidFill>
                            <a:srgbClr val="A5AAB0"/>
                          </a:solidFill>
                          <a:latin typeface="Cambria Math"/>
                          <a:ea typeface="Cambria Math"/>
                          <a:cs typeface="Cambria Math"/>
                        </a:rPr>
                        <m:t>=−1</m:t>
                      </m:r>
                    </m:oMath>
                  </m:oMathPara>
                </a14:m>
                <a:endParaRPr lang="en-GB" sz="2000"/>
              </a:p>
            </p:txBody>
          </p:sp>
        </mc:Choice>
        <mc:Fallback xmlns="">
          <p:sp>
            <p:nvSpPr>
              <p:cNvPr id="145" name="equation_141" descr="(\partial\mathcal{L}_{\mathrm{sq}}/\partial b_2)(\boldsymbol\theta)=\left[\nabla J_{2}(\mathbf a_2(\mathbf{x}))\right]_1=-1">
                <a:extLst>
                  <a:ext uri="{FF2B5EF4-FFF2-40B4-BE49-F238E27FC236}">
                    <a16:creationId xmlns:a16="http://schemas.microsoft.com/office/drawing/2014/main" id="{EE867860-6B25-47B5-B029-3ED64452710B}"/>
                  </a:ext>
                </a:extLst>
              </p:cNvPr>
              <p:cNvSpPr>
                <a:spLocks noGrp="1" noRot="1" noChangeAspect="1" noMove="1" noResize="1" noEditPoints="1" noAdjustHandles="1" noChangeArrowheads="1" noChangeShapeType="1" noTextEdit="1"/>
              </p:cNvSpPr>
              <p:nvPr/>
            </p:nvSpPr>
            <p:spPr>
              <a:xfrm>
                <a:off x="7029450" y="5572125"/>
                <a:ext cx="4610100" cy="457200"/>
              </a:xfrm>
              <a:prstGeom prst="rect">
                <a:avLst/>
              </a:prstGeom>
              <a:blipFill>
                <a:blip r:embed="rId18"/>
                <a:stretch>
                  <a:fillRect b="-4000"/>
                </a:stretch>
              </a:blipFill>
              <a:ln w="0">
                <a:noFill/>
              </a:ln>
            </p:spPr>
            <p:txBody>
              <a:bodyPr/>
              <a:lstStyle/>
              <a:p>
                <a:r>
                  <a:rPr lang="it-IT">
                    <a:noFill/>
                  </a:rPr>
                  <a:t> </a:t>
                </a:r>
              </a:p>
            </p:txBody>
          </p:sp>
        </mc:Fallback>
      </mc:AlternateContent>
      <p:sp>
        <p:nvSpPr>
          <p:cNvPr id="146" name="note_box_142">
            <a:extLst>
              <a:ext uri="{FF2B5EF4-FFF2-40B4-BE49-F238E27FC236}">
                <a16:creationId xmlns:a16="http://schemas.microsoft.com/office/drawing/2014/main" id="{201B8C69-F6DB-4791-978E-1197843DDC81}"/>
              </a:ext>
            </a:extLst>
          </p:cNvPr>
          <p:cNvSpPr>
            <a:spLocks noGrp="1"/>
          </p:cNvSpPr>
          <p:nvPr/>
        </p:nvSpPr>
        <p:spPr>
          <a:xfrm>
            <a:off x="762000" y="3162300"/>
            <a:ext cx="5905500" cy="1028700"/>
          </a:xfrm>
          <a:prstGeom prst="roundRect">
            <a:avLst>
              <a:gd name="adj" fmla="val 5000"/>
            </a:avLst>
          </a:prstGeom>
          <a:solidFill>
            <a:srgbClr val="FBF7F2"/>
          </a:solidFill>
          <a:ln w="14288">
            <a:solidFill>
              <a:srgbClr val="235C99"/>
            </a:solidFill>
          </a:ln>
        </p:spPr>
        <p:txBody>
          <a:bodyPr/>
          <a:lstStyle/>
          <a:p>
            <a:endParaRPr lang="it-IT"/>
          </a:p>
        </p:txBody>
      </p:sp>
      <mc:AlternateContent xmlns:mc="http://schemas.openxmlformats.org/markup-compatibility/2006" xmlns:a14="http://schemas.microsoft.com/office/drawing/2010/main">
        <mc:Choice Requires="a14">
          <p:sp>
            <p:nvSpPr>
              <p:cNvPr id="147" name="equation_143" descr="\nabla J_{1}(\mathbf a_1(\mathbf{x}))">
                <a:extLst>
                  <a:ext uri="{FF2B5EF4-FFF2-40B4-BE49-F238E27FC236}">
                    <a16:creationId xmlns:a16="http://schemas.microsoft.com/office/drawing/2014/main" id="{2097FA1C-02AE-405A-A73E-0D1DDB6EE6AE}"/>
                  </a:ext>
                </a:extLst>
              </p:cNvPr>
              <p:cNvSpPr>
                <a:spLocks noGrp="1"/>
              </p:cNvSpPr>
              <p:nvPr/>
            </p:nvSpPr>
            <p:spPr>
              <a:xfrm>
                <a:off x="838200" y="3171825"/>
                <a:ext cx="575310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000">
                          <a:solidFill>
                            <a:srgbClr val="AB4910"/>
                          </a:solidFill>
                          <a:latin typeface="Cambria Math"/>
                          <a:ea typeface="Cambria Math"/>
                          <a:cs typeface="Cambria Math"/>
                        </a:rPr>
                        <m:t>∇</m:t>
                      </m:r>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𝐽</m:t>
                          </m:r>
                        </m:e>
                        <m:sub>
                          <m:r>
                            <a:rPr lang="en-GB" sz="2000">
                              <a:solidFill>
                                <a:srgbClr val="AB4910"/>
                              </a:solidFill>
                              <a:latin typeface="Cambria Math"/>
                              <a:ea typeface="Cambria Math"/>
                              <a:cs typeface="Cambria Math"/>
                            </a:rPr>
                            <m:t>1</m:t>
                          </m:r>
                        </m:sub>
                      </m:sSub>
                      <m:d>
                        <m:dPr>
                          <m:ctrlPr>
                            <a:rPr lang="en-GB" sz="2000" i="1">
                              <a:solidFill>
                                <a:srgbClr val="AB4910"/>
                              </a:solidFill>
                              <a:latin typeface="Cambria Math" panose="02040503050406030204" pitchFamily="18" charset="0"/>
                              <a:ea typeface="Cambria Math"/>
                              <a:cs typeface="Cambria Math"/>
                            </a:rPr>
                          </m:ctrlPr>
                        </m:dPr>
                        <m:e>
                          <m:sSub>
                            <m:sSubPr>
                              <m:ctrlPr>
                                <a:rPr lang="en-GB" sz="2000">
                                  <a:solidFill>
                                    <a:srgbClr val="AB4910"/>
                                  </a:solidFill>
                                  <a:latin typeface="Cambria Math"/>
                                  <a:ea typeface="Cambria Math"/>
                                  <a:cs typeface="Cambria Math"/>
                                </a:rPr>
                              </m:ctrlPr>
                            </m:sSubPr>
                            <m:e>
                              <m:r>
                                <a:rPr lang="en-GB" sz="2000">
                                  <a:solidFill>
                                    <a:srgbClr val="AB4910"/>
                                  </a:solidFill>
                                  <a:latin typeface="Cambria Math"/>
                                  <a:ea typeface="Cambria Math"/>
                                  <a:cs typeface="Cambria Math"/>
                                </a:rPr>
                                <m:t>𝐚</m:t>
                              </m:r>
                            </m:e>
                            <m:sub>
                              <m:r>
                                <a:rPr lang="en-GB" sz="2000">
                                  <a:solidFill>
                                    <a:srgbClr val="AB4910"/>
                                  </a:solidFill>
                                  <a:latin typeface="Cambria Math"/>
                                  <a:ea typeface="Cambria Math"/>
                                  <a:cs typeface="Cambria Math"/>
                                </a:rPr>
                                <m:t>1</m:t>
                              </m:r>
                            </m:sub>
                          </m:sSub>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𝐱</m:t>
                              </m:r>
                            </m:e>
                          </m:d>
                        </m:e>
                      </m:d>
                    </m:oMath>
                  </m:oMathPara>
                </a14:m>
                <a:endParaRPr/>
              </a:p>
            </p:txBody>
          </p:sp>
        </mc:Choice>
        <mc:Fallback xmlns="">
          <p:sp>
            <p:nvSpPr>
              <p:cNvPr id="147" name="equation_143" descr="\nabla J_{1}(\mathbf a_1(\mathbf{x}))">
                <a:extLst>
                  <a:ext uri="{FF2B5EF4-FFF2-40B4-BE49-F238E27FC236}">
                    <a16:creationId xmlns:a16="http://schemas.microsoft.com/office/drawing/2014/main" id="{2097FA1C-02AE-405A-A73E-0D1DDB6EE6AE}"/>
                  </a:ext>
                </a:extLst>
              </p:cNvPr>
              <p:cNvSpPr>
                <a:spLocks noGrp="1" noRot="1" noChangeAspect="1" noMove="1" noResize="1" noEditPoints="1" noAdjustHandles="1" noChangeArrowheads="1" noChangeShapeType="1" noTextEdit="1"/>
              </p:cNvSpPr>
              <p:nvPr/>
            </p:nvSpPr>
            <p:spPr>
              <a:xfrm>
                <a:off x="838200" y="3171825"/>
                <a:ext cx="5753100" cy="323850"/>
              </a:xfrm>
              <a:prstGeom prst="rect">
                <a:avLst/>
              </a:prstGeom>
              <a:blipFill>
                <a:blip r:embed="rId19"/>
                <a:stretch>
                  <a:fillRect b="-2830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8" name="equation_144" descr="=(-2,1,-1/2)\odot(0,1,1)">
                <a:extLst>
                  <a:ext uri="{FF2B5EF4-FFF2-40B4-BE49-F238E27FC236}">
                    <a16:creationId xmlns:a16="http://schemas.microsoft.com/office/drawing/2014/main" id="{2E68C907-120B-4F30-867F-7FED2692E0C7}"/>
                  </a:ext>
                </a:extLst>
              </p:cNvPr>
              <p:cNvSpPr>
                <a:spLocks noGrp="1"/>
              </p:cNvSpPr>
              <p:nvPr/>
            </p:nvSpPr>
            <p:spPr>
              <a:xfrm>
                <a:off x="838200" y="3514725"/>
                <a:ext cx="5753100" cy="3429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6C3091"/>
                              </a:solidFill>
                              <a:latin typeface="Cambria Math"/>
                              <a:ea typeface="Cambria Math"/>
                              <a:cs typeface="Cambria Math"/>
                            </a:rPr>
                          </m:ctrlPr>
                        </m:dPr>
                        <m:e>
                          <m:r>
                            <m:rPr>
                              <m:sty m:val="p"/>
                            </m:rPr>
                            <a:rPr lang="en-GB" sz="2000">
                              <a:solidFill>
                                <a:srgbClr val="6C3091"/>
                              </a:solidFill>
                              <a:latin typeface="Cambria Math"/>
                              <a:ea typeface="Cambria Math"/>
                              <a:cs typeface="Cambria Math"/>
                            </a:rPr>
                            <m:t>∇</m:t>
                          </m:r>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𝐽</m:t>
                              </m:r>
                            </m:e>
                            <m:sub>
                              <m:r>
                                <a:rPr lang="en-GB" sz="2000">
                                  <a:solidFill>
                                    <a:srgbClr val="6C3091"/>
                                  </a:solidFill>
                                  <a:latin typeface="Cambria Math"/>
                                  <a:ea typeface="Cambria Math"/>
                                  <a:cs typeface="Cambria Math"/>
                                </a:rPr>
                                <m:t>2</m:t>
                              </m:r>
                            </m:sub>
                          </m:sSub>
                          <m:d>
                            <m:dPr>
                              <m:ctrlPr>
                                <a:rPr lang="en-GB" sz="2000" i="1">
                                  <a:solidFill>
                                    <a:srgbClr val="6C3091"/>
                                  </a:solidFill>
                                  <a:latin typeface="Cambria Math" panose="02040503050406030204" pitchFamily="18" charset="0"/>
                                  <a:ea typeface="Cambria Math"/>
                                  <a:cs typeface="Cambria Math"/>
                                </a:rPr>
                              </m:ctrlPr>
                            </m:dPr>
                            <m:e>
                              <m:sSub>
                                <m:sSubPr>
                                  <m:ctrlPr>
                                    <a:rPr lang="en-GB" sz="2000">
                                      <a:solidFill>
                                        <a:srgbClr val="6C3091"/>
                                      </a:solidFill>
                                      <a:latin typeface="Cambria Math"/>
                                      <a:ea typeface="Cambria Math"/>
                                      <a:cs typeface="Cambria Math"/>
                                    </a:rPr>
                                  </m:ctrlPr>
                                </m:sSubPr>
                                <m:e>
                                  <m:r>
                                    <a:rPr lang="en-GB" sz="2000">
                                      <a:solidFill>
                                        <a:srgbClr val="6C3091"/>
                                      </a:solidFill>
                                      <a:latin typeface="Cambria Math"/>
                                      <a:ea typeface="Cambria Math"/>
                                      <a:cs typeface="Cambria Math"/>
                                    </a:rPr>
                                    <m:t>𝐚</m:t>
                                  </m:r>
                                </m:e>
                                <m:sub>
                                  <m:r>
                                    <a:rPr lang="en-GB" sz="2000">
                                      <a:solidFill>
                                        <a:srgbClr val="6C3091"/>
                                      </a:solidFill>
                                      <a:latin typeface="Cambria Math"/>
                                      <a:ea typeface="Cambria Math"/>
                                      <a:cs typeface="Cambria Math"/>
                                    </a:rPr>
                                    <m:t>2</m:t>
                                  </m:r>
                                </m:sub>
                              </m:sSub>
                              <m:d>
                                <m:dPr>
                                  <m:ctrlPr>
                                    <a:rPr lang="en-GB" sz="2000">
                                      <a:solidFill>
                                        <a:srgbClr val="6C3091"/>
                                      </a:solidFill>
                                      <a:latin typeface="Cambria Math"/>
                                      <a:ea typeface="Cambria Math"/>
                                      <a:cs typeface="Cambria Math"/>
                                    </a:rPr>
                                  </m:ctrlPr>
                                </m:dPr>
                                <m:e>
                                  <m:r>
                                    <a:rPr lang="en-GB" sz="2000">
                                      <a:solidFill>
                                        <a:srgbClr val="6C3091"/>
                                      </a:solidFill>
                                      <a:latin typeface="Cambria Math"/>
                                      <a:ea typeface="Cambria Math"/>
                                      <a:cs typeface="Cambria Math"/>
                                    </a:rPr>
                                    <m:t>𝐱</m:t>
                                  </m:r>
                                </m:e>
                              </m:d>
                            </m:e>
                          </m:d>
                          <m:r>
                            <a:rPr lang="en-GB" sz="2000">
                              <a:solidFill>
                                <a:srgbClr val="6C3091"/>
                              </a:solidFill>
                              <a:latin typeface="Cambria Math"/>
                              <a:ea typeface="Cambria Math"/>
                              <a:cs typeface="Cambria Math"/>
                            </a:rPr>
                            <m:t>⋅</m:t>
                          </m:r>
                          <m:sSubSup>
                            <m:sSubSupPr>
                              <m:ctrlPr>
                                <a:rPr lang="en-GB" sz="2000">
                                  <a:solidFill>
                                    <a:srgbClr val="6C3091"/>
                                  </a:solidFill>
                                  <a:latin typeface="Cambria Math"/>
                                  <a:ea typeface="Cambria Math"/>
                                  <a:cs typeface="Cambria Math"/>
                                </a:rPr>
                              </m:ctrlPr>
                            </m:sSubSupPr>
                            <m:e>
                              <m:r>
                                <a:rPr lang="en-GB" sz="2000">
                                  <a:solidFill>
                                    <a:srgbClr val="6C3091"/>
                                  </a:solidFill>
                                  <a:latin typeface="Cambria Math"/>
                                  <a:ea typeface="Cambria Math"/>
                                  <a:cs typeface="Cambria Math"/>
                                </a:rPr>
                                <m:t>𝐖</m:t>
                              </m:r>
                            </m:e>
                            <m:sub>
                              <m:r>
                                <a:rPr lang="en-GB" sz="2000">
                                  <a:solidFill>
                                    <a:srgbClr val="6C3091"/>
                                  </a:solidFill>
                                  <a:latin typeface="Cambria Math"/>
                                  <a:ea typeface="Cambria Math"/>
                                  <a:cs typeface="Cambria Math"/>
                                </a:rPr>
                                <m:t>2</m:t>
                              </m:r>
                            </m:sub>
                            <m:sup>
                              <m:r>
                                <a:rPr lang="en-GB" sz="2000">
                                  <a:solidFill>
                                    <a:srgbClr val="6C3091"/>
                                  </a:solidFill>
                                  <a:latin typeface="Cambria Math"/>
                                  <a:ea typeface="Cambria Math"/>
                                  <a:cs typeface="Cambria Math"/>
                                </a:rPr>
                                <m:t>𝖳</m:t>
                              </m:r>
                            </m:sup>
                          </m:sSubSup>
                        </m:e>
                      </m:d>
                      <m:r>
                        <a:rPr lang="en-GB" sz="2000">
                          <a:solidFill>
                            <a:srgbClr val="00704D"/>
                          </a:solidFill>
                          <a:latin typeface="Cambria Math"/>
                          <a:ea typeface="Cambria Math"/>
                          <a:cs typeface="Cambria Math"/>
                        </a:rPr>
                        <m:t>⊙</m:t>
                      </m:r>
                      <m:r>
                        <a:rPr lang="en-GB" sz="2000">
                          <a:solidFill>
                            <a:srgbClr val="00704D"/>
                          </a:solidFill>
                          <a:latin typeface="Cambria Math"/>
                          <a:ea typeface="Cambria Math"/>
                          <a:cs typeface="Cambria Math"/>
                        </a:rPr>
                        <m:t>𝐬𝐭𝐞𝐩</m:t>
                      </m:r>
                      <m:d>
                        <m:dPr>
                          <m:ctrlPr>
                            <a:rPr lang="en-GB" sz="2000" i="1">
                              <a:solidFill>
                                <a:srgbClr val="00704D"/>
                              </a:solidFill>
                              <a:latin typeface="Cambria Math" panose="02040503050406030204" pitchFamily="18" charset="0"/>
                              <a:ea typeface="Cambria Math"/>
                              <a:cs typeface="Cambria Math"/>
                            </a:rPr>
                          </m:ctrlPr>
                        </m:dPr>
                        <m:e>
                          <m:sSub>
                            <m:sSubPr>
                              <m:ctrlPr>
                                <a:rPr lang="en-GB" sz="2000">
                                  <a:solidFill>
                                    <a:srgbClr val="00704D"/>
                                  </a:solidFill>
                                  <a:latin typeface="Cambria Math"/>
                                  <a:ea typeface="Cambria Math"/>
                                  <a:cs typeface="Cambria Math"/>
                                </a:rPr>
                              </m:ctrlPr>
                            </m:sSubPr>
                            <m:e>
                              <m:r>
                                <a:rPr lang="en-GB" sz="2000">
                                  <a:solidFill>
                                    <a:srgbClr val="00704D"/>
                                  </a:solidFill>
                                  <a:latin typeface="Cambria Math"/>
                                  <a:ea typeface="Cambria Math"/>
                                  <a:cs typeface="Cambria Math"/>
                                </a:rPr>
                                <m:t>𝐚</m:t>
                              </m:r>
                            </m:e>
                            <m:sub>
                              <m:r>
                                <a:rPr lang="en-GB" sz="2000">
                                  <a:solidFill>
                                    <a:srgbClr val="00704D"/>
                                  </a:solidFill>
                                  <a:latin typeface="Cambria Math"/>
                                  <a:ea typeface="Cambria Math"/>
                                  <a:cs typeface="Cambria Math"/>
                                </a:rPr>
                                <m:t>1</m:t>
                              </m:r>
                            </m:sub>
                          </m:sSub>
                          <m:d>
                            <m:dPr>
                              <m:ctrlPr>
                                <a:rPr lang="en-GB" sz="2000">
                                  <a:solidFill>
                                    <a:srgbClr val="00704D"/>
                                  </a:solidFill>
                                  <a:latin typeface="Cambria Math"/>
                                  <a:ea typeface="Cambria Math"/>
                                  <a:cs typeface="Cambria Math"/>
                                </a:rPr>
                              </m:ctrlPr>
                            </m:dPr>
                            <m:e>
                              <m:r>
                                <a:rPr lang="en-GB" sz="2000">
                                  <a:solidFill>
                                    <a:srgbClr val="00704D"/>
                                  </a:solidFill>
                                  <a:latin typeface="Cambria Math"/>
                                  <a:ea typeface="Cambria Math"/>
                                  <a:cs typeface="Cambria Math"/>
                                </a:rPr>
                                <m:t>𝐱</m:t>
                              </m:r>
                            </m:e>
                          </m:d>
                        </m:e>
                      </m:d>
                    </m:oMath>
                  </m:oMathPara>
                </a14:m>
                <a:endParaRPr/>
              </a:p>
            </p:txBody>
          </p:sp>
        </mc:Choice>
        <mc:Fallback xmlns="">
          <p:sp>
            <p:nvSpPr>
              <p:cNvPr id="148" name="equation_144" descr="=(-2,1,-1/2)\odot(0,1,1)">
                <a:extLst>
                  <a:ext uri="{FF2B5EF4-FFF2-40B4-BE49-F238E27FC236}">
                    <a16:creationId xmlns:a16="http://schemas.microsoft.com/office/drawing/2014/main" id="{2E68C907-120B-4F30-867F-7FED2692E0C7}"/>
                  </a:ext>
                </a:extLst>
              </p:cNvPr>
              <p:cNvSpPr>
                <a:spLocks noGrp="1" noRot="1" noChangeAspect="1" noMove="1" noResize="1" noEditPoints="1" noAdjustHandles="1" noChangeArrowheads="1" noChangeShapeType="1" noTextEdit="1"/>
              </p:cNvSpPr>
              <p:nvPr/>
            </p:nvSpPr>
            <p:spPr>
              <a:xfrm>
                <a:off x="838200" y="3514725"/>
                <a:ext cx="5753100" cy="342900"/>
              </a:xfrm>
              <a:prstGeom prst="rect">
                <a:avLst/>
              </a:prstGeom>
              <a:blipFill>
                <a:blip r:embed="rId20"/>
                <a:stretch>
                  <a:fillRect b="-2321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9" name="equation_145" descr="=(0,1,-1/2)">
                <a:extLst>
                  <a:ext uri="{FF2B5EF4-FFF2-40B4-BE49-F238E27FC236}">
                    <a16:creationId xmlns:a16="http://schemas.microsoft.com/office/drawing/2014/main" id="{4FBC1DBC-86F2-4D75-9BFA-A79B869DD68E}"/>
                  </a:ext>
                </a:extLst>
              </p:cNvPr>
              <p:cNvSpPr>
                <a:spLocks noGrp="1"/>
              </p:cNvSpPr>
              <p:nvPr/>
            </p:nvSpPr>
            <p:spPr>
              <a:xfrm>
                <a:off x="838200" y="3867150"/>
                <a:ext cx="5753100" cy="285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−2,1,−1/2</m:t>
                          </m:r>
                        </m:e>
                      </m:d>
                      <m:r>
                        <a:rPr lang="en-GB" sz="2000">
                          <a:solidFill>
                            <a:srgbClr val="00704D"/>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m:t>
                          </m:r>
                        </m:e>
                      </m:d>
                      <m:r>
                        <a:rPr lang="en-GB" sz="2000">
                          <a:solidFill>
                            <a:srgbClr val="AB4910"/>
                          </a:solidFill>
                          <a:latin typeface="Cambria Math"/>
                          <a:ea typeface="Cambria Math"/>
                          <a:cs typeface="Cambria Math"/>
                        </a:rPr>
                        <m:t>=</m:t>
                      </m:r>
                      <m:d>
                        <m:dPr>
                          <m:ctrlPr>
                            <a:rPr lang="en-GB" sz="2000">
                              <a:solidFill>
                                <a:srgbClr val="AB4910"/>
                              </a:solidFill>
                              <a:latin typeface="Cambria Math"/>
                              <a:ea typeface="Cambria Math"/>
                              <a:cs typeface="Cambria Math"/>
                            </a:rPr>
                          </m:ctrlPr>
                        </m:dPr>
                        <m:e>
                          <m:r>
                            <a:rPr lang="en-GB" sz="2000">
                              <a:solidFill>
                                <a:srgbClr val="AB4910"/>
                              </a:solidFill>
                              <a:latin typeface="Cambria Math"/>
                              <a:ea typeface="Cambria Math"/>
                              <a:cs typeface="Cambria Math"/>
                            </a:rPr>
                            <m:t>0,1,−1/2</m:t>
                          </m:r>
                        </m:e>
                      </m:d>
                    </m:oMath>
                  </m:oMathPara>
                </a14:m>
                <a:endParaRPr/>
              </a:p>
            </p:txBody>
          </p:sp>
        </mc:Choice>
        <mc:Fallback xmlns="">
          <p:sp>
            <p:nvSpPr>
              <p:cNvPr id="149" name="equation_145" descr="=(0,1,-1/2)">
                <a:extLst>
                  <a:ext uri="{FF2B5EF4-FFF2-40B4-BE49-F238E27FC236}">
                    <a16:creationId xmlns:a16="http://schemas.microsoft.com/office/drawing/2014/main" id="{4FBC1DBC-86F2-4D75-9BFA-A79B869DD68E}"/>
                  </a:ext>
                </a:extLst>
              </p:cNvPr>
              <p:cNvSpPr>
                <a:spLocks noGrp="1" noRot="1" noChangeAspect="1" noMove="1" noResize="1" noEditPoints="1" noAdjustHandles="1" noChangeArrowheads="1" noChangeShapeType="1" noTextEdit="1"/>
              </p:cNvSpPr>
              <p:nvPr/>
            </p:nvSpPr>
            <p:spPr>
              <a:xfrm>
                <a:off x="838200" y="3867150"/>
                <a:ext cx="5753100" cy="285750"/>
              </a:xfrm>
              <a:prstGeom prst="rect">
                <a:avLst/>
              </a:prstGeom>
              <a:blipFill>
                <a:blip r:embed="rIdFit_32_equation_145"/>
                <a:stretch>
                  <a:fillRect t="-15909" b="-65909"/>
                </a:stretch>
              </a:blipFill>
              <a:ln w="0">
                <a:noFill/>
              </a:ln>
            </p:spPr>
            <p:txBody>
              <a:bodyPr/>
              <a:lstStyle/>
              <a:p>
                <a:r>
                  <a:rPr lang="it-IT">
                    <a:noFill/>
                  </a:rPr>
                  <a:t> </a:t>
                </a:r>
              </a:p>
            </p:txBody>
          </p:sp>
        </mc:Fallback>
      </mc:AlternateContent>
      <p:sp>
        <p:nvSpPr>
          <p:cNvPr id="150" name="note_box_146">
            <a:extLst>
              <a:ext uri="{FF2B5EF4-FFF2-40B4-BE49-F238E27FC236}">
                <a16:creationId xmlns:a16="http://schemas.microsoft.com/office/drawing/2014/main" id="{00BDF96F-0E8A-4F4C-8C9F-20FDFF0E2A5D}"/>
              </a:ext>
            </a:extLst>
          </p:cNvPr>
          <p:cNvSpPr>
            <a:spLocks noGrp="1"/>
          </p:cNvSpPr>
          <p:nvPr/>
        </p:nvSpPr>
        <p:spPr>
          <a:xfrm>
            <a:off x="762000" y="4257675"/>
            <a:ext cx="5905500" cy="1219200"/>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151" name="equation_147" descr="\nabla_{\mathbf W_1}\mathcal L_{\mathrm{sq}}=\boldsymbol\phi_0(\mathbf{x})^{\mathsf{T}}\cdot\nabla J_{1}(\mathbf a_1(\mathbf{x}))">
                <a:extLst>
                  <a:ext uri="{FF2B5EF4-FFF2-40B4-BE49-F238E27FC236}">
                    <a16:creationId xmlns:a16="http://schemas.microsoft.com/office/drawing/2014/main" id="{B9AD3259-C417-4C7F-A36D-33B55A1D81AF}"/>
                  </a:ext>
                </a:extLst>
              </p:cNvPr>
              <p:cNvSpPr>
                <a:spLocks noGrp="1"/>
              </p:cNvSpPr>
              <p:nvPr/>
            </p:nvSpPr>
            <p:spPr>
              <a:xfrm>
                <a:off x="1495425" y="4235482"/>
                <a:ext cx="4248150" cy="396812"/>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AF1B29"/>
                              </a:solidFill>
                              <a:latin typeface="Cambria Math"/>
                              <a:ea typeface="Cambria Math"/>
                              <a:cs typeface="Cambria Math"/>
                            </a:rPr>
                          </m:ctrlPr>
                        </m:sSubPr>
                        <m:e>
                          <m:r>
                            <m:rPr>
                              <m:sty m:val="p"/>
                            </m:rPr>
                            <a:rPr lang="en-GB" sz="2000">
                              <a:solidFill>
                                <a:srgbClr val="AF1B29"/>
                              </a:solidFill>
                              <a:latin typeface="Cambria Math"/>
                              <a:ea typeface="Cambria Math"/>
                              <a:cs typeface="Cambria Math"/>
                            </a:rPr>
                            <m:t>∇</m:t>
                          </m:r>
                        </m:e>
                        <m: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𝐖</m:t>
                              </m:r>
                            </m:e>
                            <m:sub>
                              <m:r>
                                <a:rPr lang="en-GB" sz="2000">
                                  <a:solidFill>
                                    <a:srgbClr val="AF1B29"/>
                                  </a:solidFill>
                                  <a:latin typeface="Cambria Math"/>
                                  <a:ea typeface="Cambria Math"/>
                                  <a:cs typeface="Cambria Math"/>
                                </a:rPr>
                                <m:t>1</m:t>
                              </m:r>
                            </m:sub>
                          </m:sSub>
                        </m:sub>
                      </m:sSub>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ℒ</m:t>
                          </m:r>
                        </m:e>
                        <m:sub>
                          <m:r>
                            <m:rPr>
                              <m:sty m:val="p"/>
                            </m:rPr>
                            <a:rPr lang="en-GB" sz="2000">
                              <a:solidFill>
                                <a:srgbClr val="AF1B29"/>
                              </a:solidFill>
                              <a:latin typeface="Cambria Math"/>
                              <a:ea typeface="Cambria Math"/>
                              <a:cs typeface="Cambria Math"/>
                            </a:rPr>
                            <m:t>sq</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𝛉</m:t>
                          </m:r>
                        </m:e>
                      </m:d>
                      <m: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𝛟</m:t>
                          </m:r>
                        </m:e>
                        <m:sub>
                          <m:r>
                            <a:rPr lang="en-GB" sz="2000">
                              <a:solidFill>
                                <a:srgbClr val="AF1B29"/>
                              </a:solidFill>
                              <a:latin typeface="Cambria Math"/>
                              <a:ea typeface="Cambria Math"/>
                              <a:cs typeface="Cambria Math"/>
                            </a:rPr>
                            <m:t>0</m:t>
                          </m:r>
                        </m:sub>
                      </m:sSub>
                      <m:sSup>
                        <m:sSupPr>
                          <m:ctrlPr>
                            <a:rPr lang="en-GB" sz="2000" i="1">
                              <a:solidFill>
                                <a:srgbClr val="AF1B29"/>
                              </a:solidFill>
                              <a:latin typeface="Cambria Math" panose="02040503050406030204" pitchFamily="18" charset="0"/>
                              <a:ea typeface="Cambria Math"/>
                              <a:cs typeface="Cambria Math"/>
                            </a:rPr>
                          </m:ctrlPr>
                        </m:sSupPr>
                        <m:e>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sup>
                          <m:r>
                            <a:rPr lang="en-GB" sz="2000">
                              <a:solidFill>
                                <a:srgbClr val="AF1B29"/>
                              </a:solidFill>
                              <a:latin typeface="Cambria Math"/>
                              <a:ea typeface="Cambria Math"/>
                              <a:cs typeface="Cambria Math"/>
                            </a:rPr>
                            <m:t>𝖳</m:t>
                          </m:r>
                        </m:sup>
                      </m:sSup>
                      <m:r>
                        <a:rPr lang="en-GB" sz="2000">
                          <a:solidFill>
                            <a:srgbClr val="AF1B29"/>
                          </a:solidFill>
                          <a:latin typeface="Cambria Math"/>
                          <a:ea typeface="Cambria Math"/>
                          <a:cs typeface="Cambria Math"/>
                        </a:rPr>
                        <m:t>⋅</m:t>
                      </m:r>
                      <m:r>
                        <m:rPr>
                          <m:sty m:val="p"/>
                        </m:rPr>
                        <a:rPr lang="en-GB" sz="2000">
                          <a:solidFill>
                            <a:srgbClr val="AF1B29"/>
                          </a:solidFill>
                          <a:latin typeface="Cambria Math"/>
                          <a:ea typeface="Cambria Math"/>
                          <a:cs typeface="Cambria Math"/>
                        </a:rPr>
                        <m:t>∇</m:t>
                      </m:r>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𝐽</m:t>
                          </m:r>
                        </m:e>
                        <m:sub>
                          <m:r>
                            <a:rPr lang="en-GB" sz="2000">
                              <a:solidFill>
                                <a:srgbClr val="AF1B29"/>
                              </a:solidFill>
                              <a:latin typeface="Cambria Math"/>
                              <a:ea typeface="Cambria Math"/>
                              <a:cs typeface="Cambria Math"/>
                            </a:rPr>
                            <m:t>1</m:t>
                          </m:r>
                        </m:sub>
                      </m:sSub>
                      <m:d>
                        <m:dPr>
                          <m:ctrlPr>
                            <a:rPr lang="en-GB" sz="2000" i="1">
                              <a:solidFill>
                                <a:srgbClr val="AF1B29"/>
                              </a:solidFill>
                              <a:latin typeface="Cambria Math" panose="02040503050406030204" pitchFamily="18" charset="0"/>
                              <a:ea typeface="Cambria Math"/>
                              <a:cs typeface="Cambria Math"/>
                            </a:rPr>
                          </m:ctrlPr>
                        </m:dPr>
                        <m:e>
                          <m:sSub>
                            <m:sSubPr>
                              <m:ctrlPr>
                                <a:rPr lang="en-GB" sz="2000">
                                  <a:solidFill>
                                    <a:srgbClr val="AF1B29"/>
                                  </a:solidFill>
                                  <a:latin typeface="Cambria Math"/>
                                  <a:ea typeface="Cambria Math"/>
                                  <a:cs typeface="Cambria Math"/>
                                </a:rPr>
                              </m:ctrlPr>
                            </m:sSubPr>
                            <m:e>
                              <m:r>
                                <a:rPr lang="en-GB" sz="2000">
                                  <a:solidFill>
                                    <a:srgbClr val="AF1B29"/>
                                  </a:solidFill>
                                  <a:latin typeface="Cambria Math"/>
                                  <a:ea typeface="Cambria Math"/>
                                  <a:cs typeface="Cambria Math"/>
                                </a:rPr>
                                <m:t>𝐚</m:t>
                              </m:r>
                            </m:e>
                            <m:sub>
                              <m:r>
                                <a:rPr lang="en-GB" sz="2000">
                                  <a:solidFill>
                                    <a:srgbClr val="AF1B29"/>
                                  </a:solidFill>
                                  <a:latin typeface="Cambria Math"/>
                                  <a:ea typeface="Cambria Math"/>
                                  <a:cs typeface="Cambria Math"/>
                                </a:rPr>
                                <m:t>1</m:t>
                              </m:r>
                            </m:sub>
                          </m:sSub>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𝐱</m:t>
                              </m:r>
                            </m:e>
                          </m:d>
                        </m:e>
                      </m:d>
                    </m:oMath>
                  </m:oMathPara>
                </a14:m>
                <a:endParaRPr lang="en-GB" sz="2000"/>
              </a:p>
            </p:txBody>
          </p:sp>
        </mc:Choice>
        <mc:Fallback xmlns="">
          <p:sp>
            <p:nvSpPr>
              <p:cNvPr id="151" name="equation_147" descr="\nabla_{\mathbf W_1}\mathcal L_{\mathrm{sq}}=\boldsymbol\phi_0(\mathbf{x})^{\mathsf{T}}\cdot\nabla J_{1}(\mathbf a_1(\mathbf{x}))">
                <a:extLst>
                  <a:ext uri="{FF2B5EF4-FFF2-40B4-BE49-F238E27FC236}">
                    <a16:creationId xmlns:a16="http://schemas.microsoft.com/office/drawing/2014/main" id="{B9AD3259-C417-4C7F-A36D-33B55A1D81AF}"/>
                  </a:ext>
                </a:extLst>
              </p:cNvPr>
              <p:cNvSpPr>
                <a:spLocks noGrp="1" noRot="1" noChangeAspect="1" noMove="1" noResize="1" noEditPoints="1" noAdjustHandles="1" noChangeArrowheads="1" noChangeShapeType="1" noTextEdit="1"/>
              </p:cNvSpPr>
              <p:nvPr/>
            </p:nvSpPr>
            <p:spPr>
              <a:xfrm>
                <a:off x="1495425" y="4235482"/>
                <a:ext cx="4248150" cy="396812"/>
              </a:xfrm>
              <a:prstGeom prst="rect">
                <a:avLst/>
              </a:prstGeom>
              <a:blipFill>
                <a:blip r:embed="rId24"/>
                <a:stretch>
                  <a:fillRect b="-15385"/>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2" name="equation_148" descr="=\begin{pmatrix}1\\2\end{pmatrix}(0,1,-1/2)=\begin{pmatrix}0&amp;1&amp;-1/2\\0&amp;2&amp;-1\end{pmatrix}">
                <a:extLst>
                  <a:ext uri="{FF2B5EF4-FFF2-40B4-BE49-F238E27FC236}">
                    <a16:creationId xmlns:a16="http://schemas.microsoft.com/office/drawing/2014/main" id="{863EC2CD-C144-4BF4-80B8-65E49EC780CD}"/>
                  </a:ext>
                </a:extLst>
              </p:cNvPr>
              <p:cNvSpPr>
                <a:spLocks noGrp="1"/>
              </p:cNvSpPr>
              <p:nvPr/>
            </p:nvSpPr>
            <p:spPr>
              <a:xfrm>
                <a:off x="838200" y="4600575"/>
                <a:ext cx="5753100" cy="7334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1"/>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1</m:t>
                                </m:r>
                              </m:e>
                            </m:mr>
                            <m:mr>
                              <m:e>
                                <m:r>
                                  <a:rPr lang="en-GB" sz="2000">
                                    <a:solidFill>
                                      <a:srgbClr val="AF1B29"/>
                                    </a:solidFill>
                                    <a:latin typeface="Cambria Math"/>
                                    <a:ea typeface="Cambria Math"/>
                                    <a:cs typeface="Cambria Math"/>
                                  </a:rPr>
                                  <m:t>2</m:t>
                                </m:r>
                              </m:e>
                            </m:mr>
                          </m:m>
                        </m:e>
                      </m:d>
                      <m:r>
                        <a:rPr lang="en-GB" sz="2000">
                          <a:solidFill>
                            <a:srgbClr val="BD152B"/>
                          </a:solidFill>
                          <a:latin typeface="Cambria Math"/>
                          <a:ea typeface="Cambria Math"/>
                          <a:cs typeface="Cambria Math"/>
                        </a:rPr>
                        <m:t>⋅</m:t>
                      </m:r>
                      <m:d>
                        <m:dPr>
                          <m:ctrlPr>
                            <a:rPr lang="en-GB" sz="2000">
                              <a:solidFill>
                                <a:srgbClr val="AF1B29"/>
                              </a:solidFill>
                              <a:latin typeface="Cambria Math"/>
                              <a:ea typeface="Cambria Math"/>
                              <a:cs typeface="Cambria Math"/>
                            </a:rPr>
                          </m:ctrlPr>
                        </m:dPr>
                        <m:e>
                          <m:r>
                            <a:rPr lang="en-GB" sz="2000">
                              <a:solidFill>
                                <a:srgbClr val="AF1B29"/>
                              </a:solidFill>
                              <a:latin typeface="Cambria Math"/>
                              <a:ea typeface="Cambria Math"/>
                              <a:cs typeface="Cambria Math"/>
                            </a:rPr>
                            <m:t>0,1,−1/2</m:t>
                          </m:r>
                        </m:e>
                      </m:d>
                      <m:r>
                        <a:rPr lang="en-GB" sz="2000">
                          <a:solidFill>
                            <a:srgbClr val="AF1B29"/>
                          </a:solidFill>
                          <a:latin typeface="Cambria Math"/>
                          <a:ea typeface="Cambria Math"/>
                          <a:cs typeface="Cambria Math"/>
                        </a:rPr>
                        <m:t>=</m:t>
                      </m:r>
                      <m:d>
                        <m:dPr>
                          <m:ctrlPr>
                            <a:rPr lang="en-GB" sz="2000" i="1">
                              <a:solidFill>
                                <a:srgbClr val="AF1B29"/>
                              </a:solidFill>
                              <a:latin typeface="Cambria Math" panose="02040503050406030204" pitchFamily="18" charset="0"/>
                              <a:ea typeface="Cambria Math"/>
                              <a:cs typeface="Cambria Math"/>
                            </a:rPr>
                          </m:ctrlPr>
                        </m:dPr>
                        <m:e>
                          <m:m>
                            <m:mPr>
                              <m:mcs>
                                <m:mc>
                                  <m:mcPr>
                                    <m:count m:val="3"/>
                                    <m:mcJc m:val="center"/>
                                  </m:mcPr>
                                </m:mc>
                              </m:mcs>
                              <m:ctrlPr>
                                <a:rPr lang="en-GB" sz="2000" i="1">
                                  <a:solidFill>
                                    <a:srgbClr val="AF1B29"/>
                                  </a:solidFill>
                                  <a:latin typeface="Cambria Math" panose="02040503050406030204" pitchFamily="18" charset="0"/>
                                  <a:ea typeface="Cambria Math"/>
                                  <a:cs typeface="Cambria Math"/>
                                </a:rPr>
                              </m:ctrlPr>
                            </m:mPr>
                            <m:mr>
                              <m:e>
                                <m:r>
                                  <a:rPr lang="en-GB" sz="2000">
                                    <a:solidFill>
                                      <a:srgbClr val="AF1B29"/>
                                    </a:solidFill>
                                    <a:latin typeface="Cambria Math"/>
                                    <a:ea typeface="Cambria Math"/>
                                    <a:cs typeface="Cambria Math"/>
                                  </a:rPr>
                                  <m:t>0</m:t>
                                </m:r>
                              </m:e>
                              <m:e>
                                <m:r>
                                  <a:rPr lang="en-GB" sz="2000">
                                    <a:solidFill>
                                      <a:srgbClr val="AF1B29"/>
                                    </a:solidFill>
                                    <a:latin typeface="Cambria Math"/>
                                    <a:ea typeface="Cambria Math"/>
                                    <a:cs typeface="Cambria Math"/>
                                  </a:rPr>
                                  <m:t>1</m:t>
                                </m:r>
                              </m:e>
                              <m:e>
                                <m:r>
                                  <a:rPr lang="en-GB" sz="2000">
                                    <a:solidFill>
                                      <a:srgbClr val="AF1B29"/>
                                    </a:solidFill>
                                    <a:latin typeface="Cambria Math"/>
                                    <a:ea typeface="Cambria Math"/>
                                    <a:cs typeface="Cambria Math"/>
                                  </a:rPr>
                                  <m:t>−1/2</m:t>
                                </m:r>
                              </m:e>
                            </m:mr>
                            <m:mr>
                              <m:e>
                                <m:r>
                                  <a:rPr lang="en-GB" sz="2000">
                                    <a:solidFill>
                                      <a:srgbClr val="AF1B29"/>
                                    </a:solidFill>
                                    <a:latin typeface="Cambria Math"/>
                                    <a:ea typeface="Cambria Math"/>
                                    <a:cs typeface="Cambria Math"/>
                                  </a:rPr>
                                  <m:t>0</m:t>
                                </m:r>
                              </m:e>
                              <m:e>
                                <m:r>
                                  <a:rPr lang="en-GB" sz="2000">
                                    <a:solidFill>
                                      <a:srgbClr val="AF1B29"/>
                                    </a:solidFill>
                                    <a:latin typeface="Cambria Math"/>
                                    <a:ea typeface="Cambria Math"/>
                                    <a:cs typeface="Cambria Math"/>
                                  </a:rPr>
                                  <m:t>2</m:t>
                                </m:r>
                              </m:e>
                              <m:e>
                                <m:r>
                                  <a:rPr lang="en-GB" sz="2000">
                                    <a:solidFill>
                                      <a:srgbClr val="AF1B29"/>
                                    </a:solidFill>
                                    <a:latin typeface="Cambria Math"/>
                                    <a:ea typeface="Cambria Math"/>
                                    <a:cs typeface="Cambria Math"/>
                                  </a:rPr>
                                  <m:t>−1</m:t>
                                </m:r>
                              </m:e>
                            </m:mr>
                          </m:m>
                        </m:e>
                      </m:d>
                    </m:oMath>
                  </m:oMathPara>
                </a14:m>
                <a:endParaRPr/>
              </a:p>
            </p:txBody>
          </p:sp>
        </mc:Choice>
        <mc:Fallback xmlns="">
          <p:sp>
            <p:nvSpPr>
              <p:cNvPr id="152" name="equation_148" descr="=\begin{pmatrix}1\\2\end{pmatrix}(0,1,-1/2)=\begin{pmatrix}0&amp;1&amp;-1/2\\0&amp;2&amp;-1\end{pmatrix}">
                <a:extLst>
                  <a:ext uri="{FF2B5EF4-FFF2-40B4-BE49-F238E27FC236}">
                    <a16:creationId xmlns:a16="http://schemas.microsoft.com/office/drawing/2014/main" id="{863EC2CD-C144-4BF4-80B8-65E49EC780CD}"/>
                  </a:ext>
                </a:extLst>
              </p:cNvPr>
              <p:cNvSpPr>
                <a:spLocks noGrp="1" noRot="1" noChangeAspect="1" noMove="1" noResize="1" noEditPoints="1" noAdjustHandles="1" noChangeArrowheads="1" noChangeShapeType="1" noTextEdit="1"/>
              </p:cNvSpPr>
              <p:nvPr/>
            </p:nvSpPr>
            <p:spPr>
              <a:xfrm>
                <a:off x="838200" y="4600575"/>
                <a:ext cx="5753100" cy="733425"/>
              </a:xfrm>
              <a:prstGeom prst="rect">
                <a:avLst/>
              </a:prstGeom>
              <a:blipFill>
                <a:blip r:embed="rId25"/>
                <a:stretch>
                  <a:fillRect/>
                </a:stretch>
              </a:blipFill>
              <a:ln w="0">
                <a:noFill/>
              </a:ln>
            </p:spPr>
            <p:txBody>
              <a:bodyPr/>
              <a:lstStyle/>
              <a:p>
                <a:r>
                  <a:rPr lang="it-IT">
                    <a:noFill/>
                  </a:rPr>
                  <a:t> </a:t>
                </a:r>
              </a:p>
            </p:txBody>
          </p:sp>
        </mc:Fallback>
      </mc:AlternateContent>
      <p:sp>
        <p:nvSpPr>
          <p:cNvPr id="153" name="note_box_149">
            <a:extLst>
              <a:ext uri="{FF2B5EF4-FFF2-40B4-BE49-F238E27FC236}">
                <a16:creationId xmlns:a16="http://schemas.microsoft.com/office/drawing/2014/main" id="{8B0D2FAB-3FAB-4AE0-A5B4-146D82160A18}"/>
              </a:ext>
            </a:extLst>
          </p:cNvPr>
          <p:cNvSpPr>
            <a:spLocks noGrp="1"/>
          </p:cNvSpPr>
          <p:nvPr/>
        </p:nvSpPr>
        <p:spPr>
          <a:xfrm>
            <a:off x="762000" y="5562600"/>
            <a:ext cx="5905500" cy="476250"/>
          </a:xfrm>
          <a:prstGeom prst="roundRect">
            <a:avLst>
              <a:gd name="adj" fmla="val 5000"/>
            </a:avLst>
          </a:prstGeom>
          <a:noFill/>
          <a:ln w="14288">
            <a:solidFill>
              <a:srgbClr val="AF1B29"/>
            </a:solidFill>
          </a:ln>
        </p:spPr>
        <p:txBody>
          <a:bodyPr/>
          <a:lstStyle/>
          <a:p>
            <a:endParaRPr lang="it-IT"/>
          </a:p>
        </p:txBody>
      </p:sp>
      <mc:AlternateContent xmlns:mc="http://schemas.openxmlformats.org/markup-compatibility/2006" xmlns:a14="http://schemas.microsoft.com/office/drawing/2010/main">
        <mc:Choice Requires="a14">
          <p:sp>
            <p:nvSpPr>
              <p:cNvPr id="154" name="equation_150" descr="\nabla_{\mathbf b_1}\mathcal L_{\mathrm{sq}}=(0,1,-1/2)">
                <a:extLst>
                  <a:ext uri="{FF2B5EF4-FFF2-40B4-BE49-F238E27FC236}">
                    <a16:creationId xmlns:a16="http://schemas.microsoft.com/office/drawing/2014/main" id="{FC6D5BAE-8491-4FF8-931D-57D0426E345F}"/>
                  </a:ext>
                </a:extLst>
              </p:cNvPr>
              <p:cNvSpPr>
                <a:spLocks noGrp="1"/>
              </p:cNvSpPr>
              <p:nvPr/>
            </p:nvSpPr>
            <p:spPr>
              <a:xfrm>
                <a:off x="838200" y="5572125"/>
                <a:ext cx="5753100" cy="381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BD152B"/>
                              </a:solidFill>
                              <a:latin typeface="Cambria Math"/>
                              <a:ea typeface="Cambria Math"/>
                              <a:cs typeface="Cambria Math"/>
                            </a:rPr>
                          </m:ctrlPr>
                        </m:sSubPr>
                        <m:e>
                          <m:r>
                            <m:rPr>
                              <m:sty m:val="p"/>
                            </m:rPr>
                            <a:rPr lang="en-GB" sz="2000">
                              <a:solidFill>
                                <a:srgbClr val="BD152B"/>
                              </a:solidFill>
                              <a:latin typeface="Cambria Math"/>
                              <a:ea typeface="Cambria Math"/>
                              <a:cs typeface="Cambria Math"/>
                            </a:rPr>
                            <m:t>∇</m:t>
                          </m:r>
                        </m:e>
                        <m:sub>
                          <m:sSub>
                            <m:sSubPr>
                              <m:ctrlPr>
                                <a:rPr lang="en-GB" sz="2000">
                                  <a:solidFill>
                                    <a:srgbClr val="BD152B"/>
                                  </a:solidFill>
                                  <a:latin typeface="Cambria Math"/>
                                  <a:ea typeface="Cambria Math"/>
                                  <a:cs typeface="Cambria Math"/>
                                </a:rPr>
                              </m:ctrlPr>
                            </m:sSubPr>
                            <m:e>
                              <m:r>
                                <a:rPr lang="en-GB" sz="2000">
                                  <a:solidFill>
                                    <a:srgbClr val="BD152B"/>
                                  </a:solidFill>
                                  <a:latin typeface="Cambria Math"/>
                                  <a:ea typeface="Cambria Math"/>
                                  <a:cs typeface="Cambria Math"/>
                                </a:rPr>
                                <m:t>𝐛</m:t>
                              </m:r>
                            </m:e>
                            <m:sub>
                              <m:r>
                                <a:rPr lang="en-GB" sz="2000">
                                  <a:solidFill>
                                    <a:srgbClr val="BD152B"/>
                                  </a:solidFill>
                                  <a:latin typeface="Cambria Math"/>
                                  <a:ea typeface="Cambria Math"/>
                                  <a:cs typeface="Cambria Math"/>
                                </a:rPr>
                                <m:t>1</m:t>
                              </m:r>
                            </m:sub>
                          </m:sSub>
                        </m:sub>
                      </m:sSub>
                      <m:sSub>
                        <m:sSubPr>
                          <m:ctrlPr>
                            <a:rPr lang="en-GB" sz="2000">
                              <a:solidFill>
                                <a:srgbClr val="BD152B"/>
                              </a:solidFill>
                              <a:latin typeface="Cambria Math"/>
                              <a:ea typeface="Cambria Math"/>
                              <a:cs typeface="Cambria Math"/>
                            </a:rPr>
                          </m:ctrlPr>
                        </m:sSubPr>
                        <m:e>
                          <m:r>
                            <a:rPr lang="en-GB" sz="2000">
                              <a:solidFill>
                                <a:srgbClr val="BD152B"/>
                              </a:solidFill>
                              <a:latin typeface="Cambria Math"/>
                              <a:ea typeface="Cambria Math"/>
                              <a:cs typeface="Cambria Math"/>
                            </a:rPr>
                            <m:t>ℒ</m:t>
                          </m:r>
                        </m:e>
                        <m:sub>
                          <m:r>
                            <m:rPr>
                              <m:sty m:val="p"/>
                            </m:rPr>
                            <a:rPr lang="en-GB" sz="2000">
                              <a:solidFill>
                                <a:srgbClr val="BD152B"/>
                              </a:solidFill>
                              <a:latin typeface="Cambria Math"/>
                              <a:ea typeface="Cambria Math"/>
                              <a:cs typeface="Cambria Math"/>
                            </a:rPr>
                            <m:t>sq</m:t>
                          </m:r>
                        </m:sub>
                      </m:sSub>
                      <m:r>
                        <a:rPr lang="en-GB" sz="2000">
                          <a:solidFill>
                            <a:srgbClr val="BD152B"/>
                          </a:solidFill>
                          <a:latin typeface="Cambria Math"/>
                          <a:ea typeface="Cambria Math"/>
                          <a:cs typeface="Cambria Math"/>
                        </a:rPr>
                        <m:t>(</m:t>
                      </m:r>
                      <m:r>
                        <a:rPr lang="en-GB" sz="2000">
                          <a:solidFill>
                            <a:srgbClr val="BD152B"/>
                          </a:solidFill>
                          <a:latin typeface="Cambria Math"/>
                          <a:ea typeface="Cambria Math"/>
                          <a:cs typeface="Cambria Math"/>
                        </a:rPr>
                        <m:t>𝛉</m:t>
                      </m:r>
                      <m:r>
                        <a:rPr lang="en-GB" sz="2000">
                          <a:solidFill>
                            <a:srgbClr val="BD152B"/>
                          </a:solidFill>
                          <a:latin typeface="Cambria Math"/>
                          <a:ea typeface="Cambria Math"/>
                          <a:cs typeface="Cambria Math"/>
                        </a:rPr>
                        <m:t>)=</m:t>
                      </m:r>
                      <m:r>
                        <m:rPr>
                          <m:sty m:val="p"/>
                        </m:rPr>
                        <a:rPr lang="en-GB" sz="2000">
                          <a:solidFill>
                            <a:srgbClr val="BD152B"/>
                          </a:solidFill>
                          <a:latin typeface="Cambria Math"/>
                          <a:ea typeface="Cambria Math"/>
                          <a:cs typeface="Cambria Math"/>
                        </a:rPr>
                        <m:t>∇</m:t>
                      </m:r>
                      <m:sSub>
                        <m:sSubPr>
                          <m:ctrlPr>
                            <a:rPr lang="en-GB" sz="2000">
                              <a:solidFill>
                                <a:srgbClr val="BD152B"/>
                              </a:solidFill>
                              <a:latin typeface="Cambria Math"/>
                              <a:ea typeface="Cambria Math"/>
                              <a:cs typeface="Cambria Math"/>
                            </a:rPr>
                          </m:ctrlPr>
                        </m:sSubPr>
                        <m:e>
                          <m:r>
                            <a:rPr lang="en-GB" sz="2000">
                              <a:solidFill>
                                <a:srgbClr val="BD152B"/>
                              </a:solidFill>
                              <a:latin typeface="Cambria Math"/>
                              <a:ea typeface="Cambria Math"/>
                              <a:cs typeface="Cambria Math"/>
                            </a:rPr>
                            <m:t>𝐽</m:t>
                          </m:r>
                        </m:e>
                        <m:sub>
                          <m:r>
                            <a:rPr lang="en-GB" sz="2000">
                              <a:solidFill>
                                <a:srgbClr val="BD152B"/>
                              </a:solidFill>
                              <a:latin typeface="Cambria Math"/>
                              <a:ea typeface="Cambria Math"/>
                              <a:cs typeface="Cambria Math"/>
                            </a:rPr>
                            <m:t>1</m:t>
                          </m:r>
                        </m:sub>
                      </m:sSub>
                      <m:r>
                        <a:rPr lang="en-GB" sz="2000">
                          <a:solidFill>
                            <a:srgbClr val="BD152B"/>
                          </a:solidFill>
                          <a:latin typeface="Cambria Math"/>
                          <a:ea typeface="Cambria Math"/>
                          <a:cs typeface="Cambria Math"/>
                        </a:rPr>
                        <m:t>(</m:t>
                      </m:r>
                      <m:sSub>
                        <m:sSubPr>
                          <m:ctrlPr>
                            <a:rPr lang="en-GB" sz="2000">
                              <a:solidFill>
                                <a:srgbClr val="BD152B"/>
                              </a:solidFill>
                              <a:latin typeface="Cambria Math"/>
                              <a:ea typeface="Cambria Math"/>
                              <a:cs typeface="Cambria Math"/>
                            </a:rPr>
                          </m:ctrlPr>
                        </m:sSubPr>
                        <m:e>
                          <m:r>
                            <a:rPr lang="en-GB" sz="2000">
                              <a:solidFill>
                                <a:srgbClr val="BD152B"/>
                              </a:solidFill>
                              <a:latin typeface="Cambria Math"/>
                              <a:ea typeface="Cambria Math"/>
                              <a:cs typeface="Cambria Math"/>
                            </a:rPr>
                            <m:t>𝐚</m:t>
                          </m:r>
                        </m:e>
                        <m:sub>
                          <m:r>
                            <a:rPr lang="en-GB" sz="2000">
                              <a:solidFill>
                                <a:srgbClr val="BD152B"/>
                              </a:solidFill>
                              <a:latin typeface="Cambria Math"/>
                              <a:ea typeface="Cambria Math"/>
                              <a:cs typeface="Cambria Math"/>
                            </a:rPr>
                            <m:t>1</m:t>
                          </m:r>
                        </m:sub>
                      </m:sSub>
                      <m:r>
                        <a:rPr lang="en-GB" sz="2000">
                          <a:solidFill>
                            <a:srgbClr val="BD152B"/>
                          </a:solidFill>
                          <a:latin typeface="Cambria Math"/>
                          <a:ea typeface="Cambria Math"/>
                          <a:cs typeface="Cambria Math"/>
                        </a:rPr>
                        <m:t>(</m:t>
                      </m:r>
                      <m:r>
                        <a:rPr lang="en-GB" sz="2000">
                          <a:solidFill>
                            <a:srgbClr val="BD152B"/>
                          </a:solidFill>
                          <a:latin typeface="Cambria Math"/>
                          <a:ea typeface="Cambria Math"/>
                          <a:cs typeface="Cambria Math"/>
                        </a:rPr>
                        <m:t>𝐱</m:t>
                      </m:r>
                      <m:r>
                        <a:rPr lang="en-GB" sz="2000">
                          <a:solidFill>
                            <a:srgbClr val="BD152B"/>
                          </a:solidFill>
                          <a:latin typeface="Cambria Math"/>
                          <a:ea typeface="Cambria Math"/>
                          <a:cs typeface="Cambria Math"/>
                        </a:rPr>
                        <m:t>))=(0,1,−1/2)</m:t>
                      </m:r>
                    </m:oMath>
                  </m:oMathPara>
                </a14:m>
                <a:endParaRPr/>
              </a:p>
            </p:txBody>
          </p:sp>
        </mc:Choice>
        <mc:Fallback xmlns="">
          <p:sp>
            <p:nvSpPr>
              <p:cNvPr id="154" name="equation_150" descr="\nabla_{\mathbf b_1}\mathcal L_{\mathrm{sq}}=(0,1,-1/2)">
                <a:extLst>
                  <a:ext uri="{FF2B5EF4-FFF2-40B4-BE49-F238E27FC236}">
                    <a16:creationId xmlns:a16="http://schemas.microsoft.com/office/drawing/2014/main" id="{FC6D5BAE-8491-4FF8-931D-57D0426E345F}"/>
                  </a:ext>
                </a:extLst>
              </p:cNvPr>
              <p:cNvSpPr>
                <a:spLocks noGrp="1" noRot="1" noChangeAspect="1" noMove="1" noResize="1" noEditPoints="1" noAdjustHandles="1" noChangeArrowheads="1" noChangeShapeType="1" noTextEdit="1"/>
              </p:cNvSpPr>
              <p:nvPr/>
            </p:nvSpPr>
            <p:spPr>
              <a:xfrm>
                <a:off x="838200" y="5572125"/>
                <a:ext cx="5753100" cy="381000"/>
              </a:xfrm>
              <a:prstGeom prst="rect">
                <a:avLst/>
              </a:prstGeom>
              <a:blipFill>
                <a:blip r:embed="rId26"/>
                <a:stretch>
                  <a:fillRect b="-15873"/>
                </a:stretch>
              </a:blipFill>
              <a:ln w="0">
                <a:noFill/>
              </a:ln>
            </p:spPr>
            <p:txBody>
              <a:bodyPr/>
              <a:lstStyle/>
              <a:p>
                <a:r>
                  <a:rPr lang="it-IT">
                    <a:noFill/>
                  </a:rPr>
                  <a:t> </a:t>
                </a:r>
              </a:p>
            </p:txBody>
          </p:sp>
        </mc:Fallback>
      </mc:AlternateContent>
      <p:sp>
        <p:nvSpPr>
          <p:cNvPr id="155" name="line_151">
            <a:extLst>
              <a:ext uri="{FF2B5EF4-FFF2-40B4-BE49-F238E27FC236}">
                <a16:creationId xmlns:a16="http://schemas.microsoft.com/office/drawing/2014/main" id="{D498EF37-1275-45F2-A643-7492A8D3419D}"/>
              </a:ext>
            </a:extLst>
          </p:cNvPr>
          <p:cNvSpPr>
            <a:spLocks noGrp="1"/>
          </p:cNvSpPr>
          <p:nvPr/>
        </p:nvSpPr>
        <p:spPr>
          <a:xfrm>
            <a:off x="647700" y="2733675"/>
            <a:ext cx="609600" cy="2171700"/>
          </a:xfrm>
          <a:custGeom>
            <a:avLst/>
            <a:gdLst/>
            <a:ahLst/>
            <a:cxnLst/>
            <a:rect l="0" t="0" r="r" b="b"/>
            <a:pathLst>
              <a:path w="609600" h="2171700" fill="none">
                <a:moveTo>
                  <a:pt x="609600" y="0"/>
                </a:moveTo>
                <a:lnTo>
                  <a:pt x="609600" y="190500"/>
                </a:lnTo>
                <a:lnTo>
                  <a:pt x="0" y="190500"/>
                </a:lnTo>
                <a:lnTo>
                  <a:pt x="0" y="2171700"/>
                </a:lnTo>
              </a:path>
            </a:pathLst>
          </a:custGeom>
          <a:noFill/>
          <a:ln w="14288">
            <a:solidFill>
              <a:srgbClr val="235C99"/>
            </a:solidFill>
            <a:prstDash val="dash"/>
          </a:ln>
        </p:spPr>
        <p:txBody>
          <a:bodyPr/>
          <a:lstStyle/>
          <a:p>
            <a:endParaRPr lang="it-IT"/>
          </a:p>
        </p:txBody>
      </p:sp>
      <p:sp>
        <p:nvSpPr>
          <p:cNvPr id="156" name="line_152">
            <a:extLst>
              <a:ext uri="{FF2B5EF4-FFF2-40B4-BE49-F238E27FC236}">
                <a16:creationId xmlns:a16="http://schemas.microsoft.com/office/drawing/2014/main" id="{B35944D5-5AC9-4FAE-A3C4-F377E9C0DB91}"/>
              </a:ext>
            </a:extLst>
          </p:cNvPr>
          <p:cNvSpPr>
            <a:spLocks noGrp="1"/>
          </p:cNvSpPr>
          <p:nvPr/>
        </p:nvSpPr>
        <p:spPr>
          <a:xfrm>
            <a:off x="647700" y="4905375"/>
            <a:ext cx="95250" cy="476"/>
          </a:xfrm>
          <a:prstGeom prst="line">
            <a:avLst/>
          </a:prstGeom>
          <a:noFill/>
          <a:ln w="14288">
            <a:solidFill>
              <a:srgbClr val="235C99"/>
            </a:solidFill>
            <a:prstDash val="dash"/>
            <a:tailEnd type="triangle" w="sm" len="sm"/>
          </a:ln>
        </p:spPr>
        <p:txBody>
          <a:bodyPr/>
          <a:lstStyle/>
          <a:p>
            <a:endParaRPr lang="it-IT"/>
          </a:p>
        </p:txBody>
      </p:sp>
      <p:sp>
        <p:nvSpPr>
          <p:cNvPr id="157" name="line_153">
            <a:extLst>
              <a:ext uri="{FF2B5EF4-FFF2-40B4-BE49-F238E27FC236}">
                <a16:creationId xmlns:a16="http://schemas.microsoft.com/office/drawing/2014/main" id="{81D75A11-403C-43AF-9842-CBA602FF1F74}"/>
              </a:ext>
            </a:extLst>
          </p:cNvPr>
          <p:cNvSpPr>
            <a:spLocks noGrp="1"/>
          </p:cNvSpPr>
          <p:nvPr/>
        </p:nvSpPr>
        <p:spPr>
          <a:xfrm>
            <a:off x="3619500" y="4200525"/>
            <a:ext cx="476" cy="38100"/>
          </a:xfrm>
          <a:prstGeom prst="line">
            <a:avLst/>
          </a:prstGeom>
          <a:noFill/>
          <a:ln w="17145">
            <a:solidFill>
              <a:srgbClr val="235C99"/>
            </a:solidFill>
            <a:tailEnd type="triangle" w="sm" len="sm"/>
          </a:ln>
        </p:spPr>
        <p:txBody>
          <a:bodyPr/>
          <a:lstStyle/>
          <a:p>
            <a:endParaRPr lang="it-IT"/>
          </a:p>
        </p:txBody>
      </p:sp>
      <p:sp>
        <p:nvSpPr>
          <p:cNvPr id="158" name="line_154">
            <a:extLst>
              <a:ext uri="{FF2B5EF4-FFF2-40B4-BE49-F238E27FC236}">
                <a16:creationId xmlns:a16="http://schemas.microsoft.com/office/drawing/2014/main" id="{7393D869-64B3-4A4F-B641-3CF15EEB6F78}"/>
              </a:ext>
            </a:extLst>
          </p:cNvPr>
          <p:cNvSpPr>
            <a:spLocks noGrp="1"/>
          </p:cNvSpPr>
          <p:nvPr/>
        </p:nvSpPr>
        <p:spPr>
          <a:xfrm>
            <a:off x="6667500" y="4200525"/>
            <a:ext cx="476" cy="38100"/>
          </a:xfrm>
          <a:prstGeom prst="line">
            <a:avLst/>
          </a:prstGeom>
          <a:noFill/>
          <a:ln w="17145">
            <a:solidFill>
              <a:srgbClr val="235C99"/>
            </a:solidFill>
          </a:ln>
        </p:spPr>
        <p:txBody>
          <a:bodyPr/>
          <a:lstStyle/>
          <a:p>
            <a:endParaRPr lang="it-IT"/>
          </a:p>
        </p:txBody>
      </p:sp>
      <p:sp>
        <p:nvSpPr>
          <p:cNvPr id="159" name="line_155">
            <a:extLst>
              <a:ext uri="{FF2B5EF4-FFF2-40B4-BE49-F238E27FC236}">
                <a16:creationId xmlns:a16="http://schemas.microsoft.com/office/drawing/2014/main" id="{93C8CA98-79FB-4BEF-9F0C-C3B7D668B52C}"/>
              </a:ext>
            </a:extLst>
          </p:cNvPr>
          <p:cNvSpPr>
            <a:spLocks noGrp="1"/>
          </p:cNvSpPr>
          <p:nvPr/>
        </p:nvSpPr>
        <p:spPr>
          <a:xfrm>
            <a:off x="6667500" y="4238625"/>
            <a:ext cx="142875" cy="476"/>
          </a:xfrm>
          <a:prstGeom prst="line">
            <a:avLst/>
          </a:prstGeom>
          <a:noFill/>
          <a:ln w="17145">
            <a:solidFill>
              <a:srgbClr val="235C99"/>
            </a:solidFill>
          </a:ln>
        </p:spPr>
        <p:txBody>
          <a:bodyPr/>
          <a:lstStyle/>
          <a:p>
            <a:endParaRPr lang="it-IT"/>
          </a:p>
        </p:txBody>
      </p:sp>
      <p:sp>
        <p:nvSpPr>
          <p:cNvPr id="160" name="line_156">
            <a:extLst>
              <a:ext uri="{FF2B5EF4-FFF2-40B4-BE49-F238E27FC236}">
                <a16:creationId xmlns:a16="http://schemas.microsoft.com/office/drawing/2014/main" id="{E379F214-301F-4ECD-96DD-5FCE74889266}"/>
              </a:ext>
            </a:extLst>
          </p:cNvPr>
          <p:cNvSpPr>
            <a:spLocks noGrp="1"/>
          </p:cNvSpPr>
          <p:nvPr/>
        </p:nvSpPr>
        <p:spPr>
          <a:xfrm>
            <a:off x="6810375" y="4238625"/>
            <a:ext cx="476" cy="1562100"/>
          </a:xfrm>
          <a:prstGeom prst="line">
            <a:avLst/>
          </a:prstGeom>
          <a:noFill/>
          <a:ln w="17145">
            <a:solidFill>
              <a:srgbClr val="235C99"/>
            </a:solidFill>
          </a:ln>
        </p:spPr>
        <p:txBody>
          <a:bodyPr/>
          <a:lstStyle/>
          <a:p>
            <a:endParaRPr lang="it-IT"/>
          </a:p>
        </p:txBody>
      </p:sp>
      <p:sp>
        <p:nvSpPr>
          <p:cNvPr id="161" name="line_157">
            <a:extLst>
              <a:ext uri="{FF2B5EF4-FFF2-40B4-BE49-F238E27FC236}">
                <a16:creationId xmlns:a16="http://schemas.microsoft.com/office/drawing/2014/main" id="{BF9CC1B7-36C0-4F28-BC1B-1BED5408528D}"/>
              </a:ext>
            </a:extLst>
          </p:cNvPr>
          <p:cNvSpPr>
            <a:spLocks noGrp="1"/>
          </p:cNvSpPr>
          <p:nvPr/>
        </p:nvSpPr>
        <p:spPr>
          <a:xfrm flipH="1">
            <a:off x="6677025" y="5800725"/>
            <a:ext cx="133350" cy="476"/>
          </a:xfrm>
          <a:prstGeom prst="line">
            <a:avLst/>
          </a:prstGeom>
          <a:noFill/>
          <a:ln w="17145">
            <a:solidFill>
              <a:srgbClr val="235C99"/>
            </a:solidFill>
            <a:tailEnd type="triangle" w="sm" len="sm"/>
          </a:ln>
        </p:spPr>
        <p:txBody>
          <a:bodyPr/>
          <a:lstStyle/>
          <a:p>
            <a:endParaRPr lang="it-IT"/>
          </a:p>
        </p:txBody>
      </p:sp>
      <p:sp>
        <p:nvSpPr>
          <p:cNvPr id="162" name="note_brace_158">
            <a:extLst>
              <a:ext uri="{FF2B5EF4-FFF2-40B4-BE49-F238E27FC236}">
                <a16:creationId xmlns:a16="http://schemas.microsoft.com/office/drawing/2014/main" id="{2072B16E-18A2-4456-A897-A3FF21D47219}"/>
              </a:ext>
            </a:extLst>
          </p:cNvPr>
          <p:cNvSpPr>
            <a:spLocks noGrp="1"/>
          </p:cNvSpPr>
          <p:nvPr/>
        </p:nvSpPr>
        <p:spPr>
          <a:xfrm>
            <a:off x="762000" y="6076950"/>
            <a:ext cx="5905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3" name="text_159">
            <a:extLst>
              <a:ext uri="{FF2B5EF4-FFF2-40B4-BE49-F238E27FC236}">
                <a16:creationId xmlns:a16="http://schemas.microsoft.com/office/drawing/2014/main" id="{BD581BD7-08B8-4C48-A989-F55DC9321377}"/>
              </a:ext>
            </a:extLst>
          </p:cNvPr>
          <p:cNvSpPr>
            <a:spLocks noGrp="1"/>
          </p:cNvSpPr>
          <p:nvPr/>
        </p:nvSpPr>
        <p:spPr>
          <a:xfrm>
            <a:off x="762000" y="6181725"/>
            <a:ext cx="5905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Hidden layer 1</a:t>
            </a:r>
          </a:p>
        </p:txBody>
      </p:sp>
      <p:sp>
        <p:nvSpPr>
          <p:cNvPr id="164" name="note_brace_160">
            <a:extLst>
              <a:ext uri="{FF2B5EF4-FFF2-40B4-BE49-F238E27FC236}">
                <a16:creationId xmlns:a16="http://schemas.microsoft.com/office/drawing/2014/main" id="{D9F54BE8-1528-4CEC-867F-0553BA739F7C}"/>
              </a:ext>
            </a:extLst>
          </p:cNvPr>
          <p:cNvSpPr>
            <a:spLocks noGrp="1"/>
          </p:cNvSpPr>
          <p:nvPr/>
        </p:nvSpPr>
        <p:spPr>
          <a:xfrm>
            <a:off x="6953250" y="6076950"/>
            <a:ext cx="4762500" cy="95250"/>
          </a:xfrm>
          <a:custGeom>
            <a:avLst/>
            <a:gdLst/>
            <a:ahLst/>
            <a:cxnLst/>
            <a:rect l="0" t="0" r="0" b="0"/>
            <a:pathLst>
              <a:path w="4381500" h="95250">
                <a:moveTo>
                  <a:pt x="0" y="0"/>
                </a:moveTo>
                <a:cubicBezTo>
                  <a:pt x="0" y="85725"/>
                  <a:pt x="57150" y="57150"/>
                  <a:pt x="114300" y="57150"/>
                </a:cubicBezTo>
                <a:lnTo>
                  <a:pt x="2076450" y="57150"/>
                </a:lnTo>
                <a:cubicBezTo>
                  <a:pt x="2152650" y="57150"/>
                  <a:pt x="2162175" y="57150"/>
                  <a:pt x="2190750" y="95250"/>
                </a:cubicBezTo>
                <a:cubicBezTo>
                  <a:pt x="2219325" y="57150"/>
                  <a:pt x="2228850" y="57150"/>
                  <a:pt x="2305050" y="57150"/>
                </a:cubicBezTo>
                <a:lnTo>
                  <a:pt x="4267200" y="57150"/>
                </a:lnTo>
                <a:cubicBezTo>
                  <a:pt x="4324350" y="57150"/>
                  <a:pt x="4381500" y="85725"/>
                  <a:pt x="4381500" y="0"/>
                </a:cubicBezTo>
              </a:path>
            </a:pathLst>
          </a:custGeom>
          <a:noFill/>
          <a:ln w="14288">
            <a:solidFill>
              <a:srgbClr val="A5AAB0"/>
            </a:solidFill>
          </a:ln>
        </p:spPr>
        <p:txBody>
          <a:bodyPr/>
          <a:lstStyle/>
          <a:p>
            <a:endParaRPr lang="it-IT"/>
          </a:p>
        </p:txBody>
      </p:sp>
      <p:sp>
        <p:nvSpPr>
          <p:cNvPr id="165" name="text_161">
            <a:extLst>
              <a:ext uri="{FF2B5EF4-FFF2-40B4-BE49-F238E27FC236}">
                <a16:creationId xmlns:a16="http://schemas.microsoft.com/office/drawing/2014/main" id="{565B9C27-FFFF-4910-A5FD-DDA47DDD37CD}"/>
              </a:ext>
            </a:extLst>
          </p:cNvPr>
          <p:cNvSpPr>
            <a:spLocks noGrp="1"/>
          </p:cNvSpPr>
          <p:nvPr/>
        </p:nvSpPr>
        <p:spPr>
          <a:xfrm>
            <a:off x="6953250" y="6181725"/>
            <a:ext cx="4762500" cy="2762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Output layer</a:t>
            </a:r>
          </a:p>
        </p:txBody>
      </p:sp>
    </p:spTree>
    <p:extLst>
      <p:ext uri="{BB962C8B-B14F-4D97-AF65-F5344CB8AC3E}">
        <p14:creationId xmlns:p14="http://schemas.microsoft.com/office/powerpoint/2010/main" val="70786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0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2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23"/>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2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2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2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2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3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3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32"/>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33"/>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34"/>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3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3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3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38"/>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39"/>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40"/>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41"/>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42"/>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43"/>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4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4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46"/>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47"/>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4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49"/>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50"/>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51"/>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5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5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5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5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5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5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58"/>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159"/>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160"/>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61"/>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62"/>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63"/>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64"/>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57" grpId="0"/>
      <p:bldP spid="58" grpId="0"/>
      <p:bldP spid="59" grpId="0" animBg="1"/>
      <p:bldP spid="60" grpId="0"/>
      <p:bldP spid="61" grpId="0"/>
      <p:bldP spid="62" grpId="0" animBg="1"/>
      <p:bldP spid="63" grpId="0"/>
      <p:bldP spid="64" grpId="0" animBg="1"/>
      <p:bldP spid="65" grpId="0"/>
      <p:bldP spid="66" grpId="0"/>
      <p:bldP spid="67" grpId="0" animBg="1"/>
      <p:bldP spid="68" grpId="0"/>
      <p:bldP spid="69" grpId="0" animBg="1"/>
      <p:bldP spid="70" grpId="0"/>
      <p:bldP spid="71" grpId="0"/>
      <p:bldP spid="72" grpId="0" animBg="1"/>
      <p:bldP spid="73" grpId="0"/>
      <p:bldP spid="74" grpId="0" animBg="1"/>
      <p:bldP spid="75" grpId="0"/>
      <p:bldP spid="76" grpId="0"/>
      <p:bldP spid="77" grpId="0" animBg="1"/>
      <p:bldP spid="78" grpId="0"/>
      <p:bldP spid="79" grpId="0" animBg="1"/>
      <p:bldP spid="80" grpId="0"/>
      <p:bldP spid="81" grpId="0"/>
      <p:bldP spid="82" grpId="0" animBg="1"/>
      <p:bldP spid="83" grpId="0"/>
      <p:bldP spid="84" grpId="0" animBg="1"/>
      <p:bldP spid="85" grpId="0"/>
      <p:bldP spid="86" grpId="0"/>
      <p:bldP spid="87" grpId="0" animBg="1"/>
      <p:bldP spid="88" grpId="0"/>
      <p:bldP spid="89" grpId="0"/>
      <p:bldP spid="90" grpId="0" animBg="1"/>
      <p:bldP spid="91" grpId="0"/>
      <p:bldP spid="92" grpId="0" animBg="1"/>
      <p:bldP spid="93" grpId="0"/>
      <p:bldP spid="94" grpId="0"/>
      <p:bldP spid="95" grpId="0"/>
      <p:bldP spid="96" grpId="0" animBg="1"/>
      <p:bldP spid="97" grpId="0"/>
      <p:bldP spid="98" grpId="0"/>
      <p:bldP spid="99" grpId="0" animBg="1"/>
      <p:bldP spid="100" grpId="0"/>
      <p:bldP spid="101" grpId="0"/>
      <p:bldP spid="102" grpId="0" animBg="1"/>
      <p:bldP spid="103" grpId="0" animBg="1"/>
      <p:bldP spid="104" grpId="0" animBg="1"/>
      <p:bldP spid="105" grpId="0" animBg="1"/>
      <p:bldP spid="106" grpId="0"/>
      <p:bldP spid="107" grpId="0" animBg="1"/>
      <p:bldP spid="108" grpId="0"/>
      <p:bldP spid="109" grpId="0" animBg="1"/>
      <p:bldP spid="110" grpId="0"/>
      <p:bldP spid="111" grpId="0"/>
      <p:bldP spid="112" grpId="0"/>
      <p:bldP spid="113" grpId="0" animBg="1"/>
      <p:bldP spid="114" grpId="0"/>
      <p:bldP spid="115" grpId="0"/>
      <p:bldP spid="116" grpId="0" animBg="1"/>
      <p:bldP spid="117" grpId="0"/>
      <p:bldP spid="118" grpId="0" animBg="1"/>
      <p:bldP spid="119" grpId="0"/>
      <p:bldP spid="120" grpId="0"/>
      <p:bldP spid="121" grpId="0" animBg="1"/>
      <p:bldP spid="122" grpId="0"/>
      <p:bldP spid="123" grpId="0" animBg="1"/>
      <p:bldP spid="124" grpId="0"/>
      <p:bldP spid="125" grpId="0"/>
      <p:bldP spid="126" grpId="0" animBg="1"/>
      <p:bldP spid="127" grpId="0"/>
      <p:bldP spid="128" grpId="0" animBg="1"/>
      <p:bldP spid="129" grpId="0"/>
      <p:bldP spid="130" grpId="0"/>
      <p:bldP spid="131" grpId="0" animBg="1"/>
      <p:bldP spid="132" grpId="0"/>
      <p:bldP spid="133" grpId="0" animBg="1"/>
      <p:bldP spid="134" grpId="0"/>
      <p:bldP spid="135" grpId="0"/>
      <p:bldP spid="136" grpId="0" animBg="1"/>
      <p:bldP spid="137" grpId="0"/>
      <p:bldP spid="138" grpId="0" animBg="1"/>
      <p:bldP spid="139" grpId="0"/>
      <p:bldP spid="140" grpId="0"/>
      <p:bldP spid="141" grpId="0" animBg="1"/>
      <p:bldP spid="142" grpId="0"/>
      <p:bldP spid="143" grpId="0"/>
      <p:bldP spid="144" grpId="0" animBg="1"/>
      <p:bldP spid="145" grpId="0"/>
      <p:bldP spid="146" grpId="0" animBg="1"/>
      <p:bldP spid="147" grpId="0"/>
      <p:bldP spid="148" grpId="0"/>
      <p:bldP spid="149" grpId="0"/>
      <p:bldP spid="150" grpId="0" animBg="1"/>
      <p:bldP spid="151" grpId="0"/>
      <p:bldP spid="152" grpId="0"/>
      <p:bldP spid="153" grpId="0" animBg="1"/>
      <p:bldP spid="154" grpId="0"/>
      <p:bldP spid="155" grpId="0" animBg="1"/>
      <p:bldP spid="156" grpId="0" animBg="1"/>
      <p:bldP spid="157" grpId="0" animBg="1"/>
      <p:bldP spid="158" grpId="0" animBg="1"/>
      <p:bldP spid="159" grpId="0" animBg="1"/>
      <p:bldP spid="160" grpId="0" animBg="1"/>
      <p:bldP spid="161" grpId="0" animBg="1"/>
      <p:bldP spid="162" grpId="0" animBg="1"/>
      <p:bldP spid="163" grpId="0"/>
      <p:bldP spid="164" grpId="0" animBg="1"/>
      <p:bldP spid="165"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3FE817DC-9950-4BD5-94C3-36462774C4E6}"/>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In this lecture…</a:t>
            </a:r>
          </a:p>
        </p:txBody>
      </p:sp>
      <p:sp>
        <p:nvSpPr>
          <p:cNvPr id="2" name="lead">
            <a:extLst>
              <a:ext uri="{FF2B5EF4-FFF2-40B4-BE49-F238E27FC236}">
                <a16:creationId xmlns:a16="http://schemas.microsoft.com/office/drawing/2014/main" id="{C6BA7961-138D-40DA-98E7-C73C932F9943}"/>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How can we efficiently calculate the derivatives of the empirical loss</a:t>
            </a:r>
          </a:p>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with respect to every weight and bias of a neural network?</a:t>
            </a:r>
          </a:p>
        </p:txBody>
      </p:sp>
      <p:sp>
        <p:nvSpPr>
          <p:cNvPr id="3" name="footer_course">
            <a:extLst>
              <a:ext uri="{FF2B5EF4-FFF2-40B4-BE49-F238E27FC236}">
                <a16:creationId xmlns:a16="http://schemas.microsoft.com/office/drawing/2014/main" id="{83F3F36F-E205-4B47-9CC9-27C23009CB8F}"/>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2133E2E8-29A6-436F-9C0D-6F09985AC44D}"/>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34</a:t>
            </a:r>
          </a:p>
        </p:txBody>
      </p:sp>
      <p:sp>
        <p:nvSpPr>
          <p:cNvPr id="5" name="text_1">
            <a:extLst>
              <a:ext uri="{FF2B5EF4-FFF2-40B4-BE49-F238E27FC236}">
                <a16:creationId xmlns:a16="http://schemas.microsoft.com/office/drawing/2014/main" id="{67DFD792-0078-4F07-A5B9-F01A92EFB916}"/>
              </a:ext>
            </a:extLst>
          </p:cNvPr>
          <p:cNvSpPr>
            <a:spLocks noGrp="1"/>
          </p:cNvSpPr>
          <p:nvPr/>
        </p:nvSpPr>
        <p:spPr>
          <a:xfrm>
            <a:off x="904875" y="23336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Backpropagation in a scalar network</a:t>
            </a:r>
          </a:p>
        </p:txBody>
      </p:sp>
      <p:sp>
        <p:nvSpPr>
          <p:cNvPr id="6" name="text_2">
            <a:extLst>
              <a:ext uri="{FF2B5EF4-FFF2-40B4-BE49-F238E27FC236}">
                <a16:creationId xmlns:a16="http://schemas.microsoft.com/office/drawing/2014/main" id="{5C472D69-04D4-469E-897D-8EFA6D6A2649}"/>
              </a:ext>
            </a:extLst>
          </p:cNvPr>
          <p:cNvSpPr>
            <a:spLocks noGrp="1"/>
          </p:cNvSpPr>
          <p:nvPr/>
        </p:nvSpPr>
        <p:spPr>
          <a:xfrm>
            <a:off x="904875" y="3438525"/>
            <a:ext cx="10382250" cy="609600"/>
          </a:xfrm>
          <a:prstGeom prst="rect">
            <a:avLst/>
          </a:prstGeom>
          <a:noFill/>
          <a:ln w="0">
            <a:noFill/>
          </a:ln>
        </p:spPr>
        <p:txBody>
          <a:bodyPr anchor="ctr">
            <a:noAutofit/>
          </a:bodyPr>
          <a:lstStyle>
            <a:defPPr algn="ctr">
              <a:defRPr sz="2550" b="0">
                <a:solidFill>
                  <a:srgbClr val="526276"/>
                </a:solidFill>
                <a:latin typeface="DejaVu Sans"/>
                <a:ea typeface="DejaVu Sans"/>
                <a:cs typeface="DejaVu Sans"/>
              </a:defRPr>
            </a:defPPr>
          </a:lstStyle>
          <a:p>
            <a:pPr algn="ctr">
              <a:defRPr sz="2550" b="0">
                <a:solidFill>
                  <a:srgbClr val="526276"/>
                </a:solidFill>
                <a:latin typeface="DejaVu Sans"/>
                <a:ea typeface="DejaVu Sans"/>
                <a:cs typeface="DejaVu Sans"/>
              </a:defRPr>
            </a:pPr>
            <a:r>
              <a:rPr sz="2550" b="0">
                <a:solidFill>
                  <a:srgbClr val="526276"/>
                </a:solidFill>
                <a:latin typeface="DejaVu Sans"/>
                <a:ea typeface="DejaVu Sans"/>
                <a:cs typeface="DejaVu Sans"/>
              </a:rPr>
              <a:t>The same calculation in wider networks</a:t>
            </a:r>
          </a:p>
        </p:txBody>
      </p:sp>
      <p:sp>
        <p:nvSpPr>
          <p:cNvPr id="7" name="text_3">
            <a:extLst>
              <a:ext uri="{FF2B5EF4-FFF2-40B4-BE49-F238E27FC236}">
                <a16:creationId xmlns:a16="http://schemas.microsoft.com/office/drawing/2014/main" id="{579C56E1-DF1B-4BE6-933C-76D18327515C}"/>
              </a:ext>
            </a:extLst>
          </p:cNvPr>
          <p:cNvSpPr>
            <a:spLocks noGrp="1"/>
          </p:cNvSpPr>
          <p:nvPr/>
        </p:nvSpPr>
        <p:spPr>
          <a:xfrm>
            <a:off x="904875" y="4543425"/>
            <a:ext cx="10382250" cy="609600"/>
          </a:xfrm>
          <a:prstGeom prst="rect">
            <a:avLst/>
          </a:prstGeom>
          <a:noFill/>
          <a:ln w="0">
            <a:noFill/>
          </a:ln>
        </p:spPr>
        <p:txBody>
          <a:bodyPr anchor="ctr">
            <a:noAutofit/>
          </a:bodyPr>
          <a:lstStyle>
            <a:defPPr algn="ctr">
              <a:defRPr sz="2550" b="1">
                <a:solidFill>
                  <a:srgbClr val="087F83"/>
                </a:solidFill>
                <a:latin typeface="DejaVu Sans"/>
                <a:ea typeface="DejaVu Sans"/>
                <a:cs typeface="DejaVu Sans"/>
              </a:defRPr>
            </a:defPPr>
          </a:lstStyle>
          <a:p>
            <a:pPr algn="ctr">
              <a:defRPr sz="2550" b="1">
                <a:solidFill>
                  <a:srgbClr val="087F83"/>
                </a:solidFill>
                <a:latin typeface="DejaVu Sans"/>
                <a:ea typeface="DejaVu Sans"/>
                <a:cs typeface="DejaVu Sans"/>
              </a:defRPr>
            </a:pPr>
            <a:r>
              <a:rPr sz="2550" b="1">
                <a:solidFill>
                  <a:srgbClr val="087F83"/>
                </a:solidFill>
                <a:latin typeface="DejaVu Sans"/>
                <a:ea typeface="DejaVu Sans"/>
                <a:cs typeface="DejaVu Sans"/>
              </a:rPr>
              <a:t>Extensions and computational cost</a:t>
            </a:r>
          </a:p>
        </p:txBody>
      </p:sp>
    </p:spTree>
    <p:extLst>
      <p:ext uri="{BB962C8B-B14F-4D97-AF65-F5344CB8AC3E}">
        <p14:creationId xmlns:p14="http://schemas.microsoft.com/office/powerpoint/2010/main" val="1460307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16C0E373-79B1-4FBA-864A-02FF0016E1A9}"/>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Regression vs Binary classification</a:t>
            </a:r>
          </a:p>
        </p:txBody>
      </p:sp>
      <p:sp>
        <p:nvSpPr>
          <p:cNvPr id="2" name="footer_course">
            <a:extLst>
              <a:ext uri="{FF2B5EF4-FFF2-40B4-BE49-F238E27FC236}">
                <a16:creationId xmlns:a16="http://schemas.microsoft.com/office/drawing/2014/main" id="{FF077CD4-FE2A-45C3-947B-04EC0BA7D169}"/>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3" name="footer_number">
            <a:extLst>
              <a:ext uri="{FF2B5EF4-FFF2-40B4-BE49-F238E27FC236}">
                <a16:creationId xmlns:a16="http://schemas.microsoft.com/office/drawing/2014/main" id="{38C9EDC9-B214-4D0F-8F04-50C7FB54FF91}"/>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35</a:t>
            </a:r>
          </a:p>
        </p:txBody>
      </p:sp>
      <p:sp>
        <p:nvSpPr>
          <p:cNvPr id="19" name="width_caption">
            <a:extLst>
              <a:ext uri="{FF2B5EF4-FFF2-40B4-BE49-F238E27FC236}">
                <a16:creationId xmlns:a16="http://schemas.microsoft.com/office/drawing/2014/main" id="{662B1B4D-0C86-4E43-83C0-9367F5C4612A}"/>
              </a:ext>
            </a:extLst>
          </p:cNvPr>
          <p:cNvSpPr>
            <a:spLocks noGrp="1"/>
          </p:cNvSpPr>
          <p:nvPr/>
        </p:nvSpPr>
        <p:spPr>
          <a:xfrm>
            <a:off x="4000500" y="1000125"/>
            <a:ext cx="3000375" cy="428625"/>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vl1pPr algn="ctr">
              <a:defRPr sz="2175" b="0">
                <a:solidFill>
                  <a:srgbClr val="526276"/>
                </a:solidFill>
                <a:latin typeface="DejaVu Sans"/>
                <a:ea typeface="DejaVu Sans"/>
                <a:cs typeface="DejaVu Sans"/>
              </a:defRPr>
            </a:lvl1pPr>
            <a:lvl2pPr algn="ctr">
              <a:defRPr sz="2175" b="0">
                <a:solidFill>
                  <a:srgbClr val="526276"/>
                </a:solidFill>
                <a:latin typeface="DejaVu Sans"/>
                <a:ea typeface="DejaVu Sans"/>
                <a:cs typeface="DejaVu Sans"/>
              </a:defRPr>
            </a:lvl2pPr>
            <a:lvl3pPr algn="ctr">
              <a:defRPr sz="2175" b="0">
                <a:solidFill>
                  <a:srgbClr val="526276"/>
                </a:solidFill>
                <a:latin typeface="DejaVu Sans"/>
                <a:ea typeface="DejaVu Sans"/>
                <a:cs typeface="DejaVu Sans"/>
              </a:defRPr>
            </a:lvl3pPr>
            <a:lvl4pPr algn="ctr">
              <a:defRPr sz="2175" b="0">
                <a:solidFill>
                  <a:srgbClr val="526276"/>
                </a:solidFill>
                <a:latin typeface="DejaVu Sans"/>
                <a:ea typeface="DejaVu Sans"/>
                <a:cs typeface="DejaVu Sans"/>
              </a:defRPr>
            </a:lvl4pPr>
            <a:lvl5pPr algn="ctr">
              <a:defRPr sz="2175" b="0">
                <a:solidFill>
                  <a:srgbClr val="526276"/>
                </a:solidFill>
                <a:latin typeface="DejaVu Sans"/>
                <a:ea typeface="DejaVu Sans"/>
                <a:cs typeface="DejaVu Sans"/>
              </a:defRPr>
            </a:lvl5pPr>
            <a:lvl6pPr algn="ctr">
              <a:defRPr sz="2175" b="0">
                <a:solidFill>
                  <a:srgbClr val="526276"/>
                </a:solidFill>
                <a:latin typeface="DejaVu Sans"/>
                <a:ea typeface="DejaVu Sans"/>
                <a:cs typeface="DejaVu Sans"/>
              </a:defRPr>
            </a:lvl6pPr>
            <a:lvl7pPr algn="ctr">
              <a:defRPr sz="2175" b="0">
                <a:solidFill>
                  <a:srgbClr val="526276"/>
                </a:solidFill>
                <a:latin typeface="DejaVu Sans"/>
                <a:ea typeface="DejaVu Sans"/>
                <a:cs typeface="DejaVu Sans"/>
              </a:defRPr>
            </a:lvl7pPr>
            <a:lvl8pPr algn="ctr">
              <a:defRPr sz="2175" b="0">
                <a:solidFill>
                  <a:srgbClr val="526276"/>
                </a:solidFill>
                <a:latin typeface="DejaVu Sans"/>
                <a:ea typeface="DejaVu Sans"/>
                <a:cs typeface="DejaVu Sans"/>
              </a:defRPr>
            </a:lvl8pPr>
            <a:lvl9pPr algn="ctr">
              <a:defRPr sz="2175" b="0">
                <a:solidFill>
                  <a:srgbClr val="526276"/>
                </a:solidFill>
                <a:latin typeface="DejaVu Sans"/>
                <a:ea typeface="DejaVu Sans"/>
                <a:cs typeface="DejaVu Sans"/>
              </a:defRPr>
            </a:lvl9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Output layer width:</a:t>
            </a:r>
          </a:p>
        </p:txBody>
      </p:sp>
      <mc:AlternateContent xmlns:mc="http://schemas.openxmlformats.org/markup-compatibility/2006" xmlns:a14="http://schemas.microsoft.com/office/drawing/2010/main">
        <mc:Choice Requires="a14">
          <p:sp>
            <p:nvSpPr>
              <p:cNvPr id="20" name="output_width" descr="d_L=1">
                <a:extLst>
                  <a:ext uri="{FF2B5EF4-FFF2-40B4-BE49-F238E27FC236}">
                    <a16:creationId xmlns:a16="http://schemas.microsoft.com/office/drawing/2014/main" id="{4D7FB181-74C2-49E3-83E9-EBBA3033E5A8}"/>
                  </a:ext>
                </a:extLst>
              </p:cNvPr>
              <p:cNvSpPr>
                <a:spLocks noGrp="1"/>
              </p:cNvSpPr>
              <p:nvPr/>
            </p:nvSpPr>
            <p:spPr>
              <a:xfrm>
                <a:off x="6981825" y="1000125"/>
                <a:ext cx="1190625" cy="428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526276"/>
                              </a:solidFill>
                              <a:latin typeface="Cambria Math"/>
                              <a:ea typeface="Cambria Math"/>
                              <a:cs typeface="Cambria Math"/>
                            </a:rPr>
                          </m:ctrlPr>
                        </m:sSubPr>
                        <m:e>
                          <m:r>
                            <a:rPr lang="en-GB" sz="2600">
                              <a:solidFill>
                                <a:srgbClr val="526276"/>
                              </a:solidFill>
                              <a:latin typeface="Cambria Math"/>
                              <a:ea typeface="Cambria Math"/>
                              <a:cs typeface="Cambria Math"/>
                            </a:rPr>
                            <m:t>𝑑</m:t>
                          </m:r>
                        </m:e>
                        <m:sub>
                          <m:r>
                            <a:rPr lang="en-GB" sz="2600">
                              <a:solidFill>
                                <a:srgbClr val="526276"/>
                              </a:solidFill>
                              <a:latin typeface="Cambria Math"/>
                              <a:ea typeface="Cambria Math"/>
                              <a:cs typeface="Cambria Math"/>
                            </a:rPr>
                            <m:t>𝐿</m:t>
                          </m:r>
                        </m:sub>
                      </m:sSub>
                      <m:r>
                        <a:rPr lang="en-GB" sz="2600">
                          <a:solidFill>
                            <a:srgbClr val="526276"/>
                          </a:solidFill>
                          <a:latin typeface="Cambria Math"/>
                          <a:ea typeface="Cambria Math"/>
                          <a:cs typeface="Cambria Math"/>
                        </a:rPr>
                        <m:t>=1</m:t>
                      </m:r>
                    </m:oMath>
                  </m:oMathPara>
                </a14:m>
                <a:endParaRPr lang="en-GB" sz="2600" dirty="0"/>
              </a:p>
            </p:txBody>
          </p:sp>
        </mc:Choice>
        <mc:Fallback xmlns="">
          <p:sp>
            <p:nvSpPr>
              <p:cNvPr id="20" name="output_width" descr="d_L=1">
                <a:extLst>
                  <a:ext uri="{FF2B5EF4-FFF2-40B4-BE49-F238E27FC236}">
                    <a16:creationId xmlns:a16="http://schemas.microsoft.com/office/drawing/2014/main" id="{4D7FB181-74C2-49E3-83E9-EBBA3033E5A8}"/>
                  </a:ext>
                </a:extLst>
              </p:cNvPr>
              <p:cNvSpPr>
                <a:spLocks noGrp="1" noRot="1" noChangeAspect="1" noMove="1" noResize="1" noEditPoints="1" noAdjustHandles="1" noChangeArrowheads="1" noChangeShapeType="1" noTextEdit="1"/>
              </p:cNvSpPr>
              <p:nvPr/>
            </p:nvSpPr>
            <p:spPr>
              <a:xfrm>
                <a:off x="6981825" y="1000125"/>
                <a:ext cx="1190625" cy="428625"/>
              </a:xfrm>
              <a:prstGeom prst="rect">
                <a:avLst/>
              </a:prstGeom>
              <a:blipFill>
                <a:blip r:embed="rId3"/>
                <a:stretch>
                  <a:fillRect/>
                </a:stretch>
              </a:blipFill>
              <a:ln w="0">
                <a:noFill/>
              </a:ln>
            </p:spPr>
            <p:txBody>
              <a:bodyPr/>
              <a:lstStyle/>
              <a:p>
                <a:r>
                  <a:rPr lang="it-IT">
                    <a:noFill/>
                  </a:rPr>
                  <a:t> </a:t>
                </a:r>
              </a:p>
            </p:txBody>
          </p:sp>
        </mc:Fallback>
      </mc:AlternateContent>
      <p:sp>
        <p:nvSpPr>
          <p:cNvPr id="21" name="regression_heading">
            <a:extLst>
              <a:ext uri="{FF2B5EF4-FFF2-40B4-BE49-F238E27FC236}">
                <a16:creationId xmlns:a16="http://schemas.microsoft.com/office/drawing/2014/main" id="{B9F18478-0B8F-4385-9093-440D85AE2AB7}"/>
              </a:ext>
            </a:extLst>
          </p:cNvPr>
          <p:cNvSpPr>
            <a:spLocks noGrp="1"/>
          </p:cNvSpPr>
          <p:nvPr/>
        </p:nvSpPr>
        <p:spPr>
          <a:xfrm>
            <a:off x="476250" y="2000250"/>
            <a:ext cx="5334000" cy="523875"/>
          </a:xfrm>
          <a:prstGeom prst="rect">
            <a:avLst/>
          </a:prstGeom>
          <a:noFill/>
          <a:ln w="0">
            <a:noFill/>
          </a:ln>
        </p:spPr>
        <p:txBody>
          <a:bodyPr anchor="ctr">
            <a:noAutofit/>
          </a:bodyPr>
          <a:lstStyle>
            <a:defPPr algn="ctr">
              <a:defRPr sz="2400" b="1">
                <a:solidFill>
                  <a:srgbClr val="182D45"/>
                </a:solidFill>
                <a:latin typeface="DejaVu Sans"/>
                <a:ea typeface="DejaVu Sans"/>
                <a:cs typeface="DejaVu Sans"/>
              </a:defRPr>
            </a:defPPr>
            <a:lvl1pPr algn="ctr">
              <a:defRPr sz="2400" b="1">
                <a:solidFill>
                  <a:srgbClr val="182D45"/>
                </a:solidFill>
                <a:latin typeface="DejaVu Sans"/>
                <a:ea typeface="DejaVu Sans"/>
                <a:cs typeface="DejaVu Sans"/>
              </a:defRPr>
            </a:lvl1pPr>
            <a:lvl2pPr algn="ctr">
              <a:defRPr sz="2400" b="1">
                <a:solidFill>
                  <a:srgbClr val="182D45"/>
                </a:solidFill>
                <a:latin typeface="DejaVu Sans"/>
                <a:ea typeface="DejaVu Sans"/>
                <a:cs typeface="DejaVu Sans"/>
              </a:defRPr>
            </a:lvl2pPr>
            <a:lvl3pPr algn="ctr">
              <a:defRPr sz="2400" b="1">
                <a:solidFill>
                  <a:srgbClr val="182D45"/>
                </a:solidFill>
                <a:latin typeface="DejaVu Sans"/>
                <a:ea typeface="DejaVu Sans"/>
                <a:cs typeface="DejaVu Sans"/>
              </a:defRPr>
            </a:lvl3pPr>
            <a:lvl4pPr algn="ctr">
              <a:defRPr sz="2400" b="1">
                <a:solidFill>
                  <a:srgbClr val="182D45"/>
                </a:solidFill>
                <a:latin typeface="DejaVu Sans"/>
                <a:ea typeface="DejaVu Sans"/>
                <a:cs typeface="DejaVu Sans"/>
              </a:defRPr>
            </a:lvl4pPr>
            <a:lvl5pPr algn="ctr">
              <a:defRPr sz="2400" b="1">
                <a:solidFill>
                  <a:srgbClr val="182D45"/>
                </a:solidFill>
                <a:latin typeface="DejaVu Sans"/>
                <a:ea typeface="DejaVu Sans"/>
                <a:cs typeface="DejaVu Sans"/>
              </a:defRPr>
            </a:lvl5pPr>
            <a:lvl6pPr algn="ctr">
              <a:defRPr sz="2400" b="1">
                <a:solidFill>
                  <a:srgbClr val="182D45"/>
                </a:solidFill>
                <a:latin typeface="DejaVu Sans"/>
                <a:ea typeface="DejaVu Sans"/>
                <a:cs typeface="DejaVu Sans"/>
              </a:defRPr>
            </a:lvl6pPr>
            <a:lvl7pPr algn="ctr">
              <a:defRPr sz="2400" b="1">
                <a:solidFill>
                  <a:srgbClr val="182D45"/>
                </a:solidFill>
                <a:latin typeface="DejaVu Sans"/>
                <a:ea typeface="DejaVu Sans"/>
                <a:cs typeface="DejaVu Sans"/>
              </a:defRPr>
            </a:lvl7pPr>
            <a:lvl8pPr algn="ctr">
              <a:defRPr sz="2400" b="1">
                <a:solidFill>
                  <a:srgbClr val="182D45"/>
                </a:solidFill>
                <a:latin typeface="DejaVu Sans"/>
                <a:ea typeface="DejaVu Sans"/>
                <a:cs typeface="DejaVu Sans"/>
              </a:defRPr>
            </a:lvl8pPr>
            <a:lvl9pPr algn="ctr">
              <a:defRPr sz="2400" b="1">
                <a:solidFill>
                  <a:srgbClr val="182D45"/>
                </a:solidFill>
                <a:latin typeface="DejaVu Sans"/>
                <a:ea typeface="DejaVu Sans"/>
                <a:cs typeface="DejaVu Sans"/>
              </a:defRPr>
            </a:lvl9pPr>
          </a:lstStyle>
          <a:p>
            <a:pPr algn="ctr">
              <a:defRPr sz="2400" b="1">
                <a:solidFill>
                  <a:srgbClr val="182D45"/>
                </a:solidFill>
                <a:latin typeface="DejaVu Sans"/>
                <a:ea typeface="DejaVu Sans"/>
                <a:cs typeface="DejaVu Sans"/>
              </a:defRPr>
            </a:pPr>
            <a:r>
              <a:rPr sz="2400" b="1">
                <a:solidFill>
                  <a:srgbClr val="182D45"/>
                </a:solidFill>
                <a:latin typeface="DejaVu Sans"/>
                <a:ea typeface="DejaVu Sans"/>
                <a:cs typeface="DejaVu Sans"/>
              </a:rPr>
              <a:t>Regression</a:t>
            </a:r>
          </a:p>
        </p:txBody>
      </p:sp>
      <p:sp>
        <p:nvSpPr>
          <p:cNvPr id="22" name="binary_heading">
            <a:extLst>
              <a:ext uri="{FF2B5EF4-FFF2-40B4-BE49-F238E27FC236}">
                <a16:creationId xmlns:a16="http://schemas.microsoft.com/office/drawing/2014/main" id="{37B9E303-0C1B-4FC6-85A9-3D0413DB8608}"/>
              </a:ext>
            </a:extLst>
          </p:cNvPr>
          <p:cNvSpPr>
            <a:spLocks noGrp="1"/>
          </p:cNvSpPr>
          <p:nvPr/>
        </p:nvSpPr>
        <p:spPr>
          <a:xfrm>
            <a:off x="6381750" y="2000250"/>
            <a:ext cx="5334000" cy="523875"/>
          </a:xfrm>
          <a:prstGeom prst="rect">
            <a:avLst/>
          </a:prstGeom>
          <a:noFill/>
          <a:ln w="0">
            <a:noFill/>
          </a:ln>
        </p:spPr>
        <p:txBody>
          <a:bodyPr anchor="ctr">
            <a:noAutofit/>
          </a:bodyPr>
          <a:lstStyle>
            <a:defPPr algn="ctr">
              <a:defRPr sz="2400" b="1">
                <a:solidFill>
                  <a:srgbClr val="182D45"/>
                </a:solidFill>
                <a:latin typeface="DejaVu Sans"/>
                <a:ea typeface="DejaVu Sans"/>
                <a:cs typeface="DejaVu Sans"/>
              </a:defRPr>
            </a:defPPr>
            <a:lvl1pPr algn="ctr">
              <a:defRPr sz="2400" b="1">
                <a:solidFill>
                  <a:srgbClr val="182D45"/>
                </a:solidFill>
                <a:latin typeface="DejaVu Sans"/>
                <a:ea typeface="DejaVu Sans"/>
                <a:cs typeface="DejaVu Sans"/>
              </a:defRPr>
            </a:lvl1pPr>
            <a:lvl2pPr algn="ctr">
              <a:defRPr sz="2400" b="1">
                <a:solidFill>
                  <a:srgbClr val="182D45"/>
                </a:solidFill>
                <a:latin typeface="DejaVu Sans"/>
                <a:ea typeface="DejaVu Sans"/>
                <a:cs typeface="DejaVu Sans"/>
              </a:defRPr>
            </a:lvl2pPr>
            <a:lvl3pPr algn="ctr">
              <a:defRPr sz="2400" b="1">
                <a:solidFill>
                  <a:srgbClr val="182D45"/>
                </a:solidFill>
                <a:latin typeface="DejaVu Sans"/>
                <a:ea typeface="DejaVu Sans"/>
                <a:cs typeface="DejaVu Sans"/>
              </a:defRPr>
            </a:lvl3pPr>
            <a:lvl4pPr algn="ctr">
              <a:defRPr sz="2400" b="1">
                <a:solidFill>
                  <a:srgbClr val="182D45"/>
                </a:solidFill>
                <a:latin typeface="DejaVu Sans"/>
                <a:ea typeface="DejaVu Sans"/>
                <a:cs typeface="DejaVu Sans"/>
              </a:defRPr>
            </a:lvl4pPr>
            <a:lvl5pPr algn="ctr">
              <a:defRPr sz="2400" b="1">
                <a:solidFill>
                  <a:srgbClr val="182D45"/>
                </a:solidFill>
                <a:latin typeface="DejaVu Sans"/>
                <a:ea typeface="DejaVu Sans"/>
                <a:cs typeface="DejaVu Sans"/>
              </a:defRPr>
            </a:lvl5pPr>
            <a:lvl6pPr algn="ctr">
              <a:defRPr sz="2400" b="1">
                <a:solidFill>
                  <a:srgbClr val="182D45"/>
                </a:solidFill>
                <a:latin typeface="DejaVu Sans"/>
                <a:ea typeface="DejaVu Sans"/>
                <a:cs typeface="DejaVu Sans"/>
              </a:defRPr>
            </a:lvl6pPr>
            <a:lvl7pPr algn="ctr">
              <a:defRPr sz="2400" b="1">
                <a:solidFill>
                  <a:srgbClr val="182D45"/>
                </a:solidFill>
                <a:latin typeface="DejaVu Sans"/>
                <a:ea typeface="DejaVu Sans"/>
                <a:cs typeface="DejaVu Sans"/>
              </a:defRPr>
            </a:lvl7pPr>
            <a:lvl8pPr algn="ctr">
              <a:defRPr sz="2400" b="1">
                <a:solidFill>
                  <a:srgbClr val="182D45"/>
                </a:solidFill>
                <a:latin typeface="DejaVu Sans"/>
                <a:ea typeface="DejaVu Sans"/>
                <a:cs typeface="DejaVu Sans"/>
              </a:defRPr>
            </a:lvl8pPr>
            <a:lvl9pPr algn="ctr">
              <a:defRPr sz="2400" b="1">
                <a:solidFill>
                  <a:srgbClr val="182D45"/>
                </a:solidFill>
                <a:latin typeface="DejaVu Sans"/>
                <a:ea typeface="DejaVu Sans"/>
                <a:cs typeface="DejaVu Sans"/>
              </a:defRPr>
            </a:lvl9pPr>
          </a:lstStyle>
          <a:p>
            <a:pPr algn="ctr">
              <a:defRPr sz="2400" b="1">
                <a:solidFill>
                  <a:srgbClr val="182D45"/>
                </a:solidFill>
                <a:latin typeface="DejaVu Sans"/>
                <a:ea typeface="DejaVu Sans"/>
                <a:cs typeface="DejaVu Sans"/>
              </a:defRPr>
            </a:pPr>
            <a:r>
              <a:rPr sz="2400" b="1">
                <a:solidFill>
                  <a:srgbClr val="182D45"/>
                </a:solidFill>
                <a:latin typeface="DejaVu Sans"/>
                <a:ea typeface="DejaVu Sans"/>
                <a:cs typeface="DejaVu Sans"/>
              </a:rPr>
              <a:t>Binary classification</a:t>
            </a:r>
          </a:p>
        </p:txBody>
      </p:sp>
      <mc:AlternateContent xmlns:mc="http://schemas.openxmlformats.org/markup-compatibility/2006" xmlns:a14="http://schemas.microsoft.com/office/drawing/2010/main">
        <mc:Choice Requires="a14">
          <p:sp>
            <p:nvSpPr>
              <p:cNvPr id="23" name="regression_loss" descr="J_{L}(\mathbf{u})=(u_1-y)^2">
                <a:extLst>
                  <a:ext uri="{FF2B5EF4-FFF2-40B4-BE49-F238E27FC236}">
                    <a16:creationId xmlns:a16="http://schemas.microsoft.com/office/drawing/2014/main" id="{8343D922-CEB1-49C9-97D7-7CA8C20B0B96}"/>
                  </a:ext>
                </a:extLst>
              </p:cNvPr>
              <p:cNvSpPr>
                <a:spLocks noGrp="1"/>
              </p:cNvSpPr>
              <p:nvPr/>
            </p:nvSpPr>
            <p:spPr>
              <a:xfrm>
                <a:off x="333375" y="2686050"/>
                <a:ext cx="552450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𝐽</m:t>
                          </m:r>
                        </m:e>
                        <m:sub>
                          <m:r>
                            <a:rPr lang="en-GB" sz="2700">
                              <a:solidFill>
                                <a:srgbClr val="087F83"/>
                              </a:solidFill>
                              <a:latin typeface="Cambria Math"/>
                              <a:ea typeface="Cambria Math"/>
                              <a:cs typeface="Cambria Math"/>
                            </a:rPr>
                            <m:t>𝐿</m:t>
                          </m:r>
                        </m:sub>
                      </m:sSub>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𝐮</m:t>
                      </m:r>
                      <m:r>
                        <a:rPr lang="en-GB" sz="2700">
                          <a:solidFill>
                            <a:srgbClr val="087F83"/>
                          </a:solidFill>
                          <a:latin typeface="Cambria Math"/>
                          <a:ea typeface="Cambria Math"/>
                          <a:cs typeface="Cambria Math"/>
                        </a:rPr>
                        <m:t>)=</m:t>
                      </m:r>
                      <m:sSup>
                        <m:sSupPr>
                          <m:ctrlPr>
                            <a:rPr lang="en-GB" sz="2700" i="1">
                              <a:solidFill>
                                <a:srgbClr val="087F83"/>
                              </a:solidFill>
                              <a:latin typeface="Cambria Math" panose="02040503050406030204" pitchFamily="18" charset="0"/>
                              <a:ea typeface="Cambria Math"/>
                              <a:cs typeface="Cambria Math"/>
                            </a:rPr>
                          </m:ctrlPr>
                        </m:sSupPr>
                        <m:e>
                          <m:d>
                            <m:dPr>
                              <m:ctrlPr>
                                <a:rPr lang="en-GB" sz="2700" i="1">
                                  <a:solidFill>
                                    <a:srgbClr val="087F83"/>
                                  </a:solidFill>
                                  <a:latin typeface="Cambria Math" panose="02040503050406030204" pitchFamily="18" charset="0"/>
                                  <a:ea typeface="Cambria Math"/>
                                  <a:cs typeface="Cambria Math"/>
                                </a:rPr>
                              </m:ctrlPr>
                            </m:dPr>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𝑢</m:t>
                                  </m:r>
                                </m:e>
                                <m:sub>
                                  <m:r>
                                    <a:rPr lang="en-GB" sz="2700">
                                      <a:solidFill>
                                        <a:srgbClr val="087F83"/>
                                      </a:solidFill>
                                      <a:latin typeface="Cambria Math"/>
                                      <a:ea typeface="Cambria Math"/>
                                      <a:cs typeface="Cambria Math"/>
                                    </a:rPr>
                                    <m:t>1</m:t>
                                  </m:r>
                                </m:sub>
                              </m:sSub>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e>
                        <m:sup>
                          <m:r>
                            <a:rPr lang="en-GB" sz="2700">
                              <a:solidFill>
                                <a:srgbClr val="087F83"/>
                              </a:solidFill>
                              <a:latin typeface="Cambria Math"/>
                              <a:ea typeface="Cambria Math"/>
                              <a:cs typeface="Cambria Math"/>
                            </a:rPr>
                            <m:t>2</m:t>
                          </m:r>
                        </m:sup>
                      </m:sSup>
                    </m:oMath>
                  </m:oMathPara>
                </a14:m>
                <a:endParaRPr lang="en-GB" sz="2700" dirty="0"/>
              </a:p>
            </p:txBody>
          </p:sp>
        </mc:Choice>
        <mc:Fallback xmlns="">
          <p:sp>
            <p:nvSpPr>
              <p:cNvPr id="23" name="regression_loss" descr="J_{L}(\mathbf{u})=(u_1-y)^2">
                <a:extLst>
                  <a:ext uri="{FF2B5EF4-FFF2-40B4-BE49-F238E27FC236}">
                    <a16:creationId xmlns:a16="http://schemas.microsoft.com/office/drawing/2014/main" id="{8343D922-CEB1-49C9-97D7-7CA8C20B0B96}"/>
                  </a:ext>
                </a:extLst>
              </p:cNvPr>
              <p:cNvSpPr>
                <a:spLocks noGrp="1" noRot="1" noChangeAspect="1" noMove="1" noResize="1" noEditPoints="1" noAdjustHandles="1" noChangeArrowheads="1" noChangeShapeType="1" noTextEdit="1"/>
              </p:cNvSpPr>
              <p:nvPr/>
            </p:nvSpPr>
            <p:spPr>
              <a:xfrm>
                <a:off x="333375" y="2686050"/>
                <a:ext cx="5524500" cy="666750"/>
              </a:xfrm>
              <a:prstGeom prst="rect">
                <a:avLst/>
              </a:prstGeom>
              <a:blipFill>
                <a:blip r:embed="rId4"/>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binary_loss" descr="J_{L}(\mathbf{u})=\ell_{\mathrm{log}}(\sigma(u_1),y)">
                <a:extLst>
                  <a:ext uri="{FF2B5EF4-FFF2-40B4-BE49-F238E27FC236}">
                    <a16:creationId xmlns:a16="http://schemas.microsoft.com/office/drawing/2014/main" id="{32493DF2-DC92-4724-BEE2-B732C19902C1}"/>
                  </a:ext>
                </a:extLst>
              </p:cNvPr>
              <p:cNvSpPr>
                <a:spLocks noGrp="1"/>
              </p:cNvSpPr>
              <p:nvPr/>
            </p:nvSpPr>
            <p:spPr>
              <a:xfrm>
                <a:off x="6238875" y="2686050"/>
                <a:ext cx="5619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𝐽</m:t>
                          </m:r>
                        </m:e>
                        <m:sub>
                          <m:r>
                            <a:rPr lang="en-GB" sz="2700">
                              <a:solidFill>
                                <a:srgbClr val="087F83"/>
                              </a:solidFill>
                              <a:latin typeface="Cambria Math"/>
                              <a:ea typeface="Cambria Math"/>
                              <a:cs typeface="Cambria Math"/>
                            </a:rPr>
                            <m:t>𝐿</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𝐮</m:t>
                          </m:r>
                        </m:e>
                      </m:d>
                      <m:r>
                        <a:rPr lang="en-GB" sz="2700">
                          <a:solidFill>
                            <a:srgbClr val="087F83"/>
                          </a:solidFill>
                          <a:latin typeface="Cambria Math"/>
                          <a:ea typeface="Cambria Math"/>
                          <a:cs typeface="Cambria Math"/>
                        </a:rPr>
                        <m:t>=</m:t>
                      </m:r>
                      <m:sSub>
                        <m:sSubPr>
                          <m:ctrlPr>
                            <a:rPr lang="en-GB" sz="2700">
                              <a:solidFill>
                                <a:srgbClr val="087F83"/>
                              </a:solidFill>
                              <a:latin typeface="Cambria Math"/>
                              <a:ea typeface="Cambria Math"/>
                              <a:cs typeface="Cambria Math"/>
                            </a:rPr>
                          </m:ctrlPr>
                        </m:sSubPr>
                        <m:e>
                          <m:r>
                            <m:rPr>
                              <m:sty m:val="p"/>
                            </m:rPr>
                            <a:rPr lang="en-GB" sz="2700">
                              <a:solidFill>
                                <a:srgbClr val="087F83"/>
                              </a:solidFill>
                              <a:latin typeface="Cambria Math"/>
                              <a:ea typeface="Cambria Math"/>
                              <a:cs typeface="Cambria Math"/>
                            </a:rPr>
                            <m:t>ℓ</m:t>
                          </m:r>
                        </m:e>
                        <m:sub>
                          <m:r>
                            <m:rPr>
                              <m:sty m:val="p"/>
                            </m:rPr>
                            <a:rPr lang="en-GB" sz="2700">
                              <a:solidFill>
                                <a:srgbClr val="087F83"/>
                              </a:solidFill>
                              <a:latin typeface="Cambria Math"/>
                              <a:ea typeface="Cambria Math"/>
                              <a:cs typeface="Cambria Math"/>
                            </a:rPr>
                            <m:t>log</m:t>
                          </m:r>
                        </m:sub>
                      </m:sSub>
                      <m:d>
                        <m:dPr>
                          <m:ctrlPr>
                            <a:rPr lang="en-GB" sz="2700">
                              <a:solidFill>
                                <a:srgbClr val="087F83"/>
                              </a:solidFill>
                              <a:latin typeface="Cambria Math"/>
                              <a:ea typeface="Cambria Math"/>
                              <a:cs typeface="Cambria Math"/>
                            </a:rPr>
                          </m:ctrlPr>
                        </m:dPr>
                        <m:e>
                          <m:r>
                            <a:rPr lang="en-GB" sz="2700">
                              <a:solidFill>
                                <a:srgbClr val="087F83"/>
                              </a:solidFill>
                              <a:latin typeface="Cambria Math"/>
                              <a:ea typeface="Cambria Math"/>
                              <a:cs typeface="Cambria Math"/>
                            </a:rPr>
                            <m:t>𝜎</m:t>
                          </m:r>
                          <m:d>
                            <m:dPr>
                              <m:ctrlPr>
                                <a:rPr lang="en-GB" sz="2700" i="1">
                                  <a:solidFill>
                                    <a:srgbClr val="087F83"/>
                                  </a:solidFill>
                                  <a:latin typeface="Cambria Math" panose="02040503050406030204" pitchFamily="18" charset="0"/>
                                  <a:ea typeface="Cambria Math"/>
                                  <a:cs typeface="Cambria Math"/>
                                </a:rPr>
                              </m:ctrlPr>
                            </m:dPr>
                            <m:e>
                              <m:sSub>
                                <m:sSubPr>
                                  <m:ctrlPr>
                                    <a:rPr lang="en-GB" sz="2700">
                                      <a:solidFill>
                                        <a:srgbClr val="087F83"/>
                                      </a:solidFill>
                                      <a:latin typeface="Cambria Math"/>
                                      <a:ea typeface="Cambria Math"/>
                                      <a:cs typeface="Cambria Math"/>
                                    </a:rPr>
                                  </m:ctrlPr>
                                </m:sSubPr>
                                <m:e>
                                  <m:r>
                                    <a:rPr lang="en-GB" sz="2700">
                                      <a:solidFill>
                                        <a:srgbClr val="087F83"/>
                                      </a:solidFill>
                                      <a:latin typeface="Cambria Math"/>
                                      <a:ea typeface="Cambria Math"/>
                                      <a:cs typeface="Cambria Math"/>
                                    </a:rPr>
                                    <m:t>𝑢</m:t>
                                  </m:r>
                                </m:e>
                                <m:sub>
                                  <m:r>
                                    <a:rPr lang="en-GB" sz="2700">
                                      <a:solidFill>
                                        <a:srgbClr val="087F83"/>
                                      </a:solidFill>
                                      <a:latin typeface="Cambria Math"/>
                                      <a:ea typeface="Cambria Math"/>
                                      <a:cs typeface="Cambria Math"/>
                                    </a:rPr>
                                    <m:t>1</m:t>
                                  </m:r>
                                </m:sub>
                              </m:sSub>
                            </m:e>
                          </m:d>
                          <m:r>
                            <a:rPr lang="en-GB" sz="2700">
                              <a:solidFill>
                                <a:srgbClr val="087F83"/>
                              </a:solidFill>
                              <a:latin typeface="Cambria Math"/>
                              <a:ea typeface="Cambria Math"/>
                              <a:cs typeface="Cambria Math"/>
                            </a:rPr>
                            <m:t>,</m:t>
                          </m:r>
                          <m:r>
                            <a:rPr lang="en-GB" sz="2700">
                              <a:solidFill>
                                <a:srgbClr val="087F83"/>
                              </a:solidFill>
                              <a:latin typeface="Cambria Math"/>
                              <a:ea typeface="Cambria Math"/>
                              <a:cs typeface="Cambria Math"/>
                            </a:rPr>
                            <m:t>𝑦</m:t>
                          </m:r>
                        </m:e>
                      </m:d>
                    </m:oMath>
                  </m:oMathPara>
                </a14:m>
                <a:endParaRPr lang="en-GB" sz="2700" dirty="0"/>
              </a:p>
            </p:txBody>
          </p:sp>
        </mc:Choice>
        <mc:Fallback xmlns="">
          <p:sp>
            <p:nvSpPr>
              <p:cNvPr id="24" name="binary_loss" descr="J_{L}(\mathbf{u})=\ell_{\mathrm{log}}(\sigma(u_1),y)">
                <a:extLst>
                  <a:ext uri="{FF2B5EF4-FFF2-40B4-BE49-F238E27FC236}">
                    <a16:creationId xmlns:a16="http://schemas.microsoft.com/office/drawing/2014/main" id="{32493DF2-DC92-4724-BEE2-B732C19902C1}"/>
                  </a:ext>
                </a:extLst>
              </p:cNvPr>
              <p:cNvSpPr>
                <a:spLocks noGrp="1" noRot="1" noChangeAspect="1" noMove="1" noResize="1" noEditPoints="1" noAdjustHandles="1" noChangeArrowheads="1" noChangeShapeType="1" noTextEdit="1"/>
              </p:cNvSpPr>
              <p:nvPr/>
            </p:nvSpPr>
            <p:spPr>
              <a:xfrm>
                <a:off x="6238875" y="2686050"/>
                <a:ext cx="5619750" cy="666750"/>
              </a:xfrm>
              <a:prstGeom prst="rect">
                <a:avLst/>
              </a:prstGeom>
              <a:blipFill>
                <a:blip r:embed="rId5"/>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regression_row" descr="\nabla J_{L}(\mathbf{a}_L(\mathbf{x}))\in\mathbb{R}^{1\times1}">
                <a:extLst>
                  <a:ext uri="{FF2B5EF4-FFF2-40B4-BE49-F238E27FC236}">
                    <a16:creationId xmlns:a16="http://schemas.microsoft.com/office/drawing/2014/main" id="{CD419F9A-5642-4EC1-9F7E-1052DFFC45C6}"/>
                  </a:ext>
                </a:extLst>
              </p:cNvPr>
              <p:cNvSpPr>
                <a:spLocks noGrp="1"/>
              </p:cNvSpPr>
              <p:nvPr/>
            </p:nvSpPr>
            <p:spPr>
              <a:xfrm>
                <a:off x="333375" y="3562350"/>
                <a:ext cx="552450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700" smtClean="0">
                          <a:solidFill>
                            <a:srgbClr val="C45C28"/>
                          </a:solidFill>
                          <a:latin typeface="Cambria Math"/>
                          <a:ea typeface="Cambria Math"/>
                          <a:cs typeface="Cambria Math"/>
                        </a:rPr>
                        <m:t>∇</m:t>
                      </m:r>
                      <m:sSub>
                        <m:sSubPr>
                          <m:ctrlPr>
                            <a:rPr lang="en-GB" sz="2700">
                              <a:solidFill>
                                <a:srgbClr val="C45C28"/>
                              </a:solidFill>
                              <a:latin typeface="Cambria Math"/>
                              <a:ea typeface="Cambria Math"/>
                              <a:cs typeface="Cambria Math"/>
                            </a:rPr>
                          </m:ctrlPr>
                        </m:sSubPr>
                        <m:e>
                          <m:r>
                            <a:rPr lang="en-GB" sz="2700">
                              <a:solidFill>
                                <a:srgbClr val="C45C28"/>
                              </a:solidFill>
                              <a:latin typeface="Cambria Math"/>
                              <a:ea typeface="Cambria Math"/>
                              <a:cs typeface="Cambria Math"/>
                            </a:rPr>
                            <m:t>𝐽</m:t>
                          </m:r>
                        </m:e>
                        <m:sub>
                          <m:r>
                            <a:rPr lang="en-GB" sz="2700">
                              <a:solidFill>
                                <a:srgbClr val="C45C28"/>
                              </a:solidFill>
                              <a:latin typeface="Cambria Math"/>
                              <a:ea typeface="Cambria Math"/>
                              <a:cs typeface="Cambria Math"/>
                            </a:rPr>
                            <m:t>𝐿</m:t>
                          </m:r>
                        </m:sub>
                      </m:sSub>
                      <m:d>
                        <m:dPr>
                          <m:ctrlPr>
                            <a:rPr lang="en-GB" sz="2700" i="1">
                              <a:solidFill>
                                <a:srgbClr val="C45C28"/>
                              </a:solidFill>
                              <a:latin typeface="Cambria Math" panose="02040503050406030204" pitchFamily="18" charset="0"/>
                              <a:ea typeface="Cambria Math"/>
                              <a:cs typeface="Cambria Math"/>
                            </a:rPr>
                          </m:ctrlPr>
                        </m:dPr>
                        <m:e>
                          <m:sSub>
                            <m:sSubPr>
                              <m:ctrlPr>
                                <a:rPr lang="en-GB" sz="2700">
                                  <a:solidFill>
                                    <a:srgbClr val="C45C28"/>
                                  </a:solidFill>
                                  <a:latin typeface="Cambria Math"/>
                                  <a:ea typeface="Cambria Math"/>
                                  <a:cs typeface="Cambria Math"/>
                                </a:rPr>
                              </m:ctrlPr>
                            </m:sSubPr>
                            <m:e>
                              <m:r>
                                <a:rPr lang="en-GB" sz="2700">
                                  <a:solidFill>
                                    <a:srgbClr val="C45C28"/>
                                  </a:solidFill>
                                  <a:latin typeface="Cambria Math"/>
                                  <a:ea typeface="Cambria Math"/>
                                  <a:cs typeface="Cambria Math"/>
                                </a:rPr>
                                <m:t>𝐚</m:t>
                              </m:r>
                            </m:e>
                            <m:sub>
                              <m:r>
                                <a:rPr lang="en-GB" sz="2700">
                                  <a:solidFill>
                                    <a:srgbClr val="C45C28"/>
                                  </a:solidFill>
                                  <a:latin typeface="Cambria Math"/>
                                  <a:ea typeface="Cambria Math"/>
                                  <a:cs typeface="Cambria Math"/>
                                </a:rPr>
                                <m:t>𝐿</m:t>
                              </m:r>
                            </m:sub>
                          </m:sSub>
                          <m:d>
                            <m:dPr>
                              <m:ctrlPr>
                                <a:rPr lang="en-GB" sz="2700">
                                  <a:solidFill>
                                    <a:srgbClr val="C45C28"/>
                                  </a:solidFill>
                                  <a:latin typeface="Cambria Math"/>
                                  <a:ea typeface="Cambria Math"/>
                                  <a:cs typeface="Cambria Math"/>
                                </a:rPr>
                              </m:ctrlPr>
                            </m:dPr>
                            <m:e>
                              <m:r>
                                <a:rPr lang="en-GB" sz="2700">
                                  <a:solidFill>
                                    <a:srgbClr val="C45C28"/>
                                  </a:solidFill>
                                  <a:latin typeface="Cambria Math"/>
                                  <a:ea typeface="Cambria Math"/>
                                  <a:cs typeface="Cambria Math"/>
                                </a:rPr>
                                <m:t>𝐱</m:t>
                              </m:r>
                            </m:e>
                          </m:d>
                        </m:e>
                      </m:d>
                      <m:r>
                        <a:rPr lang="en-GB" sz="2700">
                          <a:solidFill>
                            <a:srgbClr val="C45C28"/>
                          </a:solidFill>
                          <a:latin typeface="Cambria Math"/>
                          <a:ea typeface="Cambria Math"/>
                          <a:cs typeface="Cambria Math"/>
                        </a:rPr>
                        <m:t>∈</m:t>
                      </m:r>
                      <m:sSup>
                        <m:sSupPr>
                          <m:ctrlPr>
                            <a:rPr lang="en-GB" sz="2700">
                              <a:solidFill>
                                <a:srgbClr val="C45C28"/>
                              </a:solidFill>
                              <a:latin typeface="Cambria Math"/>
                              <a:ea typeface="Cambria Math"/>
                              <a:cs typeface="Cambria Math"/>
                            </a:rPr>
                          </m:ctrlPr>
                        </m:sSupPr>
                        <m:e>
                          <m:r>
                            <a:rPr lang="en-GB" sz="2700">
                              <a:solidFill>
                                <a:srgbClr val="C45C28"/>
                              </a:solidFill>
                              <a:latin typeface="Cambria Math"/>
                              <a:ea typeface="Cambria Math"/>
                              <a:cs typeface="Cambria Math"/>
                            </a:rPr>
                            <m:t>ℝ</m:t>
                          </m:r>
                        </m:e>
                        <m:sup>
                          <m:r>
                            <a:rPr lang="en-GB" sz="2700">
                              <a:solidFill>
                                <a:srgbClr val="C45C28"/>
                              </a:solidFill>
                              <a:latin typeface="Cambria Math"/>
                              <a:ea typeface="Cambria Math"/>
                              <a:cs typeface="Cambria Math"/>
                            </a:rPr>
                            <m:t>1×1</m:t>
                          </m:r>
                        </m:sup>
                      </m:sSup>
                    </m:oMath>
                  </m:oMathPara>
                </a14:m>
                <a:endParaRPr lang="en-GB" sz="2700" dirty="0"/>
              </a:p>
            </p:txBody>
          </p:sp>
        </mc:Choice>
        <mc:Fallback xmlns="">
          <p:sp>
            <p:nvSpPr>
              <p:cNvPr id="25" name="regression_row" descr="\nabla J_{L}(\mathbf{a}_L(\mathbf{x}))\in\mathbb{R}^{1\times1}">
                <a:extLst>
                  <a:ext uri="{FF2B5EF4-FFF2-40B4-BE49-F238E27FC236}">
                    <a16:creationId xmlns:a16="http://schemas.microsoft.com/office/drawing/2014/main" id="{CD419F9A-5642-4EC1-9F7E-1052DFFC45C6}"/>
                  </a:ext>
                </a:extLst>
              </p:cNvPr>
              <p:cNvSpPr>
                <a:spLocks noGrp="1" noRot="1" noChangeAspect="1" noMove="1" noResize="1" noEditPoints="1" noAdjustHandles="1" noChangeArrowheads="1" noChangeShapeType="1" noTextEdit="1"/>
              </p:cNvSpPr>
              <p:nvPr/>
            </p:nvSpPr>
            <p:spPr>
              <a:xfrm>
                <a:off x="333375" y="3562350"/>
                <a:ext cx="5524500" cy="6477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binary_row" descr="\nabla J_{L}(\mathbf{a}_L(\mathbf{x}))\in\mathbb{R}^{1\times1}">
                <a:extLst>
                  <a:ext uri="{FF2B5EF4-FFF2-40B4-BE49-F238E27FC236}">
                    <a16:creationId xmlns:a16="http://schemas.microsoft.com/office/drawing/2014/main" id="{BBDE907C-B1B7-41CC-8114-08837305CC41}"/>
                  </a:ext>
                </a:extLst>
              </p:cNvPr>
              <p:cNvSpPr>
                <a:spLocks noGrp="1"/>
              </p:cNvSpPr>
              <p:nvPr/>
            </p:nvSpPr>
            <p:spPr>
              <a:xfrm>
                <a:off x="6238875" y="3562350"/>
                <a:ext cx="56197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700" smtClean="0">
                          <a:solidFill>
                            <a:srgbClr val="C45C28"/>
                          </a:solidFill>
                          <a:latin typeface="Cambria Math"/>
                          <a:ea typeface="Cambria Math"/>
                          <a:cs typeface="Cambria Math"/>
                        </a:rPr>
                        <m:t>∇</m:t>
                      </m:r>
                      <m:sSub>
                        <m:sSubPr>
                          <m:ctrlPr>
                            <a:rPr lang="en-GB" sz="2700">
                              <a:solidFill>
                                <a:srgbClr val="C45C28"/>
                              </a:solidFill>
                              <a:latin typeface="Cambria Math"/>
                              <a:ea typeface="Cambria Math"/>
                              <a:cs typeface="Cambria Math"/>
                            </a:rPr>
                          </m:ctrlPr>
                        </m:sSubPr>
                        <m:e>
                          <m:r>
                            <a:rPr lang="en-GB" sz="2700">
                              <a:solidFill>
                                <a:srgbClr val="C45C28"/>
                              </a:solidFill>
                              <a:latin typeface="Cambria Math"/>
                              <a:ea typeface="Cambria Math"/>
                              <a:cs typeface="Cambria Math"/>
                            </a:rPr>
                            <m:t>𝐽</m:t>
                          </m:r>
                        </m:e>
                        <m:sub>
                          <m:r>
                            <a:rPr lang="en-GB" sz="2700">
                              <a:solidFill>
                                <a:srgbClr val="C45C28"/>
                              </a:solidFill>
                              <a:latin typeface="Cambria Math"/>
                              <a:ea typeface="Cambria Math"/>
                              <a:cs typeface="Cambria Math"/>
                            </a:rPr>
                            <m:t>𝐿</m:t>
                          </m:r>
                        </m:sub>
                      </m:sSub>
                      <m:d>
                        <m:dPr>
                          <m:ctrlPr>
                            <a:rPr lang="en-GB" sz="2700" i="1">
                              <a:solidFill>
                                <a:srgbClr val="C45C28"/>
                              </a:solidFill>
                              <a:latin typeface="Cambria Math" panose="02040503050406030204" pitchFamily="18" charset="0"/>
                              <a:ea typeface="Cambria Math"/>
                              <a:cs typeface="Cambria Math"/>
                            </a:rPr>
                          </m:ctrlPr>
                        </m:dPr>
                        <m:e>
                          <m:sSub>
                            <m:sSubPr>
                              <m:ctrlPr>
                                <a:rPr lang="en-GB" sz="2700">
                                  <a:solidFill>
                                    <a:srgbClr val="C45C28"/>
                                  </a:solidFill>
                                  <a:latin typeface="Cambria Math"/>
                                  <a:ea typeface="Cambria Math"/>
                                  <a:cs typeface="Cambria Math"/>
                                </a:rPr>
                              </m:ctrlPr>
                            </m:sSubPr>
                            <m:e>
                              <m:r>
                                <a:rPr lang="en-GB" sz="2700">
                                  <a:solidFill>
                                    <a:srgbClr val="C45C28"/>
                                  </a:solidFill>
                                  <a:latin typeface="Cambria Math"/>
                                  <a:ea typeface="Cambria Math"/>
                                  <a:cs typeface="Cambria Math"/>
                                </a:rPr>
                                <m:t>𝐚</m:t>
                              </m:r>
                            </m:e>
                            <m:sub>
                              <m:r>
                                <a:rPr lang="en-GB" sz="2700">
                                  <a:solidFill>
                                    <a:srgbClr val="C45C28"/>
                                  </a:solidFill>
                                  <a:latin typeface="Cambria Math"/>
                                  <a:ea typeface="Cambria Math"/>
                                  <a:cs typeface="Cambria Math"/>
                                </a:rPr>
                                <m:t>𝐿</m:t>
                              </m:r>
                            </m:sub>
                          </m:sSub>
                          <m:d>
                            <m:dPr>
                              <m:ctrlPr>
                                <a:rPr lang="en-GB" sz="2700">
                                  <a:solidFill>
                                    <a:srgbClr val="C45C28"/>
                                  </a:solidFill>
                                  <a:latin typeface="Cambria Math"/>
                                  <a:ea typeface="Cambria Math"/>
                                  <a:cs typeface="Cambria Math"/>
                                </a:rPr>
                              </m:ctrlPr>
                            </m:dPr>
                            <m:e>
                              <m:r>
                                <a:rPr lang="en-GB" sz="2700">
                                  <a:solidFill>
                                    <a:srgbClr val="C45C28"/>
                                  </a:solidFill>
                                  <a:latin typeface="Cambria Math"/>
                                  <a:ea typeface="Cambria Math"/>
                                  <a:cs typeface="Cambria Math"/>
                                </a:rPr>
                                <m:t>𝐱</m:t>
                              </m:r>
                            </m:e>
                          </m:d>
                        </m:e>
                      </m:d>
                      <m:r>
                        <a:rPr lang="en-GB" sz="2700">
                          <a:solidFill>
                            <a:srgbClr val="C45C28"/>
                          </a:solidFill>
                          <a:latin typeface="Cambria Math"/>
                          <a:ea typeface="Cambria Math"/>
                          <a:cs typeface="Cambria Math"/>
                        </a:rPr>
                        <m:t>∈</m:t>
                      </m:r>
                      <m:sSup>
                        <m:sSupPr>
                          <m:ctrlPr>
                            <a:rPr lang="en-GB" sz="2700">
                              <a:solidFill>
                                <a:srgbClr val="C45C28"/>
                              </a:solidFill>
                              <a:latin typeface="Cambria Math"/>
                              <a:ea typeface="Cambria Math"/>
                              <a:cs typeface="Cambria Math"/>
                            </a:rPr>
                          </m:ctrlPr>
                        </m:sSupPr>
                        <m:e>
                          <m:r>
                            <a:rPr lang="en-GB" sz="2700">
                              <a:solidFill>
                                <a:srgbClr val="C45C28"/>
                              </a:solidFill>
                              <a:latin typeface="Cambria Math"/>
                              <a:ea typeface="Cambria Math"/>
                              <a:cs typeface="Cambria Math"/>
                            </a:rPr>
                            <m:t>ℝ</m:t>
                          </m:r>
                        </m:e>
                        <m:sup>
                          <m:r>
                            <a:rPr lang="en-GB" sz="2700">
                              <a:solidFill>
                                <a:srgbClr val="C45C28"/>
                              </a:solidFill>
                              <a:latin typeface="Cambria Math"/>
                              <a:ea typeface="Cambria Math"/>
                              <a:cs typeface="Cambria Math"/>
                            </a:rPr>
                            <m:t>1×1</m:t>
                          </m:r>
                        </m:sup>
                      </m:sSup>
                    </m:oMath>
                  </m:oMathPara>
                </a14:m>
                <a:endParaRPr lang="en-GB" sz="2700" dirty="0"/>
              </a:p>
            </p:txBody>
          </p:sp>
        </mc:Choice>
        <mc:Fallback xmlns="">
          <p:sp>
            <p:nvSpPr>
              <p:cNvPr id="26" name="binary_row" descr="\nabla J_{L}(\mathbf{a}_L(\mathbf{x}))\in\mathbb{R}^{1\times1}">
                <a:extLst>
                  <a:ext uri="{FF2B5EF4-FFF2-40B4-BE49-F238E27FC236}">
                    <a16:creationId xmlns:a16="http://schemas.microsoft.com/office/drawing/2014/main" id="{BBDE907C-B1B7-41CC-8114-08837305CC41}"/>
                  </a:ext>
                </a:extLst>
              </p:cNvPr>
              <p:cNvSpPr>
                <a:spLocks noGrp="1" noRot="1" noChangeAspect="1" noMove="1" noResize="1" noEditPoints="1" noAdjustHandles="1" noChangeArrowheads="1" noChangeShapeType="1" noTextEdit="1"/>
              </p:cNvSpPr>
              <p:nvPr/>
            </p:nvSpPr>
            <p:spPr>
              <a:xfrm>
                <a:off x="6238875" y="3562350"/>
                <a:ext cx="5619750" cy="647700"/>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 name="regression_component" descr="\left[\nabla J_{L}(\mathbf{a}_L(\mathbf{x}))\right]_1=2(f_{\boldsymbol{\theta}}(\mathbf{x})-y)">
                <a:extLst>
                  <a:ext uri="{FF2B5EF4-FFF2-40B4-BE49-F238E27FC236}">
                    <a16:creationId xmlns:a16="http://schemas.microsoft.com/office/drawing/2014/main" id="{284820A1-308B-457A-B439-1EEADE9BB9EB}"/>
                  </a:ext>
                </a:extLst>
              </p:cNvPr>
              <p:cNvSpPr>
                <a:spLocks noGrp="1"/>
              </p:cNvSpPr>
              <p:nvPr/>
            </p:nvSpPr>
            <p:spPr>
              <a:xfrm>
                <a:off x="238125" y="4276725"/>
                <a:ext cx="5810250"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50" i="1">
                              <a:solidFill>
                                <a:srgbClr val="C45C28"/>
                              </a:solidFill>
                              <a:latin typeface="Cambria Math" panose="02040503050406030204" pitchFamily="18" charset="0"/>
                              <a:ea typeface="Cambria Math"/>
                              <a:cs typeface="Cambria Math"/>
                            </a:rPr>
                          </m:ctrlPr>
                        </m:sSubPr>
                        <m:e>
                          <m:d>
                            <m:dPr>
                              <m:begChr m:val="["/>
                              <m:endChr m:val="]"/>
                              <m:ctrlPr>
                                <a:rPr lang="en-GB" sz="2650">
                                  <a:solidFill>
                                    <a:srgbClr val="C45C28"/>
                                  </a:solidFill>
                                  <a:latin typeface="Cambria Math"/>
                                  <a:ea typeface="Cambria Math"/>
                                  <a:cs typeface="Cambria Math"/>
                                </a:rPr>
                              </m:ctrlPr>
                            </m:dPr>
                            <m:e>
                              <m:r>
                                <m:rPr>
                                  <m:sty m:val="p"/>
                                </m:rPr>
                                <a:rPr lang="en-GB" sz="2650">
                                  <a:solidFill>
                                    <a:srgbClr val="C45C28"/>
                                  </a:solidFill>
                                  <a:latin typeface="Cambria Math"/>
                                  <a:ea typeface="Cambria Math"/>
                                  <a:cs typeface="Cambria Math"/>
                                </a:rPr>
                                <m:t>∇</m:t>
                              </m:r>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𝐽</m:t>
                                  </m:r>
                                </m:e>
                                <m:sub>
                                  <m:r>
                                    <a:rPr lang="en-GB" sz="2650">
                                      <a:solidFill>
                                        <a:srgbClr val="C45C28"/>
                                      </a:solidFill>
                                      <a:latin typeface="Cambria Math"/>
                                      <a:ea typeface="Cambria Math"/>
                                      <a:cs typeface="Cambria Math"/>
                                    </a:rPr>
                                    <m:t>𝐿</m:t>
                                  </m:r>
                                </m:sub>
                              </m:sSub>
                              <m:d>
                                <m:dPr>
                                  <m:ctrlPr>
                                    <a:rPr lang="en-GB" sz="2650" i="1">
                                      <a:solidFill>
                                        <a:srgbClr val="C45C28"/>
                                      </a:solidFill>
                                      <a:latin typeface="Cambria Math" panose="02040503050406030204" pitchFamily="18" charset="0"/>
                                      <a:ea typeface="Cambria Math"/>
                                      <a:cs typeface="Cambria Math"/>
                                    </a:rPr>
                                  </m:ctrlPr>
                                </m:dPr>
                                <m:e>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𝐚</m:t>
                                      </m:r>
                                    </m:e>
                                    <m:sub>
                                      <m:r>
                                        <a:rPr lang="en-GB" sz="2650">
                                          <a:solidFill>
                                            <a:srgbClr val="C45C28"/>
                                          </a:solidFill>
                                          <a:latin typeface="Cambria Math"/>
                                          <a:ea typeface="Cambria Math"/>
                                          <a:cs typeface="Cambria Math"/>
                                        </a:rPr>
                                        <m:t>𝐿</m:t>
                                      </m:r>
                                    </m:sub>
                                  </m:sSub>
                                  <m:d>
                                    <m:dPr>
                                      <m:ctrlPr>
                                        <a:rPr lang="en-GB" sz="2650">
                                          <a:solidFill>
                                            <a:srgbClr val="C45C28"/>
                                          </a:solidFill>
                                          <a:latin typeface="Cambria Math"/>
                                          <a:ea typeface="Cambria Math"/>
                                          <a:cs typeface="Cambria Math"/>
                                        </a:rPr>
                                      </m:ctrlPr>
                                    </m:dPr>
                                    <m:e>
                                      <m:r>
                                        <a:rPr lang="en-GB" sz="2650">
                                          <a:solidFill>
                                            <a:srgbClr val="C45C28"/>
                                          </a:solidFill>
                                          <a:latin typeface="Cambria Math"/>
                                          <a:ea typeface="Cambria Math"/>
                                          <a:cs typeface="Cambria Math"/>
                                        </a:rPr>
                                        <m:t>𝐱</m:t>
                                      </m:r>
                                    </m:e>
                                  </m:d>
                                </m:e>
                              </m:d>
                            </m:e>
                          </m:d>
                        </m:e>
                        <m:sub>
                          <m:r>
                            <a:rPr lang="en-GB" sz="2650">
                              <a:solidFill>
                                <a:srgbClr val="C45C28"/>
                              </a:solidFill>
                              <a:latin typeface="Cambria Math"/>
                              <a:ea typeface="Cambria Math"/>
                              <a:cs typeface="Cambria Math"/>
                            </a:rPr>
                            <m:t>1</m:t>
                          </m:r>
                        </m:sub>
                      </m:sSub>
                      <m:r>
                        <a:rPr lang="en-GB" sz="2650">
                          <a:solidFill>
                            <a:srgbClr val="C45C28"/>
                          </a:solidFill>
                          <a:latin typeface="Cambria Math"/>
                          <a:ea typeface="Cambria Math"/>
                          <a:cs typeface="Cambria Math"/>
                        </a:rPr>
                        <m:t>=2</m:t>
                      </m:r>
                      <m:d>
                        <m:dPr>
                          <m:ctrlPr>
                            <a:rPr lang="en-GB" sz="2650" i="1">
                              <a:solidFill>
                                <a:srgbClr val="C45C28"/>
                              </a:solidFill>
                              <a:latin typeface="Cambria Math" panose="02040503050406030204" pitchFamily="18" charset="0"/>
                              <a:ea typeface="Cambria Math"/>
                              <a:cs typeface="Cambria Math"/>
                            </a:rPr>
                          </m:ctrlPr>
                        </m:dPr>
                        <m:e>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𝑓</m:t>
                              </m:r>
                            </m:e>
                            <m:sub>
                              <m:r>
                                <a:rPr lang="en-GB" sz="2650">
                                  <a:solidFill>
                                    <a:srgbClr val="C45C28"/>
                                  </a:solidFill>
                                  <a:latin typeface="Cambria Math"/>
                                  <a:ea typeface="Cambria Math"/>
                                  <a:cs typeface="Cambria Math"/>
                                </a:rPr>
                                <m:t>𝛉</m:t>
                              </m:r>
                            </m:sub>
                          </m:sSub>
                          <m:d>
                            <m:dPr>
                              <m:ctrlPr>
                                <a:rPr lang="en-GB" sz="2650">
                                  <a:solidFill>
                                    <a:srgbClr val="C45C28"/>
                                  </a:solidFill>
                                  <a:latin typeface="Cambria Math"/>
                                  <a:ea typeface="Cambria Math"/>
                                  <a:cs typeface="Cambria Math"/>
                                </a:rPr>
                              </m:ctrlPr>
                            </m:dPr>
                            <m:e>
                              <m:r>
                                <a:rPr lang="en-GB" sz="2650">
                                  <a:solidFill>
                                    <a:srgbClr val="C45C28"/>
                                  </a:solidFill>
                                  <a:latin typeface="Cambria Math"/>
                                  <a:ea typeface="Cambria Math"/>
                                  <a:cs typeface="Cambria Math"/>
                                </a:rPr>
                                <m:t>𝐱</m:t>
                              </m:r>
                            </m:e>
                          </m:d>
                          <m:r>
                            <a:rPr lang="en-GB" sz="2650">
                              <a:solidFill>
                                <a:srgbClr val="C45C28"/>
                              </a:solidFill>
                              <a:latin typeface="Cambria Math"/>
                              <a:ea typeface="Cambria Math"/>
                              <a:cs typeface="Cambria Math"/>
                            </a:rPr>
                            <m:t>−</m:t>
                          </m:r>
                          <m:r>
                            <a:rPr lang="en-GB" sz="2650">
                              <a:solidFill>
                                <a:srgbClr val="C45C28"/>
                              </a:solidFill>
                              <a:latin typeface="Cambria Math"/>
                              <a:ea typeface="Cambria Math"/>
                              <a:cs typeface="Cambria Math"/>
                            </a:rPr>
                            <m:t>𝑦</m:t>
                          </m:r>
                        </m:e>
                      </m:d>
                    </m:oMath>
                  </m:oMathPara>
                </a14:m>
                <a:endParaRPr lang="en-GB" sz="2650" dirty="0"/>
              </a:p>
            </p:txBody>
          </p:sp>
        </mc:Choice>
        <mc:Fallback xmlns="">
          <p:sp>
            <p:nvSpPr>
              <p:cNvPr id="27" name="regression_component" descr="\left[\nabla J_{L}(\mathbf{a}_L(\mathbf{x}))\right]_1=2(f_{\boldsymbol{\theta}}(\mathbf{x})-y)">
                <a:extLst>
                  <a:ext uri="{FF2B5EF4-FFF2-40B4-BE49-F238E27FC236}">
                    <a16:creationId xmlns:a16="http://schemas.microsoft.com/office/drawing/2014/main" id="{284820A1-308B-457A-B439-1EEADE9BB9EB}"/>
                  </a:ext>
                </a:extLst>
              </p:cNvPr>
              <p:cNvSpPr>
                <a:spLocks noGrp="1" noRot="1" noChangeAspect="1" noMove="1" noResize="1" noEditPoints="1" noAdjustHandles="1" noChangeArrowheads="1" noChangeShapeType="1" noTextEdit="1"/>
              </p:cNvSpPr>
              <p:nvPr/>
            </p:nvSpPr>
            <p:spPr>
              <a:xfrm>
                <a:off x="238125" y="4276725"/>
                <a:ext cx="5810250" cy="742950"/>
              </a:xfrm>
              <a:prstGeom prst="rect">
                <a:avLst/>
              </a:prstGeom>
              <a:blipFill>
                <a:blip r:embed="rId8"/>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binary_component" descr="\left[\nabla J_{L}(\mathbf{a}_L(\mathbf{x}))\right]_1=p_{\boldsymbol{\theta}}(\mathbf{x})-y">
                <a:extLst>
                  <a:ext uri="{FF2B5EF4-FFF2-40B4-BE49-F238E27FC236}">
                    <a16:creationId xmlns:a16="http://schemas.microsoft.com/office/drawing/2014/main" id="{C3F0E104-D09F-4BC4-A76C-FDD201E325D1}"/>
                  </a:ext>
                </a:extLst>
              </p:cNvPr>
              <p:cNvSpPr>
                <a:spLocks noGrp="1"/>
              </p:cNvSpPr>
              <p:nvPr/>
            </p:nvSpPr>
            <p:spPr>
              <a:xfrm>
                <a:off x="6191250" y="4276725"/>
                <a:ext cx="5762625" cy="742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50" i="1">
                              <a:solidFill>
                                <a:srgbClr val="C45C28"/>
                              </a:solidFill>
                              <a:latin typeface="Cambria Math" panose="02040503050406030204" pitchFamily="18" charset="0"/>
                              <a:ea typeface="Cambria Math"/>
                              <a:cs typeface="Cambria Math"/>
                            </a:rPr>
                          </m:ctrlPr>
                        </m:sSubPr>
                        <m:e>
                          <m:d>
                            <m:dPr>
                              <m:begChr m:val="["/>
                              <m:endChr m:val="]"/>
                              <m:ctrlPr>
                                <a:rPr lang="en-GB" sz="2650">
                                  <a:solidFill>
                                    <a:srgbClr val="C45C28"/>
                                  </a:solidFill>
                                  <a:latin typeface="Cambria Math"/>
                                  <a:ea typeface="Cambria Math"/>
                                  <a:cs typeface="Cambria Math"/>
                                </a:rPr>
                              </m:ctrlPr>
                            </m:dPr>
                            <m:e>
                              <m:r>
                                <m:rPr>
                                  <m:sty m:val="p"/>
                                </m:rPr>
                                <a:rPr lang="en-GB" sz="2650">
                                  <a:solidFill>
                                    <a:srgbClr val="C45C28"/>
                                  </a:solidFill>
                                  <a:latin typeface="Cambria Math"/>
                                  <a:ea typeface="Cambria Math"/>
                                  <a:cs typeface="Cambria Math"/>
                                </a:rPr>
                                <m:t>∇</m:t>
                              </m:r>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𝐽</m:t>
                                  </m:r>
                                </m:e>
                                <m:sub>
                                  <m:r>
                                    <a:rPr lang="en-GB" sz="2650">
                                      <a:solidFill>
                                        <a:srgbClr val="C45C28"/>
                                      </a:solidFill>
                                      <a:latin typeface="Cambria Math"/>
                                      <a:ea typeface="Cambria Math"/>
                                      <a:cs typeface="Cambria Math"/>
                                    </a:rPr>
                                    <m:t>𝐿</m:t>
                                  </m:r>
                                </m:sub>
                              </m:sSub>
                              <m:d>
                                <m:dPr>
                                  <m:ctrlPr>
                                    <a:rPr lang="en-GB" sz="2650" i="1">
                                      <a:solidFill>
                                        <a:srgbClr val="C45C28"/>
                                      </a:solidFill>
                                      <a:latin typeface="Cambria Math" panose="02040503050406030204" pitchFamily="18" charset="0"/>
                                      <a:ea typeface="Cambria Math"/>
                                      <a:cs typeface="Cambria Math"/>
                                    </a:rPr>
                                  </m:ctrlPr>
                                </m:dPr>
                                <m:e>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𝐚</m:t>
                                      </m:r>
                                    </m:e>
                                    <m:sub>
                                      <m:r>
                                        <a:rPr lang="en-GB" sz="2650">
                                          <a:solidFill>
                                            <a:srgbClr val="C45C28"/>
                                          </a:solidFill>
                                          <a:latin typeface="Cambria Math"/>
                                          <a:ea typeface="Cambria Math"/>
                                          <a:cs typeface="Cambria Math"/>
                                        </a:rPr>
                                        <m:t>𝐿</m:t>
                                      </m:r>
                                    </m:sub>
                                  </m:sSub>
                                  <m:d>
                                    <m:dPr>
                                      <m:ctrlPr>
                                        <a:rPr lang="en-GB" sz="2650">
                                          <a:solidFill>
                                            <a:srgbClr val="C45C28"/>
                                          </a:solidFill>
                                          <a:latin typeface="Cambria Math"/>
                                          <a:ea typeface="Cambria Math"/>
                                          <a:cs typeface="Cambria Math"/>
                                        </a:rPr>
                                      </m:ctrlPr>
                                    </m:dPr>
                                    <m:e>
                                      <m:r>
                                        <a:rPr lang="en-GB" sz="2650">
                                          <a:solidFill>
                                            <a:srgbClr val="C45C28"/>
                                          </a:solidFill>
                                          <a:latin typeface="Cambria Math"/>
                                          <a:ea typeface="Cambria Math"/>
                                          <a:cs typeface="Cambria Math"/>
                                        </a:rPr>
                                        <m:t>𝐱</m:t>
                                      </m:r>
                                    </m:e>
                                  </m:d>
                                </m:e>
                              </m:d>
                            </m:e>
                          </m:d>
                        </m:e>
                        <m:sub>
                          <m:r>
                            <a:rPr lang="en-GB" sz="2650">
                              <a:solidFill>
                                <a:srgbClr val="C45C28"/>
                              </a:solidFill>
                              <a:latin typeface="Cambria Math"/>
                              <a:ea typeface="Cambria Math"/>
                              <a:cs typeface="Cambria Math"/>
                            </a:rPr>
                            <m:t>1</m:t>
                          </m:r>
                        </m:sub>
                      </m:sSub>
                      <m:r>
                        <a:rPr lang="en-GB" sz="2650">
                          <a:solidFill>
                            <a:srgbClr val="C45C28"/>
                          </a:solidFill>
                          <a:latin typeface="Cambria Math"/>
                          <a:ea typeface="Cambria Math"/>
                          <a:cs typeface="Cambria Math"/>
                        </a:rPr>
                        <m:t>=</m:t>
                      </m:r>
                      <m:sSub>
                        <m:sSubPr>
                          <m:ctrlPr>
                            <a:rPr lang="en-GB" sz="2650">
                              <a:solidFill>
                                <a:srgbClr val="C45C28"/>
                              </a:solidFill>
                              <a:latin typeface="Cambria Math"/>
                              <a:ea typeface="Cambria Math"/>
                              <a:cs typeface="Cambria Math"/>
                            </a:rPr>
                          </m:ctrlPr>
                        </m:sSubPr>
                        <m:e>
                          <m:r>
                            <a:rPr lang="en-GB" sz="2650">
                              <a:solidFill>
                                <a:srgbClr val="C45C28"/>
                              </a:solidFill>
                              <a:latin typeface="Cambria Math"/>
                              <a:ea typeface="Cambria Math"/>
                              <a:cs typeface="Cambria Math"/>
                            </a:rPr>
                            <m:t>𝑝</m:t>
                          </m:r>
                        </m:e>
                        <m:sub>
                          <m:r>
                            <a:rPr lang="en-GB" sz="2650">
                              <a:solidFill>
                                <a:srgbClr val="C45C28"/>
                              </a:solidFill>
                              <a:latin typeface="Cambria Math"/>
                              <a:ea typeface="Cambria Math"/>
                              <a:cs typeface="Cambria Math"/>
                            </a:rPr>
                            <m:t>𝛉</m:t>
                          </m:r>
                        </m:sub>
                      </m:sSub>
                      <m:d>
                        <m:dPr>
                          <m:ctrlPr>
                            <a:rPr lang="en-GB" sz="2650">
                              <a:solidFill>
                                <a:srgbClr val="C45C28"/>
                              </a:solidFill>
                              <a:latin typeface="Cambria Math"/>
                              <a:ea typeface="Cambria Math"/>
                              <a:cs typeface="Cambria Math"/>
                            </a:rPr>
                          </m:ctrlPr>
                        </m:dPr>
                        <m:e>
                          <m:r>
                            <a:rPr lang="en-GB" sz="2650">
                              <a:solidFill>
                                <a:srgbClr val="C45C28"/>
                              </a:solidFill>
                              <a:latin typeface="Cambria Math"/>
                              <a:ea typeface="Cambria Math"/>
                              <a:cs typeface="Cambria Math"/>
                            </a:rPr>
                            <m:t>𝐱</m:t>
                          </m:r>
                        </m:e>
                      </m:d>
                      <m:r>
                        <a:rPr lang="en-GB" sz="2650">
                          <a:solidFill>
                            <a:srgbClr val="C45C28"/>
                          </a:solidFill>
                          <a:latin typeface="Cambria Math"/>
                          <a:ea typeface="Cambria Math"/>
                          <a:cs typeface="Cambria Math"/>
                        </a:rPr>
                        <m:t>−</m:t>
                      </m:r>
                      <m:r>
                        <a:rPr lang="en-GB" sz="2650">
                          <a:solidFill>
                            <a:srgbClr val="C45C28"/>
                          </a:solidFill>
                          <a:latin typeface="Cambria Math"/>
                          <a:ea typeface="Cambria Math"/>
                          <a:cs typeface="Cambria Math"/>
                        </a:rPr>
                        <m:t>𝑦</m:t>
                      </m:r>
                    </m:oMath>
                  </m:oMathPara>
                </a14:m>
                <a:endParaRPr lang="en-GB" sz="2650" dirty="0"/>
              </a:p>
            </p:txBody>
          </p:sp>
        </mc:Choice>
        <mc:Fallback xmlns="">
          <p:sp>
            <p:nvSpPr>
              <p:cNvPr id="28" name="binary_component" descr="\left[\nabla J_{L}(\mathbf{a}_L(\mathbf{x}))\right]_1=p_{\boldsymbol{\theta}}(\mathbf{x})-y">
                <a:extLst>
                  <a:ext uri="{FF2B5EF4-FFF2-40B4-BE49-F238E27FC236}">
                    <a16:creationId xmlns:a16="http://schemas.microsoft.com/office/drawing/2014/main" id="{C3F0E104-D09F-4BC4-A76C-FDD201E325D1}"/>
                  </a:ext>
                </a:extLst>
              </p:cNvPr>
              <p:cNvSpPr>
                <a:spLocks noGrp="1" noRot="1" noChangeAspect="1" noMove="1" noResize="1" noEditPoints="1" noAdjustHandles="1" noChangeArrowheads="1" noChangeShapeType="1" noTextEdit="1"/>
              </p:cNvSpPr>
              <p:nvPr/>
            </p:nvSpPr>
            <p:spPr>
              <a:xfrm>
                <a:off x="6191250" y="4276725"/>
                <a:ext cx="5762625" cy="742950"/>
              </a:xfrm>
              <a:prstGeom prst="rect">
                <a:avLst/>
              </a:prstGeom>
              <a:blipFill>
                <a:blip r:embed="rId9"/>
                <a:stretch>
                  <a:fillRect/>
                </a:stretch>
              </a:blipFill>
              <a:ln w="0">
                <a:noFill/>
              </a:ln>
            </p:spPr>
            <p:txBody>
              <a:bodyPr/>
              <a:lstStyle/>
              <a:p>
                <a:r>
                  <a:rPr lang="it-IT">
                    <a:noFill/>
                  </a:rPr>
                  <a:t> </a:t>
                </a:r>
              </a:p>
            </p:txBody>
          </p:sp>
        </mc:Fallback>
      </mc:AlternateContent>
      <p:sp>
        <p:nvSpPr>
          <p:cNvPr id="29" name="where">
            <a:extLst>
              <a:ext uri="{FF2B5EF4-FFF2-40B4-BE49-F238E27FC236}">
                <a16:creationId xmlns:a16="http://schemas.microsoft.com/office/drawing/2014/main" id="{A0CAE98E-A08D-4D77-BE1A-4669AFF50E99}"/>
              </a:ext>
            </a:extLst>
          </p:cNvPr>
          <p:cNvSpPr>
            <a:spLocks noGrp="1"/>
          </p:cNvSpPr>
          <p:nvPr/>
        </p:nvSpPr>
        <p:spPr>
          <a:xfrm>
            <a:off x="6477000" y="5114925"/>
            <a:ext cx="5143500" cy="4000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vl1pPr algn="ctr">
              <a:defRPr sz="2175" b="0">
                <a:solidFill>
                  <a:srgbClr val="526276"/>
                </a:solidFill>
                <a:latin typeface="DejaVu Sans"/>
                <a:ea typeface="DejaVu Sans"/>
                <a:cs typeface="DejaVu Sans"/>
              </a:defRPr>
            </a:lvl1pPr>
            <a:lvl2pPr algn="ctr">
              <a:defRPr sz="2175" b="0">
                <a:solidFill>
                  <a:srgbClr val="526276"/>
                </a:solidFill>
                <a:latin typeface="DejaVu Sans"/>
                <a:ea typeface="DejaVu Sans"/>
                <a:cs typeface="DejaVu Sans"/>
              </a:defRPr>
            </a:lvl2pPr>
            <a:lvl3pPr algn="ctr">
              <a:defRPr sz="2175" b="0">
                <a:solidFill>
                  <a:srgbClr val="526276"/>
                </a:solidFill>
                <a:latin typeface="DejaVu Sans"/>
                <a:ea typeface="DejaVu Sans"/>
                <a:cs typeface="DejaVu Sans"/>
              </a:defRPr>
            </a:lvl3pPr>
            <a:lvl4pPr algn="ctr">
              <a:defRPr sz="2175" b="0">
                <a:solidFill>
                  <a:srgbClr val="526276"/>
                </a:solidFill>
                <a:latin typeface="DejaVu Sans"/>
                <a:ea typeface="DejaVu Sans"/>
                <a:cs typeface="DejaVu Sans"/>
              </a:defRPr>
            </a:lvl4pPr>
            <a:lvl5pPr algn="ctr">
              <a:defRPr sz="2175" b="0">
                <a:solidFill>
                  <a:srgbClr val="526276"/>
                </a:solidFill>
                <a:latin typeface="DejaVu Sans"/>
                <a:ea typeface="DejaVu Sans"/>
                <a:cs typeface="DejaVu Sans"/>
              </a:defRPr>
            </a:lvl5pPr>
            <a:lvl6pPr algn="ctr">
              <a:defRPr sz="2175" b="0">
                <a:solidFill>
                  <a:srgbClr val="526276"/>
                </a:solidFill>
                <a:latin typeface="DejaVu Sans"/>
                <a:ea typeface="DejaVu Sans"/>
                <a:cs typeface="DejaVu Sans"/>
              </a:defRPr>
            </a:lvl6pPr>
            <a:lvl7pPr algn="ctr">
              <a:defRPr sz="2175" b="0">
                <a:solidFill>
                  <a:srgbClr val="526276"/>
                </a:solidFill>
                <a:latin typeface="DejaVu Sans"/>
                <a:ea typeface="DejaVu Sans"/>
                <a:cs typeface="DejaVu Sans"/>
              </a:defRPr>
            </a:lvl7pPr>
            <a:lvl8pPr algn="ctr">
              <a:defRPr sz="2175" b="0">
                <a:solidFill>
                  <a:srgbClr val="526276"/>
                </a:solidFill>
                <a:latin typeface="DejaVu Sans"/>
                <a:ea typeface="DejaVu Sans"/>
                <a:cs typeface="DejaVu Sans"/>
              </a:defRPr>
            </a:lvl8pPr>
            <a:lvl9pPr algn="ctr">
              <a:defRPr sz="2175" b="0">
                <a:solidFill>
                  <a:srgbClr val="526276"/>
                </a:solidFill>
                <a:latin typeface="DejaVu Sans"/>
                <a:ea typeface="DejaVu Sans"/>
                <a:cs typeface="DejaVu Sans"/>
              </a:defRPr>
            </a:lvl9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Where</a:t>
            </a:r>
          </a:p>
        </p:txBody>
      </p:sp>
      <mc:AlternateContent xmlns:mc="http://schemas.openxmlformats.org/markup-compatibility/2006" xmlns:a14="http://schemas.microsoft.com/office/drawing/2010/main">
        <mc:Choice Requires="a14">
          <p:sp>
            <p:nvSpPr>
              <p:cNvPr id="30" name="probability" descr="p_{\boldsymbol{\theta}}(\mathbf{x})=\sigma(f_{\boldsymbol{\theta}}(\mathbf{x}))=\sigma\!\left([\mathbf{a}_L(\mathbf{x})]_1\right)">
                <a:extLst>
                  <a:ext uri="{FF2B5EF4-FFF2-40B4-BE49-F238E27FC236}">
                    <a16:creationId xmlns:a16="http://schemas.microsoft.com/office/drawing/2014/main" id="{E5F328E9-E151-48B8-BAFF-317AF5CE5FB4}"/>
                  </a:ext>
                </a:extLst>
              </p:cNvPr>
              <p:cNvSpPr>
                <a:spLocks noGrp="1"/>
              </p:cNvSpPr>
              <p:nvPr/>
            </p:nvSpPr>
            <p:spPr>
              <a:xfrm>
                <a:off x="6238875" y="5857875"/>
                <a:ext cx="5762625" cy="5334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𝑝</m:t>
                          </m:r>
                        </m:e>
                        <m:sub>
                          <m:r>
                            <a:rPr lang="en-GB" sz="2400">
                              <a:solidFill>
                                <a:srgbClr val="526276"/>
                              </a:solidFill>
                              <a:latin typeface="Cambria Math"/>
                              <a:ea typeface="Cambria Math"/>
                              <a:cs typeface="Cambria Math"/>
                            </a:rPr>
                            <m:t>𝛉</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𝐱</m:t>
                      </m:r>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𝜎</m:t>
                      </m:r>
                      <m:d>
                        <m:dPr>
                          <m:ctrlPr>
                            <a:rPr lang="en-GB" sz="2400" i="1">
                              <a:solidFill>
                                <a:srgbClr val="526276"/>
                              </a:solidFill>
                              <a:latin typeface="Cambria Math" panose="02040503050406030204" pitchFamily="18" charset="0"/>
                              <a:ea typeface="Cambria Math"/>
                              <a:cs typeface="Cambria Math"/>
                            </a:rPr>
                          </m:ctrlPr>
                        </m:dPr>
                        <m:e>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𝑓</m:t>
                              </m:r>
                            </m:e>
                            <m:sub>
                              <m:r>
                                <a:rPr lang="en-GB" sz="2400">
                                  <a:solidFill>
                                    <a:srgbClr val="526276"/>
                                  </a:solidFill>
                                  <a:latin typeface="Cambria Math"/>
                                  <a:ea typeface="Cambria Math"/>
                                  <a:cs typeface="Cambria Math"/>
                                </a:rPr>
                                <m:t>𝛉</m:t>
                              </m:r>
                            </m:sub>
                          </m:sSub>
                          <m:d>
                            <m:dPr>
                              <m:ctrlPr>
                                <a:rPr lang="en-GB" sz="2400">
                                  <a:solidFill>
                                    <a:srgbClr val="526276"/>
                                  </a:solidFill>
                                  <a:latin typeface="Cambria Math"/>
                                  <a:ea typeface="Cambria Math"/>
                                  <a:cs typeface="Cambria Math"/>
                                </a:rPr>
                              </m:ctrlPr>
                            </m:dPr>
                            <m:e>
                              <m:r>
                                <a:rPr lang="en-GB" sz="2400">
                                  <a:solidFill>
                                    <a:srgbClr val="526276"/>
                                  </a:solidFill>
                                  <a:latin typeface="Cambria Math"/>
                                  <a:ea typeface="Cambria Math"/>
                                  <a:cs typeface="Cambria Math"/>
                                </a:rPr>
                                <m:t>𝐱</m:t>
                              </m:r>
                            </m:e>
                          </m:d>
                        </m:e>
                      </m:d>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𝜎</m:t>
                      </m:r>
                      <m:r>
                        <a:rPr lang="it-IT" sz="2400" b="0" i="0" smtClean="0">
                          <a:solidFill>
                            <a:srgbClr val="526276"/>
                          </a:solidFill>
                          <a:latin typeface="Cambria Math" panose="02040503050406030204" pitchFamily="18" charset="0"/>
                          <a:ea typeface="Cambria Math"/>
                          <a:cs typeface="Cambria Math"/>
                        </a:rPr>
                        <m:t>(</m:t>
                      </m:r>
                      <m:sSub>
                        <m:sSubPr>
                          <m:ctrlPr>
                            <a:rPr lang="it-IT" sz="2400" i="1">
                              <a:solidFill>
                                <a:srgbClr val="526276"/>
                              </a:solidFill>
                              <a:latin typeface="Cambria Math" panose="02040503050406030204" pitchFamily="18" charset="0"/>
                              <a:ea typeface="Cambria Math"/>
                              <a:cs typeface="Cambria Math"/>
                            </a:rPr>
                          </m:ctrlPr>
                        </m:sSubPr>
                        <m:e>
                          <m:r>
                            <a:rPr lang="it-IT" sz="2400" i="1">
                              <a:solidFill>
                                <a:srgbClr val="526276"/>
                              </a:solidFill>
                              <a:latin typeface="Cambria Math" panose="02040503050406030204" pitchFamily="18" charset="0"/>
                              <a:ea typeface="Cambria Math"/>
                              <a:cs typeface="Cambria Math"/>
                            </a:rPr>
                            <m:t>[</m:t>
                          </m:r>
                          <m:limLow>
                            <m:limLowPr>
                              <m:ctrlPr>
                                <a:rPr lang="en-GB" sz="2400" i="1">
                                  <a:solidFill>
                                    <a:srgbClr val="526276"/>
                                  </a:solidFill>
                                  <a:latin typeface="Cambria Math" panose="02040503050406030204" pitchFamily="18" charset="0"/>
                                  <a:ea typeface="Cambria Math"/>
                                  <a:cs typeface="Cambria Math"/>
                                </a:rPr>
                              </m:ctrlPr>
                            </m:limLowPr>
                            <m:e>
                              <m:groupChr>
                                <m:groupChrPr>
                                  <m:chr m:val="⏟"/>
                                  <m:pos m:val="bot"/>
                                  <m:vertJc m:val="top"/>
                                  <m:ctrlPr>
                                    <a:rPr lang="en-GB" sz="2400" i="1">
                                      <a:solidFill>
                                        <a:srgbClr val="526276"/>
                                      </a:solidFill>
                                      <a:latin typeface="Cambria Math" panose="02040503050406030204" pitchFamily="18" charset="0"/>
                                      <a:ea typeface="Cambria Math"/>
                                      <a:cs typeface="Cambria Math"/>
                                    </a:rPr>
                                  </m:ctrlPr>
                                </m:groupChrPr>
                                <m:e>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𝐚</m:t>
                                      </m:r>
                                    </m:e>
                                    <m:sub>
                                      <m:r>
                                        <a:rPr lang="en-GB" sz="2400">
                                          <a:solidFill>
                                            <a:srgbClr val="526276"/>
                                          </a:solidFill>
                                          <a:latin typeface="Cambria Math"/>
                                          <a:ea typeface="Cambria Math"/>
                                          <a:cs typeface="Cambria Math"/>
                                        </a:rPr>
                                        <m:t>𝐿</m:t>
                                      </m:r>
                                    </m:sub>
                                  </m:sSub>
                                  <m:d>
                                    <m:dPr>
                                      <m:ctrlPr>
                                        <a:rPr lang="en-GB" sz="2400">
                                          <a:solidFill>
                                            <a:srgbClr val="526276"/>
                                          </a:solidFill>
                                          <a:latin typeface="Cambria Math"/>
                                          <a:ea typeface="Cambria Math"/>
                                          <a:cs typeface="Cambria Math"/>
                                        </a:rPr>
                                      </m:ctrlPr>
                                    </m:dPr>
                                    <m:e>
                                      <m:r>
                                        <a:rPr lang="en-GB" sz="2400">
                                          <a:solidFill>
                                            <a:srgbClr val="526276"/>
                                          </a:solidFill>
                                          <a:latin typeface="Cambria Math"/>
                                          <a:ea typeface="Cambria Math"/>
                                          <a:cs typeface="Cambria Math"/>
                                        </a:rPr>
                                        <m:t>𝐱</m:t>
                                      </m:r>
                                    </m:e>
                                  </m:d>
                                </m:e>
                              </m:groupChr>
                            </m:e>
                            <m:lim>
                              <m:r>
                                <a:rPr lang="it-IT" sz="2400" i="1">
                                  <a:solidFill>
                                    <a:srgbClr val="526276"/>
                                  </a:solidFill>
                                  <a:latin typeface="Cambria Math" panose="02040503050406030204" pitchFamily="18" charset="0"/>
                                  <a:ea typeface="Cambria Math"/>
                                </a:rPr>
                                <m:t>∈</m:t>
                              </m:r>
                              <m:sSup>
                                <m:sSupPr>
                                  <m:ctrlPr>
                                    <a:rPr lang="it-IT" sz="2400" i="1">
                                      <a:solidFill>
                                        <a:srgbClr val="526276"/>
                                      </a:solidFill>
                                      <a:latin typeface="Cambria Math" panose="02040503050406030204" pitchFamily="18" charset="0"/>
                                      <a:ea typeface="Cambria Math"/>
                                    </a:rPr>
                                  </m:ctrlPr>
                                </m:sSupPr>
                                <m:e>
                                  <m:r>
                                    <a:rPr lang="it-IT" sz="2400" i="1">
                                      <a:solidFill>
                                        <a:srgbClr val="526276"/>
                                      </a:solidFill>
                                      <a:latin typeface="Cambria Math" panose="02040503050406030204" pitchFamily="18" charset="0"/>
                                      <a:ea typeface="Cambria Math"/>
                                    </a:rPr>
                                    <m:t>ℝ</m:t>
                                  </m:r>
                                </m:e>
                                <m:sup>
                                  <m:r>
                                    <a:rPr lang="it-IT" sz="2400" i="1">
                                      <a:solidFill>
                                        <a:srgbClr val="526276"/>
                                      </a:solidFill>
                                      <a:latin typeface="Cambria Math" panose="02040503050406030204" pitchFamily="18" charset="0"/>
                                      <a:ea typeface="Cambria Math"/>
                                    </a:rPr>
                                    <m:t>1×1</m:t>
                                  </m:r>
                                </m:sup>
                              </m:sSup>
                            </m:lim>
                          </m:limLow>
                          <m:r>
                            <a:rPr lang="it-IT" sz="2400" i="1">
                              <a:solidFill>
                                <a:srgbClr val="526276"/>
                              </a:solidFill>
                              <a:latin typeface="Cambria Math" panose="02040503050406030204" pitchFamily="18" charset="0"/>
                              <a:ea typeface="Cambria Math"/>
                              <a:cs typeface="Cambria Math"/>
                            </a:rPr>
                            <m:t>]</m:t>
                          </m:r>
                        </m:e>
                        <m:sub>
                          <m:r>
                            <a:rPr lang="it-IT" sz="2400" i="1">
                              <a:solidFill>
                                <a:srgbClr val="526276"/>
                              </a:solidFill>
                              <a:latin typeface="Cambria Math" panose="02040503050406030204" pitchFamily="18" charset="0"/>
                              <a:ea typeface="Cambria Math"/>
                              <a:cs typeface="Cambria Math"/>
                            </a:rPr>
                            <m:t>1</m:t>
                          </m:r>
                        </m:sub>
                      </m:sSub>
                      <m:r>
                        <a:rPr lang="it-IT" sz="2400" b="0" i="0" smtClean="0">
                          <a:solidFill>
                            <a:srgbClr val="526276"/>
                          </a:solidFill>
                          <a:latin typeface="Cambria Math" panose="02040503050406030204" pitchFamily="18" charset="0"/>
                          <a:ea typeface="Cambria Math"/>
                          <a:cs typeface="Cambria Math"/>
                        </a:rPr>
                        <m:t>)</m:t>
                      </m:r>
                    </m:oMath>
                  </m:oMathPara>
                </a14:m>
                <a:endParaRPr lang="en-GB" sz="2400" dirty="0"/>
              </a:p>
            </p:txBody>
          </p:sp>
        </mc:Choice>
        <mc:Fallback xmlns="">
          <p:sp>
            <p:nvSpPr>
              <p:cNvPr id="30" name="probability" descr="p_{\boldsymbol{\theta}}(\mathbf{x})=\sigma(f_{\boldsymbol{\theta}}(\mathbf{x}))=\sigma\!\left([\mathbf{a}_L(\mathbf{x})]_1\right)">
                <a:extLst>
                  <a:ext uri="{FF2B5EF4-FFF2-40B4-BE49-F238E27FC236}">
                    <a16:creationId xmlns:a16="http://schemas.microsoft.com/office/drawing/2014/main" id="{E5F328E9-E151-48B8-BAFF-317AF5CE5FB4}"/>
                  </a:ext>
                </a:extLst>
              </p:cNvPr>
              <p:cNvSpPr>
                <a:spLocks noGrp="1" noRot="1" noChangeAspect="1" noMove="1" noResize="1" noEditPoints="1" noAdjustHandles="1" noChangeArrowheads="1" noChangeShapeType="1" noTextEdit="1"/>
              </p:cNvSpPr>
              <p:nvPr/>
            </p:nvSpPr>
            <p:spPr>
              <a:xfrm>
                <a:off x="6238875" y="5857875"/>
                <a:ext cx="5762625" cy="533400"/>
              </a:xfrm>
              <a:prstGeom prst="rect">
                <a:avLst/>
              </a:prstGeom>
              <a:blipFill>
                <a:blip r:embed="rId10"/>
                <a:stretch>
                  <a:fillRect t="-8046" b="-1609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binary_loss" descr="J_{L}(\mathbf{u})=\ell_{\mathrm{log}}(\sigma(u_1),y)">
                <a:extLst>
                  <a:ext uri="{FF2B5EF4-FFF2-40B4-BE49-F238E27FC236}">
                    <a16:creationId xmlns:a16="http://schemas.microsoft.com/office/drawing/2014/main" id="{7C587A14-5369-5D64-44CA-E5450463DA66}"/>
                  </a:ext>
                </a:extLst>
              </p:cNvPr>
              <p:cNvSpPr>
                <a:spLocks noGrp="1"/>
              </p:cNvSpPr>
              <p:nvPr/>
            </p:nvSpPr>
            <p:spPr>
              <a:xfrm>
                <a:off x="3238500" y="1400175"/>
                <a:ext cx="5619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smtClean="0">
                          <a:solidFill>
                            <a:srgbClr val="087F83"/>
                          </a:solidFill>
                          <a:latin typeface="Cambria Math"/>
                          <a:ea typeface="Cambria Math"/>
                          <a:cs typeface="Cambria Math"/>
                        </a:rPr>
                        <m:t>𝐮</m:t>
                      </m:r>
                      <m:r>
                        <a:rPr lang="it-IT" sz="2700" b="0" i="0" smtClean="0">
                          <a:solidFill>
                            <a:srgbClr val="087F83"/>
                          </a:solidFill>
                          <a:latin typeface="Cambria Math" panose="02040503050406030204" pitchFamily="18" charset="0"/>
                          <a:ea typeface="Cambria Math"/>
                          <a:cs typeface="Cambria Math"/>
                        </a:rPr>
                        <m:t>=</m:t>
                      </m:r>
                      <m:d>
                        <m:dPr>
                          <m:begChr m:val="["/>
                          <m:endChr m:val="]"/>
                          <m:ctrlPr>
                            <a:rPr lang="it-IT" sz="2700" b="0" i="1" smtClean="0">
                              <a:solidFill>
                                <a:srgbClr val="087F83"/>
                              </a:solidFill>
                              <a:latin typeface="Cambria Math" panose="02040503050406030204" pitchFamily="18" charset="0"/>
                              <a:ea typeface="Cambria Math"/>
                            </a:rPr>
                          </m:ctrlPr>
                        </m:dPr>
                        <m:e>
                          <m:sSub>
                            <m:sSubPr>
                              <m:ctrlPr>
                                <a:rPr lang="it-IT" sz="2700" b="0" i="1" smtClean="0">
                                  <a:solidFill>
                                    <a:srgbClr val="087F83"/>
                                  </a:solidFill>
                                  <a:latin typeface="Cambria Math" panose="02040503050406030204" pitchFamily="18" charset="0"/>
                                  <a:ea typeface="Cambria Math"/>
                                </a:rPr>
                              </m:ctrlPr>
                            </m:sSubPr>
                            <m:e>
                              <m:r>
                                <a:rPr lang="it-IT" sz="2700" b="0" i="1" smtClean="0">
                                  <a:solidFill>
                                    <a:srgbClr val="087F83"/>
                                  </a:solidFill>
                                  <a:latin typeface="Cambria Math" panose="02040503050406030204" pitchFamily="18" charset="0"/>
                                  <a:ea typeface="Cambria Math"/>
                                </a:rPr>
                                <m:t>𝑢</m:t>
                              </m:r>
                            </m:e>
                            <m:sub>
                              <m:r>
                                <a:rPr lang="it-IT" sz="2700" b="0" i="1" smtClean="0">
                                  <a:solidFill>
                                    <a:srgbClr val="087F83"/>
                                  </a:solidFill>
                                  <a:latin typeface="Cambria Math" panose="02040503050406030204" pitchFamily="18" charset="0"/>
                                  <a:ea typeface="Cambria Math"/>
                                </a:rPr>
                                <m:t>1</m:t>
                              </m:r>
                            </m:sub>
                          </m:sSub>
                        </m:e>
                      </m:d>
                      <m:r>
                        <a:rPr lang="it-IT" sz="2700" b="0" i="1" smtClean="0">
                          <a:solidFill>
                            <a:srgbClr val="087F83"/>
                          </a:solidFill>
                          <a:latin typeface="Cambria Math" panose="02040503050406030204" pitchFamily="18" charset="0"/>
                          <a:ea typeface="Cambria Math"/>
                        </a:rPr>
                        <m:t>∈</m:t>
                      </m:r>
                      <m:sSup>
                        <m:sSupPr>
                          <m:ctrlPr>
                            <a:rPr lang="it-IT" sz="2700" b="0" i="1" smtClean="0">
                              <a:solidFill>
                                <a:srgbClr val="087F83"/>
                              </a:solidFill>
                              <a:latin typeface="Cambria Math" panose="02040503050406030204" pitchFamily="18" charset="0"/>
                              <a:ea typeface="Cambria Math"/>
                            </a:rPr>
                          </m:ctrlPr>
                        </m:sSupPr>
                        <m:e>
                          <m:r>
                            <a:rPr lang="it-IT" sz="2700" b="0" i="1" smtClean="0">
                              <a:solidFill>
                                <a:srgbClr val="087F83"/>
                              </a:solidFill>
                              <a:latin typeface="Cambria Math" panose="02040503050406030204" pitchFamily="18" charset="0"/>
                              <a:ea typeface="Cambria Math"/>
                            </a:rPr>
                            <m:t>ℝ</m:t>
                          </m:r>
                        </m:e>
                        <m:sup>
                          <m:r>
                            <a:rPr lang="it-IT" sz="2700" b="0" i="1" smtClean="0">
                              <a:solidFill>
                                <a:srgbClr val="087F83"/>
                              </a:solidFill>
                              <a:latin typeface="Cambria Math" panose="02040503050406030204" pitchFamily="18" charset="0"/>
                              <a:ea typeface="Cambria Math"/>
                            </a:rPr>
                            <m:t>1×1</m:t>
                          </m:r>
                        </m:sup>
                      </m:sSup>
                    </m:oMath>
                  </m:oMathPara>
                </a14:m>
                <a:endParaRPr lang="en-GB" sz="2700" dirty="0"/>
              </a:p>
            </p:txBody>
          </p:sp>
        </mc:Choice>
        <mc:Fallback xmlns="">
          <p:sp>
            <p:nvSpPr>
              <p:cNvPr id="4" name="binary_loss" descr="J_{L}(\mathbf{u})=\ell_{\mathrm{log}}(\sigma(u_1),y)">
                <a:extLst>
                  <a:ext uri="{FF2B5EF4-FFF2-40B4-BE49-F238E27FC236}">
                    <a16:creationId xmlns:a16="http://schemas.microsoft.com/office/drawing/2014/main" id="{7C587A14-5369-5D64-44CA-E5450463DA66}"/>
                  </a:ext>
                </a:extLst>
              </p:cNvPr>
              <p:cNvSpPr>
                <a:spLocks noGrp="1" noRot="1" noChangeAspect="1" noMove="1" noResize="1" noEditPoints="1" noAdjustHandles="1" noChangeArrowheads="1" noChangeShapeType="1" noTextEdit="1"/>
              </p:cNvSpPr>
              <p:nvPr/>
            </p:nvSpPr>
            <p:spPr>
              <a:xfrm>
                <a:off x="3238500" y="1400175"/>
                <a:ext cx="5619750" cy="666750"/>
              </a:xfrm>
              <a:prstGeom prst="rect">
                <a:avLst/>
              </a:prstGeom>
              <a:blipFill>
                <a:blip r:embed="rId11"/>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519180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38FC3FA2-5E8D-4606-9155-A7825177D289}"/>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Multiclass: one initial derivative per score</a:t>
            </a:r>
          </a:p>
        </p:txBody>
      </p:sp>
      <p:sp>
        <p:nvSpPr>
          <p:cNvPr id="3" name="footer_course">
            <a:extLst>
              <a:ext uri="{FF2B5EF4-FFF2-40B4-BE49-F238E27FC236}">
                <a16:creationId xmlns:a16="http://schemas.microsoft.com/office/drawing/2014/main" id="{4DD5DD3D-2DC6-4830-9AC1-A2D6FCC8ADD9}"/>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B8F13223-9F12-493A-936B-49B0EDAECA10}"/>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36</a:t>
            </a:r>
          </a:p>
        </p:txBody>
      </p:sp>
      <p:sp>
        <p:nvSpPr>
          <p:cNvPr id="12" name="width_caption">
            <a:extLst>
              <a:ext uri="{FF2B5EF4-FFF2-40B4-BE49-F238E27FC236}">
                <a16:creationId xmlns:a16="http://schemas.microsoft.com/office/drawing/2014/main" id="{41AF8106-97CF-43D7-8398-FBA1B94DB2A4}"/>
              </a:ext>
            </a:extLst>
          </p:cNvPr>
          <p:cNvSpPr>
            <a:spLocks noGrp="1"/>
          </p:cNvSpPr>
          <p:nvPr/>
        </p:nvSpPr>
        <p:spPr>
          <a:xfrm>
            <a:off x="4000500" y="1000125"/>
            <a:ext cx="3000375" cy="428625"/>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vl1pPr algn="ctr">
              <a:defRPr sz="2175" b="0">
                <a:solidFill>
                  <a:srgbClr val="526276"/>
                </a:solidFill>
                <a:latin typeface="DejaVu Sans"/>
                <a:ea typeface="DejaVu Sans"/>
                <a:cs typeface="DejaVu Sans"/>
              </a:defRPr>
            </a:lvl1pPr>
            <a:lvl2pPr algn="ctr">
              <a:defRPr sz="2175" b="0">
                <a:solidFill>
                  <a:srgbClr val="526276"/>
                </a:solidFill>
                <a:latin typeface="DejaVu Sans"/>
                <a:ea typeface="DejaVu Sans"/>
                <a:cs typeface="DejaVu Sans"/>
              </a:defRPr>
            </a:lvl2pPr>
            <a:lvl3pPr algn="ctr">
              <a:defRPr sz="2175" b="0">
                <a:solidFill>
                  <a:srgbClr val="526276"/>
                </a:solidFill>
                <a:latin typeface="DejaVu Sans"/>
                <a:ea typeface="DejaVu Sans"/>
                <a:cs typeface="DejaVu Sans"/>
              </a:defRPr>
            </a:lvl3pPr>
            <a:lvl4pPr algn="ctr">
              <a:defRPr sz="2175" b="0">
                <a:solidFill>
                  <a:srgbClr val="526276"/>
                </a:solidFill>
                <a:latin typeface="DejaVu Sans"/>
                <a:ea typeface="DejaVu Sans"/>
                <a:cs typeface="DejaVu Sans"/>
              </a:defRPr>
            </a:lvl4pPr>
            <a:lvl5pPr algn="ctr">
              <a:defRPr sz="2175" b="0">
                <a:solidFill>
                  <a:srgbClr val="526276"/>
                </a:solidFill>
                <a:latin typeface="DejaVu Sans"/>
                <a:ea typeface="DejaVu Sans"/>
                <a:cs typeface="DejaVu Sans"/>
              </a:defRPr>
            </a:lvl5pPr>
            <a:lvl6pPr algn="ctr">
              <a:defRPr sz="2175" b="0">
                <a:solidFill>
                  <a:srgbClr val="526276"/>
                </a:solidFill>
                <a:latin typeface="DejaVu Sans"/>
                <a:ea typeface="DejaVu Sans"/>
                <a:cs typeface="DejaVu Sans"/>
              </a:defRPr>
            </a:lvl6pPr>
            <a:lvl7pPr algn="ctr">
              <a:defRPr sz="2175" b="0">
                <a:solidFill>
                  <a:srgbClr val="526276"/>
                </a:solidFill>
                <a:latin typeface="DejaVu Sans"/>
                <a:ea typeface="DejaVu Sans"/>
                <a:cs typeface="DejaVu Sans"/>
              </a:defRPr>
            </a:lvl7pPr>
            <a:lvl8pPr algn="ctr">
              <a:defRPr sz="2175" b="0">
                <a:solidFill>
                  <a:srgbClr val="526276"/>
                </a:solidFill>
                <a:latin typeface="DejaVu Sans"/>
                <a:ea typeface="DejaVu Sans"/>
                <a:cs typeface="DejaVu Sans"/>
              </a:defRPr>
            </a:lvl8pPr>
            <a:lvl9pPr algn="ctr">
              <a:defRPr sz="2175" b="0">
                <a:solidFill>
                  <a:srgbClr val="526276"/>
                </a:solidFill>
                <a:latin typeface="DejaVu Sans"/>
                <a:ea typeface="DejaVu Sans"/>
                <a:cs typeface="DejaVu Sans"/>
              </a:defRPr>
            </a:lvl9pPr>
          </a:lstStyle>
          <a:p>
            <a:pPr algn="ctr">
              <a:defRPr sz="2175" b="0">
                <a:solidFill>
                  <a:srgbClr val="526276"/>
                </a:solidFill>
                <a:latin typeface="DejaVu Sans"/>
                <a:ea typeface="DejaVu Sans"/>
                <a:cs typeface="DejaVu Sans"/>
              </a:defRPr>
            </a:pPr>
            <a:r>
              <a:rPr sz="2175" b="0" dirty="0">
                <a:solidFill>
                  <a:srgbClr val="526276"/>
                </a:solidFill>
                <a:latin typeface="DejaVu Sans"/>
                <a:ea typeface="DejaVu Sans"/>
                <a:cs typeface="DejaVu Sans"/>
              </a:rPr>
              <a:t>Output layer width:</a:t>
            </a:r>
          </a:p>
        </p:txBody>
      </p:sp>
      <mc:AlternateContent xmlns:mc="http://schemas.openxmlformats.org/markup-compatibility/2006" xmlns:a14="http://schemas.microsoft.com/office/drawing/2010/main">
        <mc:Choice Requires="a14">
          <p:sp>
            <p:nvSpPr>
              <p:cNvPr id="13" name="output_width" descr="d_L=K">
                <a:extLst>
                  <a:ext uri="{FF2B5EF4-FFF2-40B4-BE49-F238E27FC236}">
                    <a16:creationId xmlns:a16="http://schemas.microsoft.com/office/drawing/2014/main" id="{36F09BE3-5C65-456A-899F-A5F45908F23A}"/>
                  </a:ext>
                </a:extLst>
              </p:cNvPr>
              <p:cNvSpPr>
                <a:spLocks noGrp="1"/>
              </p:cNvSpPr>
              <p:nvPr/>
            </p:nvSpPr>
            <p:spPr>
              <a:xfrm>
                <a:off x="6981825" y="1000125"/>
                <a:ext cx="1190625" cy="42862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600">
                              <a:solidFill>
                                <a:srgbClr val="526276"/>
                              </a:solidFill>
                              <a:latin typeface="Cambria Math"/>
                              <a:ea typeface="Cambria Math"/>
                              <a:cs typeface="Cambria Math"/>
                            </a:rPr>
                          </m:ctrlPr>
                        </m:sSubPr>
                        <m:e>
                          <m:r>
                            <a:rPr lang="en-GB" sz="2600">
                              <a:solidFill>
                                <a:srgbClr val="526276"/>
                              </a:solidFill>
                              <a:latin typeface="Cambria Math"/>
                              <a:ea typeface="Cambria Math"/>
                              <a:cs typeface="Cambria Math"/>
                            </a:rPr>
                            <m:t>𝑑</m:t>
                          </m:r>
                        </m:e>
                        <m:sub>
                          <m:r>
                            <a:rPr lang="en-GB" sz="2600">
                              <a:solidFill>
                                <a:srgbClr val="526276"/>
                              </a:solidFill>
                              <a:latin typeface="Cambria Math"/>
                              <a:ea typeface="Cambria Math"/>
                              <a:cs typeface="Cambria Math"/>
                            </a:rPr>
                            <m:t>𝐿</m:t>
                          </m:r>
                        </m:sub>
                      </m:sSub>
                      <m:r>
                        <a:rPr lang="en-GB" sz="2600">
                          <a:solidFill>
                            <a:srgbClr val="526276"/>
                          </a:solidFill>
                          <a:latin typeface="Cambria Math"/>
                          <a:ea typeface="Cambria Math"/>
                          <a:cs typeface="Cambria Math"/>
                        </a:rPr>
                        <m:t>=</m:t>
                      </m:r>
                      <m:r>
                        <a:rPr lang="en-GB" sz="2600">
                          <a:solidFill>
                            <a:srgbClr val="526276"/>
                          </a:solidFill>
                          <a:latin typeface="Cambria Math"/>
                          <a:ea typeface="Cambria Math"/>
                          <a:cs typeface="Cambria Math"/>
                        </a:rPr>
                        <m:t>𝐾</m:t>
                      </m:r>
                    </m:oMath>
                  </m:oMathPara>
                </a14:m>
                <a:endParaRPr lang="en-GB" sz="2600" dirty="0"/>
              </a:p>
            </p:txBody>
          </p:sp>
        </mc:Choice>
        <mc:Fallback xmlns="">
          <p:sp>
            <p:nvSpPr>
              <p:cNvPr id="13" name="output_width" descr="d_L=K">
                <a:extLst>
                  <a:ext uri="{FF2B5EF4-FFF2-40B4-BE49-F238E27FC236}">
                    <a16:creationId xmlns:a16="http://schemas.microsoft.com/office/drawing/2014/main" id="{36F09BE3-5C65-456A-899F-A5F45908F23A}"/>
                  </a:ext>
                </a:extLst>
              </p:cNvPr>
              <p:cNvSpPr>
                <a:spLocks noGrp="1" noRot="1" noChangeAspect="1" noMove="1" noResize="1" noEditPoints="1" noAdjustHandles="1" noChangeArrowheads="1" noChangeShapeType="1" noTextEdit="1"/>
              </p:cNvSpPr>
              <p:nvPr/>
            </p:nvSpPr>
            <p:spPr>
              <a:xfrm>
                <a:off x="6981825" y="1000125"/>
                <a:ext cx="1190625" cy="428625"/>
              </a:xfrm>
              <a:prstGeom prst="rect">
                <a:avLst/>
              </a:prstGeom>
              <a:blipFill>
                <a:blip r:embed="rId3"/>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 name="multiclass_probability" descr="\mathbf{p}_{\boldsymbol{\theta}}(\mathbf{x})=\operatorname{softmax}(\mathbf{f}_{\boldsymbol{\theta}}(\mathbf{x}))">
                <a:extLst>
                  <a:ext uri="{FF2B5EF4-FFF2-40B4-BE49-F238E27FC236}">
                    <a16:creationId xmlns:a16="http://schemas.microsoft.com/office/drawing/2014/main" id="{38024781-413D-42E6-886B-9BC3F9E8531F}"/>
                  </a:ext>
                </a:extLst>
              </p:cNvPr>
              <p:cNvSpPr>
                <a:spLocks noGrp="1"/>
              </p:cNvSpPr>
              <p:nvPr/>
            </p:nvSpPr>
            <p:spPr>
              <a:xfrm>
                <a:off x="600075" y="2656794"/>
                <a:ext cx="11268075"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𝐩</m:t>
                          </m:r>
                        </m:e>
                        <m:sub>
                          <m:r>
                            <a:rPr lang="en-GB" sz="2800">
                              <a:solidFill>
                                <a:srgbClr val="087F83"/>
                              </a:solidFill>
                              <a:latin typeface="Cambria Math"/>
                              <a:ea typeface="Cambria Math"/>
                              <a:cs typeface="Cambria Math"/>
                            </a:rPr>
                            <m:t>𝛉</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r>
                        <a:rPr lang="it-IT" sz="2800" b="0" i="0" smtClean="0">
                          <a:solidFill>
                            <a:srgbClr val="087F83"/>
                          </a:solidFill>
                          <a:latin typeface="Cambria Math" panose="02040503050406030204" pitchFamily="18" charset="0"/>
                          <a:ea typeface="Cambria Math"/>
                          <a:cs typeface="Cambria Math"/>
                        </a:rPr>
                        <m:t>=</m:t>
                      </m:r>
                      <m:d>
                        <m:dPr>
                          <m:ctrlPr>
                            <a:rPr lang="en-GB" sz="2800" i="1">
                              <a:solidFill>
                                <a:srgbClr val="087F82"/>
                              </a:solidFill>
                              <a:latin typeface="Cambria Math" panose="02040503050406030204" pitchFamily="18" charset="0"/>
                              <a:ea typeface="Cambria Math"/>
                              <a:cs typeface="Cambria Math"/>
                            </a:rPr>
                          </m:ctrlPr>
                        </m:dPr>
                        <m:e>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𝑝</m:t>
                              </m:r>
                            </m:e>
                            <m:sub>
                              <m:r>
                                <a:rPr lang="en-GB" sz="2800">
                                  <a:solidFill>
                                    <a:srgbClr val="087F82"/>
                                  </a:solidFill>
                                  <a:latin typeface="Cambria Math"/>
                                  <a:ea typeface="Cambria Math"/>
                                  <a:cs typeface="Cambria Math"/>
                                </a:rPr>
                                <m:t>𝛉</m:t>
                              </m:r>
                              <m:r>
                                <a:rPr lang="en-GB" sz="2800">
                                  <a:solidFill>
                                    <a:srgbClr val="087F82"/>
                                  </a:solidFill>
                                  <a:latin typeface="Cambria Math"/>
                                  <a:ea typeface="Cambria Math"/>
                                  <a:cs typeface="Cambria Math"/>
                                </a:rPr>
                                <m:t>,1</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𝐱</m:t>
                              </m:r>
                            </m:e>
                          </m:d>
                          <m:r>
                            <a:rPr lang="en-GB" sz="2800">
                              <a:solidFill>
                                <a:srgbClr val="087F82"/>
                              </a:solidFill>
                              <a:latin typeface="Cambria Math"/>
                              <a:ea typeface="Cambria Math"/>
                              <a:cs typeface="Cambria Math"/>
                            </a:rPr>
                            <m:t>,…,</m:t>
                          </m:r>
                          <m:r>
                            <a:rPr lang="en-GB" sz="2800" i="1" smtClean="0">
                              <a:solidFill>
                                <a:srgbClr val="087F82"/>
                              </a:solidFill>
                              <a:latin typeface="Cambria Math" panose="02040503050406030204" pitchFamily="18" charset="0"/>
                              <a:ea typeface="Cambria Math"/>
                              <a:cs typeface="Cambria Math"/>
                            </a:rPr>
                            <m:t> </m:t>
                          </m:r>
                          <m:sSub>
                            <m:sSubPr>
                              <m:ctrlPr>
                                <a:rPr lang="en-GB" sz="2800">
                                  <a:solidFill>
                                    <a:srgbClr val="087F82"/>
                                  </a:solidFill>
                                  <a:latin typeface="Cambria Math"/>
                                  <a:ea typeface="Cambria Math"/>
                                  <a:cs typeface="Cambria Math"/>
                                </a:rPr>
                              </m:ctrlPr>
                            </m:sSubPr>
                            <m:e>
                              <m:r>
                                <a:rPr lang="en-GB" sz="2800">
                                  <a:solidFill>
                                    <a:srgbClr val="087F82"/>
                                  </a:solidFill>
                                  <a:latin typeface="Cambria Math"/>
                                  <a:ea typeface="Cambria Math"/>
                                  <a:cs typeface="Cambria Math"/>
                                </a:rPr>
                                <m:t>𝑝</m:t>
                              </m:r>
                            </m:e>
                            <m:sub>
                              <m:r>
                                <a:rPr lang="en-GB" sz="2800">
                                  <a:solidFill>
                                    <a:srgbClr val="087F82"/>
                                  </a:solidFill>
                                  <a:latin typeface="Cambria Math"/>
                                  <a:ea typeface="Cambria Math"/>
                                  <a:cs typeface="Cambria Math"/>
                                </a:rPr>
                                <m:t>𝛉</m:t>
                              </m:r>
                              <m:r>
                                <a:rPr lang="en-GB" sz="2800">
                                  <a:solidFill>
                                    <a:srgbClr val="087F82"/>
                                  </a:solidFill>
                                  <a:latin typeface="Cambria Math"/>
                                  <a:ea typeface="Cambria Math"/>
                                  <a:cs typeface="Cambria Math"/>
                                </a:rPr>
                                <m:t>,</m:t>
                              </m:r>
                              <m:r>
                                <a:rPr lang="en-GB" sz="2800">
                                  <a:solidFill>
                                    <a:srgbClr val="087F82"/>
                                  </a:solidFill>
                                  <a:latin typeface="Cambria Math"/>
                                  <a:ea typeface="Cambria Math"/>
                                  <a:cs typeface="Cambria Math"/>
                                </a:rPr>
                                <m:t>𝐾</m:t>
                              </m:r>
                            </m:sub>
                          </m:sSub>
                          <m:d>
                            <m:dPr>
                              <m:ctrlPr>
                                <a:rPr lang="en-GB" sz="2800">
                                  <a:solidFill>
                                    <a:srgbClr val="087F82"/>
                                  </a:solidFill>
                                  <a:latin typeface="Cambria Math"/>
                                  <a:ea typeface="Cambria Math"/>
                                  <a:cs typeface="Cambria Math"/>
                                </a:rPr>
                              </m:ctrlPr>
                            </m:dPr>
                            <m:e>
                              <m:r>
                                <a:rPr lang="en-GB" sz="2800">
                                  <a:solidFill>
                                    <a:srgbClr val="087F82"/>
                                  </a:solidFill>
                                  <a:latin typeface="Cambria Math"/>
                                  <a:ea typeface="Cambria Math"/>
                                  <a:cs typeface="Cambria Math"/>
                                </a:rPr>
                                <m:t>𝐱</m:t>
                              </m:r>
                            </m:e>
                          </m:d>
                        </m:e>
                      </m:d>
                      <m:r>
                        <a:rPr lang="en-GB" sz="2800">
                          <a:solidFill>
                            <a:srgbClr val="087F83"/>
                          </a:solidFill>
                          <a:latin typeface="Cambria Math"/>
                          <a:ea typeface="Cambria Math"/>
                          <a:cs typeface="Cambria Math"/>
                        </a:rPr>
                        <m:t>=</m:t>
                      </m:r>
                      <m:r>
                        <m:rPr>
                          <m:sty m:val="p"/>
                        </m:rPr>
                        <a:rPr lang="en-GB" sz="2800">
                          <a:solidFill>
                            <a:srgbClr val="087F83"/>
                          </a:solidFill>
                          <a:latin typeface="Cambria Math"/>
                          <a:ea typeface="Cambria Math"/>
                          <a:cs typeface="Cambria Math"/>
                        </a:rPr>
                        <m:t>softmax</m:t>
                      </m:r>
                      <m:d>
                        <m:dPr>
                          <m:ctrlPr>
                            <a:rPr lang="en-GB" sz="2800" i="1">
                              <a:solidFill>
                                <a:srgbClr val="087F83"/>
                              </a:solidFill>
                              <a:latin typeface="Cambria Math" panose="02040503050406030204" pitchFamily="18" charset="0"/>
                              <a:ea typeface="Cambria Math"/>
                              <a:cs typeface="Cambria Math"/>
                            </a:rPr>
                          </m:ctrlPr>
                        </m:dPr>
                        <m:e>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𝐟</m:t>
                              </m:r>
                            </m:e>
                            <m:sub>
                              <m:r>
                                <a:rPr lang="en-GB" sz="2800">
                                  <a:solidFill>
                                    <a:srgbClr val="087F83"/>
                                  </a:solidFill>
                                  <a:latin typeface="Cambria Math"/>
                                  <a:ea typeface="Cambria Math"/>
                                  <a:cs typeface="Cambria Math"/>
                                </a:rPr>
                                <m:t>𝛉</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r>
                        <a:rPr lang="it-IT" sz="2800" b="0" i="1" smtClean="0">
                          <a:solidFill>
                            <a:srgbClr val="087F83"/>
                          </a:solidFill>
                          <a:latin typeface="Cambria Math" panose="02040503050406030204" pitchFamily="18" charset="0"/>
                          <a:ea typeface="Cambria Math"/>
                          <a:cs typeface="Cambria Math"/>
                        </a:rPr>
                        <m:t>=</m:t>
                      </m:r>
                      <m:r>
                        <m:rPr>
                          <m:sty m:val="p"/>
                        </m:rPr>
                        <a:rPr lang="en-GB" sz="2800">
                          <a:solidFill>
                            <a:srgbClr val="087F83"/>
                          </a:solidFill>
                          <a:latin typeface="Cambria Math"/>
                          <a:ea typeface="Cambria Math"/>
                          <a:cs typeface="Cambria Math"/>
                        </a:rPr>
                        <m:t>softmax</m:t>
                      </m:r>
                      <m:d>
                        <m:dPr>
                          <m:ctrlPr>
                            <a:rPr lang="it-IT" sz="2800" b="1" i="1">
                              <a:solidFill>
                                <a:srgbClr val="087F83"/>
                              </a:solidFill>
                              <a:latin typeface="Cambria Math" panose="02040503050406030204" pitchFamily="18" charset="0"/>
                              <a:ea typeface="Cambria Math"/>
                              <a:cs typeface="Cambria Math"/>
                            </a:rPr>
                          </m:ctrlPr>
                        </m:dPr>
                        <m:e>
                          <m:sSub>
                            <m:sSubPr>
                              <m:ctrlPr>
                                <a:rPr lang="it-IT" sz="2800" b="1">
                                  <a:solidFill>
                                    <a:srgbClr val="087F83"/>
                                  </a:solidFill>
                                  <a:latin typeface="Cambria Math" panose="02040503050406030204" pitchFamily="18" charset="0"/>
                                  <a:ea typeface="Cambria Math"/>
                                  <a:cs typeface="Cambria Math"/>
                                </a:rPr>
                              </m:ctrlPr>
                            </m:sSubPr>
                            <m:e>
                              <m:r>
                                <a:rPr lang="it-IT" sz="2800" b="1">
                                  <a:solidFill>
                                    <a:srgbClr val="087F83"/>
                                  </a:solidFill>
                                  <a:latin typeface="Cambria Math" panose="02040503050406030204" pitchFamily="18" charset="0"/>
                                  <a:ea typeface="Cambria Math"/>
                                  <a:cs typeface="Cambria Math"/>
                                </a:rPr>
                                <m:t>𝐚</m:t>
                              </m:r>
                            </m:e>
                            <m:sub>
                              <m:r>
                                <a:rPr lang="it-IT" sz="2800" i="1">
                                  <a:solidFill>
                                    <a:srgbClr val="087F83"/>
                                  </a:solidFill>
                                  <a:latin typeface="Cambria Math" panose="02040503050406030204" pitchFamily="18" charset="0"/>
                                  <a:ea typeface="Cambria Math"/>
                                  <a:cs typeface="Cambria Math"/>
                                </a:rPr>
                                <m:t>𝐿</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𝐱</m:t>
                              </m:r>
                            </m:e>
                          </m:d>
                        </m:e>
                      </m:d>
                    </m:oMath>
                  </m:oMathPara>
                </a14:m>
                <a:endParaRPr lang="en-GB" sz="2800" dirty="0"/>
              </a:p>
            </p:txBody>
          </p:sp>
        </mc:Choice>
        <mc:Fallback xmlns="">
          <p:sp>
            <p:nvSpPr>
              <p:cNvPr id="14" name="multiclass_probability" descr="\mathbf{p}_{\boldsymbol{\theta}}(\mathbf{x})=\operatorname{softmax}(\mathbf{f}_{\boldsymbol{\theta}}(\mathbf{x}))">
                <a:extLst>
                  <a:ext uri="{FF2B5EF4-FFF2-40B4-BE49-F238E27FC236}">
                    <a16:creationId xmlns:a16="http://schemas.microsoft.com/office/drawing/2014/main" id="{38024781-413D-42E6-886B-9BC3F9E8531F}"/>
                  </a:ext>
                </a:extLst>
              </p:cNvPr>
              <p:cNvSpPr>
                <a:spLocks noGrp="1" noRot="1" noChangeAspect="1" noMove="1" noResize="1" noEditPoints="1" noAdjustHandles="1" noChangeArrowheads="1" noChangeShapeType="1" noTextEdit="1"/>
              </p:cNvSpPr>
              <p:nvPr/>
            </p:nvSpPr>
            <p:spPr>
              <a:xfrm>
                <a:off x="600075" y="2656794"/>
                <a:ext cx="11268075" cy="590550"/>
              </a:xfrm>
              <a:prstGeom prst="rect">
                <a:avLst/>
              </a:prstGeom>
              <a:blipFill>
                <a:blip r:embed="rId4"/>
                <a:stretch>
                  <a:fillRect b="-412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 name="multiclass_loss" descr="J sub L of the score row u equals multiclass cross-entropy of softmax of u and the observed class y. The row u has shape 1 by K.">
                <a:extLst>
                  <a:ext uri="{FF2B5EF4-FFF2-40B4-BE49-F238E27FC236}">
                    <a16:creationId xmlns:a16="http://schemas.microsoft.com/office/drawing/2014/main" id="{A9929301-4902-40AC-9D53-5F23BF567264}"/>
                  </a:ext>
                </a:extLst>
              </p:cNvPr>
              <p:cNvSpPr>
                <a:spLocks noGrp="1"/>
              </p:cNvSpPr>
              <p:nvPr/>
            </p:nvSpPr>
            <p:spPr>
              <a:xfrm>
                <a:off x="479488" y="1533525"/>
                <a:ext cx="11049000" cy="5905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800">
                              <a:solidFill>
                                <a:srgbClr val="087F83"/>
                              </a:solidFill>
                              <a:latin typeface="Cambria Math"/>
                              <a:ea typeface="Cambria Math"/>
                              <a:cs typeface="Cambria Math"/>
                            </a:rPr>
                          </m:ctrlPr>
                        </m:sSubPr>
                        <m:e>
                          <m:r>
                            <a:rPr lang="en-GB" sz="2800">
                              <a:solidFill>
                                <a:srgbClr val="087F83"/>
                              </a:solidFill>
                              <a:latin typeface="Cambria Math"/>
                              <a:ea typeface="Cambria Math"/>
                              <a:cs typeface="Cambria Math"/>
                            </a:rPr>
                            <m:t>𝐽</m:t>
                          </m:r>
                        </m:e>
                        <m:sub>
                          <m:r>
                            <a:rPr lang="en-GB" sz="2800">
                              <a:solidFill>
                                <a:srgbClr val="087F83"/>
                              </a:solidFill>
                              <a:latin typeface="Cambria Math"/>
                              <a:ea typeface="Cambria Math"/>
                              <a:cs typeface="Cambria Math"/>
                            </a:rPr>
                            <m:t>𝐿</m:t>
                          </m:r>
                        </m:sub>
                      </m:sSub>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𝐮</m:t>
                          </m:r>
                        </m:e>
                      </m:d>
                      <m:r>
                        <a:rPr lang="en-GB" sz="2800">
                          <a:solidFill>
                            <a:srgbClr val="087F83"/>
                          </a:solidFill>
                          <a:latin typeface="Cambria Math"/>
                          <a:ea typeface="Cambria Math"/>
                          <a:cs typeface="Cambria Math"/>
                        </a:rPr>
                        <m:t>=</m:t>
                      </m:r>
                      <m:sSub>
                        <m:sSubPr>
                          <m:ctrlPr>
                            <a:rPr lang="en-GB" sz="2800">
                              <a:solidFill>
                                <a:srgbClr val="087F83"/>
                              </a:solidFill>
                              <a:latin typeface="Cambria Math"/>
                              <a:ea typeface="Cambria Math"/>
                              <a:cs typeface="Cambria Math"/>
                            </a:rPr>
                          </m:ctrlPr>
                        </m:sSubPr>
                        <m:e>
                          <m:r>
                            <m:rPr>
                              <m:sty m:val="p"/>
                            </m:rPr>
                            <a:rPr lang="en-GB" sz="2800">
                              <a:solidFill>
                                <a:srgbClr val="087F83"/>
                              </a:solidFill>
                              <a:latin typeface="Cambria Math"/>
                              <a:ea typeface="Cambria Math"/>
                              <a:cs typeface="Cambria Math"/>
                            </a:rPr>
                            <m:t>ℓ</m:t>
                          </m:r>
                        </m:e>
                        <m:sub>
                          <m:r>
                            <m:rPr>
                              <m:sty m:val="p"/>
                            </m:rPr>
                            <a:rPr lang="en-GB" sz="2800">
                              <a:solidFill>
                                <a:srgbClr val="087F83"/>
                              </a:solidFill>
                              <a:latin typeface="Cambria Math"/>
                              <a:ea typeface="Cambria Math"/>
                              <a:cs typeface="Cambria Math"/>
                            </a:rPr>
                            <m:t>multi</m:t>
                          </m:r>
                        </m:sub>
                      </m:sSub>
                      <m:d>
                        <m:dPr>
                          <m:ctrlPr>
                            <a:rPr lang="en-GB" sz="2800">
                              <a:solidFill>
                                <a:srgbClr val="087F83"/>
                              </a:solidFill>
                              <a:latin typeface="Cambria Math"/>
                              <a:ea typeface="Cambria Math"/>
                              <a:cs typeface="Cambria Math"/>
                            </a:rPr>
                          </m:ctrlPr>
                        </m:dPr>
                        <m:e>
                          <m:r>
                            <m:rPr>
                              <m:sty m:val="p"/>
                            </m:rPr>
                            <a:rPr lang="en-GB" sz="2800">
                              <a:solidFill>
                                <a:srgbClr val="087F83"/>
                              </a:solidFill>
                              <a:latin typeface="Cambria Math"/>
                              <a:ea typeface="Cambria Math"/>
                              <a:cs typeface="Cambria Math"/>
                            </a:rPr>
                            <m:t>softmax</m:t>
                          </m:r>
                          <m:d>
                            <m:dPr>
                              <m:ctrlPr>
                                <a:rPr lang="en-GB" sz="2800">
                                  <a:solidFill>
                                    <a:srgbClr val="087F83"/>
                                  </a:solidFill>
                                  <a:latin typeface="Cambria Math"/>
                                  <a:ea typeface="Cambria Math"/>
                                  <a:cs typeface="Cambria Math"/>
                                </a:rPr>
                              </m:ctrlPr>
                            </m:dPr>
                            <m:e>
                              <m:r>
                                <a:rPr lang="en-GB" sz="2800">
                                  <a:solidFill>
                                    <a:srgbClr val="087F83"/>
                                  </a:solidFill>
                                  <a:latin typeface="Cambria Math"/>
                                  <a:ea typeface="Cambria Math"/>
                                  <a:cs typeface="Cambria Math"/>
                                </a:rPr>
                                <m:t>𝐮</m:t>
                              </m:r>
                            </m:e>
                          </m:d>
                          <m:r>
                            <a:rPr lang="en-GB" sz="2800">
                              <a:solidFill>
                                <a:srgbClr val="087F83"/>
                              </a:solidFill>
                              <a:latin typeface="Cambria Math"/>
                              <a:ea typeface="Cambria Math"/>
                              <a:cs typeface="Cambria Math"/>
                            </a:rPr>
                            <m:t>,</m:t>
                          </m:r>
                          <m:r>
                            <a:rPr lang="en-GB" sz="2800">
                              <a:solidFill>
                                <a:srgbClr val="087F83"/>
                              </a:solidFill>
                              <a:latin typeface="Cambria Math"/>
                              <a:ea typeface="Cambria Math"/>
                              <a:cs typeface="Cambria Math"/>
                            </a:rPr>
                            <m:t>𝑦</m:t>
                          </m:r>
                        </m:e>
                      </m:d>
                      <m:r>
                        <a:rPr lang="en-GB" sz="2800">
                          <a:solidFill>
                            <a:srgbClr val="087F83"/>
                          </a:solidFill>
                          <a:latin typeface="Cambria Math"/>
                          <a:ea typeface="Cambria Math"/>
                          <a:cs typeface="Cambria Math"/>
                        </a:rPr>
                        <m:t>,  </m:t>
                      </m:r>
                      <m:r>
                        <a:rPr lang="en-GB" sz="2800">
                          <a:solidFill>
                            <a:srgbClr val="087F83"/>
                          </a:solidFill>
                          <a:latin typeface="Cambria Math"/>
                          <a:ea typeface="Cambria Math"/>
                          <a:cs typeface="Cambria Math"/>
                        </a:rPr>
                        <m:t>𝐮</m:t>
                      </m:r>
                      <m:r>
                        <a:rPr lang="en-GB" sz="2800">
                          <a:solidFill>
                            <a:srgbClr val="087F83"/>
                          </a:solidFill>
                          <a:latin typeface="Cambria Math"/>
                          <a:ea typeface="Cambria Math"/>
                          <a:cs typeface="Cambria Math"/>
                        </a:rPr>
                        <m:t>∈</m:t>
                      </m:r>
                      <m:sSup>
                        <m:sSupPr>
                          <m:ctrlPr>
                            <a:rPr lang="en-GB" sz="2800">
                              <a:solidFill>
                                <a:srgbClr val="087F83"/>
                              </a:solidFill>
                              <a:latin typeface="Cambria Math"/>
                              <a:ea typeface="Cambria Math"/>
                              <a:cs typeface="Cambria Math"/>
                            </a:rPr>
                          </m:ctrlPr>
                        </m:sSupPr>
                        <m:e>
                          <m:r>
                            <a:rPr lang="en-GB" sz="2800">
                              <a:solidFill>
                                <a:srgbClr val="087F83"/>
                              </a:solidFill>
                              <a:latin typeface="Cambria Math"/>
                              <a:ea typeface="Cambria Math"/>
                              <a:cs typeface="Cambria Math"/>
                            </a:rPr>
                            <m:t>ℝ</m:t>
                          </m:r>
                        </m:e>
                        <m:sup>
                          <m:r>
                            <a:rPr lang="en-GB" sz="2800">
                              <a:solidFill>
                                <a:srgbClr val="087F83"/>
                              </a:solidFill>
                              <a:latin typeface="Cambria Math"/>
                              <a:ea typeface="Cambria Math"/>
                              <a:cs typeface="Cambria Math"/>
                            </a:rPr>
                            <m:t>1×</m:t>
                          </m:r>
                          <m:r>
                            <a:rPr lang="en-GB" sz="2800">
                              <a:solidFill>
                                <a:srgbClr val="087F83"/>
                              </a:solidFill>
                              <a:latin typeface="Cambria Math"/>
                              <a:ea typeface="Cambria Math"/>
                              <a:cs typeface="Cambria Math"/>
                            </a:rPr>
                            <m:t>𝐾</m:t>
                          </m:r>
                        </m:sup>
                      </m:sSup>
                    </m:oMath>
                  </m:oMathPara>
                </a14:m>
                <a:endParaRPr lang="en-GB" sz="2800"/>
              </a:p>
            </p:txBody>
          </p:sp>
        </mc:Choice>
        <mc:Fallback xmlns="">
          <p:sp>
            <p:nvSpPr>
              <p:cNvPr id="15" name="multiclass_loss" descr="J sub L of the score row u equals multiclass cross-entropy of softmax of u and the observed class y. The row u has shape 1 by K.">
                <a:extLst>
                  <a:ext uri="{FF2B5EF4-FFF2-40B4-BE49-F238E27FC236}">
                    <a16:creationId xmlns:a16="http://schemas.microsoft.com/office/drawing/2014/main" id="{A9929301-4902-40AC-9D53-5F23BF567264}"/>
                  </a:ext>
                </a:extLst>
              </p:cNvPr>
              <p:cNvSpPr>
                <a:spLocks noGrp="1" noRot="1" noChangeAspect="1" noMove="1" noResize="1" noEditPoints="1" noAdjustHandles="1" noChangeArrowheads="1" noChangeShapeType="1" noTextEdit="1"/>
              </p:cNvSpPr>
              <p:nvPr/>
            </p:nvSpPr>
            <p:spPr>
              <a:xfrm>
                <a:off x="479488" y="1533525"/>
                <a:ext cx="11049000" cy="590550"/>
              </a:xfrm>
              <a:prstGeom prst="rect">
                <a:avLst/>
              </a:prstGeom>
              <a:blipFill>
                <a:blip r:embed="rId5"/>
                <a:stretch>
                  <a:fillRect/>
                </a:stretch>
              </a:blipFill>
              <a:ln w="0">
                <a:noFill/>
              </a:ln>
            </p:spPr>
            <p:txBody>
              <a:bodyPr/>
              <a:lstStyle/>
              <a:p>
                <a:r>
                  <a:rPr lang="it-IT">
                    <a:noFill/>
                  </a:rPr>
                  <a:t> </a:t>
                </a:r>
              </a:p>
            </p:txBody>
          </p:sp>
        </mc:Fallback>
      </mc:AlternateContent>
      <p:sp>
        <p:nvSpPr>
          <p:cNvPr id="16" name="initial_derivative">
            <a:extLst>
              <a:ext uri="{FF2B5EF4-FFF2-40B4-BE49-F238E27FC236}">
                <a16:creationId xmlns:a16="http://schemas.microsoft.com/office/drawing/2014/main" id="{BC91C113-8E12-422B-9ECD-5800AC2E27A8}"/>
              </a:ext>
            </a:extLst>
          </p:cNvPr>
          <p:cNvSpPr>
            <a:spLocks noGrp="1"/>
          </p:cNvSpPr>
          <p:nvPr/>
        </p:nvSpPr>
        <p:spPr>
          <a:xfrm>
            <a:off x="762000" y="3474644"/>
            <a:ext cx="10668000" cy="400050"/>
          </a:xfrm>
          <a:prstGeom prst="rect">
            <a:avLst/>
          </a:prstGeom>
          <a:noFill/>
          <a:ln w="0">
            <a:noFill/>
          </a:ln>
        </p:spPr>
        <p:txBody>
          <a:bodyPr anchor="ctr">
            <a:noAutofit/>
          </a:bodyPr>
          <a:lstStyle>
            <a:defPPr algn="ctr">
              <a:defRPr sz="2025" b="0">
                <a:solidFill>
                  <a:srgbClr val="526276"/>
                </a:solidFill>
                <a:latin typeface="DejaVu Sans"/>
                <a:ea typeface="DejaVu Sans"/>
                <a:cs typeface="DejaVu Sans"/>
              </a:defRPr>
            </a:defPPr>
            <a:lvl1pPr algn="ctr">
              <a:defRPr sz="2025" b="0">
                <a:solidFill>
                  <a:srgbClr val="526276"/>
                </a:solidFill>
                <a:latin typeface="DejaVu Sans"/>
                <a:ea typeface="DejaVu Sans"/>
                <a:cs typeface="DejaVu Sans"/>
              </a:defRPr>
            </a:lvl1pPr>
            <a:lvl2pPr algn="ctr">
              <a:defRPr sz="2025" b="0">
                <a:solidFill>
                  <a:srgbClr val="526276"/>
                </a:solidFill>
                <a:latin typeface="DejaVu Sans"/>
                <a:ea typeface="DejaVu Sans"/>
                <a:cs typeface="DejaVu Sans"/>
              </a:defRPr>
            </a:lvl2pPr>
            <a:lvl3pPr algn="ctr">
              <a:defRPr sz="2025" b="0">
                <a:solidFill>
                  <a:srgbClr val="526276"/>
                </a:solidFill>
                <a:latin typeface="DejaVu Sans"/>
                <a:ea typeface="DejaVu Sans"/>
                <a:cs typeface="DejaVu Sans"/>
              </a:defRPr>
            </a:lvl3pPr>
            <a:lvl4pPr algn="ctr">
              <a:defRPr sz="2025" b="0">
                <a:solidFill>
                  <a:srgbClr val="526276"/>
                </a:solidFill>
                <a:latin typeface="DejaVu Sans"/>
                <a:ea typeface="DejaVu Sans"/>
                <a:cs typeface="DejaVu Sans"/>
              </a:defRPr>
            </a:lvl4pPr>
            <a:lvl5pPr algn="ctr">
              <a:defRPr sz="2025" b="0">
                <a:solidFill>
                  <a:srgbClr val="526276"/>
                </a:solidFill>
                <a:latin typeface="DejaVu Sans"/>
                <a:ea typeface="DejaVu Sans"/>
                <a:cs typeface="DejaVu Sans"/>
              </a:defRPr>
            </a:lvl5pPr>
            <a:lvl6pPr algn="ctr">
              <a:defRPr sz="2025" b="0">
                <a:solidFill>
                  <a:srgbClr val="526276"/>
                </a:solidFill>
                <a:latin typeface="DejaVu Sans"/>
                <a:ea typeface="DejaVu Sans"/>
                <a:cs typeface="DejaVu Sans"/>
              </a:defRPr>
            </a:lvl6pPr>
            <a:lvl7pPr algn="ctr">
              <a:defRPr sz="2025" b="0">
                <a:solidFill>
                  <a:srgbClr val="526276"/>
                </a:solidFill>
                <a:latin typeface="DejaVu Sans"/>
                <a:ea typeface="DejaVu Sans"/>
                <a:cs typeface="DejaVu Sans"/>
              </a:defRPr>
            </a:lvl7pPr>
            <a:lvl8pPr algn="ctr">
              <a:defRPr sz="2025" b="0">
                <a:solidFill>
                  <a:srgbClr val="526276"/>
                </a:solidFill>
                <a:latin typeface="DejaVu Sans"/>
                <a:ea typeface="DejaVu Sans"/>
                <a:cs typeface="DejaVu Sans"/>
              </a:defRPr>
            </a:lvl8pPr>
            <a:lvl9pPr algn="ctr">
              <a:defRPr sz="2025" b="0">
                <a:solidFill>
                  <a:srgbClr val="526276"/>
                </a:solidFill>
                <a:latin typeface="DejaVu Sans"/>
                <a:ea typeface="DejaVu Sans"/>
                <a:cs typeface="DejaVu Sans"/>
              </a:defRPr>
            </a:lvl9pPr>
          </a:lstStyle>
          <a:p>
            <a:pPr algn="ctr">
              <a:defRPr sz="2025" b="0">
                <a:solidFill>
                  <a:srgbClr val="526276"/>
                </a:solidFill>
                <a:latin typeface="DejaVu Sans"/>
                <a:ea typeface="DejaVu Sans"/>
                <a:cs typeface="DejaVu Sans"/>
              </a:defRPr>
            </a:pPr>
            <a:r>
              <a:rPr sz="2025" b="0" dirty="0">
                <a:solidFill>
                  <a:srgbClr val="526276"/>
                </a:solidFill>
                <a:latin typeface="DejaVu Sans"/>
                <a:ea typeface="DejaVu Sans"/>
                <a:cs typeface="DejaVu Sans"/>
              </a:rPr>
              <a:t>Initial derivative for backpropagation</a:t>
            </a:r>
          </a:p>
        </p:txBody>
      </p:sp>
      <mc:AlternateContent xmlns:mc="http://schemas.openxmlformats.org/markup-compatibility/2006" xmlns:a14="http://schemas.microsoft.com/office/drawing/2010/main">
        <mc:Choice Requires="a14">
          <p:sp>
            <p:nvSpPr>
              <p:cNvPr id="17" name="multiclass_gradient" descr="\nabla J_{L}(\mathbf{a}_L(\mathbf{x}))=\left(p_{\boldsymbol{\theta},1}(\mathbf{x}),\ldots,p_{\boldsymbol{\theta},y}(\mathbf{x})-1,\ldots,p_{\boldsymbol{\theta},K}(\mathbf{x})\right)">
                <a:extLst>
                  <a:ext uri="{FF2B5EF4-FFF2-40B4-BE49-F238E27FC236}">
                    <a16:creationId xmlns:a16="http://schemas.microsoft.com/office/drawing/2014/main" id="{E8AADCE1-F6D1-4785-868C-65F09C008253}"/>
                  </a:ext>
                </a:extLst>
              </p:cNvPr>
              <p:cNvSpPr>
                <a:spLocks noGrp="1"/>
              </p:cNvSpPr>
              <p:nvPr/>
            </p:nvSpPr>
            <p:spPr>
              <a:xfrm>
                <a:off x="428625" y="3922715"/>
                <a:ext cx="11334750" cy="7620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800" smtClean="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𝐽</m:t>
                          </m:r>
                        </m:e>
                        <m:sub>
                          <m:r>
                            <a:rPr lang="en-GB" sz="2800">
                              <a:solidFill>
                                <a:srgbClr val="C45C28"/>
                              </a:solidFill>
                              <a:latin typeface="Cambria Math"/>
                              <a:ea typeface="Cambria Math"/>
                              <a:cs typeface="Cambria Math"/>
                            </a:rPr>
                            <m:t>𝐿</m:t>
                          </m:r>
                        </m:sub>
                      </m:sSub>
                      <m:d>
                        <m:dPr>
                          <m:ctrlPr>
                            <a:rPr lang="en-GB" sz="2800" i="1">
                              <a:solidFill>
                                <a:srgbClr val="C45C28"/>
                              </a:solidFill>
                              <a:latin typeface="Cambria Math" panose="02040503050406030204" pitchFamily="18" charset="0"/>
                              <a:ea typeface="Cambria Math"/>
                              <a:cs typeface="Cambria Math"/>
                            </a:rPr>
                          </m:ctrlPr>
                        </m:dPr>
                        <m:e>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𝐚</m:t>
                              </m:r>
                            </m:e>
                            <m:sub>
                              <m:r>
                                <a:rPr lang="en-GB" sz="2800">
                                  <a:solidFill>
                                    <a:srgbClr val="C45C28"/>
                                  </a:solidFill>
                                  <a:latin typeface="Cambria Math"/>
                                  <a:ea typeface="Cambria Math"/>
                                  <a:cs typeface="Cambria Math"/>
                                </a:rPr>
                                <m:t>𝐿</m:t>
                              </m:r>
                            </m:sub>
                          </m:sSub>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𝐱</m:t>
                              </m:r>
                            </m:e>
                          </m:d>
                        </m:e>
                      </m:d>
                      <m:r>
                        <a:rPr lang="en-GB" sz="2800">
                          <a:solidFill>
                            <a:srgbClr val="C45C28"/>
                          </a:solidFill>
                          <a:latin typeface="Cambria Math"/>
                          <a:ea typeface="Cambria Math"/>
                          <a:cs typeface="Cambria Math"/>
                        </a:rPr>
                        <m:t>=</m:t>
                      </m:r>
                      <m:d>
                        <m:dPr>
                          <m:ctrlPr>
                            <a:rPr lang="en-GB" sz="2800" i="1">
                              <a:solidFill>
                                <a:srgbClr val="C45C28"/>
                              </a:solidFill>
                              <a:latin typeface="Cambria Math" panose="02040503050406030204" pitchFamily="18" charset="0"/>
                              <a:ea typeface="Cambria Math"/>
                              <a:cs typeface="Cambria Math"/>
                            </a:rPr>
                          </m:ctrlPr>
                        </m:dPr>
                        <m:e>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𝑝</m:t>
                              </m:r>
                            </m:e>
                            <m:sub>
                              <m:r>
                                <a:rPr lang="en-GB" sz="2800">
                                  <a:solidFill>
                                    <a:srgbClr val="C45C28"/>
                                  </a:solidFill>
                                  <a:latin typeface="Cambria Math"/>
                                  <a:ea typeface="Cambria Math"/>
                                  <a:cs typeface="Cambria Math"/>
                                </a:rPr>
                                <m:t>𝛉</m:t>
                              </m:r>
                              <m:r>
                                <a:rPr lang="en-GB" sz="2800">
                                  <a:solidFill>
                                    <a:srgbClr val="C45C28"/>
                                  </a:solidFill>
                                  <a:latin typeface="Cambria Math"/>
                                  <a:ea typeface="Cambria Math"/>
                                  <a:cs typeface="Cambria Math"/>
                                </a:rPr>
                                <m:t>,1</m:t>
                              </m:r>
                            </m:sub>
                          </m:sSub>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𝐱</m:t>
                              </m:r>
                            </m:e>
                          </m:d>
                          <m:r>
                            <a:rPr lang="en-GB" sz="2800">
                              <a:solidFill>
                                <a:srgbClr val="C45C28"/>
                              </a:solidFill>
                              <a:latin typeface="Cambria Math"/>
                              <a:ea typeface="Cambria Math"/>
                              <a:cs typeface="Cambria Math"/>
                            </a:rPr>
                            <m:t>,…,</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𝑝</m:t>
                              </m:r>
                            </m:e>
                            <m:sub>
                              <m:r>
                                <a:rPr lang="en-GB" sz="2800">
                                  <a:solidFill>
                                    <a:srgbClr val="C45C28"/>
                                  </a:solidFill>
                                  <a:latin typeface="Cambria Math"/>
                                  <a:ea typeface="Cambria Math"/>
                                  <a:cs typeface="Cambria Math"/>
                                </a:rPr>
                                <m:t>𝛉</m:t>
                              </m:r>
                              <m:r>
                                <a:rPr lang="en-GB" sz="2800">
                                  <a:solidFill>
                                    <a:srgbClr val="C45C28"/>
                                  </a:solidFill>
                                  <a:latin typeface="Cambria Math"/>
                                  <a:ea typeface="Cambria Math"/>
                                  <a:cs typeface="Cambria Math"/>
                                </a:rPr>
                                <m:t>,</m:t>
                              </m:r>
                              <m:r>
                                <a:rPr lang="en-GB" sz="2800">
                                  <a:solidFill>
                                    <a:srgbClr val="C45C28"/>
                                  </a:solidFill>
                                  <a:latin typeface="Cambria Math"/>
                                  <a:ea typeface="Cambria Math"/>
                                  <a:cs typeface="Cambria Math"/>
                                </a:rPr>
                                <m:t>𝑦</m:t>
                              </m:r>
                            </m:sub>
                          </m:sSub>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𝐱</m:t>
                              </m:r>
                            </m:e>
                          </m:d>
                          <m:r>
                            <a:rPr lang="en-GB" sz="2800">
                              <a:solidFill>
                                <a:srgbClr val="C45C28"/>
                              </a:solidFill>
                              <a:latin typeface="Cambria Math"/>
                              <a:ea typeface="Cambria Math"/>
                              <a:cs typeface="Cambria Math"/>
                            </a:rPr>
                            <m:t>−1,…,</m:t>
                          </m:r>
                          <m:sSub>
                            <m:sSubPr>
                              <m:ctrlPr>
                                <a:rPr lang="en-GB" sz="2800">
                                  <a:solidFill>
                                    <a:srgbClr val="C45C28"/>
                                  </a:solidFill>
                                  <a:latin typeface="Cambria Math"/>
                                  <a:ea typeface="Cambria Math"/>
                                  <a:cs typeface="Cambria Math"/>
                                </a:rPr>
                              </m:ctrlPr>
                            </m:sSubPr>
                            <m:e>
                              <m:r>
                                <a:rPr lang="en-GB" sz="2800">
                                  <a:solidFill>
                                    <a:srgbClr val="C45C28"/>
                                  </a:solidFill>
                                  <a:latin typeface="Cambria Math"/>
                                  <a:ea typeface="Cambria Math"/>
                                  <a:cs typeface="Cambria Math"/>
                                </a:rPr>
                                <m:t>𝑝</m:t>
                              </m:r>
                            </m:e>
                            <m:sub>
                              <m:r>
                                <a:rPr lang="en-GB" sz="2800">
                                  <a:solidFill>
                                    <a:srgbClr val="C45C28"/>
                                  </a:solidFill>
                                  <a:latin typeface="Cambria Math"/>
                                  <a:ea typeface="Cambria Math"/>
                                  <a:cs typeface="Cambria Math"/>
                                </a:rPr>
                                <m:t>𝛉</m:t>
                              </m:r>
                              <m:r>
                                <a:rPr lang="en-GB" sz="2800">
                                  <a:solidFill>
                                    <a:srgbClr val="C45C28"/>
                                  </a:solidFill>
                                  <a:latin typeface="Cambria Math"/>
                                  <a:ea typeface="Cambria Math"/>
                                  <a:cs typeface="Cambria Math"/>
                                </a:rPr>
                                <m:t>,</m:t>
                              </m:r>
                              <m:r>
                                <a:rPr lang="en-GB" sz="2800">
                                  <a:solidFill>
                                    <a:srgbClr val="C45C28"/>
                                  </a:solidFill>
                                  <a:latin typeface="Cambria Math"/>
                                  <a:ea typeface="Cambria Math"/>
                                  <a:cs typeface="Cambria Math"/>
                                </a:rPr>
                                <m:t>𝐾</m:t>
                              </m:r>
                            </m:sub>
                          </m:sSub>
                          <m:d>
                            <m:dPr>
                              <m:ctrlPr>
                                <a:rPr lang="en-GB" sz="2800">
                                  <a:solidFill>
                                    <a:srgbClr val="C45C28"/>
                                  </a:solidFill>
                                  <a:latin typeface="Cambria Math"/>
                                  <a:ea typeface="Cambria Math"/>
                                  <a:cs typeface="Cambria Math"/>
                                </a:rPr>
                              </m:ctrlPr>
                            </m:dPr>
                            <m:e>
                              <m:r>
                                <a:rPr lang="en-GB" sz="2800">
                                  <a:solidFill>
                                    <a:srgbClr val="C45C28"/>
                                  </a:solidFill>
                                  <a:latin typeface="Cambria Math"/>
                                  <a:ea typeface="Cambria Math"/>
                                  <a:cs typeface="Cambria Math"/>
                                </a:rPr>
                                <m:t>𝐱</m:t>
                              </m:r>
                            </m:e>
                          </m:d>
                        </m:e>
                      </m:d>
                    </m:oMath>
                  </m:oMathPara>
                </a14:m>
                <a:endParaRPr lang="en-GB" sz="2800" dirty="0"/>
              </a:p>
            </p:txBody>
          </p:sp>
        </mc:Choice>
        <mc:Fallback xmlns="">
          <p:sp>
            <p:nvSpPr>
              <p:cNvPr id="17" name="multiclass_gradient" descr="\nabla J_{L}(\mathbf{a}_L(\mathbf{x}))=\left(p_{\boldsymbol{\theta},1}(\mathbf{x}),\ldots,p_{\boldsymbol{\theta},y}(\mathbf{x})-1,\ldots,p_{\boldsymbol{\theta},K}(\mathbf{x})\right)">
                <a:extLst>
                  <a:ext uri="{FF2B5EF4-FFF2-40B4-BE49-F238E27FC236}">
                    <a16:creationId xmlns:a16="http://schemas.microsoft.com/office/drawing/2014/main" id="{E8AADCE1-F6D1-4785-868C-65F09C008253}"/>
                  </a:ext>
                </a:extLst>
              </p:cNvPr>
              <p:cNvSpPr>
                <a:spLocks noGrp="1" noRot="1" noChangeAspect="1" noMove="1" noResize="1" noEditPoints="1" noAdjustHandles="1" noChangeArrowheads="1" noChangeShapeType="1" noTextEdit="1"/>
              </p:cNvSpPr>
              <p:nvPr/>
            </p:nvSpPr>
            <p:spPr>
              <a:xfrm>
                <a:off x="428625" y="3922715"/>
                <a:ext cx="11334750" cy="762000"/>
              </a:xfrm>
              <a:prstGeom prst="rect">
                <a:avLst/>
              </a:prstGeom>
              <a:blipFill>
                <a:blip r:embed="rId6"/>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 name="example_label" descr="K=3,\qquad y=2:">
                <a:extLst>
                  <a:ext uri="{FF2B5EF4-FFF2-40B4-BE49-F238E27FC236}">
                    <a16:creationId xmlns:a16="http://schemas.microsoft.com/office/drawing/2014/main" id="{7DD7005E-F727-4855-919A-215D44AECA0B}"/>
                  </a:ext>
                </a:extLst>
              </p:cNvPr>
              <p:cNvSpPr>
                <a:spLocks noGrp="1"/>
              </p:cNvSpPr>
              <p:nvPr/>
            </p:nvSpPr>
            <p:spPr>
              <a:xfrm>
                <a:off x="2863596" y="5275660"/>
                <a:ext cx="6477000" cy="447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087F83"/>
                          </a:solidFill>
                          <a:latin typeface="Cambria Math"/>
                          <a:ea typeface="Cambria Math"/>
                          <a:cs typeface="Cambria Math"/>
                        </a:rPr>
                        <m:t>𝐾</m:t>
                      </m:r>
                      <m:r>
                        <a:rPr lang="en-GB" sz="2700">
                          <a:solidFill>
                            <a:srgbClr val="087F83"/>
                          </a:solidFill>
                          <a:latin typeface="Cambria Math"/>
                          <a:ea typeface="Cambria Math"/>
                          <a:cs typeface="Cambria Math"/>
                        </a:rPr>
                        <m:t>=3,  </m:t>
                      </m:r>
                      <m:r>
                        <a:rPr lang="en-GB" sz="2700">
                          <a:solidFill>
                            <a:srgbClr val="087F83"/>
                          </a:solidFill>
                          <a:latin typeface="Cambria Math"/>
                          <a:ea typeface="Cambria Math"/>
                          <a:cs typeface="Cambria Math"/>
                        </a:rPr>
                        <m:t>𝑦</m:t>
                      </m:r>
                      <m:r>
                        <a:rPr lang="en-GB" sz="2700">
                          <a:solidFill>
                            <a:srgbClr val="087F83"/>
                          </a:solidFill>
                          <a:latin typeface="Cambria Math"/>
                          <a:ea typeface="Cambria Math"/>
                          <a:cs typeface="Cambria Math"/>
                        </a:rPr>
                        <m:t>=2:</m:t>
                      </m:r>
                    </m:oMath>
                  </m:oMathPara>
                </a14:m>
                <a:endParaRPr lang="en-GB" sz="2700" dirty="0"/>
              </a:p>
            </p:txBody>
          </p:sp>
        </mc:Choice>
        <mc:Fallback xmlns="">
          <p:sp>
            <p:nvSpPr>
              <p:cNvPr id="18" name="example_label" descr="K=3,\qquad y=2:">
                <a:extLst>
                  <a:ext uri="{FF2B5EF4-FFF2-40B4-BE49-F238E27FC236}">
                    <a16:creationId xmlns:a16="http://schemas.microsoft.com/office/drawing/2014/main" id="{7DD7005E-F727-4855-919A-215D44AECA0B}"/>
                  </a:ext>
                </a:extLst>
              </p:cNvPr>
              <p:cNvSpPr>
                <a:spLocks noGrp="1" noRot="1" noChangeAspect="1" noMove="1" noResize="1" noEditPoints="1" noAdjustHandles="1" noChangeArrowheads="1" noChangeShapeType="1" noTextEdit="1"/>
              </p:cNvSpPr>
              <p:nvPr/>
            </p:nvSpPr>
            <p:spPr>
              <a:xfrm>
                <a:off x="2863596" y="5275660"/>
                <a:ext cx="6477000" cy="447675"/>
              </a:xfrm>
              <a:prstGeom prst="rect">
                <a:avLst/>
              </a:prstGeom>
              <a:blipFill>
                <a:blip r:embed="rId7"/>
                <a:stretch>
                  <a:fillRect/>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example_gradient" descr="\nabla J_{L}(\mathbf{a}_L(\mathbf{x}))=\left(p_{\boldsymbol{\theta},1}(\mathbf{x}),p_{\boldsymbol{\theta},2}(\mathbf{x})-1,p_{\boldsymbol{\theta},3}(\mathbf{x})\right)">
                <a:extLst>
                  <a:ext uri="{FF2B5EF4-FFF2-40B4-BE49-F238E27FC236}">
                    <a16:creationId xmlns:a16="http://schemas.microsoft.com/office/drawing/2014/main" id="{35752FF5-3679-445E-8B6B-81235622625F}"/>
                  </a:ext>
                </a:extLst>
              </p:cNvPr>
              <p:cNvSpPr>
                <a:spLocks noGrp="1"/>
              </p:cNvSpPr>
              <p:nvPr/>
            </p:nvSpPr>
            <p:spPr>
              <a:xfrm>
                <a:off x="552450" y="5771357"/>
                <a:ext cx="11144250" cy="647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𝐽</m:t>
                          </m:r>
                        </m:e>
                        <m:sub>
                          <m:r>
                            <a:rPr lang="en-GB" sz="2900">
                              <a:solidFill>
                                <a:srgbClr val="087F83"/>
                              </a:solidFill>
                              <a:latin typeface="Cambria Math"/>
                              <a:ea typeface="Cambria Math"/>
                              <a:cs typeface="Cambria Math"/>
                            </a:rPr>
                            <m:t>𝐿</m:t>
                          </m:r>
                        </m:sub>
                      </m:sSub>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𝐚</m:t>
                          </m:r>
                        </m:e>
                        <m:sub>
                          <m:r>
                            <a:rPr lang="en-GB" sz="2900">
                              <a:solidFill>
                                <a:srgbClr val="087F83"/>
                              </a:solidFill>
                              <a:latin typeface="Cambria Math"/>
                              <a:ea typeface="Cambria Math"/>
                              <a:cs typeface="Cambria Math"/>
                            </a:rPr>
                            <m:t>𝐿</m:t>
                          </m:r>
                        </m:sub>
                      </m:sSub>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d>
                        <m:dPr>
                          <m:ctrlPr>
                            <a:rPr lang="en-GB" sz="2900" i="1">
                              <a:solidFill>
                                <a:srgbClr val="087F83"/>
                              </a:solidFill>
                              <a:latin typeface="Cambria Math" panose="02040503050406030204" pitchFamily="18" charset="0"/>
                              <a:ea typeface="Cambria Math"/>
                              <a:cs typeface="Cambria Math"/>
                            </a:rPr>
                          </m:ctrlPr>
                        </m:dPr>
                        <m:e>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𝑝</m:t>
                              </m:r>
                            </m:e>
                            <m:sub>
                              <m:r>
                                <a:rPr lang="en-GB" sz="2900">
                                  <a:solidFill>
                                    <a:srgbClr val="087F83"/>
                                  </a:solidFill>
                                  <a:latin typeface="Cambria Math"/>
                                  <a:ea typeface="Cambria Math"/>
                                  <a:cs typeface="Cambria Math"/>
                                </a:rPr>
                                <m:t>𝛉</m:t>
                              </m:r>
                              <m:r>
                                <a:rPr lang="en-GB" sz="2900">
                                  <a:solidFill>
                                    <a:srgbClr val="087F83"/>
                                  </a:solidFill>
                                  <a:latin typeface="Cambria Math"/>
                                  <a:ea typeface="Cambria Math"/>
                                  <a:cs typeface="Cambria Math"/>
                                </a:rPr>
                                <m:t>,1</m:t>
                              </m:r>
                            </m:sub>
                          </m:sSub>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𝑝</m:t>
                              </m:r>
                            </m:e>
                            <m:sub>
                              <m:r>
                                <a:rPr lang="en-GB" sz="2900">
                                  <a:solidFill>
                                    <a:srgbClr val="087F83"/>
                                  </a:solidFill>
                                  <a:latin typeface="Cambria Math"/>
                                  <a:ea typeface="Cambria Math"/>
                                  <a:cs typeface="Cambria Math"/>
                                </a:rPr>
                                <m:t>𝛉</m:t>
                              </m:r>
                              <m:r>
                                <a:rPr lang="en-GB" sz="2900">
                                  <a:solidFill>
                                    <a:srgbClr val="087F83"/>
                                  </a:solidFill>
                                  <a:latin typeface="Cambria Math"/>
                                  <a:ea typeface="Cambria Math"/>
                                  <a:cs typeface="Cambria Math"/>
                                </a:rPr>
                                <m:t>,2</m:t>
                              </m:r>
                            </m:sub>
                          </m:sSub>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)−1,</m:t>
                          </m:r>
                          <m:sSub>
                            <m:sSubPr>
                              <m:ctrlPr>
                                <a:rPr lang="en-GB" sz="2900">
                                  <a:solidFill>
                                    <a:srgbClr val="087F83"/>
                                  </a:solidFill>
                                  <a:latin typeface="Cambria Math"/>
                                  <a:ea typeface="Cambria Math"/>
                                  <a:cs typeface="Cambria Math"/>
                                </a:rPr>
                              </m:ctrlPr>
                            </m:sSubPr>
                            <m:e>
                              <m:r>
                                <a:rPr lang="en-GB" sz="2900">
                                  <a:solidFill>
                                    <a:srgbClr val="087F83"/>
                                  </a:solidFill>
                                  <a:latin typeface="Cambria Math"/>
                                  <a:ea typeface="Cambria Math"/>
                                  <a:cs typeface="Cambria Math"/>
                                </a:rPr>
                                <m:t>𝑝</m:t>
                              </m:r>
                            </m:e>
                            <m:sub>
                              <m:r>
                                <a:rPr lang="en-GB" sz="2900">
                                  <a:solidFill>
                                    <a:srgbClr val="087F83"/>
                                  </a:solidFill>
                                  <a:latin typeface="Cambria Math"/>
                                  <a:ea typeface="Cambria Math"/>
                                  <a:cs typeface="Cambria Math"/>
                                </a:rPr>
                                <m:t>𝛉</m:t>
                              </m:r>
                              <m:r>
                                <a:rPr lang="en-GB" sz="2900">
                                  <a:solidFill>
                                    <a:srgbClr val="087F83"/>
                                  </a:solidFill>
                                  <a:latin typeface="Cambria Math"/>
                                  <a:ea typeface="Cambria Math"/>
                                  <a:cs typeface="Cambria Math"/>
                                </a:rPr>
                                <m:t>,3</m:t>
                              </m:r>
                            </m:sub>
                          </m:sSub>
                          <m:r>
                            <a:rPr lang="en-GB" sz="2900">
                              <a:solidFill>
                                <a:srgbClr val="087F83"/>
                              </a:solidFill>
                              <a:latin typeface="Cambria Math"/>
                              <a:ea typeface="Cambria Math"/>
                              <a:cs typeface="Cambria Math"/>
                            </a:rPr>
                            <m:t>(</m:t>
                          </m:r>
                          <m:r>
                            <a:rPr lang="en-GB" sz="2900">
                              <a:solidFill>
                                <a:srgbClr val="087F83"/>
                              </a:solidFill>
                              <a:latin typeface="Cambria Math"/>
                              <a:ea typeface="Cambria Math"/>
                              <a:cs typeface="Cambria Math"/>
                            </a:rPr>
                            <m:t>𝐱</m:t>
                          </m:r>
                          <m:r>
                            <a:rPr lang="en-GB" sz="2900">
                              <a:solidFill>
                                <a:srgbClr val="087F83"/>
                              </a:solidFill>
                              <a:latin typeface="Cambria Math"/>
                              <a:ea typeface="Cambria Math"/>
                              <a:cs typeface="Cambria Math"/>
                            </a:rPr>
                            <m:t>)</m:t>
                          </m:r>
                        </m:e>
                      </m:d>
                    </m:oMath>
                  </m:oMathPara>
                </a14:m>
                <a:endParaRPr lang="en-GB" sz="2900" dirty="0"/>
              </a:p>
            </p:txBody>
          </p:sp>
        </mc:Choice>
        <mc:Fallback xmlns="">
          <p:sp>
            <p:nvSpPr>
              <p:cNvPr id="19" name="example_gradient" descr="\nabla J_{L}(\mathbf{a}_L(\mathbf{x}))=\left(p_{\boldsymbol{\theta},1}(\mathbf{x}),p_{\boldsymbol{\theta},2}(\mathbf{x})-1,p_{\boldsymbol{\theta},3}(\mathbf{x})\right)">
                <a:extLst>
                  <a:ext uri="{FF2B5EF4-FFF2-40B4-BE49-F238E27FC236}">
                    <a16:creationId xmlns:a16="http://schemas.microsoft.com/office/drawing/2014/main" id="{35752FF5-3679-445E-8B6B-81235622625F}"/>
                  </a:ext>
                </a:extLst>
              </p:cNvPr>
              <p:cNvSpPr>
                <a:spLocks noGrp="1" noRot="1" noChangeAspect="1" noMove="1" noResize="1" noEditPoints="1" noAdjustHandles="1" noChangeArrowheads="1" noChangeShapeType="1" noTextEdit="1"/>
              </p:cNvSpPr>
              <p:nvPr/>
            </p:nvSpPr>
            <p:spPr>
              <a:xfrm>
                <a:off x="552450" y="5771357"/>
                <a:ext cx="11144250" cy="647700"/>
              </a:xfrm>
              <a:prstGeom prst="rect">
                <a:avLst/>
              </a:prstGeom>
              <a:blipFill>
                <a:blip r:embed="rId8"/>
                <a:stretch>
                  <a:fillRect/>
                </a:stretch>
              </a:blipFill>
              <a:ln w="0">
                <a:noFill/>
              </a:ln>
            </p:spPr>
            <p:txBody>
              <a:bodyPr/>
              <a:lstStyle/>
              <a:p>
                <a:r>
                  <a:rPr lang="it-IT">
                    <a:noFill/>
                  </a:rPr>
                  <a:t> </a:t>
                </a:r>
              </a:p>
            </p:txBody>
          </p:sp>
        </mc:Fallback>
      </mc:AlternateContent>
      <p:sp>
        <p:nvSpPr>
          <p:cNvPr id="21" name="gradient_instruction">
            <a:extLst>
              <a:ext uri="{FF2B5EF4-FFF2-40B4-BE49-F238E27FC236}">
                <a16:creationId xmlns:a16="http://schemas.microsoft.com/office/drawing/2014/main" id="{1A5CEB92-D5CB-4DB2-B591-256A05FCE25E}"/>
              </a:ext>
            </a:extLst>
          </p:cNvPr>
          <p:cNvSpPr>
            <a:spLocks noGrp="1"/>
          </p:cNvSpPr>
          <p:nvPr/>
        </p:nvSpPr>
        <p:spPr>
          <a:xfrm>
            <a:off x="600075" y="4684715"/>
            <a:ext cx="11049000" cy="571500"/>
          </a:xfrm>
          <a:prstGeom prst="rect">
            <a:avLst/>
          </a:prstGeom>
          <a:noFill/>
          <a:ln w="0">
            <a:noFill/>
          </a:ln>
        </p:spPr>
        <p:txBody>
          <a:bodyPr anchor="ctr">
            <a:noAutofit/>
          </a:bodyPr>
          <a:lstStyle>
            <a:defPPr algn="ctr">
              <a:defRPr sz="1875">
                <a:solidFill>
                  <a:srgbClr val="526276"/>
                </a:solidFill>
                <a:latin typeface="DejaVu Sans"/>
                <a:ea typeface="DejaVu Sans"/>
                <a:cs typeface="DejaVu Sans"/>
              </a:defRPr>
            </a:defPPr>
            <a:lvl1pPr algn="ctr">
              <a:defRPr sz="1875">
                <a:solidFill>
                  <a:srgbClr val="526276"/>
                </a:solidFill>
                <a:latin typeface="DejaVu Sans"/>
                <a:ea typeface="DejaVu Sans"/>
                <a:cs typeface="DejaVu Sans"/>
              </a:defRPr>
            </a:lvl1pPr>
            <a:lvl2pPr algn="ctr">
              <a:defRPr sz="1875">
                <a:solidFill>
                  <a:srgbClr val="526276"/>
                </a:solidFill>
                <a:latin typeface="DejaVu Sans"/>
                <a:ea typeface="DejaVu Sans"/>
                <a:cs typeface="DejaVu Sans"/>
              </a:defRPr>
            </a:lvl2pPr>
            <a:lvl3pPr algn="ctr">
              <a:defRPr sz="1875">
                <a:solidFill>
                  <a:srgbClr val="526276"/>
                </a:solidFill>
                <a:latin typeface="DejaVu Sans"/>
                <a:ea typeface="DejaVu Sans"/>
                <a:cs typeface="DejaVu Sans"/>
              </a:defRPr>
            </a:lvl3pPr>
            <a:lvl4pPr algn="ctr">
              <a:defRPr sz="1875">
                <a:solidFill>
                  <a:srgbClr val="526276"/>
                </a:solidFill>
                <a:latin typeface="DejaVu Sans"/>
                <a:ea typeface="DejaVu Sans"/>
                <a:cs typeface="DejaVu Sans"/>
              </a:defRPr>
            </a:lvl4pPr>
            <a:lvl5pPr algn="ctr">
              <a:defRPr sz="1875">
                <a:solidFill>
                  <a:srgbClr val="526276"/>
                </a:solidFill>
                <a:latin typeface="DejaVu Sans"/>
                <a:ea typeface="DejaVu Sans"/>
                <a:cs typeface="DejaVu Sans"/>
              </a:defRPr>
            </a:lvl5pPr>
            <a:lvl6pPr algn="ctr">
              <a:defRPr sz="1875">
                <a:solidFill>
                  <a:srgbClr val="526276"/>
                </a:solidFill>
                <a:latin typeface="DejaVu Sans"/>
                <a:ea typeface="DejaVu Sans"/>
                <a:cs typeface="DejaVu Sans"/>
              </a:defRPr>
            </a:lvl6pPr>
            <a:lvl7pPr algn="ctr">
              <a:defRPr sz="1875">
                <a:solidFill>
                  <a:srgbClr val="526276"/>
                </a:solidFill>
                <a:latin typeface="DejaVu Sans"/>
                <a:ea typeface="DejaVu Sans"/>
                <a:cs typeface="DejaVu Sans"/>
              </a:defRPr>
            </a:lvl7pPr>
            <a:lvl8pPr algn="ctr">
              <a:defRPr sz="1875">
                <a:solidFill>
                  <a:srgbClr val="526276"/>
                </a:solidFill>
                <a:latin typeface="DejaVu Sans"/>
                <a:ea typeface="DejaVu Sans"/>
                <a:cs typeface="DejaVu Sans"/>
              </a:defRPr>
            </a:lvl8pPr>
            <a:lvl9pPr algn="ctr">
              <a:defRPr sz="1875">
                <a:solidFill>
                  <a:srgbClr val="526276"/>
                </a:solidFill>
                <a:latin typeface="DejaVu Sans"/>
                <a:ea typeface="DejaVu Sans"/>
                <a:cs typeface="DejaVu Sans"/>
              </a:defRPr>
            </a:lvl9pPr>
          </a:lstStyle>
          <a:p>
            <a:pPr algn="ctr">
              <a:defRPr sz="1875">
                <a:solidFill>
                  <a:srgbClr val="526276"/>
                </a:solidFill>
                <a:latin typeface="DejaVu Sans"/>
                <a:ea typeface="DejaVu Sans"/>
                <a:cs typeface="DejaVu Sans"/>
              </a:defRPr>
            </a:pPr>
            <a:r>
              <a:rPr lang="it-IT" sz="1875" dirty="0">
                <a:solidFill>
                  <a:srgbClr val="526276"/>
                </a:solidFill>
                <a:latin typeface="DejaVu Sans"/>
                <a:ea typeface="DejaVu Sans"/>
                <a:cs typeface="DejaVu Sans"/>
              </a:rPr>
              <a:t>For </a:t>
            </a:r>
            <a:r>
              <a:rPr lang="it-IT" sz="1875" dirty="0" err="1">
                <a:solidFill>
                  <a:srgbClr val="526276"/>
                </a:solidFill>
                <a:latin typeface="DejaVu Sans"/>
                <a:ea typeface="DejaVu Sans"/>
                <a:cs typeface="DejaVu Sans"/>
              </a:rPr>
              <a:t>example</a:t>
            </a:r>
            <a:r>
              <a:rPr lang="it-IT" sz="1875" dirty="0">
                <a:solidFill>
                  <a:srgbClr val="526276"/>
                </a:solidFill>
                <a:latin typeface="DejaVu Sans"/>
                <a:ea typeface="DejaVu Sans"/>
                <a:cs typeface="DejaVu Sans"/>
              </a:rPr>
              <a:t>:</a:t>
            </a:r>
            <a:endParaRPr sz="1875" dirty="0">
              <a:solidFill>
                <a:srgbClr val="526276"/>
              </a:solidFill>
              <a:latin typeface="DejaVu Sans"/>
              <a:ea typeface="DejaVu Sans"/>
              <a:cs typeface="DejaVu Sans"/>
            </a:endParaRPr>
          </a:p>
        </p:txBody>
      </p:sp>
      <p:sp>
        <p:nvSpPr>
          <p:cNvPr id="5" name="CasellaDiTesto 4">
            <a:extLst>
              <a:ext uri="{FF2B5EF4-FFF2-40B4-BE49-F238E27FC236}">
                <a16:creationId xmlns:a16="http://schemas.microsoft.com/office/drawing/2014/main" id="{7A1DC8A2-0988-B029-2A2B-BCE2F885CCAB}"/>
              </a:ext>
            </a:extLst>
          </p:cNvPr>
          <p:cNvSpPr txBox="1"/>
          <p:nvPr/>
        </p:nvSpPr>
        <p:spPr>
          <a:xfrm>
            <a:off x="2917888" y="2176825"/>
            <a:ext cx="6172200" cy="427040"/>
          </a:xfrm>
          <a:prstGeom prst="rect">
            <a:avLst/>
          </a:prstGeom>
          <a:noFill/>
        </p:spPr>
        <p:txBody>
          <a:bodyPr wrap="square">
            <a:spAutoFit/>
          </a:bodyPr>
          <a:lstStyle/>
          <a:p>
            <a:pPr algn="ctr">
              <a:defRPr sz="2175" b="0">
                <a:solidFill>
                  <a:srgbClr val="526276"/>
                </a:solidFill>
                <a:latin typeface="DejaVu Sans"/>
                <a:ea typeface="DejaVu Sans"/>
                <a:cs typeface="DejaVu Sans"/>
              </a:defRPr>
            </a:pPr>
            <a:r>
              <a:rPr lang="it-IT" sz="2175" b="0" dirty="0" err="1">
                <a:solidFill>
                  <a:srgbClr val="526276"/>
                </a:solidFill>
                <a:latin typeface="DejaVu Sans"/>
                <a:ea typeface="DejaVu Sans"/>
                <a:cs typeface="DejaVu Sans"/>
              </a:rPr>
              <a:t>Class probabilities:</a:t>
            </a:r>
            <a:endParaRPr lang="it-IT" sz="2175" b="0" dirty="0">
              <a:solidFill>
                <a:srgbClr val="526276"/>
              </a:solidFill>
              <a:latin typeface="DejaVu Sans"/>
              <a:ea typeface="DejaVu Sans"/>
              <a:cs typeface="DejaVu Sans"/>
            </a:endParaRPr>
          </a:p>
        </p:txBody>
      </p:sp>
      <p:sp>
        <p:nvSpPr>
          <p:cNvPr id="7" name="multiclass_probability" descr="\mathbf{p}_{\boldsymbol{\theta}}(\mathbf{x})=\operatorname{softmax}(\mathbf{f}_{\boldsymbol{\theta}}(\mathbf{x}))">
            <a:extLst>
              <a:ext uri="{FF2B5EF4-FFF2-40B4-BE49-F238E27FC236}">
                <a16:creationId xmlns:a16="http://schemas.microsoft.com/office/drawing/2014/main" id="{E64E8EA3-E004-3F0F-4536-94986ED37ACF}"/>
              </a:ext>
            </a:extLst>
          </p:cNvPr>
          <p:cNvSpPr>
            <a:spLocks noGrp="1"/>
          </p:cNvSpPr>
          <p:nvPr/>
        </p:nvSpPr>
        <p:spPr>
          <a:xfrm>
            <a:off x="4324740" y="2640705"/>
            <a:ext cx="11049000" cy="673898"/>
          </a:xfrm>
          <a:prstGeom prst="rect">
            <a:avLst/>
          </a:prstGeom>
          <a:noFill/>
          <a:ln w="0">
            <a:noFill/>
          </a:ln>
        </p:spPr>
        <p:txBody>
          <a:bodyPr vertOverflow="overflow" horzOverflow="overflow" wrap="none" lIns="0" tIns="0" rIns="0" bIns="0" anchor="ctr">
            <a:noAutofit/>
          </a:bodyPr>
          <a:lstStyle/>
          <a:p>
            <a:pPr algn="ctr"/>
            <a:endParaRPr lang="en-GB" sz="2800" dirty="0"/>
          </a:p>
        </p:txBody>
      </p:sp>
    </p:spTree>
    <p:extLst>
      <p:ext uri="{BB962C8B-B14F-4D97-AF65-F5344CB8AC3E}">
        <p14:creationId xmlns:p14="http://schemas.microsoft.com/office/powerpoint/2010/main" val="15815522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DB738D8D-E90B-468B-8BA3-67A6BD35AD9D}"/>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From one observation to the whole dataset</a:t>
            </a:r>
          </a:p>
        </p:txBody>
      </p:sp>
      <p:sp>
        <p:nvSpPr>
          <p:cNvPr id="2" name="lead">
            <a:extLst>
              <a:ext uri="{FF2B5EF4-FFF2-40B4-BE49-F238E27FC236}">
                <a16:creationId xmlns:a16="http://schemas.microsoft.com/office/drawing/2014/main" id="{E5116C63-270D-445A-990F-5AD0752F5EE3}"/>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The empirical loss is the sum of the individual losses.</a:t>
            </a:r>
          </a:p>
        </p:txBody>
      </p:sp>
      <p:sp>
        <p:nvSpPr>
          <p:cNvPr id="3" name="footer_course">
            <a:extLst>
              <a:ext uri="{FF2B5EF4-FFF2-40B4-BE49-F238E27FC236}">
                <a16:creationId xmlns:a16="http://schemas.microsoft.com/office/drawing/2014/main" id="{461D5816-F505-400C-BB5C-96E4557D2D1C}"/>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9BC5872B-FDEA-4D67-A01F-0CD5F2033B0F}"/>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37</a:t>
            </a:r>
          </a:p>
        </p:txBody>
      </p:sp>
      <mc:AlternateContent xmlns:mc="http://schemas.openxmlformats.org/markup-compatibility/2006" xmlns:a14="http://schemas.microsoft.com/office/drawing/2010/main">
        <mc:Choice Requires="a14">
          <p:sp>
            <p:nvSpPr>
              <p:cNvPr id="5" name="equation_1" descr="\mathcal{L}(\boldsymbol{\theta})=\sum_{i=1}^{N}\mathcal{L}_i(\boldsymbol{\theta})">
                <a:extLst>
                  <a:ext uri="{FF2B5EF4-FFF2-40B4-BE49-F238E27FC236}">
                    <a16:creationId xmlns:a16="http://schemas.microsoft.com/office/drawing/2014/main" id="{389CBCF2-1684-4E49-AC5B-949B7846FA23}"/>
                  </a:ext>
                </a:extLst>
              </p:cNvPr>
              <p:cNvSpPr>
                <a:spLocks noGrp="1"/>
              </p:cNvSpPr>
              <p:nvPr/>
            </p:nvSpPr>
            <p:spPr>
              <a:xfrm>
                <a:off x="666750" y="1990725"/>
                <a:ext cx="10858500" cy="1162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700">
                          <a:solidFill>
                            <a:srgbClr val="087F83"/>
                          </a:solidFill>
                          <a:latin typeface="Cambria Math"/>
                          <a:ea typeface="Cambria Math"/>
                          <a:cs typeface="Cambria Math"/>
                        </a:rPr>
                        <m:t>ℒ</m:t>
                      </m:r>
                      <m:d>
                        <m:dPr>
                          <m:ctrlPr>
                            <a:rPr lang="en-GB" sz="3700">
                              <a:solidFill>
                                <a:srgbClr val="087F83"/>
                              </a:solidFill>
                              <a:latin typeface="Cambria Math"/>
                              <a:ea typeface="Cambria Math"/>
                              <a:cs typeface="Cambria Math"/>
                            </a:rPr>
                          </m:ctrlPr>
                        </m:dPr>
                        <m:e>
                          <m:r>
                            <a:rPr lang="en-GB" sz="3700">
                              <a:solidFill>
                                <a:srgbClr val="087F83"/>
                              </a:solidFill>
                              <a:latin typeface="Cambria Math"/>
                              <a:ea typeface="Cambria Math"/>
                              <a:cs typeface="Cambria Math"/>
                            </a:rPr>
                            <m:t>𝛉</m:t>
                          </m:r>
                        </m:e>
                      </m:d>
                      <m:r>
                        <a:rPr lang="en-GB" sz="3700">
                          <a:solidFill>
                            <a:srgbClr val="087F83"/>
                          </a:solidFill>
                          <a:latin typeface="Cambria Math"/>
                          <a:ea typeface="Cambria Math"/>
                          <a:cs typeface="Cambria Math"/>
                        </a:rPr>
                        <m:t>=</m:t>
                      </m:r>
                      <m:nary>
                        <m:naryPr>
                          <m:chr m:val="∑"/>
                          <m:limLoc m:val="undOvr"/>
                          <m:ctrlPr>
                            <a:rPr lang="en-GB" sz="3700">
                              <a:solidFill>
                                <a:srgbClr val="087F83"/>
                              </a:solidFill>
                              <a:latin typeface="Cambria Math"/>
                              <a:ea typeface="Cambria Math"/>
                              <a:cs typeface="Cambria Math"/>
                            </a:rPr>
                          </m:ctrlPr>
                        </m:naryPr>
                        <m:sub>
                          <m:r>
                            <a:rPr lang="en-GB" sz="3700">
                              <a:solidFill>
                                <a:srgbClr val="087F83"/>
                              </a:solidFill>
                              <a:latin typeface="Cambria Math"/>
                              <a:ea typeface="Cambria Math"/>
                              <a:cs typeface="Cambria Math"/>
                            </a:rPr>
                            <m:t>𝑖</m:t>
                          </m:r>
                          <m:r>
                            <a:rPr lang="en-GB" sz="3700">
                              <a:solidFill>
                                <a:srgbClr val="087F83"/>
                              </a:solidFill>
                              <a:latin typeface="Cambria Math"/>
                              <a:ea typeface="Cambria Math"/>
                              <a:cs typeface="Cambria Math"/>
                            </a:rPr>
                            <m:t>=1</m:t>
                          </m:r>
                        </m:sub>
                        <m:sup>
                          <m:r>
                            <a:rPr lang="en-GB" sz="3700">
                              <a:solidFill>
                                <a:srgbClr val="087F83"/>
                              </a:solidFill>
                              <a:latin typeface="Cambria Math"/>
                              <a:ea typeface="Cambria Math"/>
                              <a:cs typeface="Cambria Math"/>
                            </a:rPr>
                            <m:t>𝑁</m:t>
                          </m:r>
                        </m:sup>
                        <m:e>
                          <m:sSub>
                            <m:sSubPr>
                              <m:ctrlPr>
                                <a:rPr lang="en-GB" sz="3700">
                                  <a:solidFill>
                                    <a:srgbClr val="087F83"/>
                                  </a:solidFill>
                                  <a:latin typeface="Cambria Math"/>
                                  <a:ea typeface="Cambria Math"/>
                                  <a:cs typeface="Cambria Math"/>
                                </a:rPr>
                              </m:ctrlPr>
                            </m:sSubPr>
                            <m:e>
                              <m:r>
                                <a:rPr lang="en-GB" sz="3700">
                                  <a:solidFill>
                                    <a:srgbClr val="087F83"/>
                                  </a:solidFill>
                                  <a:latin typeface="Cambria Math"/>
                                  <a:ea typeface="Cambria Math"/>
                                  <a:cs typeface="Cambria Math"/>
                                </a:rPr>
                                <m:t>ℒ</m:t>
                              </m:r>
                            </m:e>
                            <m:sub>
                              <m:r>
                                <a:rPr lang="en-GB" sz="3700">
                                  <a:solidFill>
                                    <a:srgbClr val="087F83"/>
                                  </a:solidFill>
                                  <a:latin typeface="Cambria Math"/>
                                  <a:ea typeface="Cambria Math"/>
                                  <a:cs typeface="Cambria Math"/>
                                </a:rPr>
                                <m:t>𝑖</m:t>
                              </m:r>
                            </m:sub>
                          </m:sSub>
                          <m:d>
                            <m:dPr>
                              <m:ctrlPr>
                                <a:rPr lang="en-GB" sz="3700">
                                  <a:solidFill>
                                    <a:srgbClr val="087F83"/>
                                  </a:solidFill>
                                  <a:latin typeface="Cambria Math"/>
                                  <a:ea typeface="Cambria Math"/>
                                  <a:cs typeface="Cambria Math"/>
                                </a:rPr>
                              </m:ctrlPr>
                            </m:dPr>
                            <m:e>
                              <m:r>
                                <a:rPr lang="en-GB" sz="3700">
                                  <a:solidFill>
                                    <a:srgbClr val="087F83"/>
                                  </a:solidFill>
                                  <a:latin typeface="Cambria Math"/>
                                  <a:ea typeface="Cambria Math"/>
                                  <a:cs typeface="Cambria Math"/>
                                </a:rPr>
                                <m:t>𝛉</m:t>
                              </m:r>
                            </m:e>
                          </m:d>
                        </m:e>
                      </m:nary>
                    </m:oMath>
                  </m:oMathPara>
                </a14:m>
                <a:endParaRPr lang="en-GB" sz="3700" dirty="0"/>
              </a:p>
            </p:txBody>
          </p:sp>
        </mc:Choice>
        <mc:Fallback xmlns="">
          <p:sp>
            <p:nvSpPr>
              <p:cNvPr id="5" name="equation_1" descr="\mathcal{L}(\boldsymbol{\theta})=\sum_{i=1}^{N}\mathcal{L}_i(\boldsymbol{\theta})">
                <a:extLst>
                  <a:ext uri="{FF2B5EF4-FFF2-40B4-BE49-F238E27FC236}">
                    <a16:creationId xmlns:a16="http://schemas.microsoft.com/office/drawing/2014/main" id="{389CBCF2-1684-4E49-AC5B-949B7846FA23}"/>
                  </a:ext>
                </a:extLst>
              </p:cNvPr>
              <p:cNvSpPr>
                <a:spLocks noGrp="1" noRot="1" noChangeAspect="1" noMove="1" noResize="1" noEditPoints="1" noAdjustHandles="1" noChangeArrowheads="1" noChangeShapeType="1" noTextEdit="1"/>
              </p:cNvSpPr>
              <p:nvPr/>
            </p:nvSpPr>
            <p:spPr>
              <a:xfrm>
                <a:off x="666750" y="1990725"/>
                <a:ext cx="10858500" cy="1162050"/>
              </a:xfrm>
              <a:prstGeom prst="rect">
                <a:avLst/>
              </a:prstGeom>
              <a:blipFill>
                <a:blip r:embed="rId3"/>
                <a:stretch>
                  <a:fillRect t="-13158" b="-18421"/>
                </a:stretch>
              </a:blipFill>
              <a:ln w="0">
                <a:noFill/>
              </a:ln>
            </p:spPr>
            <p:txBody>
              <a:bodyPr/>
              <a:lstStyle/>
              <a:p>
                <a:r>
                  <a:rPr lang="it-IT">
                    <a:noFill/>
                  </a:rPr>
                  <a:t> </a:t>
                </a:r>
              </a:p>
            </p:txBody>
          </p:sp>
        </mc:Fallback>
      </mc:AlternateContent>
      <p:sp>
        <p:nvSpPr>
          <p:cNvPr id="6" name="text_2">
            <a:extLst>
              <a:ext uri="{FF2B5EF4-FFF2-40B4-BE49-F238E27FC236}">
                <a16:creationId xmlns:a16="http://schemas.microsoft.com/office/drawing/2014/main" id="{20E2F123-BD4F-44A7-A32D-CED68ED0EED4}"/>
              </a:ext>
            </a:extLst>
          </p:cNvPr>
          <p:cNvSpPr>
            <a:spLocks noGrp="1"/>
          </p:cNvSpPr>
          <p:nvPr/>
        </p:nvSpPr>
        <p:spPr>
          <a:xfrm>
            <a:off x="857250" y="3305175"/>
            <a:ext cx="10477500" cy="571500"/>
          </a:xfrm>
          <a:prstGeom prst="rect">
            <a:avLst/>
          </a:prstGeom>
          <a:noFill/>
          <a:ln w="0">
            <a:noFill/>
          </a:ln>
        </p:spPr>
        <p:txBody>
          <a:bodyPr anchor="ctr">
            <a:noAutofit/>
          </a:bodyPr>
          <a:lstStyle>
            <a:defPPr algn="ctr">
              <a:defRPr sz="2100" b="0">
                <a:solidFill>
                  <a:srgbClr val="526276"/>
                </a:solidFill>
                <a:latin typeface="DejaVu Sans"/>
                <a:ea typeface="DejaVu Sans"/>
                <a:cs typeface="DejaVu Sans"/>
              </a:defRPr>
            </a:defPPr>
          </a:lstStyle>
          <a:p>
            <a:pPr algn="ctr">
              <a:defRPr sz="2100" b="0">
                <a:solidFill>
                  <a:srgbClr val="526276"/>
                </a:solidFill>
                <a:latin typeface="DejaVu Sans"/>
                <a:ea typeface="DejaVu Sans"/>
                <a:cs typeface="DejaVu Sans"/>
              </a:defRPr>
            </a:pPr>
            <a:r>
              <a:rPr sz="2100" b="0">
                <a:solidFill>
                  <a:srgbClr val="526276"/>
                </a:solidFill>
                <a:latin typeface="DejaVu Sans"/>
                <a:ea typeface="DejaVu Sans"/>
                <a:cs typeface="DejaVu Sans"/>
              </a:rPr>
              <a:t>Each term is the loss for one observation, using the chosen task.</a:t>
            </a:r>
          </a:p>
        </p:txBody>
      </p:sp>
      <mc:AlternateContent xmlns:mc="http://schemas.openxmlformats.org/markup-compatibility/2006" xmlns:a14="http://schemas.microsoft.com/office/drawing/2010/main">
        <mc:Choice Requires="a14">
          <p:sp>
            <p:nvSpPr>
              <p:cNvPr id="7" name="equation_3" descr="\nabla\mathcal{L}(\boldsymbol{\theta})=\sum_{i=1}^{N}\nabla\mathcal{L}_i(\boldsymbol{\theta})">
                <a:extLst>
                  <a:ext uri="{FF2B5EF4-FFF2-40B4-BE49-F238E27FC236}">
                    <a16:creationId xmlns:a16="http://schemas.microsoft.com/office/drawing/2014/main" id="{1F592E47-D57A-4ACE-A53C-A5537B6DEE5F}"/>
                  </a:ext>
                </a:extLst>
              </p:cNvPr>
              <p:cNvSpPr>
                <a:spLocks noGrp="1"/>
              </p:cNvSpPr>
              <p:nvPr/>
            </p:nvSpPr>
            <p:spPr>
              <a:xfrm>
                <a:off x="666750" y="4191000"/>
                <a:ext cx="10858500" cy="11620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3700">
                          <a:solidFill>
                            <a:srgbClr val="087F83"/>
                          </a:solidFill>
                          <a:latin typeface="Cambria Math"/>
                          <a:ea typeface="Cambria Math"/>
                          <a:cs typeface="Cambria Math"/>
                        </a:rPr>
                        <m:t>∇</m:t>
                      </m:r>
                      <m:r>
                        <a:rPr lang="en-GB" sz="3700">
                          <a:solidFill>
                            <a:srgbClr val="087F83"/>
                          </a:solidFill>
                          <a:latin typeface="Cambria Math"/>
                          <a:ea typeface="Cambria Math"/>
                          <a:cs typeface="Cambria Math"/>
                        </a:rPr>
                        <m:t>ℒ</m:t>
                      </m:r>
                      <m:d>
                        <m:dPr>
                          <m:ctrlPr>
                            <a:rPr lang="en-GB" sz="3700">
                              <a:solidFill>
                                <a:srgbClr val="087F83"/>
                              </a:solidFill>
                              <a:latin typeface="Cambria Math"/>
                              <a:ea typeface="Cambria Math"/>
                              <a:cs typeface="Cambria Math"/>
                            </a:rPr>
                          </m:ctrlPr>
                        </m:dPr>
                        <m:e>
                          <m:r>
                            <a:rPr lang="en-GB" sz="3700">
                              <a:solidFill>
                                <a:srgbClr val="087F83"/>
                              </a:solidFill>
                              <a:latin typeface="Cambria Math"/>
                              <a:ea typeface="Cambria Math"/>
                              <a:cs typeface="Cambria Math"/>
                            </a:rPr>
                            <m:t>𝛉</m:t>
                          </m:r>
                        </m:e>
                      </m:d>
                      <m:r>
                        <a:rPr lang="en-GB" sz="3700">
                          <a:solidFill>
                            <a:srgbClr val="087F83"/>
                          </a:solidFill>
                          <a:latin typeface="Cambria Math"/>
                          <a:ea typeface="Cambria Math"/>
                          <a:cs typeface="Cambria Math"/>
                        </a:rPr>
                        <m:t>=</m:t>
                      </m:r>
                      <m:nary>
                        <m:naryPr>
                          <m:chr m:val="∑"/>
                          <m:limLoc m:val="undOvr"/>
                          <m:ctrlPr>
                            <a:rPr lang="en-GB" sz="3700">
                              <a:solidFill>
                                <a:srgbClr val="087F83"/>
                              </a:solidFill>
                              <a:latin typeface="Cambria Math"/>
                              <a:ea typeface="Cambria Math"/>
                              <a:cs typeface="Cambria Math"/>
                            </a:rPr>
                          </m:ctrlPr>
                        </m:naryPr>
                        <m:sub>
                          <m:r>
                            <a:rPr lang="en-GB" sz="3700">
                              <a:solidFill>
                                <a:srgbClr val="087F83"/>
                              </a:solidFill>
                              <a:latin typeface="Cambria Math"/>
                              <a:ea typeface="Cambria Math"/>
                              <a:cs typeface="Cambria Math"/>
                            </a:rPr>
                            <m:t>𝑖</m:t>
                          </m:r>
                          <m:r>
                            <a:rPr lang="en-GB" sz="3700">
                              <a:solidFill>
                                <a:srgbClr val="087F83"/>
                              </a:solidFill>
                              <a:latin typeface="Cambria Math"/>
                              <a:ea typeface="Cambria Math"/>
                              <a:cs typeface="Cambria Math"/>
                            </a:rPr>
                            <m:t>=1</m:t>
                          </m:r>
                        </m:sub>
                        <m:sup>
                          <m:r>
                            <a:rPr lang="en-GB" sz="3700">
                              <a:solidFill>
                                <a:srgbClr val="087F83"/>
                              </a:solidFill>
                              <a:latin typeface="Cambria Math"/>
                              <a:ea typeface="Cambria Math"/>
                              <a:cs typeface="Cambria Math"/>
                            </a:rPr>
                            <m:t>𝑁</m:t>
                          </m:r>
                        </m:sup>
                        <m:e>
                          <m:r>
                            <m:rPr>
                              <m:sty m:val="p"/>
                            </m:rPr>
                            <a:rPr lang="en-GB" sz="3700">
                              <a:solidFill>
                                <a:srgbClr val="087F83"/>
                              </a:solidFill>
                              <a:latin typeface="Cambria Math"/>
                              <a:ea typeface="Cambria Math"/>
                              <a:cs typeface="Cambria Math"/>
                            </a:rPr>
                            <m:t>∇</m:t>
                          </m:r>
                          <m:sSub>
                            <m:sSubPr>
                              <m:ctrlPr>
                                <a:rPr lang="en-GB" sz="3700">
                                  <a:solidFill>
                                    <a:srgbClr val="087F83"/>
                                  </a:solidFill>
                                  <a:latin typeface="Cambria Math"/>
                                  <a:ea typeface="Cambria Math"/>
                                  <a:cs typeface="Cambria Math"/>
                                </a:rPr>
                              </m:ctrlPr>
                            </m:sSubPr>
                            <m:e>
                              <m:r>
                                <a:rPr lang="en-GB" sz="3700">
                                  <a:solidFill>
                                    <a:srgbClr val="087F83"/>
                                  </a:solidFill>
                                  <a:latin typeface="Cambria Math"/>
                                  <a:ea typeface="Cambria Math"/>
                                  <a:cs typeface="Cambria Math"/>
                                </a:rPr>
                                <m:t>ℒ</m:t>
                              </m:r>
                            </m:e>
                            <m:sub>
                              <m:r>
                                <a:rPr lang="en-GB" sz="3700">
                                  <a:solidFill>
                                    <a:srgbClr val="087F83"/>
                                  </a:solidFill>
                                  <a:latin typeface="Cambria Math"/>
                                  <a:ea typeface="Cambria Math"/>
                                  <a:cs typeface="Cambria Math"/>
                                </a:rPr>
                                <m:t>𝑖</m:t>
                              </m:r>
                            </m:sub>
                          </m:sSub>
                          <m:d>
                            <m:dPr>
                              <m:ctrlPr>
                                <a:rPr lang="en-GB" sz="3700">
                                  <a:solidFill>
                                    <a:srgbClr val="087F83"/>
                                  </a:solidFill>
                                  <a:latin typeface="Cambria Math"/>
                                  <a:ea typeface="Cambria Math"/>
                                  <a:cs typeface="Cambria Math"/>
                                </a:rPr>
                              </m:ctrlPr>
                            </m:dPr>
                            <m:e>
                              <m:r>
                                <a:rPr lang="en-GB" sz="3700">
                                  <a:solidFill>
                                    <a:srgbClr val="087F83"/>
                                  </a:solidFill>
                                  <a:latin typeface="Cambria Math"/>
                                  <a:ea typeface="Cambria Math"/>
                                  <a:cs typeface="Cambria Math"/>
                                </a:rPr>
                                <m:t>𝛉</m:t>
                              </m:r>
                            </m:e>
                          </m:d>
                        </m:e>
                      </m:nary>
                    </m:oMath>
                  </m:oMathPara>
                </a14:m>
                <a:endParaRPr lang="en-GB" sz="3700" dirty="0"/>
              </a:p>
            </p:txBody>
          </p:sp>
        </mc:Choice>
        <mc:Fallback xmlns="">
          <p:sp>
            <p:nvSpPr>
              <p:cNvPr id="7" name="equation_3" descr="\nabla\mathcal{L}(\boldsymbol{\theta})=\sum_{i=1}^{N}\nabla\mathcal{L}_i(\boldsymbol{\theta})">
                <a:extLst>
                  <a:ext uri="{FF2B5EF4-FFF2-40B4-BE49-F238E27FC236}">
                    <a16:creationId xmlns:a16="http://schemas.microsoft.com/office/drawing/2014/main" id="{1F592E47-D57A-4ACE-A53C-A5537B6DEE5F}"/>
                  </a:ext>
                </a:extLst>
              </p:cNvPr>
              <p:cNvSpPr>
                <a:spLocks noGrp="1" noRot="1" noChangeAspect="1" noMove="1" noResize="1" noEditPoints="1" noAdjustHandles="1" noChangeArrowheads="1" noChangeShapeType="1" noTextEdit="1"/>
              </p:cNvSpPr>
              <p:nvPr/>
            </p:nvSpPr>
            <p:spPr>
              <a:xfrm>
                <a:off x="666750" y="4191000"/>
                <a:ext cx="10858500" cy="1162050"/>
              </a:xfrm>
              <a:prstGeom prst="rect">
                <a:avLst/>
              </a:prstGeom>
              <a:blipFill>
                <a:blip r:embed="rId4"/>
                <a:stretch>
                  <a:fillRect t="-13158" b="-18421"/>
                </a:stretch>
              </a:blipFill>
              <a:ln w="0">
                <a:noFill/>
              </a:ln>
            </p:spPr>
            <p:txBody>
              <a:bodyPr/>
              <a:lstStyle/>
              <a:p>
                <a:r>
                  <a:rPr lang="it-IT">
                    <a:noFill/>
                  </a:rPr>
                  <a:t> </a:t>
                </a:r>
              </a:p>
            </p:txBody>
          </p:sp>
        </mc:Fallback>
      </mc:AlternateContent>
      <p:sp>
        <p:nvSpPr>
          <p:cNvPr id="8" name="text_4">
            <a:extLst>
              <a:ext uri="{FF2B5EF4-FFF2-40B4-BE49-F238E27FC236}">
                <a16:creationId xmlns:a16="http://schemas.microsoft.com/office/drawing/2014/main" id="{AFA703B3-B4CA-45AF-83E5-B4B5051D119A}"/>
              </a:ext>
            </a:extLst>
          </p:cNvPr>
          <p:cNvSpPr>
            <a:spLocks noGrp="1"/>
          </p:cNvSpPr>
          <p:nvPr/>
        </p:nvSpPr>
        <p:spPr>
          <a:xfrm>
            <a:off x="571500" y="5934075"/>
            <a:ext cx="11049000" cy="495300"/>
          </a:xfrm>
          <a:prstGeom prst="rect">
            <a:avLst/>
          </a:prstGeom>
          <a:noFill/>
          <a:ln w="0">
            <a:noFill/>
          </a:ln>
        </p:spPr>
        <p:txBody>
          <a:bodyPr anchor="ctr">
            <a:noAutofit/>
          </a:bodyPr>
          <a:lstStyle>
            <a:defPPr algn="ctr">
              <a:defRPr sz="2100" b="1">
                <a:solidFill>
                  <a:srgbClr val="182D45"/>
                </a:solidFill>
                <a:latin typeface="DejaVu Sans"/>
                <a:ea typeface="DejaVu Sans"/>
                <a:cs typeface="DejaVu Sans"/>
              </a:defRPr>
            </a:defPPr>
          </a:lstStyle>
          <a:p>
            <a:pPr algn="ctr">
              <a:defRPr sz="2100" b="1">
                <a:solidFill>
                  <a:srgbClr val="182D45"/>
                </a:solidFill>
                <a:latin typeface="DejaVu Sans"/>
                <a:ea typeface="DejaVu Sans"/>
                <a:cs typeface="DejaVu Sans"/>
              </a:defRPr>
            </a:pPr>
            <a:r>
              <a:rPr sz="2100" b="1">
                <a:solidFill>
                  <a:srgbClr val="182D45"/>
                </a:solidFill>
                <a:latin typeface="DejaVu Sans"/>
                <a:ea typeface="DejaVu Sans"/>
                <a:cs typeface="DejaVu Sans"/>
              </a:rPr>
              <a:t>Every summand is evaluated at the same current parameters.</a:t>
            </a:r>
          </a:p>
        </p:txBody>
      </p:sp>
    </p:spTree>
    <p:extLst>
      <p:ext uri="{BB962C8B-B14F-4D97-AF65-F5344CB8AC3E}">
        <p14:creationId xmlns:p14="http://schemas.microsoft.com/office/powerpoint/2010/main" val="3595113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BABF400F-FFF6-472B-AA9E-97011F71FEF7}"/>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One complete gradient-descent update</a:t>
            </a:r>
          </a:p>
        </p:txBody>
      </p:sp>
      <p:sp>
        <p:nvSpPr>
          <p:cNvPr id="3" name="footer_course">
            <a:extLst>
              <a:ext uri="{FF2B5EF4-FFF2-40B4-BE49-F238E27FC236}">
                <a16:creationId xmlns:a16="http://schemas.microsoft.com/office/drawing/2014/main" id="{A51C5C13-D661-4BB8-A862-3C8F7404B03D}"/>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BAAECB4E-4DAF-429C-9467-D534A1A1BD1D}"/>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38</a:t>
            </a:r>
          </a:p>
        </p:txBody>
      </p:sp>
      <p:sp>
        <p:nvSpPr>
          <p:cNvPr id="5" name="text_1">
            <a:extLst>
              <a:ext uri="{FF2B5EF4-FFF2-40B4-BE49-F238E27FC236}">
                <a16:creationId xmlns:a16="http://schemas.microsoft.com/office/drawing/2014/main" id="{7222EACE-E792-4887-9666-A1B75BBFB7AE}"/>
              </a:ext>
            </a:extLst>
          </p:cNvPr>
          <p:cNvSpPr>
            <a:spLocks noGrp="1"/>
          </p:cNvSpPr>
          <p:nvPr/>
        </p:nvSpPr>
        <p:spPr>
          <a:xfrm>
            <a:off x="800100" y="1481138"/>
            <a:ext cx="10572750" cy="590550"/>
          </a:xfrm>
          <a:prstGeom prst="rect">
            <a:avLst/>
          </a:prstGeom>
          <a:noFill/>
          <a:ln w="0">
            <a:noFill/>
          </a:ln>
        </p:spPr>
        <p:txBody>
          <a:bodyPr anchor="ctr">
            <a:noAutofit/>
          </a:bodyPr>
          <a:lstStyle>
            <a:defPPr algn="ctr">
              <a:defRPr sz="2400" b="0">
                <a:solidFill>
                  <a:srgbClr val="182D45"/>
                </a:solidFill>
                <a:latin typeface="DejaVu Sans"/>
                <a:ea typeface="DejaVu Sans"/>
                <a:cs typeface="DejaVu Sans"/>
              </a:defRPr>
            </a:defPPr>
          </a:lstStyle>
          <a:p>
            <a:pPr algn="ctr">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1. Start with a zero gradient accumulator.</a:t>
            </a:r>
          </a:p>
        </p:txBody>
      </p:sp>
      <p:sp>
        <p:nvSpPr>
          <p:cNvPr id="6" name="text_2">
            <a:extLst>
              <a:ext uri="{FF2B5EF4-FFF2-40B4-BE49-F238E27FC236}">
                <a16:creationId xmlns:a16="http://schemas.microsoft.com/office/drawing/2014/main" id="{894CF0D1-6E40-4CD7-8E0A-F6725E349460}"/>
              </a:ext>
            </a:extLst>
          </p:cNvPr>
          <p:cNvSpPr>
            <a:spLocks noGrp="1"/>
          </p:cNvSpPr>
          <p:nvPr/>
        </p:nvSpPr>
        <p:spPr>
          <a:xfrm>
            <a:off x="809625" y="2555081"/>
            <a:ext cx="10572750" cy="476250"/>
          </a:xfrm>
          <a:prstGeom prst="rect">
            <a:avLst/>
          </a:prstGeom>
          <a:noFill/>
          <a:ln w="0">
            <a:noFill/>
          </a:ln>
        </p:spPr>
        <p:txBody>
          <a:bodyPr anchor="ctr">
            <a:noAutofit/>
          </a:bodyPr>
          <a:lstStyle>
            <a:defPPr algn="ctr">
              <a:defRPr sz="2400" b="0">
                <a:solidFill>
                  <a:srgbClr val="182D45"/>
                </a:solidFill>
                <a:latin typeface="DejaVu Sans"/>
                <a:ea typeface="DejaVu Sans"/>
                <a:cs typeface="DejaVu Sans"/>
              </a:defRPr>
            </a:defPPr>
          </a:lstStyle>
          <a:p>
            <a:pPr algn="ctr">
              <a:defRPr sz="2400" b="0">
                <a:solidFill>
                  <a:srgbClr val="182D45"/>
                </a:solidFill>
                <a:latin typeface="DejaVu Sans"/>
                <a:ea typeface="DejaVu Sans"/>
                <a:cs typeface="DejaVu Sans"/>
              </a:defRPr>
            </a:pPr>
            <a:r>
              <a:rPr sz="2400" b="0" dirty="0">
                <a:solidFill>
                  <a:srgbClr val="182D45"/>
                </a:solidFill>
                <a:latin typeface="DejaVu Sans"/>
                <a:ea typeface="DejaVu Sans"/>
                <a:cs typeface="DejaVu Sans"/>
              </a:rPr>
              <a:t>2. For each observation:</a:t>
            </a:r>
          </a:p>
        </p:txBody>
      </p:sp>
      <p:sp>
        <p:nvSpPr>
          <p:cNvPr id="7" name="text_3">
            <a:extLst>
              <a:ext uri="{FF2B5EF4-FFF2-40B4-BE49-F238E27FC236}">
                <a16:creationId xmlns:a16="http://schemas.microsoft.com/office/drawing/2014/main" id="{642482C6-C54C-4375-B327-12B617840AD1}"/>
              </a:ext>
            </a:extLst>
          </p:cNvPr>
          <p:cNvSpPr>
            <a:spLocks noGrp="1"/>
          </p:cNvSpPr>
          <p:nvPr/>
        </p:nvSpPr>
        <p:spPr>
          <a:xfrm>
            <a:off x="809625" y="3121820"/>
            <a:ext cx="10572750" cy="704850"/>
          </a:xfrm>
          <a:prstGeom prst="rect">
            <a:avLst/>
          </a:prstGeom>
          <a:noFill/>
          <a:ln w="0">
            <a:noFill/>
          </a:ln>
        </p:spPr>
        <p:txBody>
          <a:bodyPr anchor="ctr">
            <a:noAutofit/>
          </a:bodyPr>
          <a:lstStyle>
            <a:defPPr algn="ctr">
              <a:defRPr sz="2175" b="0">
                <a:solidFill>
                  <a:srgbClr val="087F83"/>
                </a:solidFill>
                <a:latin typeface="DejaVu Sans"/>
                <a:ea typeface="DejaVu Sans"/>
                <a:cs typeface="DejaVu Sans"/>
              </a:defRPr>
            </a:defPPr>
          </a:lstStyle>
          <a:p>
            <a:pPr algn="ctr">
              <a:defRPr sz="2175" b="0">
                <a:solidFill>
                  <a:srgbClr val="087F83"/>
                </a:solidFill>
                <a:latin typeface="DejaVu Sans"/>
                <a:ea typeface="DejaVu Sans"/>
                <a:cs typeface="DejaVu Sans"/>
              </a:defRPr>
            </a:pPr>
            <a:r>
              <a:rPr sz="2175" b="0" dirty="0">
                <a:solidFill>
                  <a:srgbClr val="087F83"/>
                </a:solidFill>
                <a:latin typeface="DejaVu Sans"/>
                <a:ea typeface="DejaVu Sans"/>
                <a:cs typeface="DejaVu Sans"/>
              </a:rPr>
              <a:t>Forward pass → backward pass → add its parameter derivatives.</a:t>
            </a:r>
          </a:p>
        </p:txBody>
      </p:sp>
      <p:sp>
        <p:nvSpPr>
          <p:cNvPr id="8" name="text_4">
            <a:extLst>
              <a:ext uri="{FF2B5EF4-FFF2-40B4-BE49-F238E27FC236}">
                <a16:creationId xmlns:a16="http://schemas.microsoft.com/office/drawing/2014/main" id="{F2BED203-0536-4A63-BF1C-426CC76FE9CD}"/>
              </a:ext>
            </a:extLst>
          </p:cNvPr>
          <p:cNvSpPr>
            <a:spLocks noGrp="1"/>
          </p:cNvSpPr>
          <p:nvPr/>
        </p:nvSpPr>
        <p:spPr>
          <a:xfrm>
            <a:off x="809625" y="4319587"/>
            <a:ext cx="10572750" cy="714375"/>
          </a:xfrm>
          <a:prstGeom prst="rect">
            <a:avLst/>
          </a:prstGeom>
          <a:noFill/>
          <a:ln w="0">
            <a:noFill/>
          </a:ln>
        </p:spPr>
        <p:txBody>
          <a:bodyPr anchor="ctr">
            <a:noAutofit/>
          </a:bodyPr>
          <a:lstStyle>
            <a:defPPr algn="ctr">
              <a:defRPr sz="2325" b="0">
                <a:solidFill>
                  <a:srgbClr val="182D45"/>
                </a:solidFill>
                <a:latin typeface="DejaVu Sans"/>
                <a:ea typeface="DejaVu Sans"/>
                <a:cs typeface="DejaVu Sans"/>
              </a:defRPr>
            </a:defPPr>
          </a:lstStyle>
          <a:p>
            <a:pPr algn="ctr">
              <a:defRPr sz="2325" b="0">
                <a:solidFill>
                  <a:srgbClr val="182D45"/>
                </a:solidFill>
                <a:latin typeface="DejaVu Sans"/>
                <a:ea typeface="DejaVu Sans"/>
                <a:cs typeface="DejaVu Sans"/>
              </a:defRPr>
            </a:pPr>
            <a:r>
              <a:rPr sz="2325" b="0" dirty="0">
                <a:solidFill>
                  <a:srgbClr val="182D45"/>
                </a:solidFill>
                <a:latin typeface="DejaVu Sans"/>
                <a:ea typeface="DejaVu Sans"/>
                <a:cs typeface="DejaVu Sans"/>
              </a:rPr>
              <a:t>3. </a:t>
            </a:r>
            <a:r>
              <a:rPr lang="it-IT" sz="2325" b="0" dirty="0">
                <a:solidFill>
                  <a:srgbClr val="182D45"/>
                </a:solidFill>
                <a:latin typeface="DejaVu Sans"/>
                <a:ea typeface="DejaVu Sans"/>
                <a:cs typeface="DejaVu Sans"/>
              </a:rPr>
              <a:t>After </a:t>
            </a:r>
            <a:r>
              <a:rPr lang="it-IT" sz="2325" b="0" dirty="0" err="1">
                <a:solidFill>
                  <a:srgbClr val="182D45"/>
                </a:solidFill>
                <a:latin typeface="DejaVu Sans"/>
                <a:ea typeface="DejaVu Sans"/>
                <a:cs typeface="DejaVu Sans"/>
              </a:rPr>
              <a:t>having</a:t>
            </a:r>
            <a:r>
              <a:rPr lang="it-IT" sz="2325" b="0" dirty="0">
                <a:solidFill>
                  <a:srgbClr val="182D45"/>
                </a:solidFill>
                <a:latin typeface="DejaVu Sans"/>
                <a:ea typeface="DejaVu Sans"/>
                <a:cs typeface="DejaVu Sans"/>
              </a:rPr>
              <a:t> </a:t>
            </a:r>
            <a:r>
              <a:rPr lang="it-IT" sz="2325" b="0" dirty="0" err="1">
                <a:solidFill>
                  <a:srgbClr val="182D45"/>
                </a:solidFill>
                <a:latin typeface="DejaVu Sans"/>
                <a:ea typeface="DejaVu Sans"/>
                <a:cs typeface="DejaVu Sans"/>
              </a:rPr>
              <a:t>run</a:t>
            </a:r>
            <a:r>
              <a:rPr lang="it-IT" sz="2325" b="0" dirty="0">
                <a:solidFill>
                  <a:srgbClr val="182D45"/>
                </a:solidFill>
                <a:latin typeface="DejaVu Sans"/>
                <a:ea typeface="DejaVu Sans"/>
                <a:cs typeface="DejaVu Sans"/>
              </a:rPr>
              <a:t> </a:t>
            </a:r>
            <a:r>
              <a:rPr lang="it-IT" sz="2325" b="0" dirty="0" err="1">
                <a:solidFill>
                  <a:srgbClr val="182D45"/>
                </a:solidFill>
                <a:latin typeface="DejaVu Sans"/>
                <a:ea typeface="DejaVu Sans"/>
                <a:cs typeface="DejaVu Sans"/>
              </a:rPr>
              <a:t>through</a:t>
            </a:r>
            <a:r>
              <a:rPr lang="it-IT" sz="2325" b="0" dirty="0">
                <a:solidFill>
                  <a:srgbClr val="182D45"/>
                </a:solidFill>
                <a:latin typeface="DejaVu Sans"/>
                <a:ea typeface="DejaVu Sans"/>
                <a:cs typeface="DejaVu Sans"/>
              </a:rPr>
              <a:t> the </a:t>
            </a:r>
            <a:r>
              <a:rPr lang="it-IT" sz="2325" b="0" dirty="0" err="1">
                <a:solidFill>
                  <a:srgbClr val="182D45"/>
                </a:solidFill>
                <a:latin typeface="DejaVu Sans"/>
                <a:ea typeface="DejaVu Sans"/>
                <a:cs typeface="DejaVu Sans"/>
              </a:rPr>
              <a:t>whole</a:t>
            </a:r>
            <a:r>
              <a:rPr lang="it-IT" sz="2325" b="0" dirty="0">
                <a:solidFill>
                  <a:srgbClr val="182D45"/>
                </a:solidFill>
                <a:latin typeface="DejaVu Sans"/>
                <a:ea typeface="DejaVu Sans"/>
                <a:cs typeface="DejaVu Sans"/>
              </a:rPr>
              <a:t> dataset</a:t>
            </a:r>
          </a:p>
          <a:p>
            <a:pPr algn="ctr">
              <a:defRPr sz="2325" b="0">
                <a:solidFill>
                  <a:srgbClr val="182D45"/>
                </a:solidFill>
                <a:latin typeface="DejaVu Sans"/>
                <a:ea typeface="DejaVu Sans"/>
                <a:cs typeface="DejaVu Sans"/>
              </a:defRPr>
            </a:pPr>
            <a:r>
              <a:rPr sz="2325" b="0" dirty="0">
                <a:solidFill>
                  <a:srgbClr val="182D45"/>
                </a:solidFill>
                <a:latin typeface="DejaVu Sans"/>
                <a:ea typeface="DejaVu Sans"/>
                <a:cs typeface="DejaVu Sans"/>
              </a:rPr>
              <a:t>Use the accumulated gradient to update all parameters.</a:t>
            </a:r>
          </a:p>
        </p:txBody>
      </p:sp>
    </p:spTree>
    <p:extLst>
      <p:ext uri="{BB962C8B-B14F-4D97-AF65-F5344CB8AC3E}">
        <p14:creationId xmlns:p14="http://schemas.microsoft.com/office/powerpoint/2010/main" val="940050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F9F393AC-3B2F-4517-858D-B274D13F8998}"/>
              </a:ext>
            </a:extLst>
          </p:cNvPr>
          <p:cNvSpPr>
            <a:spLocks noGrp="1"/>
          </p:cNvSpPr>
          <p:nvPr/>
        </p:nvSpPr>
        <p:spPr>
          <a:xfrm>
            <a:off x="323850" y="152400"/>
            <a:ext cx="11544300" cy="733425"/>
          </a:xfrm>
          <a:prstGeom prst="rect">
            <a:avLst/>
          </a:prstGeom>
          <a:noFill/>
          <a:ln w="0">
            <a:noFill/>
          </a:ln>
        </p:spPr>
        <p:txBody>
          <a:bodyPr anchor="ctr">
            <a:noAutofit/>
          </a:bodyPr>
          <a:lstStyle>
            <a:defPPr algn="ctr">
              <a:defRPr sz="3300" b="1">
                <a:solidFill>
                  <a:srgbClr val="182D45"/>
                </a:solidFill>
                <a:latin typeface="DejaVu Sans"/>
                <a:ea typeface="DejaVu Sans"/>
                <a:cs typeface="DejaVu Sans"/>
              </a:defRPr>
            </a:defPPr>
          </a:lstStyle>
          <a:p>
            <a:pPr algn="ctr">
              <a:defRPr sz="3300" b="1">
                <a:solidFill>
                  <a:srgbClr val="182D45"/>
                </a:solidFill>
                <a:latin typeface="DejaVu Sans"/>
                <a:ea typeface="DejaVu Sans"/>
                <a:cs typeface="DejaVu Sans"/>
              </a:defRPr>
            </a:pPr>
            <a:r>
              <a:rPr sz="3300" b="1">
                <a:solidFill>
                  <a:srgbClr val="182D45"/>
                </a:solidFill>
                <a:latin typeface="DejaVu Sans"/>
                <a:ea typeface="DejaVu Sans"/>
                <a:cs typeface="DejaVu Sans"/>
              </a:rPr>
              <a:t>Why does reuse save work?</a:t>
            </a:r>
          </a:p>
        </p:txBody>
      </p:sp>
      <mc:AlternateContent xmlns:mc="http://schemas.openxmlformats.org/markup-compatibility/2006" xmlns:a14="http://schemas.microsoft.com/office/drawing/2010/main">
        <mc:Choice Requires="a14">
          <p:sp>
            <p:nvSpPr>
              <p:cNvPr id="2" name="lead">
                <a:extLst>
                  <a:ext uri="{FF2B5EF4-FFF2-40B4-BE49-F238E27FC236}">
                    <a16:creationId xmlns:a16="http://schemas.microsoft.com/office/drawing/2014/main" id="{88B48554-A7CF-4861-BD03-9C5BA2EACBD0}"/>
                  </a:ext>
                </a:extLst>
              </p:cNvPr>
              <p:cNvSpPr>
                <a:spLocks noGrp="1"/>
              </p:cNvSpPr>
              <p:nvPr/>
            </p:nvSpPr>
            <p:spPr>
              <a:xfrm>
                <a:off x="523875" y="1000125"/>
                <a:ext cx="11144250" cy="742950"/>
              </a:xfrm>
              <a:prstGeom prst="rect">
                <a:avLst/>
              </a:prstGeom>
              <a:noFill/>
              <a:ln w="0">
                <a:noFill/>
              </a:ln>
            </p:spPr>
            <p:txBody>
              <a:bodyPr anchor="ctr">
                <a:noAutofit/>
              </a:bodyPr>
              <a:lstStyle>
                <a:defPPr algn="ctr">
                  <a:defRPr sz="2175" b="0">
                    <a:solidFill>
                      <a:srgbClr val="526276"/>
                    </a:solidFill>
                    <a:latin typeface="DejaVu Sans"/>
                    <a:ea typeface="DejaVu Sans"/>
                    <a:cs typeface="DejaVu Sans"/>
                  </a:defRPr>
                </a:defPPr>
              </a:lstStyle>
              <a:p>
                <a:pPr algn="ctr">
                  <a:defRPr sz="2175" b="0">
                    <a:solidFill>
                      <a:srgbClr val="526276"/>
                    </a:solidFill>
                    <a:latin typeface="DejaVu Sans"/>
                    <a:ea typeface="DejaVu Sans"/>
                    <a:cs typeface="DejaVu Sans"/>
                  </a:defRPr>
                </a:pPr>
                <a:r>
                  <a:rPr sz="2175" b="0">
                    <a:solidFill>
                      <a:srgbClr val="526276"/>
                    </a:solidFill>
                    <a:latin typeface="DejaVu Sans"/>
                    <a:ea typeface="DejaVu Sans"/>
                    <a:cs typeface="DejaVu Sans"/>
                  </a:rPr>
                  <a:t>In a scalar network with </a:t>
                </a:r>
                <a14:m>
                  <m:oMath xmlns:m="http://schemas.openxmlformats.org/officeDocument/2006/math">
                    <m:r>
                      <a:rPr lang="en-GB" sz="2175">
                        <a:solidFill>
                          <a:srgbClr val="526276"/>
                        </a:solidFill>
                        <a:latin typeface="Cambria Math"/>
                        <a:ea typeface="Cambria Math"/>
                        <a:cs typeface="Cambria Math"/>
                      </a:rPr>
                      <m:t>𝐿</m:t>
                    </m:r>
                  </m:oMath>
                </a14:m>
                <a:r>
                  <a:rPr sz="2175" b="0">
                    <a:solidFill>
                      <a:srgbClr val="526276"/>
                    </a:solidFill>
                    <a:latin typeface="DejaVu Sans"/>
                    <a:ea typeface="DejaVu Sans"/>
                    <a:cs typeface="DejaVu Sans"/>
                  </a:rPr>
                  <a:t> layers, there are </a:t>
                </a:r>
                <a14:m>
                  <m:oMath xmlns:m="http://schemas.openxmlformats.org/officeDocument/2006/math">
                    <m:r>
                      <a:rPr lang="en-GB" sz="2175">
                        <a:solidFill>
                          <a:srgbClr val="526276"/>
                        </a:solidFill>
                        <a:latin typeface="Cambria Math"/>
                        <a:ea typeface="Cambria Math"/>
                        <a:cs typeface="Cambria Math"/>
                      </a:rPr>
                      <m:t>𝑃</m:t>
                    </m:r>
                    <m:r>
                      <a:rPr lang="en-GB" sz="2175">
                        <a:solidFill>
                          <a:srgbClr val="526276"/>
                        </a:solidFill>
                        <a:latin typeface="Cambria Math"/>
                        <a:ea typeface="Cambria Math"/>
                        <a:cs typeface="Cambria Math"/>
                      </a:rPr>
                      <m:t>=2</m:t>
                    </m:r>
                    <m:r>
                      <a:rPr lang="en-GB" sz="2175">
                        <a:solidFill>
                          <a:srgbClr val="526276"/>
                        </a:solidFill>
                        <a:latin typeface="Cambria Math"/>
                        <a:ea typeface="Cambria Math"/>
                        <a:cs typeface="Cambria Math"/>
                      </a:rPr>
                      <m:t>𝐿</m:t>
                    </m:r>
                  </m:oMath>
                </a14:m>
                <a:r>
                  <a:rPr sz="2175" b="0">
                    <a:solidFill>
                      <a:srgbClr val="526276"/>
                    </a:solidFill>
                    <a:latin typeface="DejaVu Sans"/>
                    <a:ea typeface="DejaVu Sans"/>
                    <a:cs typeface="DejaVu Sans"/>
                  </a:rPr>
                  <a:t> parameters.</a:t>
                </a:r>
              </a:p>
            </p:txBody>
          </p:sp>
        </mc:Choice>
        <mc:Fallback xmlns="">
          <p:sp>
            <p:nvSpPr>
              <p:cNvPr id="2" name="lead">
                <a:extLst>
                  <a:ext uri="{FF2B5EF4-FFF2-40B4-BE49-F238E27FC236}">
                    <a16:creationId xmlns:a16="http://schemas.microsoft.com/office/drawing/2014/main" id="{88B48554-A7CF-4861-BD03-9C5BA2EACBD0}"/>
                  </a:ext>
                </a:extLst>
              </p:cNvPr>
              <p:cNvSpPr>
                <a:spLocks noGrp="1" noRot="1" noChangeAspect="1" noMove="1" noResize="1" noEditPoints="1" noAdjustHandles="1" noChangeArrowheads="1" noChangeShapeType="1" noTextEdit="1"/>
              </p:cNvSpPr>
              <p:nvPr/>
            </p:nvSpPr>
            <p:spPr>
              <a:xfrm>
                <a:off x="523875" y="1000125"/>
                <a:ext cx="11144250" cy="742950"/>
              </a:xfrm>
              <a:prstGeom prst="rect">
                <a:avLst/>
              </a:prstGeom>
              <a:blipFill>
                <a:blip r:embed="rId3"/>
                <a:stretch>
                  <a:fillRect/>
                </a:stretch>
              </a:blipFill>
              <a:ln w="0">
                <a:noFill/>
              </a:ln>
            </p:spPr>
            <p:txBody>
              <a:bodyPr/>
              <a:lstStyle/>
              <a:p>
                <a:r>
                  <a:rPr lang="it-IT">
                    <a:noFill/>
                  </a:rPr>
                  <a:t> </a:t>
                </a:r>
              </a:p>
            </p:txBody>
          </p:sp>
        </mc:Fallback>
      </mc:AlternateContent>
      <p:sp>
        <p:nvSpPr>
          <p:cNvPr id="3" name="footer_course">
            <a:extLst>
              <a:ext uri="{FF2B5EF4-FFF2-40B4-BE49-F238E27FC236}">
                <a16:creationId xmlns:a16="http://schemas.microsoft.com/office/drawing/2014/main" id="{11B62345-E374-46D2-BFD9-D29AA2E6FC09}"/>
              </a:ext>
            </a:extLst>
          </p:cNvPr>
          <p:cNvSpPr>
            <a:spLocks noGrp="1"/>
          </p:cNvSpPr>
          <p:nvPr/>
        </p:nvSpPr>
        <p:spPr>
          <a:xfrm>
            <a:off x="247650" y="6515100"/>
            <a:ext cx="6667500" cy="238125"/>
          </a:xfrm>
          <a:prstGeom prst="rect">
            <a:avLst/>
          </a:prstGeom>
          <a:noFill/>
          <a:ln w="0">
            <a:noFill/>
          </a:ln>
        </p:spPr>
        <p:txBody>
          <a:bodyPr anchor="ctr">
            <a:noAutofit/>
          </a:bodyPr>
          <a:lstStyle>
            <a:defPPr algn="l">
              <a:defRPr sz="1050" b="0">
                <a:solidFill>
                  <a:srgbClr val="526276"/>
                </a:solidFill>
                <a:latin typeface="DejaVu Sans"/>
                <a:ea typeface="DejaVu Sans"/>
                <a:cs typeface="DejaVu Sans"/>
              </a:defRPr>
            </a:defPPr>
          </a:lstStyle>
          <a:p>
            <a:pPr algn="l">
              <a:defRPr sz="1050" b="0">
                <a:solidFill>
                  <a:srgbClr val="526276"/>
                </a:solidFill>
                <a:latin typeface="DejaVu Sans"/>
                <a:ea typeface="DejaVu Sans"/>
                <a:cs typeface="DejaVu Sans"/>
              </a:defRPr>
            </a:pPr>
            <a:r>
              <a:rPr sz="1050" b="0">
                <a:solidFill>
                  <a:srgbClr val="526276"/>
                </a:solidFill>
                <a:latin typeface="DejaVu Sans"/>
                <a:ea typeface="DejaVu Sans"/>
                <a:cs typeface="DejaVu Sans"/>
              </a:rPr>
              <a:t>Foundations of AI · Lecture 5</a:t>
            </a:r>
          </a:p>
        </p:txBody>
      </p:sp>
      <p:sp>
        <p:nvSpPr>
          <p:cNvPr id="4" name="footer_number">
            <a:extLst>
              <a:ext uri="{FF2B5EF4-FFF2-40B4-BE49-F238E27FC236}">
                <a16:creationId xmlns:a16="http://schemas.microsoft.com/office/drawing/2014/main" id="{6D92F9EF-4A21-4603-BBCB-09FC7CD52A07}"/>
              </a:ext>
            </a:extLst>
          </p:cNvPr>
          <p:cNvSpPr>
            <a:spLocks noGrp="1"/>
          </p:cNvSpPr>
          <p:nvPr/>
        </p:nvSpPr>
        <p:spPr>
          <a:xfrm>
            <a:off x="11372850" y="6515100"/>
            <a:ext cx="552450" cy="238125"/>
          </a:xfrm>
          <a:prstGeom prst="rect">
            <a:avLst/>
          </a:prstGeom>
          <a:noFill/>
          <a:ln w="0">
            <a:noFill/>
          </a:ln>
        </p:spPr>
        <p:txBody>
          <a:bodyPr anchor="ctr">
            <a:noAutofit/>
          </a:bodyPr>
          <a:lstStyle>
            <a:defPPr algn="r">
              <a:defRPr sz="1050" b="0">
                <a:solidFill>
                  <a:srgbClr val="526276"/>
                </a:solidFill>
                <a:latin typeface="DejaVu Sans"/>
                <a:ea typeface="DejaVu Sans"/>
                <a:cs typeface="DejaVu Sans"/>
              </a:defRPr>
            </a:defPPr>
          </a:lstStyle>
          <a:p>
            <a:pPr algn="r">
              <a:defRPr sz="1050" b="0">
                <a:solidFill>
                  <a:srgbClr val="526276"/>
                </a:solidFill>
                <a:latin typeface="DejaVu Sans"/>
                <a:ea typeface="DejaVu Sans"/>
                <a:cs typeface="DejaVu Sans"/>
              </a:defRPr>
            </a:pPr>
            <a:r>
              <a:rPr lang="en-GB" sz="1050" b="0">
                <a:solidFill>
                  <a:srgbClr val="526276"/>
                </a:solidFill>
                <a:latin typeface="DejaVu Sans"/>
                <a:ea typeface="DejaVu Sans"/>
                <a:cs typeface="DejaVu Sans"/>
              </a:rPr>
              <a:t>39</a:t>
            </a:r>
          </a:p>
        </p:txBody>
      </p:sp>
      <p:sp>
        <p:nvSpPr>
          <p:cNvPr id="13" name="s0_shape_1">
            <a:extLst>
              <a:ext uri="{FF2B5EF4-FFF2-40B4-BE49-F238E27FC236}">
                <a16:creationId xmlns:a16="http://schemas.microsoft.com/office/drawing/2014/main" id="{32F529F2-ABF3-4343-B330-C79D8E122F81}"/>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14" name="s0_text_2">
            <a:extLst>
              <a:ext uri="{FF2B5EF4-FFF2-40B4-BE49-F238E27FC236}">
                <a16:creationId xmlns:a16="http://schemas.microsoft.com/office/drawing/2014/main" id="{86208F50-954D-4BB2-A97B-79604E857667}"/>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15" name="s0_shape_3">
            <a:extLst>
              <a:ext uri="{FF2B5EF4-FFF2-40B4-BE49-F238E27FC236}">
                <a16:creationId xmlns:a16="http://schemas.microsoft.com/office/drawing/2014/main" id="{62AA0FA0-BB9C-440D-A381-130AA259B721}"/>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 name="s0_text_4" descr="\phi_0(x)">
                <a:extLst>
                  <a:ext uri="{FF2B5EF4-FFF2-40B4-BE49-F238E27FC236}">
                    <a16:creationId xmlns:a16="http://schemas.microsoft.com/office/drawing/2014/main" id="{F4E85983-944F-40E7-9407-DB72B20EE0D0}"/>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6" name="s0_text_4" descr="\phi_0(x)">
                <a:extLst>
                  <a:ext uri="{FF2B5EF4-FFF2-40B4-BE49-F238E27FC236}">
                    <a16:creationId xmlns:a16="http://schemas.microsoft.com/office/drawing/2014/main" id="{F4E85983-944F-40E7-9407-DB72B20EE0D0}"/>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17" name="s0_line_5">
            <a:extLst>
              <a:ext uri="{FF2B5EF4-FFF2-40B4-BE49-F238E27FC236}">
                <a16:creationId xmlns:a16="http://schemas.microsoft.com/office/drawing/2014/main" id="{5EE00957-1BD5-4388-9501-589DE154DA27}"/>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18" name="s0_shape_6">
            <a:extLst>
              <a:ext uri="{FF2B5EF4-FFF2-40B4-BE49-F238E27FC236}">
                <a16:creationId xmlns:a16="http://schemas.microsoft.com/office/drawing/2014/main" id="{9028C2F8-8F69-4862-8A5E-C303343209E5}"/>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 name="s0_text_7" descr="\phi_1(x)">
                <a:extLst>
                  <a:ext uri="{FF2B5EF4-FFF2-40B4-BE49-F238E27FC236}">
                    <a16:creationId xmlns:a16="http://schemas.microsoft.com/office/drawing/2014/main" id="{0481F35F-2DA5-4DF0-B6BC-22CBA6B9A9A8}"/>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9" name="s0_text_7" descr="\phi_1(x)">
                <a:extLst>
                  <a:ext uri="{FF2B5EF4-FFF2-40B4-BE49-F238E27FC236}">
                    <a16:creationId xmlns:a16="http://schemas.microsoft.com/office/drawing/2014/main" id="{0481F35F-2DA5-4DF0-B6BC-22CBA6B9A9A8}"/>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 name="s0_text_8" descr="\mathrm{Layer}\ 1">
                <a:extLst>
                  <a:ext uri="{FF2B5EF4-FFF2-40B4-BE49-F238E27FC236}">
                    <a16:creationId xmlns:a16="http://schemas.microsoft.com/office/drawing/2014/main" id="{C97D052E-2B4B-4A0C-A0AF-FB11DB7B3219}"/>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20" name="s0_text_8" descr="\mathrm{Layer}\ 1">
                <a:extLst>
                  <a:ext uri="{FF2B5EF4-FFF2-40B4-BE49-F238E27FC236}">
                    <a16:creationId xmlns:a16="http://schemas.microsoft.com/office/drawing/2014/main" id="{C97D052E-2B4B-4A0C-A0AF-FB11DB7B3219}"/>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s0_text_9" descr="w_{1}, b_{1}">
                <a:extLst>
                  <a:ext uri="{FF2B5EF4-FFF2-40B4-BE49-F238E27FC236}">
                    <a16:creationId xmlns:a16="http://schemas.microsoft.com/office/drawing/2014/main" id="{044C5FA0-E31C-407C-9D18-2218B70168A3}"/>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1" name="s0_text_9" descr="w_{1}, b_{1}">
                <a:extLst>
                  <a:ext uri="{FF2B5EF4-FFF2-40B4-BE49-F238E27FC236}">
                    <a16:creationId xmlns:a16="http://schemas.microsoft.com/office/drawing/2014/main" id="{044C5FA0-E31C-407C-9D18-2218B70168A3}"/>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22" name="s0_line_10">
            <a:extLst>
              <a:ext uri="{FF2B5EF4-FFF2-40B4-BE49-F238E27FC236}">
                <a16:creationId xmlns:a16="http://schemas.microsoft.com/office/drawing/2014/main" id="{E5A60CEF-83C1-4039-AFB7-D11674A52D8E}"/>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23" name="s0_shape_11">
            <a:extLst>
              <a:ext uri="{FF2B5EF4-FFF2-40B4-BE49-F238E27FC236}">
                <a16:creationId xmlns:a16="http://schemas.microsoft.com/office/drawing/2014/main" id="{73D30CD4-7493-45CE-9010-6C21FFD4DF9E}"/>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 name="s0_text_12" descr="\phi_2(x)">
                <a:extLst>
                  <a:ext uri="{FF2B5EF4-FFF2-40B4-BE49-F238E27FC236}">
                    <a16:creationId xmlns:a16="http://schemas.microsoft.com/office/drawing/2014/main" id="{AFE6FA07-B75B-4801-992F-E72BE167047B}"/>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4" name="s0_text_12" descr="\phi_2(x)">
                <a:extLst>
                  <a:ext uri="{FF2B5EF4-FFF2-40B4-BE49-F238E27FC236}">
                    <a16:creationId xmlns:a16="http://schemas.microsoft.com/office/drawing/2014/main" id="{AFE6FA07-B75B-4801-992F-E72BE167047B}"/>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5" name="s0_text_13" descr="\mathrm{Layer}\ 2">
                <a:extLst>
                  <a:ext uri="{FF2B5EF4-FFF2-40B4-BE49-F238E27FC236}">
                    <a16:creationId xmlns:a16="http://schemas.microsoft.com/office/drawing/2014/main" id="{CB733E16-920C-4D09-9788-E321100B62DE}"/>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25" name="s0_text_13" descr="\mathrm{Layer}\ 2">
                <a:extLst>
                  <a:ext uri="{FF2B5EF4-FFF2-40B4-BE49-F238E27FC236}">
                    <a16:creationId xmlns:a16="http://schemas.microsoft.com/office/drawing/2014/main" id="{CB733E16-920C-4D09-9788-E321100B62DE}"/>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s0_text_14" descr="w_{2}, b_{2}">
                <a:extLst>
                  <a:ext uri="{FF2B5EF4-FFF2-40B4-BE49-F238E27FC236}">
                    <a16:creationId xmlns:a16="http://schemas.microsoft.com/office/drawing/2014/main" id="{44F20998-3349-4519-BDE6-3E55EB5DC8E5}"/>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26" name="s0_text_14" descr="w_{2}, b_{2}">
                <a:extLst>
                  <a:ext uri="{FF2B5EF4-FFF2-40B4-BE49-F238E27FC236}">
                    <a16:creationId xmlns:a16="http://schemas.microsoft.com/office/drawing/2014/main" id="{44F20998-3349-4519-BDE6-3E55EB5DC8E5}"/>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27" name="s0_line_15">
            <a:extLst>
              <a:ext uri="{FF2B5EF4-FFF2-40B4-BE49-F238E27FC236}">
                <a16:creationId xmlns:a16="http://schemas.microsoft.com/office/drawing/2014/main" id="{8185C0E7-66BA-4C55-9E97-04D02F30B5CB}"/>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8" name="s0_text_16" descr="\cdots">
                <a:extLst>
                  <a:ext uri="{FF2B5EF4-FFF2-40B4-BE49-F238E27FC236}">
                    <a16:creationId xmlns:a16="http://schemas.microsoft.com/office/drawing/2014/main" id="{689C9E95-83A1-4A5E-9F85-9106976853A0}"/>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28" name="s0_text_16" descr="\cdots">
                <a:extLst>
                  <a:ext uri="{FF2B5EF4-FFF2-40B4-BE49-F238E27FC236}">
                    <a16:creationId xmlns:a16="http://schemas.microsoft.com/office/drawing/2014/main" id="{689C9E95-83A1-4A5E-9F85-9106976853A0}"/>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29" name="s0_line_17">
            <a:extLst>
              <a:ext uri="{FF2B5EF4-FFF2-40B4-BE49-F238E27FC236}">
                <a16:creationId xmlns:a16="http://schemas.microsoft.com/office/drawing/2014/main" id="{3D8114B9-B075-407E-B4ED-D67636521E45}"/>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30" name="s0_shape_18">
            <a:extLst>
              <a:ext uri="{FF2B5EF4-FFF2-40B4-BE49-F238E27FC236}">
                <a16:creationId xmlns:a16="http://schemas.microsoft.com/office/drawing/2014/main" id="{80B50B1C-EBE5-4C0E-8EB8-3F6E7ACA5376}"/>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1" name="s0_text_19" descr="\phi_{L-1}(x)">
                <a:extLst>
                  <a:ext uri="{FF2B5EF4-FFF2-40B4-BE49-F238E27FC236}">
                    <a16:creationId xmlns:a16="http://schemas.microsoft.com/office/drawing/2014/main" id="{52721A3A-0068-4223-BEB1-0A72EFC8A018}"/>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31" name="s0_text_19" descr="\phi_{L-1}(x)">
                <a:extLst>
                  <a:ext uri="{FF2B5EF4-FFF2-40B4-BE49-F238E27FC236}">
                    <a16:creationId xmlns:a16="http://schemas.microsoft.com/office/drawing/2014/main" id="{52721A3A-0068-4223-BEB1-0A72EFC8A018}"/>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 name="s0_text_20" descr="\mathrm{Layer}\ L-1">
                <a:extLst>
                  <a:ext uri="{FF2B5EF4-FFF2-40B4-BE49-F238E27FC236}">
                    <a16:creationId xmlns:a16="http://schemas.microsoft.com/office/drawing/2014/main" id="{333EB469-6F1B-4EEF-BCAE-1E80607DED46}"/>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32" name="s0_text_20" descr="\mathrm{Layer}\ L-1">
                <a:extLst>
                  <a:ext uri="{FF2B5EF4-FFF2-40B4-BE49-F238E27FC236}">
                    <a16:creationId xmlns:a16="http://schemas.microsoft.com/office/drawing/2014/main" id="{333EB469-6F1B-4EEF-BCAE-1E80607DED46}"/>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 name="s0_text_21" descr="w_{L-1}, b_{L-1}">
                <a:extLst>
                  <a:ext uri="{FF2B5EF4-FFF2-40B4-BE49-F238E27FC236}">
                    <a16:creationId xmlns:a16="http://schemas.microsoft.com/office/drawing/2014/main" id="{468B5321-836C-44A8-857D-F85439621285}"/>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33" name="s0_text_21" descr="w_{L-1}, b_{L-1}">
                <a:extLst>
                  <a:ext uri="{FF2B5EF4-FFF2-40B4-BE49-F238E27FC236}">
                    <a16:creationId xmlns:a16="http://schemas.microsoft.com/office/drawing/2014/main" id="{468B5321-836C-44A8-857D-F85439621285}"/>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34" name="s0_line_22">
            <a:extLst>
              <a:ext uri="{FF2B5EF4-FFF2-40B4-BE49-F238E27FC236}">
                <a16:creationId xmlns:a16="http://schemas.microsoft.com/office/drawing/2014/main" id="{B4D91602-1C2A-4E02-A906-1FEB0A441B1E}"/>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35" name="s0_shape_23">
            <a:extLst>
              <a:ext uri="{FF2B5EF4-FFF2-40B4-BE49-F238E27FC236}">
                <a16:creationId xmlns:a16="http://schemas.microsoft.com/office/drawing/2014/main" id="{24BD55C9-FD0B-466C-923C-7D31D9D66D63}"/>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6" name="s0_text_24" descr="a_L(x)">
                <a:extLst>
                  <a:ext uri="{FF2B5EF4-FFF2-40B4-BE49-F238E27FC236}">
                    <a16:creationId xmlns:a16="http://schemas.microsoft.com/office/drawing/2014/main" id="{7A5A6AE7-6319-4EE4-9033-ED5E314ED901}"/>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36" name="s0_text_24" descr="a_L(x)">
                <a:extLst>
                  <a:ext uri="{FF2B5EF4-FFF2-40B4-BE49-F238E27FC236}">
                    <a16:creationId xmlns:a16="http://schemas.microsoft.com/office/drawing/2014/main" id="{7A5A6AE7-6319-4EE4-9033-ED5E314ED901}"/>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s0_text_25" descr="\mathrm{Layer}\ L">
                <a:extLst>
                  <a:ext uri="{FF2B5EF4-FFF2-40B4-BE49-F238E27FC236}">
                    <a16:creationId xmlns:a16="http://schemas.microsoft.com/office/drawing/2014/main" id="{A51F842D-13A1-440A-9EA1-B3CF59C8FE6F}"/>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37" name="s0_text_25" descr="\mathrm{Layer}\ L">
                <a:extLst>
                  <a:ext uri="{FF2B5EF4-FFF2-40B4-BE49-F238E27FC236}">
                    <a16:creationId xmlns:a16="http://schemas.microsoft.com/office/drawing/2014/main" id="{A51F842D-13A1-440A-9EA1-B3CF59C8FE6F}"/>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8" name="s0_text_26" descr="w_{L}, b_{L}">
                <a:extLst>
                  <a:ext uri="{FF2B5EF4-FFF2-40B4-BE49-F238E27FC236}">
                    <a16:creationId xmlns:a16="http://schemas.microsoft.com/office/drawing/2014/main" id="{91FF0210-DB51-41CE-A597-7A937A71B00F}"/>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38" name="s0_text_26" descr="w_{L}, b_{L}">
                <a:extLst>
                  <a:ext uri="{FF2B5EF4-FFF2-40B4-BE49-F238E27FC236}">
                    <a16:creationId xmlns:a16="http://schemas.microsoft.com/office/drawing/2014/main" id="{91FF0210-DB51-41CE-A597-7A937A71B00F}"/>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39" name="s0_line_27">
            <a:extLst>
              <a:ext uri="{FF2B5EF4-FFF2-40B4-BE49-F238E27FC236}">
                <a16:creationId xmlns:a16="http://schemas.microsoft.com/office/drawing/2014/main" id="{5D9EAFE7-BEF2-4E00-80D0-956AAB5B449A}"/>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40" name="s0_shape_28">
            <a:extLst>
              <a:ext uri="{FF2B5EF4-FFF2-40B4-BE49-F238E27FC236}">
                <a16:creationId xmlns:a16="http://schemas.microsoft.com/office/drawing/2014/main" id="{747BBF57-44AC-4518-A4E1-3BC2CD9D88DC}"/>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1" name="s0_text_29" descr="\mathcal{L}_{\mathrm{sq}}(\boldsymbol{\theta})">
                <a:extLst>
                  <a:ext uri="{FF2B5EF4-FFF2-40B4-BE49-F238E27FC236}">
                    <a16:creationId xmlns:a16="http://schemas.microsoft.com/office/drawing/2014/main" id="{7414A41B-8C34-440B-B3F7-71A1E074EA0D}"/>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41" name="s0_text_29" descr="\mathcal{L}_{\mathrm{sq}}(\boldsymbol{\theta})">
                <a:extLst>
                  <a:ext uri="{FF2B5EF4-FFF2-40B4-BE49-F238E27FC236}">
                    <a16:creationId xmlns:a16="http://schemas.microsoft.com/office/drawing/2014/main" id="{7414A41B-8C34-440B-B3F7-71A1E074EA0D}"/>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42" name="s0_text_30">
            <a:extLst>
              <a:ext uri="{FF2B5EF4-FFF2-40B4-BE49-F238E27FC236}">
                <a16:creationId xmlns:a16="http://schemas.microsoft.com/office/drawing/2014/main" id="{D342FC47-4FBE-4D9D-8321-731D869500BF}"/>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43" name="s1_shape_31">
            <a:extLst>
              <a:ext uri="{FF2B5EF4-FFF2-40B4-BE49-F238E27FC236}">
                <a16:creationId xmlns:a16="http://schemas.microsoft.com/office/drawing/2014/main" id="{DC011518-8852-4592-A866-467689F4F907}"/>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44" name="s1_text_32">
            <a:extLst>
              <a:ext uri="{FF2B5EF4-FFF2-40B4-BE49-F238E27FC236}">
                <a16:creationId xmlns:a16="http://schemas.microsoft.com/office/drawing/2014/main" id="{33839EA8-5C05-4137-B1A0-B826FC00DBDD}"/>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45" name="s1_shape_33">
            <a:extLst>
              <a:ext uri="{FF2B5EF4-FFF2-40B4-BE49-F238E27FC236}">
                <a16:creationId xmlns:a16="http://schemas.microsoft.com/office/drawing/2014/main" id="{051A0243-3203-4A61-9014-C7F30E1AE34D}"/>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6" name="s1_text_34" descr="\phi_0(x)">
                <a:extLst>
                  <a:ext uri="{FF2B5EF4-FFF2-40B4-BE49-F238E27FC236}">
                    <a16:creationId xmlns:a16="http://schemas.microsoft.com/office/drawing/2014/main" id="{46F93CE0-9868-48CB-93A7-30CDA6C6BD83}"/>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46" name="s1_text_34" descr="\phi_0(x)">
                <a:extLst>
                  <a:ext uri="{FF2B5EF4-FFF2-40B4-BE49-F238E27FC236}">
                    <a16:creationId xmlns:a16="http://schemas.microsoft.com/office/drawing/2014/main" id="{46F93CE0-9868-48CB-93A7-30CDA6C6BD83}"/>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47" name="s1_line_35">
            <a:extLst>
              <a:ext uri="{FF2B5EF4-FFF2-40B4-BE49-F238E27FC236}">
                <a16:creationId xmlns:a16="http://schemas.microsoft.com/office/drawing/2014/main" id="{2A3E3C51-30ED-42B6-AC1E-E57D55987D38}"/>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48" name="s1_shape_36">
            <a:extLst>
              <a:ext uri="{FF2B5EF4-FFF2-40B4-BE49-F238E27FC236}">
                <a16:creationId xmlns:a16="http://schemas.microsoft.com/office/drawing/2014/main" id="{1F642AA5-879C-42E1-B1A2-C926F01BB4DC}"/>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9" name="s1_text_37" descr="\phi_1(x)">
                <a:extLst>
                  <a:ext uri="{FF2B5EF4-FFF2-40B4-BE49-F238E27FC236}">
                    <a16:creationId xmlns:a16="http://schemas.microsoft.com/office/drawing/2014/main" id="{922461BB-C255-4755-A745-5AD277CD57B2}"/>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49" name="s1_text_37" descr="\phi_1(x)">
                <a:extLst>
                  <a:ext uri="{FF2B5EF4-FFF2-40B4-BE49-F238E27FC236}">
                    <a16:creationId xmlns:a16="http://schemas.microsoft.com/office/drawing/2014/main" id="{922461BB-C255-4755-A745-5AD277CD57B2}"/>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0" name="s1_text_38" descr="\mathrm{Layer}\ 1">
                <a:extLst>
                  <a:ext uri="{FF2B5EF4-FFF2-40B4-BE49-F238E27FC236}">
                    <a16:creationId xmlns:a16="http://schemas.microsoft.com/office/drawing/2014/main" id="{7133BCF7-9CC2-450E-B4AD-78B9B83360D5}"/>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50" name="s1_text_38" descr="\mathrm{Layer}\ 1">
                <a:extLst>
                  <a:ext uri="{FF2B5EF4-FFF2-40B4-BE49-F238E27FC236}">
                    <a16:creationId xmlns:a16="http://schemas.microsoft.com/office/drawing/2014/main" id="{7133BCF7-9CC2-450E-B4AD-78B9B83360D5}"/>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1" name="s1_text_39" descr="w_{1}, b_{1}">
                <a:extLst>
                  <a:ext uri="{FF2B5EF4-FFF2-40B4-BE49-F238E27FC236}">
                    <a16:creationId xmlns:a16="http://schemas.microsoft.com/office/drawing/2014/main" id="{DC2CAE8C-5995-4A5D-B2A9-7BB4316799D1}"/>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51" name="s1_text_39" descr="w_{1}, b_{1}">
                <a:extLst>
                  <a:ext uri="{FF2B5EF4-FFF2-40B4-BE49-F238E27FC236}">
                    <a16:creationId xmlns:a16="http://schemas.microsoft.com/office/drawing/2014/main" id="{DC2CAE8C-5995-4A5D-B2A9-7BB4316799D1}"/>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52" name="s1_line_40">
            <a:extLst>
              <a:ext uri="{FF2B5EF4-FFF2-40B4-BE49-F238E27FC236}">
                <a16:creationId xmlns:a16="http://schemas.microsoft.com/office/drawing/2014/main" id="{28A742AD-1958-4B8F-B6C5-A61042A8750C}"/>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53" name="s1_shape_41">
            <a:extLst>
              <a:ext uri="{FF2B5EF4-FFF2-40B4-BE49-F238E27FC236}">
                <a16:creationId xmlns:a16="http://schemas.microsoft.com/office/drawing/2014/main" id="{0B6BDE35-AC5E-47C0-9092-FE36F782ABB5}"/>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54" name="s1_text_42" descr="\phi_2(x)">
                <a:extLst>
                  <a:ext uri="{FF2B5EF4-FFF2-40B4-BE49-F238E27FC236}">
                    <a16:creationId xmlns:a16="http://schemas.microsoft.com/office/drawing/2014/main" id="{2ECCC416-409B-49C5-9E89-85F4996E6C75}"/>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54" name="s1_text_42" descr="\phi_2(x)">
                <a:extLst>
                  <a:ext uri="{FF2B5EF4-FFF2-40B4-BE49-F238E27FC236}">
                    <a16:creationId xmlns:a16="http://schemas.microsoft.com/office/drawing/2014/main" id="{2ECCC416-409B-49C5-9E89-85F4996E6C75}"/>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5" name="s1_text_43" descr="\mathrm{Layer}\ 2">
                <a:extLst>
                  <a:ext uri="{FF2B5EF4-FFF2-40B4-BE49-F238E27FC236}">
                    <a16:creationId xmlns:a16="http://schemas.microsoft.com/office/drawing/2014/main" id="{5182CAF6-5467-4055-9359-E6CD84A379B7}"/>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55" name="s1_text_43" descr="\mathrm{Layer}\ 2">
                <a:extLst>
                  <a:ext uri="{FF2B5EF4-FFF2-40B4-BE49-F238E27FC236}">
                    <a16:creationId xmlns:a16="http://schemas.microsoft.com/office/drawing/2014/main" id="{5182CAF6-5467-4055-9359-E6CD84A379B7}"/>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6" name="s1_text_44" descr="w_{2}, b_{2}">
                <a:extLst>
                  <a:ext uri="{FF2B5EF4-FFF2-40B4-BE49-F238E27FC236}">
                    <a16:creationId xmlns:a16="http://schemas.microsoft.com/office/drawing/2014/main" id="{2BADA2A4-D5C1-4B81-BF68-8ACE5849346D}"/>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56" name="s1_text_44" descr="w_{2}, b_{2}">
                <a:extLst>
                  <a:ext uri="{FF2B5EF4-FFF2-40B4-BE49-F238E27FC236}">
                    <a16:creationId xmlns:a16="http://schemas.microsoft.com/office/drawing/2014/main" id="{2BADA2A4-D5C1-4B81-BF68-8ACE5849346D}"/>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57" name="s1_line_45">
            <a:extLst>
              <a:ext uri="{FF2B5EF4-FFF2-40B4-BE49-F238E27FC236}">
                <a16:creationId xmlns:a16="http://schemas.microsoft.com/office/drawing/2014/main" id="{54BE91BE-9D0B-4A4D-88AB-C75AAB5E439C}"/>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58" name="s1_text_46" descr="\cdots">
                <a:extLst>
                  <a:ext uri="{FF2B5EF4-FFF2-40B4-BE49-F238E27FC236}">
                    <a16:creationId xmlns:a16="http://schemas.microsoft.com/office/drawing/2014/main" id="{109FD63B-003B-43A4-B5CD-32ADD12542CE}"/>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58" name="s1_text_46" descr="\cdots">
                <a:extLst>
                  <a:ext uri="{FF2B5EF4-FFF2-40B4-BE49-F238E27FC236}">
                    <a16:creationId xmlns:a16="http://schemas.microsoft.com/office/drawing/2014/main" id="{109FD63B-003B-43A4-B5CD-32ADD12542CE}"/>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59" name="s1_line_47">
            <a:extLst>
              <a:ext uri="{FF2B5EF4-FFF2-40B4-BE49-F238E27FC236}">
                <a16:creationId xmlns:a16="http://schemas.microsoft.com/office/drawing/2014/main" id="{D413F312-E9C6-4057-ACB4-9DB7F638ECAA}"/>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60" name="s1_shape_48">
            <a:extLst>
              <a:ext uri="{FF2B5EF4-FFF2-40B4-BE49-F238E27FC236}">
                <a16:creationId xmlns:a16="http://schemas.microsoft.com/office/drawing/2014/main" id="{53C9D5A1-3DE6-4AAD-A02A-35C812CD640F}"/>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1" name="s1_text_49" descr="\phi_{L-1}(x)">
                <a:extLst>
                  <a:ext uri="{FF2B5EF4-FFF2-40B4-BE49-F238E27FC236}">
                    <a16:creationId xmlns:a16="http://schemas.microsoft.com/office/drawing/2014/main" id="{3D7C89DB-CB71-4CC9-9416-CB754AB0999A}"/>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61" name="s1_text_49" descr="\phi_{L-1}(x)">
                <a:extLst>
                  <a:ext uri="{FF2B5EF4-FFF2-40B4-BE49-F238E27FC236}">
                    <a16:creationId xmlns:a16="http://schemas.microsoft.com/office/drawing/2014/main" id="{3D7C89DB-CB71-4CC9-9416-CB754AB0999A}"/>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2" name="s1_text_50" descr="\mathrm{Layer}\ L-1">
                <a:extLst>
                  <a:ext uri="{FF2B5EF4-FFF2-40B4-BE49-F238E27FC236}">
                    <a16:creationId xmlns:a16="http://schemas.microsoft.com/office/drawing/2014/main" id="{51CF72AC-E410-4D6A-B638-E40B43CEA1EB}"/>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62" name="s1_text_50" descr="\mathrm{Layer}\ L-1">
                <a:extLst>
                  <a:ext uri="{FF2B5EF4-FFF2-40B4-BE49-F238E27FC236}">
                    <a16:creationId xmlns:a16="http://schemas.microsoft.com/office/drawing/2014/main" id="{51CF72AC-E410-4D6A-B638-E40B43CEA1EB}"/>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3" name="s1_text_51" descr="w_{L-1}, b_{L-1}">
                <a:extLst>
                  <a:ext uri="{FF2B5EF4-FFF2-40B4-BE49-F238E27FC236}">
                    <a16:creationId xmlns:a16="http://schemas.microsoft.com/office/drawing/2014/main" id="{2AF6C203-EBD4-4ECD-B435-A368A4B5AC87}"/>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63" name="s1_text_51" descr="w_{L-1}, b_{L-1}">
                <a:extLst>
                  <a:ext uri="{FF2B5EF4-FFF2-40B4-BE49-F238E27FC236}">
                    <a16:creationId xmlns:a16="http://schemas.microsoft.com/office/drawing/2014/main" id="{2AF6C203-EBD4-4ECD-B435-A368A4B5AC87}"/>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64" name="s1_line_52">
            <a:extLst>
              <a:ext uri="{FF2B5EF4-FFF2-40B4-BE49-F238E27FC236}">
                <a16:creationId xmlns:a16="http://schemas.microsoft.com/office/drawing/2014/main" id="{7FC26EB3-6FE1-4AF8-B620-727DE006FFE1}"/>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65" name="s1_shape_53">
            <a:extLst>
              <a:ext uri="{FF2B5EF4-FFF2-40B4-BE49-F238E27FC236}">
                <a16:creationId xmlns:a16="http://schemas.microsoft.com/office/drawing/2014/main" id="{0485B467-4C4D-460A-97DC-D6E902C1FFD7}"/>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66" name="s1_text_54" descr="a_L(x)">
                <a:extLst>
                  <a:ext uri="{FF2B5EF4-FFF2-40B4-BE49-F238E27FC236}">
                    <a16:creationId xmlns:a16="http://schemas.microsoft.com/office/drawing/2014/main" id="{C2423C02-327F-4738-AA35-5FCBE320D3D2}"/>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66" name="s1_text_54" descr="a_L(x)">
                <a:extLst>
                  <a:ext uri="{FF2B5EF4-FFF2-40B4-BE49-F238E27FC236}">
                    <a16:creationId xmlns:a16="http://schemas.microsoft.com/office/drawing/2014/main" id="{C2423C02-327F-4738-AA35-5FCBE320D3D2}"/>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7" name="s1_text_55" descr="\mathrm{Layer}\ L">
                <a:extLst>
                  <a:ext uri="{FF2B5EF4-FFF2-40B4-BE49-F238E27FC236}">
                    <a16:creationId xmlns:a16="http://schemas.microsoft.com/office/drawing/2014/main" id="{83B2F79F-8FD0-4741-89A0-2CB8C0991883}"/>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67" name="s1_text_55" descr="\mathrm{Layer}\ L">
                <a:extLst>
                  <a:ext uri="{FF2B5EF4-FFF2-40B4-BE49-F238E27FC236}">
                    <a16:creationId xmlns:a16="http://schemas.microsoft.com/office/drawing/2014/main" id="{83B2F79F-8FD0-4741-89A0-2CB8C0991883}"/>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8" name="s1_text_56" descr="w_{L}, b_{L}">
                <a:extLst>
                  <a:ext uri="{FF2B5EF4-FFF2-40B4-BE49-F238E27FC236}">
                    <a16:creationId xmlns:a16="http://schemas.microsoft.com/office/drawing/2014/main" id="{573AE5DE-3FBF-415A-B2F2-D9BABCCF1A44}"/>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68" name="s1_text_56" descr="w_{L}, b_{L}">
                <a:extLst>
                  <a:ext uri="{FF2B5EF4-FFF2-40B4-BE49-F238E27FC236}">
                    <a16:creationId xmlns:a16="http://schemas.microsoft.com/office/drawing/2014/main" id="{573AE5DE-3FBF-415A-B2F2-D9BABCCF1A44}"/>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69" name="s1_line_57">
            <a:extLst>
              <a:ext uri="{FF2B5EF4-FFF2-40B4-BE49-F238E27FC236}">
                <a16:creationId xmlns:a16="http://schemas.microsoft.com/office/drawing/2014/main" id="{C0D2B1C2-9CE2-4A44-958C-11754FD9C6C5}"/>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70" name="s1_shape_58">
            <a:extLst>
              <a:ext uri="{FF2B5EF4-FFF2-40B4-BE49-F238E27FC236}">
                <a16:creationId xmlns:a16="http://schemas.microsoft.com/office/drawing/2014/main" id="{8699FDC8-5FC9-4895-A9D9-EFD349D2B3DE}"/>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1" name="s1_text_59" descr="\mathcal{L}_{\mathrm{sq}}(\boldsymbol{\theta})">
                <a:extLst>
                  <a:ext uri="{FF2B5EF4-FFF2-40B4-BE49-F238E27FC236}">
                    <a16:creationId xmlns:a16="http://schemas.microsoft.com/office/drawing/2014/main" id="{735AA265-9AD7-48B8-8588-9F41B577FA63}"/>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71" name="s1_text_59" descr="\mathcal{L}_{\mathrm{sq}}(\boldsymbol{\theta})">
                <a:extLst>
                  <a:ext uri="{FF2B5EF4-FFF2-40B4-BE49-F238E27FC236}">
                    <a16:creationId xmlns:a16="http://schemas.microsoft.com/office/drawing/2014/main" id="{735AA265-9AD7-48B8-8588-9F41B577FA63}"/>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72" name="s1_brace_60">
            <a:extLst>
              <a:ext uri="{FF2B5EF4-FFF2-40B4-BE49-F238E27FC236}">
                <a16:creationId xmlns:a16="http://schemas.microsoft.com/office/drawing/2014/main" id="{C076016A-3BBD-4161-AF60-857A9AEE3B8B}"/>
              </a:ext>
            </a:extLst>
          </p:cNvPr>
          <p:cNvSpPr>
            <a:spLocks noGrp="1"/>
          </p:cNvSpPr>
          <p:nvPr/>
        </p:nvSpPr>
        <p:spPr>
          <a:xfrm>
            <a:off x="2000250" y="3333750"/>
            <a:ext cx="9810750" cy="95250"/>
          </a:xfrm>
          <a:custGeom>
            <a:avLst/>
            <a:gdLst/>
            <a:ahLst/>
            <a:cxnLst/>
            <a:rect l="0" t="0" r="0" b="0"/>
            <a:pathLst>
              <a:path w="9810750" h="95250">
                <a:moveTo>
                  <a:pt x="0" y="0"/>
                </a:moveTo>
                <a:cubicBezTo>
                  <a:pt x="0" y="85725"/>
                  <a:pt x="57150" y="57150"/>
                  <a:pt x="114300" y="57150"/>
                </a:cubicBezTo>
                <a:lnTo>
                  <a:pt x="4791075" y="57150"/>
                </a:lnTo>
                <a:cubicBezTo>
                  <a:pt x="4867275" y="57150"/>
                  <a:pt x="4876800" y="57150"/>
                  <a:pt x="4905375" y="95250"/>
                </a:cubicBezTo>
                <a:cubicBezTo>
                  <a:pt x="4933950" y="57150"/>
                  <a:pt x="4943475" y="57150"/>
                  <a:pt x="5019675" y="57150"/>
                </a:cubicBezTo>
                <a:lnTo>
                  <a:pt x="9696450" y="57150"/>
                </a:lnTo>
                <a:cubicBezTo>
                  <a:pt x="9753600" y="57150"/>
                  <a:pt x="9810750" y="85725"/>
                  <a:pt x="9810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73" name="s1_text_61" descr="2\ \mathrm{derivatives}\ \times\ L\ \mathrm{layers}">
                <a:extLst>
                  <a:ext uri="{FF2B5EF4-FFF2-40B4-BE49-F238E27FC236}">
                    <a16:creationId xmlns:a16="http://schemas.microsoft.com/office/drawing/2014/main" id="{CBE36BF3-C3E9-4D35-B0B3-888AC2D644A2}"/>
                  </a:ext>
                </a:extLst>
              </p:cNvPr>
              <p:cNvSpPr>
                <a:spLocks noGrp="1"/>
              </p:cNvSpPr>
              <p:nvPr/>
            </p:nvSpPr>
            <p:spPr>
              <a:xfrm>
                <a:off x="2000250" y="3448050"/>
                <a:ext cx="9810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73" name="s1_text_61" descr="2\ \mathrm{derivatives}\ \times\ L\ \mathrm{layers}">
                <a:extLst>
                  <a:ext uri="{FF2B5EF4-FFF2-40B4-BE49-F238E27FC236}">
                    <a16:creationId xmlns:a16="http://schemas.microsoft.com/office/drawing/2014/main" id="{CBE36BF3-C3E9-4D35-B0B3-888AC2D644A2}"/>
                  </a:ext>
                </a:extLst>
              </p:cNvPr>
              <p:cNvSpPr>
                <a:spLocks noGrp="1" noRot="1" noChangeAspect="1" noMove="1" noResize="1" noEditPoints="1" noAdjustHandles="1" noChangeArrowheads="1" noChangeShapeType="1" noTextEdit="1"/>
              </p:cNvSpPr>
              <p:nvPr/>
            </p:nvSpPr>
            <p:spPr>
              <a:xfrm>
                <a:off x="2000250" y="3448050"/>
                <a:ext cx="9810750" cy="323850"/>
              </a:xfrm>
              <a:prstGeom prst="rect">
                <a:avLst/>
              </a:prstGeom>
              <a:blipFill>
                <a:blip r:embed="rId19"/>
                <a:stretch>
                  <a:fillRect t="-1887" b="-37736"/>
                </a:stretch>
              </a:blipFill>
              <a:ln w="0">
                <a:noFill/>
              </a:ln>
            </p:spPr>
            <p:txBody>
              <a:bodyPr/>
              <a:lstStyle/>
              <a:p>
                <a:r>
                  <a:rPr lang="it-IT">
                    <a:noFill/>
                  </a:rPr>
                  <a:t> </a:t>
                </a:r>
              </a:p>
            </p:txBody>
          </p:sp>
        </mc:Fallback>
      </mc:AlternateContent>
      <p:sp>
        <p:nvSpPr>
          <p:cNvPr id="74" name="s1_text_62">
            <a:extLst>
              <a:ext uri="{FF2B5EF4-FFF2-40B4-BE49-F238E27FC236}">
                <a16:creationId xmlns:a16="http://schemas.microsoft.com/office/drawing/2014/main" id="{627A8D50-19DD-4E29-A30D-62FA4C9201B2}"/>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75" name="s2_shape_63">
            <a:extLst>
              <a:ext uri="{FF2B5EF4-FFF2-40B4-BE49-F238E27FC236}">
                <a16:creationId xmlns:a16="http://schemas.microsoft.com/office/drawing/2014/main" id="{6AD3B92A-4632-4A9F-AC89-85D4BF36FE6C}"/>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76" name="s2_text_64">
            <a:extLst>
              <a:ext uri="{FF2B5EF4-FFF2-40B4-BE49-F238E27FC236}">
                <a16:creationId xmlns:a16="http://schemas.microsoft.com/office/drawing/2014/main" id="{51A6B95C-8529-4151-88CD-FF2F103F2F48}"/>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77" name="s2_shape_65">
            <a:extLst>
              <a:ext uri="{FF2B5EF4-FFF2-40B4-BE49-F238E27FC236}">
                <a16:creationId xmlns:a16="http://schemas.microsoft.com/office/drawing/2014/main" id="{AD61751F-AEF3-470E-AAA1-A8BA3B806A01}"/>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78" name="s2_text_66" descr="\phi_0(x)">
                <a:extLst>
                  <a:ext uri="{FF2B5EF4-FFF2-40B4-BE49-F238E27FC236}">
                    <a16:creationId xmlns:a16="http://schemas.microsoft.com/office/drawing/2014/main" id="{39034ABD-96DD-488E-9E4B-A0766AE896EF}"/>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78" name="s2_text_66" descr="\phi_0(x)">
                <a:extLst>
                  <a:ext uri="{FF2B5EF4-FFF2-40B4-BE49-F238E27FC236}">
                    <a16:creationId xmlns:a16="http://schemas.microsoft.com/office/drawing/2014/main" id="{39034ABD-96DD-488E-9E4B-A0766AE896EF}"/>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79" name="s2_line_67">
            <a:extLst>
              <a:ext uri="{FF2B5EF4-FFF2-40B4-BE49-F238E27FC236}">
                <a16:creationId xmlns:a16="http://schemas.microsoft.com/office/drawing/2014/main" id="{C3869359-11D8-4CC5-B9D6-758AEA7AD47F}"/>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80" name="s2_shape_68">
            <a:extLst>
              <a:ext uri="{FF2B5EF4-FFF2-40B4-BE49-F238E27FC236}">
                <a16:creationId xmlns:a16="http://schemas.microsoft.com/office/drawing/2014/main" id="{F32CC09E-5DF9-466D-8615-DA40B0BCB108}"/>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1" name="s2_text_69" descr="\phi_1(x)">
                <a:extLst>
                  <a:ext uri="{FF2B5EF4-FFF2-40B4-BE49-F238E27FC236}">
                    <a16:creationId xmlns:a16="http://schemas.microsoft.com/office/drawing/2014/main" id="{B87691E3-4426-4D2F-871F-523696CE6B83}"/>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81" name="s2_text_69" descr="\phi_1(x)">
                <a:extLst>
                  <a:ext uri="{FF2B5EF4-FFF2-40B4-BE49-F238E27FC236}">
                    <a16:creationId xmlns:a16="http://schemas.microsoft.com/office/drawing/2014/main" id="{B87691E3-4426-4D2F-871F-523696CE6B83}"/>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2" name="s2_text_70" descr="\mathrm{Layer}\ 1">
                <a:extLst>
                  <a:ext uri="{FF2B5EF4-FFF2-40B4-BE49-F238E27FC236}">
                    <a16:creationId xmlns:a16="http://schemas.microsoft.com/office/drawing/2014/main" id="{D73C8DAF-202E-4C21-AB51-51B6E83A47A9}"/>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82" name="s2_text_70" descr="\mathrm{Layer}\ 1">
                <a:extLst>
                  <a:ext uri="{FF2B5EF4-FFF2-40B4-BE49-F238E27FC236}">
                    <a16:creationId xmlns:a16="http://schemas.microsoft.com/office/drawing/2014/main" id="{D73C8DAF-202E-4C21-AB51-51B6E83A47A9}"/>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3" name="s2_text_71" descr="w_{1}, b_{1}">
                <a:extLst>
                  <a:ext uri="{FF2B5EF4-FFF2-40B4-BE49-F238E27FC236}">
                    <a16:creationId xmlns:a16="http://schemas.microsoft.com/office/drawing/2014/main" id="{D9AEDB10-FE02-44CA-9CAA-F8597BF9D699}"/>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83" name="s2_text_71" descr="w_{1}, b_{1}">
                <a:extLst>
                  <a:ext uri="{FF2B5EF4-FFF2-40B4-BE49-F238E27FC236}">
                    <a16:creationId xmlns:a16="http://schemas.microsoft.com/office/drawing/2014/main" id="{D9AEDB10-FE02-44CA-9CAA-F8597BF9D699}"/>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84" name="s2_line_72">
            <a:extLst>
              <a:ext uri="{FF2B5EF4-FFF2-40B4-BE49-F238E27FC236}">
                <a16:creationId xmlns:a16="http://schemas.microsoft.com/office/drawing/2014/main" id="{4E90CDEE-11B4-40DD-B7CC-626DF5BFD87D}"/>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85" name="s2_shape_73">
            <a:extLst>
              <a:ext uri="{FF2B5EF4-FFF2-40B4-BE49-F238E27FC236}">
                <a16:creationId xmlns:a16="http://schemas.microsoft.com/office/drawing/2014/main" id="{726893AF-0EDD-4026-9845-F3DDFA0CC39C}"/>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86" name="s2_text_74" descr="\phi_2(x)">
                <a:extLst>
                  <a:ext uri="{FF2B5EF4-FFF2-40B4-BE49-F238E27FC236}">
                    <a16:creationId xmlns:a16="http://schemas.microsoft.com/office/drawing/2014/main" id="{588345DB-DF83-430D-87CB-090A40387798}"/>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86" name="s2_text_74" descr="\phi_2(x)">
                <a:extLst>
                  <a:ext uri="{FF2B5EF4-FFF2-40B4-BE49-F238E27FC236}">
                    <a16:creationId xmlns:a16="http://schemas.microsoft.com/office/drawing/2014/main" id="{588345DB-DF83-430D-87CB-090A40387798}"/>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7" name="s2_text_75" descr="\mathrm{Layer}\ 2">
                <a:extLst>
                  <a:ext uri="{FF2B5EF4-FFF2-40B4-BE49-F238E27FC236}">
                    <a16:creationId xmlns:a16="http://schemas.microsoft.com/office/drawing/2014/main" id="{44D5BB48-4D7E-45D0-9A4D-84BEADDE5E30}"/>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87" name="s2_text_75" descr="\mathrm{Layer}\ 2">
                <a:extLst>
                  <a:ext uri="{FF2B5EF4-FFF2-40B4-BE49-F238E27FC236}">
                    <a16:creationId xmlns:a16="http://schemas.microsoft.com/office/drawing/2014/main" id="{44D5BB48-4D7E-45D0-9A4D-84BEADDE5E30}"/>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8" name="s2_text_76" descr="w_{2}, b_{2}">
                <a:extLst>
                  <a:ext uri="{FF2B5EF4-FFF2-40B4-BE49-F238E27FC236}">
                    <a16:creationId xmlns:a16="http://schemas.microsoft.com/office/drawing/2014/main" id="{8229DE8E-6F15-4EDC-86D6-870261BEBDC1}"/>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88" name="s2_text_76" descr="w_{2}, b_{2}">
                <a:extLst>
                  <a:ext uri="{FF2B5EF4-FFF2-40B4-BE49-F238E27FC236}">
                    <a16:creationId xmlns:a16="http://schemas.microsoft.com/office/drawing/2014/main" id="{8229DE8E-6F15-4EDC-86D6-870261BEBDC1}"/>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89" name="s2_line_77">
            <a:extLst>
              <a:ext uri="{FF2B5EF4-FFF2-40B4-BE49-F238E27FC236}">
                <a16:creationId xmlns:a16="http://schemas.microsoft.com/office/drawing/2014/main" id="{0A4C4925-E632-4545-BFEE-A625FCE108CE}"/>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90" name="s2_text_78" descr="\cdots">
                <a:extLst>
                  <a:ext uri="{FF2B5EF4-FFF2-40B4-BE49-F238E27FC236}">
                    <a16:creationId xmlns:a16="http://schemas.microsoft.com/office/drawing/2014/main" id="{B1C6AA1B-DBDE-47EA-BDAD-96E69D7719F9}"/>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90" name="s2_text_78" descr="\cdots">
                <a:extLst>
                  <a:ext uri="{FF2B5EF4-FFF2-40B4-BE49-F238E27FC236}">
                    <a16:creationId xmlns:a16="http://schemas.microsoft.com/office/drawing/2014/main" id="{B1C6AA1B-DBDE-47EA-BDAD-96E69D7719F9}"/>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91" name="s2_line_79">
            <a:extLst>
              <a:ext uri="{FF2B5EF4-FFF2-40B4-BE49-F238E27FC236}">
                <a16:creationId xmlns:a16="http://schemas.microsoft.com/office/drawing/2014/main" id="{355699E9-405F-4725-8FE6-E107AD2E7CF5}"/>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92" name="s2_shape_80">
            <a:extLst>
              <a:ext uri="{FF2B5EF4-FFF2-40B4-BE49-F238E27FC236}">
                <a16:creationId xmlns:a16="http://schemas.microsoft.com/office/drawing/2014/main" id="{E64233CC-B50E-4AE7-A2FF-2ED925FCFDF5}"/>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3" name="s2_text_81" descr="\phi_{L-1}(x)">
                <a:extLst>
                  <a:ext uri="{FF2B5EF4-FFF2-40B4-BE49-F238E27FC236}">
                    <a16:creationId xmlns:a16="http://schemas.microsoft.com/office/drawing/2014/main" id="{EF81EEC4-2847-4D33-9D47-1ADB1DD66F4C}"/>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93" name="s2_text_81" descr="\phi_{L-1}(x)">
                <a:extLst>
                  <a:ext uri="{FF2B5EF4-FFF2-40B4-BE49-F238E27FC236}">
                    <a16:creationId xmlns:a16="http://schemas.microsoft.com/office/drawing/2014/main" id="{EF81EEC4-2847-4D33-9D47-1ADB1DD66F4C}"/>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4" name="s2_text_82" descr="\mathrm{Layer}\ L-1">
                <a:extLst>
                  <a:ext uri="{FF2B5EF4-FFF2-40B4-BE49-F238E27FC236}">
                    <a16:creationId xmlns:a16="http://schemas.microsoft.com/office/drawing/2014/main" id="{0B0C528E-6AB6-4B36-87C6-2A865F3AF28A}"/>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94" name="s2_text_82" descr="\mathrm{Layer}\ L-1">
                <a:extLst>
                  <a:ext uri="{FF2B5EF4-FFF2-40B4-BE49-F238E27FC236}">
                    <a16:creationId xmlns:a16="http://schemas.microsoft.com/office/drawing/2014/main" id="{0B0C528E-6AB6-4B36-87C6-2A865F3AF28A}"/>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5" name="s2_text_83" descr="w_{L-1}, b_{L-1}">
                <a:extLst>
                  <a:ext uri="{FF2B5EF4-FFF2-40B4-BE49-F238E27FC236}">
                    <a16:creationId xmlns:a16="http://schemas.microsoft.com/office/drawing/2014/main" id="{22AA5133-578A-4403-86E1-39DCF079539B}"/>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95" name="s2_text_83" descr="w_{L-1}, b_{L-1}">
                <a:extLst>
                  <a:ext uri="{FF2B5EF4-FFF2-40B4-BE49-F238E27FC236}">
                    <a16:creationId xmlns:a16="http://schemas.microsoft.com/office/drawing/2014/main" id="{22AA5133-578A-4403-86E1-39DCF079539B}"/>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96" name="s2_line_84">
            <a:extLst>
              <a:ext uri="{FF2B5EF4-FFF2-40B4-BE49-F238E27FC236}">
                <a16:creationId xmlns:a16="http://schemas.microsoft.com/office/drawing/2014/main" id="{F216D94D-8B71-42F0-B811-06417DFDB067}"/>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97" name="s2_shape_85">
            <a:extLst>
              <a:ext uri="{FF2B5EF4-FFF2-40B4-BE49-F238E27FC236}">
                <a16:creationId xmlns:a16="http://schemas.microsoft.com/office/drawing/2014/main" id="{503ACEF6-6845-4307-AD79-B879C2DBB172}"/>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98" name="s2_text_86" descr="a_L(x)">
                <a:extLst>
                  <a:ext uri="{FF2B5EF4-FFF2-40B4-BE49-F238E27FC236}">
                    <a16:creationId xmlns:a16="http://schemas.microsoft.com/office/drawing/2014/main" id="{2A55117D-B02F-4C5A-9301-4FC68CEA7B14}"/>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98" name="s2_text_86" descr="a_L(x)">
                <a:extLst>
                  <a:ext uri="{FF2B5EF4-FFF2-40B4-BE49-F238E27FC236}">
                    <a16:creationId xmlns:a16="http://schemas.microsoft.com/office/drawing/2014/main" id="{2A55117D-B02F-4C5A-9301-4FC68CEA7B14}"/>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9" name="s2_text_87" descr="\mathrm{Layer}\ L">
                <a:extLst>
                  <a:ext uri="{FF2B5EF4-FFF2-40B4-BE49-F238E27FC236}">
                    <a16:creationId xmlns:a16="http://schemas.microsoft.com/office/drawing/2014/main" id="{45D9608E-5E6B-41D6-B590-3DE5E3C25170}"/>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99" name="s2_text_87" descr="\mathrm{Layer}\ L">
                <a:extLst>
                  <a:ext uri="{FF2B5EF4-FFF2-40B4-BE49-F238E27FC236}">
                    <a16:creationId xmlns:a16="http://schemas.microsoft.com/office/drawing/2014/main" id="{45D9608E-5E6B-41D6-B590-3DE5E3C25170}"/>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0" name="s2_text_88" descr="w_{L}, b_{L}">
                <a:extLst>
                  <a:ext uri="{FF2B5EF4-FFF2-40B4-BE49-F238E27FC236}">
                    <a16:creationId xmlns:a16="http://schemas.microsoft.com/office/drawing/2014/main" id="{51DB84B3-A518-441C-BD3C-388B408A07E9}"/>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100" name="s2_text_88" descr="w_{L}, b_{L}">
                <a:extLst>
                  <a:ext uri="{FF2B5EF4-FFF2-40B4-BE49-F238E27FC236}">
                    <a16:creationId xmlns:a16="http://schemas.microsoft.com/office/drawing/2014/main" id="{51DB84B3-A518-441C-BD3C-388B408A07E9}"/>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101" name="s2_line_89">
            <a:extLst>
              <a:ext uri="{FF2B5EF4-FFF2-40B4-BE49-F238E27FC236}">
                <a16:creationId xmlns:a16="http://schemas.microsoft.com/office/drawing/2014/main" id="{8171B430-2B47-4F80-8137-E9AF946F27AD}"/>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102" name="s2_shape_90">
            <a:extLst>
              <a:ext uri="{FF2B5EF4-FFF2-40B4-BE49-F238E27FC236}">
                <a16:creationId xmlns:a16="http://schemas.microsoft.com/office/drawing/2014/main" id="{EDA17237-441A-4FEE-998C-75E371549871}"/>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03" name="s2_text_91" descr="\mathcal{L}_{\mathrm{sq}}(\boldsymbol{\theta})">
                <a:extLst>
                  <a:ext uri="{FF2B5EF4-FFF2-40B4-BE49-F238E27FC236}">
                    <a16:creationId xmlns:a16="http://schemas.microsoft.com/office/drawing/2014/main" id="{394E5D73-3F1C-44CA-BD20-5188AF0E7908}"/>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103" name="s2_text_91" descr="\mathcal{L}_{\mathrm{sq}}(\boldsymbol{\theta})">
                <a:extLst>
                  <a:ext uri="{FF2B5EF4-FFF2-40B4-BE49-F238E27FC236}">
                    <a16:creationId xmlns:a16="http://schemas.microsoft.com/office/drawing/2014/main" id="{394E5D73-3F1C-44CA-BD20-5188AF0E7908}"/>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104" name="s2_brace_92">
            <a:extLst>
              <a:ext uri="{FF2B5EF4-FFF2-40B4-BE49-F238E27FC236}">
                <a16:creationId xmlns:a16="http://schemas.microsoft.com/office/drawing/2014/main" id="{446E5D03-4DFE-4BBD-B322-EF263EF74C2E}"/>
              </a:ext>
            </a:extLst>
          </p:cNvPr>
          <p:cNvSpPr>
            <a:spLocks noGrp="1"/>
          </p:cNvSpPr>
          <p:nvPr/>
        </p:nvSpPr>
        <p:spPr>
          <a:xfrm>
            <a:off x="2000250" y="3333750"/>
            <a:ext cx="9810750" cy="95250"/>
          </a:xfrm>
          <a:custGeom>
            <a:avLst/>
            <a:gdLst/>
            <a:ahLst/>
            <a:cxnLst/>
            <a:rect l="0" t="0" r="0" b="0"/>
            <a:pathLst>
              <a:path w="9810750" h="95250">
                <a:moveTo>
                  <a:pt x="0" y="0"/>
                </a:moveTo>
                <a:cubicBezTo>
                  <a:pt x="0" y="85725"/>
                  <a:pt x="57150" y="57150"/>
                  <a:pt x="114300" y="57150"/>
                </a:cubicBezTo>
                <a:lnTo>
                  <a:pt x="4791075" y="57150"/>
                </a:lnTo>
                <a:cubicBezTo>
                  <a:pt x="4867275" y="57150"/>
                  <a:pt x="4876800" y="57150"/>
                  <a:pt x="4905375" y="95250"/>
                </a:cubicBezTo>
                <a:cubicBezTo>
                  <a:pt x="4933950" y="57150"/>
                  <a:pt x="4943475" y="57150"/>
                  <a:pt x="5019675" y="57150"/>
                </a:cubicBezTo>
                <a:lnTo>
                  <a:pt x="9696450" y="57150"/>
                </a:lnTo>
                <a:cubicBezTo>
                  <a:pt x="9753600" y="57150"/>
                  <a:pt x="9810750" y="85725"/>
                  <a:pt x="9810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05" name="s2_text_93" descr="2\ \mathrm{derivatives}\ \times\ L\ \mathrm{layers}">
                <a:extLst>
                  <a:ext uri="{FF2B5EF4-FFF2-40B4-BE49-F238E27FC236}">
                    <a16:creationId xmlns:a16="http://schemas.microsoft.com/office/drawing/2014/main" id="{DB3ED107-4352-4DB9-AC95-8A1139AF81E6}"/>
                  </a:ext>
                </a:extLst>
              </p:cNvPr>
              <p:cNvSpPr>
                <a:spLocks noGrp="1"/>
              </p:cNvSpPr>
              <p:nvPr/>
            </p:nvSpPr>
            <p:spPr>
              <a:xfrm>
                <a:off x="2000250" y="3448050"/>
                <a:ext cx="9810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05" name="s2_text_93" descr="2\ \mathrm{derivatives}\ \times\ L\ \mathrm{layers}">
                <a:extLst>
                  <a:ext uri="{FF2B5EF4-FFF2-40B4-BE49-F238E27FC236}">
                    <a16:creationId xmlns:a16="http://schemas.microsoft.com/office/drawing/2014/main" id="{DB3ED107-4352-4DB9-AC95-8A1139AF81E6}"/>
                  </a:ext>
                </a:extLst>
              </p:cNvPr>
              <p:cNvSpPr>
                <a:spLocks noGrp="1" noRot="1" noChangeAspect="1" noMove="1" noResize="1" noEditPoints="1" noAdjustHandles="1" noChangeArrowheads="1" noChangeShapeType="1" noTextEdit="1"/>
              </p:cNvSpPr>
              <p:nvPr/>
            </p:nvSpPr>
            <p:spPr>
              <a:xfrm>
                <a:off x="2000250" y="3448050"/>
                <a:ext cx="9810750" cy="323850"/>
              </a:xfrm>
              <a:prstGeom prst="rect">
                <a:avLst/>
              </a:prstGeom>
              <a:blipFill>
                <a:blip r:embed="rId19"/>
                <a:stretch>
                  <a:fillRect t="-1887" b="-37736"/>
                </a:stretch>
              </a:blipFill>
              <a:ln w="0">
                <a:noFill/>
              </a:ln>
            </p:spPr>
            <p:txBody>
              <a:bodyPr/>
              <a:lstStyle/>
              <a:p>
                <a:r>
                  <a:rPr lang="it-IT">
                    <a:noFill/>
                  </a:rPr>
                  <a:t> </a:t>
                </a:r>
              </a:p>
            </p:txBody>
          </p:sp>
        </mc:Fallback>
      </mc:AlternateContent>
      <p:sp>
        <p:nvSpPr>
          <p:cNvPr id="106" name="s2_brace_94">
            <a:extLst>
              <a:ext uri="{FF2B5EF4-FFF2-40B4-BE49-F238E27FC236}">
                <a16:creationId xmlns:a16="http://schemas.microsoft.com/office/drawing/2014/main" id="{7E95F617-B207-4238-BC5A-3A3683BD7C91}"/>
              </a:ext>
            </a:extLst>
          </p:cNvPr>
          <p:cNvSpPr>
            <a:spLocks noGrp="1"/>
          </p:cNvSpPr>
          <p:nvPr/>
        </p:nvSpPr>
        <p:spPr>
          <a:xfrm>
            <a:off x="3905250" y="3867150"/>
            <a:ext cx="7905750" cy="95250"/>
          </a:xfrm>
          <a:custGeom>
            <a:avLst/>
            <a:gdLst/>
            <a:ahLst/>
            <a:cxnLst/>
            <a:rect l="0" t="0" r="0" b="0"/>
            <a:pathLst>
              <a:path w="7905750" h="95250">
                <a:moveTo>
                  <a:pt x="0" y="0"/>
                </a:moveTo>
                <a:cubicBezTo>
                  <a:pt x="0" y="85725"/>
                  <a:pt x="57150" y="57150"/>
                  <a:pt x="114300" y="57150"/>
                </a:cubicBezTo>
                <a:lnTo>
                  <a:pt x="3838575" y="57150"/>
                </a:lnTo>
                <a:cubicBezTo>
                  <a:pt x="3914775" y="57150"/>
                  <a:pt x="3924300" y="57150"/>
                  <a:pt x="3952875" y="95250"/>
                </a:cubicBezTo>
                <a:cubicBezTo>
                  <a:pt x="3981450" y="57150"/>
                  <a:pt x="3990975" y="57150"/>
                  <a:pt x="4067175" y="57150"/>
                </a:cubicBezTo>
                <a:lnTo>
                  <a:pt x="7791450" y="57150"/>
                </a:lnTo>
                <a:cubicBezTo>
                  <a:pt x="7848600" y="57150"/>
                  <a:pt x="7905750" y="85725"/>
                  <a:pt x="7905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07" name="s2_text_95" descr="2\ \mathrm{derivatives}\ \times\ (L-1)\ \mathrm{layers}">
                <a:extLst>
                  <a:ext uri="{FF2B5EF4-FFF2-40B4-BE49-F238E27FC236}">
                    <a16:creationId xmlns:a16="http://schemas.microsoft.com/office/drawing/2014/main" id="{36C3B002-F45C-4ADA-909D-7A63C9DFB750}"/>
                  </a:ext>
                </a:extLst>
              </p:cNvPr>
              <p:cNvSpPr>
                <a:spLocks noGrp="1"/>
              </p:cNvSpPr>
              <p:nvPr/>
            </p:nvSpPr>
            <p:spPr>
              <a:xfrm>
                <a:off x="3905250" y="3981450"/>
                <a:ext cx="7905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−1)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07" name="s2_text_95" descr="2\ \mathrm{derivatives}\ \times\ (L-1)\ \mathrm{layers}">
                <a:extLst>
                  <a:ext uri="{FF2B5EF4-FFF2-40B4-BE49-F238E27FC236}">
                    <a16:creationId xmlns:a16="http://schemas.microsoft.com/office/drawing/2014/main" id="{36C3B002-F45C-4ADA-909D-7A63C9DFB750}"/>
                  </a:ext>
                </a:extLst>
              </p:cNvPr>
              <p:cNvSpPr>
                <a:spLocks noGrp="1" noRot="1" noChangeAspect="1" noMove="1" noResize="1" noEditPoints="1" noAdjustHandles="1" noChangeArrowheads="1" noChangeShapeType="1" noTextEdit="1"/>
              </p:cNvSpPr>
              <p:nvPr/>
            </p:nvSpPr>
            <p:spPr>
              <a:xfrm>
                <a:off x="3905250" y="3981450"/>
                <a:ext cx="7905750" cy="323850"/>
              </a:xfrm>
              <a:prstGeom prst="rect">
                <a:avLst/>
              </a:prstGeom>
              <a:blipFill>
                <a:blip r:embed="rId20"/>
                <a:stretch>
                  <a:fillRect t="-1887" b="-39623"/>
                </a:stretch>
              </a:blipFill>
              <a:ln w="0">
                <a:noFill/>
              </a:ln>
            </p:spPr>
            <p:txBody>
              <a:bodyPr/>
              <a:lstStyle/>
              <a:p>
                <a:r>
                  <a:rPr lang="it-IT">
                    <a:noFill/>
                  </a:rPr>
                  <a:t> </a:t>
                </a:r>
              </a:p>
            </p:txBody>
          </p:sp>
        </mc:Fallback>
      </mc:AlternateContent>
      <p:sp>
        <p:nvSpPr>
          <p:cNvPr id="108" name="s2_text_96">
            <a:extLst>
              <a:ext uri="{FF2B5EF4-FFF2-40B4-BE49-F238E27FC236}">
                <a16:creationId xmlns:a16="http://schemas.microsoft.com/office/drawing/2014/main" id="{A614E6CC-7457-495D-B7C0-D3EA2E96590D}"/>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109" name="s3_shape_97">
            <a:extLst>
              <a:ext uri="{FF2B5EF4-FFF2-40B4-BE49-F238E27FC236}">
                <a16:creationId xmlns:a16="http://schemas.microsoft.com/office/drawing/2014/main" id="{F92A4EBD-72D0-4B68-8F33-52E3994A23E6}"/>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110" name="s3_text_98">
            <a:extLst>
              <a:ext uri="{FF2B5EF4-FFF2-40B4-BE49-F238E27FC236}">
                <a16:creationId xmlns:a16="http://schemas.microsoft.com/office/drawing/2014/main" id="{231DAF6B-26E3-48B2-B065-A7EE25904F68}"/>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111" name="s3_shape_99">
            <a:extLst>
              <a:ext uri="{FF2B5EF4-FFF2-40B4-BE49-F238E27FC236}">
                <a16:creationId xmlns:a16="http://schemas.microsoft.com/office/drawing/2014/main" id="{35CDACD5-D0D4-48A8-99C3-4F0A6E6AB72D}"/>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2" name="s3_text_100" descr="\phi_0(x)">
                <a:extLst>
                  <a:ext uri="{FF2B5EF4-FFF2-40B4-BE49-F238E27FC236}">
                    <a16:creationId xmlns:a16="http://schemas.microsoft.com/office/drawing/2014/main" id="{BFE63777-3FA7-4E22-9CB7-081E89DE25E7}"/>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12" name="s3_text_100" descr="\phi_0(x)">
                <a:extLst>
                  <a:ext uri="{FF2B5EF4-FFF2-40B4-BE49-F238E27FC236}">
                    <a16:creationId xmlns:a16="http://schemas.microsoft.com/office/drawing/2014/main" id="{BFE63777-3FA7-4E22-9CB7-081E89DE25E7}"/>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113" name="s3_line_101">
            <a:extLst>
              <a:ext uri="{FF2B5EF4-FFF2-40B4-BE49-F238E27FC236}">
                <a16:creationId xmlns:a16="http://schemas.microsoft.com/office/drawing/2014/main" id="{F573C740-6EEB-4814-AB7D-231C12305F68}"/>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114" name="s3_shape_102">
            <a:extLst>
              <a:ext uri="{FF2B5EF4-FFF2-40B4-BE49-F238E27FC236}">
                <a16:creationId xmlns:a16="http://schemas.microsoft.com/office/drawing/2014/main" id="{BACF210C-45F8-49E9-A085-49E9DC706B80}"/>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15" name="s3_text_103" descr="\phi_1(x)">
                <a:extLst>
                  <a:ext uri="{FF2B5EF4-FFF2-40B4-BE49-F238E27FC236}">
                    <a16:creationId xmlns:a16="http://schemas.microsoft.com/office/drawing/2014/main" id="{566DDFB6-D223-4C31-B86C-359F4420F2A7}"/>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15" name="s3_text_103" descr="\phi_1(x)">
                <a:extLst>
                  <a:ext uri="{FF2B5EF4-FFF2-40B4-BE49-F238E27FC236}">
                    <a16:creationId xmlns:a16="http://schemas.microsoft.com/office/drawing/2014/main" id="{566DDFB6-D223-4C31-B86C-359F4420F2A7}"/>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6" name="s3_text_104" descr="\mathrm{Layer}\ 1">
                <a:extLst>
                  <a:ext uri="{FF2B5EF4-FFF2-40B4-BE49-F238E27FC236}">
                    <a16:creationId xmlns:a16="http://schemas.microsoft.com/office/drawing/2014/main" id="{E4BDB5B6-9846-44FF-9207-E48AC7E44A3A}"/>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116" name="s3_text_104" descr="\mathrm{Layer}\ 1">
                <a:extLst>
                  <a:ext uri="{FF2B5EF4-FFF2-40B4-BE49-F238E27FC236}">
                    <a16:creationId xmlns:a16="http://schemas.microsoft.com/office/drawing/2014/main" id="{E4BDB5B6-9846-44FF-9207-E48AC7E44A3A}"/>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17" name="s3_text_105" descr="w_{1}, b_{1}">
                <a:extLst>
                  <a:ext uri="{FF2B5EF4-FFF2-40B4-BE49-F238E27FC236}">
                    <a16:creationId xmlns:a16="http://schemas.microsoft.com/office/drawing/2014/main" id="{D42A742F-F9A7-423B-94B7-EDD2A3D95021}"/>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117" name="s3_text_105" descr="w_{1}, b_{1}">
                <a:extLst>
                  <a:ext uri="{FF2B5EF4-FFF2-40B4-BE49-F238E27FC236}">
                    <a16:creationId xmlns:a16="http://schemas.microsoft.com/office/drawing/2014/main" id="{D42A742F-F9A7-423B-94B7-EDD2A3D95021}"/>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118" name="s3_line_106">
            <a:extLst>
              <a:ext uri="{FF2B5EF4-FFF2-40B4-BE49-F238E27FC236}">
                <a16:creationId xmlns:a16="http://schemas.microsoft.com/office/drawing/2014/main" id="{20319A2A-7ADD-40A7-86BF-05270C63620A}"/>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119" name="s3_shape_107">
            <a:extLst>
              <a:ext uri="{FF2B5EF4-FFF2-40B4-BE49-F238E27FC236}">
                <a16:creationId xmlns:a16="http://schemas.microsoft.com/office/drawing/2014/main" id="{315E62B3-9B56-4F12-9186-A9948B59E5D9}"/>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0" name="s3_text_108" descr="\phi_2(x)">
                <a:extLst>
                  <a:ext uri="{FF2B5EF4-FFF2-40B4-BE49-F238E27FC236}">
                    <a16:creationId xmlns:a16="http://schemas.microsoft.com/office/drawing/2014/main" id="{7041F6E0-824E-4E49-B105-1181DBD0B9C1}"/>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20" name="s3_text_108" descr="\phi_2(x)">
                <a:extLst>
                  <a:ext uri="{FF2B5EF4-FFF2-40B4-BE49-F238E27FC236}">
                    <a16:creationId xmlns:a16="http://schemas.microsoft.com/office/drawing/2014/main" id="{7041F6E0-824E-4E49-B105-1181DBD0B9C1}"/>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1" name="s3_text_109" descr="\mathrm{Layer}\ 2">
                <a:extLst>
                  <a:ext uri="{FF2B5EF4-FFF2-40B4-BE49-F238E27FC236}">
                    <a16:creationId xmlns:a16="http://schemas.microsoft.com/office/drawing/2014/main" id="{E64364DE-05E3-4C1E-A436-B9A39C520925}"/>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121" name="s3_text_109" descr="\mathrm{Layer}\ 2">
                <a:extLst>
                  <a:ext uri="{FF2B5EF4-FFF2-40B4-BE49-F238E27FC236}">
                    <a16:creationId xmlns:a16="http://schemas.microsoft.com/office/drawing/2014/main" id="{E64364DE-05E3-4C1E-A436-B9A39C520925}"/>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2" name="s3_text_110" descr="w_{2}, b_{2}">
                <a:extLst>
                  <a:ext uri="{FF2B5EF4-FFF2-40B4-BE49-F238E27FC236}">
                    <a16:creationId xmlns:a16="http://schemas.microsoft.com/office/drawing/2014/main" id="{B4BCDA3E-A73D-44CA-BF71-7E2E924660EF}"/>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122" name="s3_text_110" descr="w_{2}, b_{2}">
                <a:extLst>
                  <a:ext uri="{FF2B5EF4-FFF2-40B4-BE49-F238E27FC236}">
                    <a16:creationId xmlns:a16="http://schemas.microsoft.com/office/drawing/2014/main" id="{B4BCDA3E-A73D-44CA-BF71-7E2E924660EF}"/>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123" name="s3_line_111">
            <a:extLst>
              <a:ext uri="{FF2B5EF4-FFF2-40B4-BE49-F238E27FC236}">
                <a16:creationId xmlns:a16="http://schemas.microsoft.com/office/drawing/2014/main" id="{3A9B4830-D1BD-4BF7-9E98-B453C07337EA}"/>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24" name="s3_text_112" descr="\cdots">
                <a:extLst>
                  <a:ext uri="{FF2B5EF4-FFF2-40B4-BE49-F238E27FC236}">
                    <a16:creationId xmlns:a16="http://schemas.microsoft.com/office/drawing/2014/main" id="{EA40D5E4-13AE-4EE6-8161-659A7E4F7F34}"/>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124" name="s3_text_112" descr="\cdots">
                <a:extLst>
                  <a:ext uri="{FF2B5EF4-FFF2-40B4-BE49-F238E27FC236}">
                    <a16:creationId xmlns:a16="http://schemas.microsoft.com/office/drawing/2014/main" id="{EA40D5E4-13AE-4EE6-8161-659A7E4F7F34}"/>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125" name="s3_line_113">
            <a:extLst>
              <a:ext uri="{FF2B5EF4-FFF2-40B4-BE49-F238E27FC236}">
                <a16:creationId xmlns:a16="http://schemas.microsoft.com/office/drawing/2014/main" id="{A66B0682-D13F-4913-BC76-94D4B3331F7E}"/>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126" name="s3_shape_114">
            <a:extLst>
              <a:ext uri="{FF2B5EF4-FFF2-40B4-BE49-F238E27FC236}">
                <a16:creationId xmlns:a16="http://schemas.microsoft.com/office/drawing/2014/main" id="{6B45DB74-AA6F-4EEC-92D2-63598924BAA5}"/>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27" name="s3_text_115" descr="\phi_{L-1}(x)">
                <a:extLst>
                  <a:ext uri="{FF2B5EF4-FFF2-40B4-BE49-F238E27FC236}">
                    <a16:creationId xmlns:a16="http://schemas.microsoft.com/office/drawing/2014/main" id="{137E895B-039D-4C68-AB65-EC2A72F369F5}"/>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27" name="s3_text_115" descr="\phi_{L-1}(x)">
                <a:extLst>
                  <a:ext uri="{FF2B5EF4-FFF2-40B4-BE49-F238E27FC236}">
                    <a16:creationId xmlns:a16="http://schemas.microsoft.com/office/drawing/2014/main" id="{137E895B-039D-4C68-AB65-EC2A72F369F5}"/>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8" name="s3_text_116" descr="\mathrm{Layer}\ L-1">
                <a:extLst>
                  <a:ext uri="{FF2B5EF4-FFF2-40B4-BE49-F238E27FC236}">
                    <a16:creationId xmlns:a16="http://schemas.microsoft.com/office/drawing/2014/main" id="{BC046678-AF98-479A-85C3-C76B0EE4E801}"/>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128" name="s3_text_116" descr="\mathrm{Layer}\ L-1">
                <a:extLst>
                  <a:ext uri="{FF2B5EF4-FFF2-40B4-BE49-F238E27FC236}">
                    <a16:creationId xmlns:a16="http://schemas.microsoft.com/office/drawing/2014/main" id="{BC046678-AF98-479A-85C3-C76B0EE4E801}"/>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9" name="s3_text_117" descr="w_{L-1}, b_{L-1}">
                <a:extLst>
                  <a:ext uri="{FF2B5EF4-FFF2-40B4-BE49-F238E27FC236}">
                    <a16:creationId xmlns:a16="http://schemas.microsoft.com/office/drawing/2014/main" id="{B86AFAF7-8234-4DE4-AC51-CC74F6DE93A0}"/>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129" name="s3_text_117" descr="w_{L-1}, b_{L-1}">
                <a:extLst>
                  <a:ext uri="{FF2B5EF4-FFF2-40B4-BE49-F238E27FC236}">
                    <a16:creationId xmlns:a16="http://schemas.microsoft.com/office/drawing/2014/main" id="{B86AFAF7-8234-4DE4-AC51-CC74F6DE93A0}"/>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130" name="s3_line_118">
            <a:extLst>
              <a:ext uri="{FF2B5EF4-FFF2-40B4-BE49-F238E27FC236}">
                <a16:creationId xmlns:a16="http://schemas.microsoft.com/office/drawing/2014/main" id="{B400D454-699A-4815-92FD-1F370EFF55C5}"/>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131" name="s3_shape_119">
            <a:extLst>
              <a:ext uri="{FF2B5EF4-FFF2-40B4-BE49-F238E27FC236}">
                <a16:creationId xmlns:a16="http://schemas.microsoft.com/office/drawing/2014/main" id="{95DF6801-A880-484A-A9C3-B38CC28308CE}"/>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2" name="s3_text_120" descr="a_L(x)">
                <a:extLst>
                  <a:ext uri="{FF2B5EF4-FFF2-40B4-BE49-F238E27FC236}">
                    <a16:creationId xmlns:a16="http://schemas.microsoft.com/office/drawing/2014/main" id="{F6B314E2-250B-4F34-89A1-253F12D5DE5E}"/>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32" name="s3_text_120" descr="a_L(x)">
                <a:extLst>
                  <a:ext uri="{FF2B5EF4-FFF2-40B4-BE49-F238E27FC236}">
                    <a16:creationId xmlns:a16="http://schemas.microsoft.com/office/drawing/2014/main" id="{F6B314E2-250B-4F34-89A1-253F12D5DE5E}"/>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3" name="s3_text_121" descr="\mathrm{Layer}\ L">
                <a:extLst>
                  <a:ext uri="{FF2B5EF4-FFF2-40B4-BE49-F238E27FC236}">
                    <a16:creationId xmlns:a16="http://schemas.microsoft.com/office/drawing/2014/main" id="{36F45609-392A-4333-A441-9B7620FB5AA3}"/>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133" name="s3_text_121" descr="\mathrm{Layer}\ L">
                <a:extLst>
                  <a:ext uri="{FF2B5EF4-FFF2-40B4-BE49-F238E27FC236}">
                    <a16:creationId xmlns:a16="http://schemas.microsoft.com/office/drawing/2014/main" id="{36F45609-392A-4333-A441-9B7620FB5AA3}"/>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34" name="s3_text_122" descr="w_{L}, b_{L}">
                <a:extLst>
                  <a:ext uri="{FF2B5EF4-FFF2-40B4-BE49-F238E27FC236}">
                    <a16:creationId xmlns:a16="http://schemas.microsoft.com/office/drawing/2014/main" id="{4EFE9D79-E86F-43BE-B0A0-384D142A1587}"/>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134" name="s3_text_122" descr="w_{L}, b_{L}">
                <a:extLst>
                  <a:ext uri="{FF2B5EF4-FFF2-40B4-BE49-F238E27FC236}">
                    <a16:creationId xmlns:a16="http://schemas.microsoft.com/office/drawing/2014/main" id="{4EFE9D79-E86F-43BE-B0A0-384D142A1587}"/>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135" name="s3_line_123">
            <a:extLst>
              <a:ext uri="{FF2B5EF4-FFF2-40B4-BE49-F238E27FC236}">
                <a16:creationId xmlns:a16="http://schemas.microsoft.com/office/drawing/2014/main" id="{3D41D766-AB7F-44A1-9E06-4A41B78C3885}"/>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136" name="s3_shape_124">
            <a:extLst>
              <a:ext uri="{FF2B5EF4-FFF2-40B4-BE49-F238E27FC236}">
                <a16:creationId xmlns:a16="http://schemas.microsoft.com/office/drawing/2014/main" id="{AD896535-E420-4C61-B6F8-6EAC7993A616}"/>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37" name="s3_text_125" descr="\mathcal{L}_{\mathrm{sq}}(\boldsymbol{\theta})">
                <a:extLst>
                  <a:ext uri="{FF2B5EF4-FFF2-40B4-BE49-F238E27FC236}">
                    <a16:creationId xmlns:a16="http://schemas.microsoft.com/office/drawing/2014/main" id="{5D95BE10-A90F-4285-AC35-97AB3570CD01}"/>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137" name="s3_text_125" descr="\mathcal{L}_{\mathrm{sq}}(\boldsymbol{\theta})">
                <a:extLst>
                  <a:ext uri="{FF2B5EF4-FFF2-40B4-BE49-F238E27FC236}">
                    <a16:creationId xmlns:a16="http://schemas.microsoft.com/office/drawing/2014/main" id="{5D95BE10-A90F-4285-AC35-97AB3570CD01}"/>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138" name="s3_brace_126">
            <a:extLst>
              <a:ext uri="{FF2B5EF4-FFF2-40B4-BE49-F238E27FC236}">
                <a16:creationId xmlns:a16="http://schemas.microsoft.com/office/drawing/2014/main" id="{161AC449-9FFE-49D2-920D-564CF7EDBD2D}"/>
              </a:ext>
            </a:extLst>
          </p:cNvPr>
          <p:cNvSpPr>
            <a:spLocks noGrp="1"/>
          </p:cNvSpPr>
          <p:nvPr/>
        </p:nvSpPr>
        <p:spPr>
          <a:xfrm>
            <a:off x="2000250" y="3333750"/>
            <a:ext cx="9810750" cy="95250"/>
          </a:xfrm>
          <a:custGeom>
            <a:avLst/>
            <a:gdLst/>
            <a:ahLst/>
            <a:cxnLst/>
            <a:rect l="0" t="0" r="0" b="0"/>
            <a:pathLst>
              <a:path w="9810750" h="95250">
                <a:moveTo>
                  <a:pt x="0" y="0"/>
                </a:moveTo>
                <a:cubicBezTo>
                  <a:pt x="0" y="85725"/>
                  <a:pt x="57150" y="57150"/>
                  <a:pt x="114300" y="57150"/>
                </a:cubicBezTo>
                <a:lnTo>
                  <a:pt x="4791075" y="57150"/>
                </a:lnTo>
                <a:cubicBezTo>
                  <a:pt x="4867275" y="57150"/>
                  <a:pt x="4876800" y="57150"/>
                  <a:pt x="4905375" y="95250"/>
                </a:cubicBezTo>
                <a:cubicBezTo>
                  <a:pt x="4933950" y="57150"/>
                  <a:pt x="4943475" y="57150"/>
                  <a:pt x="5019675" y="57150"/>
                </a:cubicBezTo>
                <a:lnTo>
                  <a:pt x="9696450" y="57150"/>
                </a:lnTo>
                <a:cubicBezTo>
                  <a:pt x="9753600" y="57150"/>
                  <a:pt x="9810750" y="85725"/>
                  <a:pt x="9810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39" name="s3_text_127" descr="2\ \mathrm{derivatives}\ \times\ L\ \mathrm{layers}">
                <a:extLst>
                  <a:ext uri="{FF2B5EF4-FFF2-40B4-BE49-F238E27FC236}">
                    <a16:creationId xmlns:a16="http://schemas.microsoft.com/office/drawing/2014/main" id="{DCF9B374-ED22-401C-BC60-48D212D94F1A}"/>
                  </a:ext>
                </a:extLst>
              </p:cNvPr>
              <p:cNvSpPr>
                <a:spLocks noGrp="1"/>
              </p:cNvSpPr>
              <p:nvPr/>
            </p:nvSpPr>
            <p:spPr>
              <a:xfrm>
                <a:off x="2000250" y="3448050"/>
                <a:ext cx="9810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39" name="s3_text_127" descr="2\ \mathrm{derivatives}\ \times\ L\ \mathrm{layers}">
                <a:extLst>
                  <a:ext uri="{FF2B5EF4-FFF2-40B4-BE49-F238E27FC236}">
                    <a16:creationId xmlns:a16="http://schemas.microsoft.com/office/drawing/2014/main" id="{DCF9B374-ED22-401C-BC60-48D212D94F1A}"/>
                  </a:ext>
                </a:extLst>
              </p:cNvPr>
              <p:cNvSpPr>
                <a:spLocks noGrp="1" noRot="1" noChangeAspect="1" noMove="1" noResize="1" noEditPoints="1" noAdjustHandles="1" noChangeArrowheads="1" noChangeShapeType="1" noTextEdit="1"/>
              </p:cNvSpPr>
              <p:nvPr/>
            </p:nvSpPr>
            <p:spPr>
              <a:xfrm>
                <a:off x="2000250" y="3448050"/>
                <a:ext cx="9810750" cy="323850"/>
              </a:xfrm>
              <a:prstGeom prst="rect">
                <a:avLst/>
              </a:prstGeom>
              <a:blipFill>
                <a:blip r:embed="rId19"/>
                <a:stretch>
                  <a:fillRect t="-1887" b="-37736"/>
                </a:stretch>
              </a:blipFill>
              <a:ln w="0">
                <a:noFill/>
              </a:ln>
            </p:spPr>
            <p:txBody>
              <a:bodyPr/>
              <a:lstStyle/>
              <a:p>
                <a:r>
                  <a:rPr lang="it-IT">
                    <a:noFill/>
                  </a:rPr>
                  <a:t> </a:t>
                </a:r>
              </a:p>
            </p:txBody>
          </p:sp>
        </mc:Fallback>
      </mc:AlternateContent>
      <p:sp>
        <p:nvSpPr>
          <p:cNvPr id="140" name="s3_brace_128">
            <a:extLst>
              <a:ext uri="{FF2B5EF4-FFF2-40B4-BE49-F238E27FC236}">
                <a16:creationId xmlns:a16="http://schemas.microsoft.com/office/drawing/2014/main" id="{AE3F1DBF-80E6-4B02-AAFF-BD806EA45B44}"/>
              </a:ext>
            </a:extLst>
          </p:cNvPr>
          <p:cNvSpPr>
            <a:spLocks noGrp="1"/>
          </p:cNvSpPr>
          <p:nvPr/>
        </p:nvSpPr>
        <p:spPr>
          <a:xfrm>
            <a:off x="3905250" y="3867150"/>
            <a:ext cx="7905750" cy="95250"/>
          </a:xfrm>
          <a:custGeom>
            <a:avLst/>
            <a:gdLst/>
            <a:ahLst/>
            <a:cxnLst/>
            <a:rect l="0" t="0" r="0" b="0"/>
            <a:pathLst>
              <a:path w="7905750" h="95250">
                <a:moveTo>
                  <a:pt x="0" y="0"/>
                </a:moveTo>
                <a:cubicBezTo>
                  <a:pt x="0" y="85725"/>
                  <a:pt x="57150" y="57150"/>
                  <a:pt x="114300" y="57150"/>
                </a:cubicBezTo>
                <a:lnTo>
                  <a:pt x="3838575" y="57150"/>
                </a:lnTo>
                <a:cubicBezTo>
                  <a:pt x="3914775" y="57150"/>
                  <a:pt x="3924300" y="57150"/>
                  <a:pt x="3952875" y="95250"/>
                </a:cubicBezTo>
                <a:cubicBezTo>
                  <a:pt x="3981450" y="57150"/>
                  <a:pt x="3990975" y="57150"/>
                  <a:pt x="4067175" y="57150"/>
                </a:cubicBezTo>
                <a:lnTo>
                  <a:pt x="7791450" y="57150"/>
                </a:lnTo>
                <a:cubicBezTo>
                  <a:pt x="7848600" y="57150"/>
                  <a:pt x="7905750" y="85725"/>
                  <a:pt x="7905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41" name="s3_text_129" descr="2\ \mathrm{derivatives}\ \times\ (L-1)\ \mathrm{layers}">
                <a:extLst>
                  <a:ext uri="{FF2B5EF4-FFF2-40B4-BE49-F238E27FC236}">
                    <a16:creationId xmlns:a16="http://schemas.microsoft.com/office/drawing/2014/main" id="{2061F852-A941-471D-8AA6-A691DE20B8D4}"/>
                  </a:ext>
                </a:extLst>
              </p:cNvPr>
              <p:cNvSpPr>
                <a:spLocks noGrp="1"/>
              </p:cNvSpPr>
              <p:nvPr/>
            </p:nvSpPr>
            <p:spPr>
              <a:xfrm>
                <a:off x="3905250" y="3981450"/>
                <a:ext cx="7905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−1)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41" name="s3_text_129" descr="2\ \mathrm{derivatives}\ \times\ (L-1)\ \mathrm{layers}">
                <a:extLst>
                  <a:ext uri="{FF2B5EF4-FFF2-40B4-BE49-F238E27FC236}">
                    <a16:creationId xmlns:a16="http://schemas.microsoft.com/office/drawing/2014/main" id="{2061F852-A941-471D-8AA6-A691DE20B8D4}"/>
                  </a:ext>
                </a:extLst>
              </p:cNvPr>
              <p:cNvSpPr>
                <a:spLocks noGrp="1" noRot="1" noChangeAspect="1" noMove="1" noResize="1" noEditPoints="1" noAdjustHandles="1" noChangeArrowheads="1" noChangeShapeType="1" noTextEdit="1"/>
              </p:cNvSpPr>
              <p:nvPr/>
            </p:nvSpPr>
            <p:spPr>
              <a:xfrm>
                <a:off x="3905250" y="3981450"/>
                <a:ext cx="7905750" cy="323850"/>
              </a:xfrm>
              <a:prstGeom prst="rect">
                <a:avLst/>
              </a:prstGeom>
              <a:blipFill>
                <a:blip r:embed="rId20"/>
                <a:stretch>
                  <a:fillRect t="-1887"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42" name="s3_text_130" descr="\vdots">
                <a:extLst>
                  <a:ext uri="{FF2B5EF4-FFF2-40B4-BE49-F238E27FC236}">
                    <a16:creationId xmlns:a16="http://schemas.microsoft.com/office/drawing/2014/main" id="{91F2BC7F-E5CD-4F64-AC00-85138193F634}"/>
                  </a:ext>
                </a:extLst>
              </p:cNvPr>
              <p:cNvSpPr>
                <a:spLocks noGrp="1"/>
              </p:cNvSpPr>
              <p:nvPr/>
            </p:nvSpPr>
            <p:spPr>
              <a:xfrm>
                <a:off x="7029450" y="4381500"/>
                <a:ext cx="47625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m:t>
                      </m:r>
                    </m:oMath>
                  </m:oMathPara>
                </a14:m>
                <a:endParaRPr lang="en-GB" sz="2300"/>
              </a:p>
            </p:txBody>
          </p:sp>
        </mc:Choice>
        <mc:Fallback xmlns="">
          <p:sp>
            <p:nvSpPr>
              <p:cNvPr id="142" name="s3_text_130" descr="\vdots">
                <a:extLst>
                  <a:ext uri="{FF2B5EF4-FFF2-40B4-BE49-F238E27FC236}">
                    <a16:creationId xmlns:a16="http://schemas.microsoft.com/office/drawing/2014/main" id="{91F2BC7F-E5CD-4F64-AC00-85138193F634}"/>
                  </a:ext>
                </a:extLst>
              </p:cNvPr>
              <p:cNvSpPr>
                <a:spLocks noGrp="1" noRot="1" noChangeAspect="1" noMove="1" noResize="1" noEditPoints="1" noAdjustHandles="1" noChangeArrowheads="1" noChangeShapeType="1" noTextEdit="1"/>
              </p:cNvSpPr>
              <p:nvPr/>
            </p:nvSpPr>
            <p:spPr>
              <a:xfrm>
                <a:off x="7029450" y="4381500"/>
                <a:ext cx="476250" cy="361950"/>
              </a:xfrm>
              <a:prstGeom prst="rect">
                <a:avLst/>
              </a:prstGeom>
              <a:blipFill>
                <a:blip r:embed="rId21"/>
                <a:stretch>
                  <a:fillRect b="-3390"/>
                </a:stretch>
              </a:blipFill>
              <a:ln w="0">
                <a:noFill/>
              </a:ln>
            </p:spPr>
            <p:txBody>
              <a:bodyPr/>
              <a:lstStyle/>
              <a:p>
                <a:r>
                  <a:rPr lang="it-IT">
                    <a:noFill/>
                  </a:rPr>
                  <a:t> </a:t>
                </a:r>
              </a:p>
            </p:txBody>
          </p:sp>
        </mc:Fallback>
      </mc:AlternateContent>
      <p:sp>
        <p:nvSpPr>
          <p:cNvPr id="143" name="s3_brace_131">
            <a:extLst>
              <a:ext uri="{FF2B5EF4-FFF2-40B4-BE49-F238E27FC236}">
                <a16:creationId xmlns:a16="http://schemas.microsoft.com/office/drawing/2014/main" id="{C06A4B55-063E-4DFF-97AB-E4F63CC90D03}"/>
              </a:ext>
            </a:extLst>
          </p:cNvPr>
          <p:cNvSpPr>
            <a:spLocks noGrp="1"/>
          </p:cNvSpPr>
          <p:nvPr/>
        </p:nvSpPr>
        <p:spPr>
          <a:xfrm>
            <a:off x="8667750" y="4400550"/>
            <a:ext cx="3143250" cy="95250"/>
          </a:xfrm>
          <a:custGeom>
            <a:avLst/>
            <a:gdLst/>
            <a:ahLst/>
            <a:cxnLst/>
            <a:rect l="0" t="0" r="0" b="0"/>
            <a:pathLst>
              <a:path w="3143250" h="95250">
                <a:moveTo>
                  <a:pt x="0" y="0"/>
                </a:moveTo>
                <a:cubicBezTo>
                  <a:pt x="0" y="85725"/>
                  <a:pt x="57150" y="57150"/>
                  <a:pt x="114300" y="57150"/>
                </a:cubicBezTo>
                <a:lnTo>
                  <a:pt x="1457325" y="57150"/>
                </a:lnTo>
                <a:cubicBezTo>
                  <a:pt x="1533525" y="57150"/>
                  <a:pt x="1543050" y="57150"/>
                  <a:pt x="1571625" y="95250"/>
                </a:cubicBezTo>
                <a:cubicBezTo>
                  <a:pt x="1600200" y="57150"/>
                  <a:pt x="1609725" y="57150"/>
                  <a:pt x="1685925" y="57150"/>
                </a:cubicBezTo>
                <a:lnTo>
                  <a:pt x="3028950" y="57150"/>
                </a:lnTo>
                <a:cubicBezTo>
                  <a:pt x="3086100" y="57150"/>
                  <a:pt x="3143250" y="85725"/>
                  <a:pt x="31432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44" name="s3_text_132" descr="2\ \mathrm{derivatives}\ \times\ 1\ \mathrm{layer}">
                <a:extLst>
                  <a:ext uri="{FF2B5EF4-FFF2-40B4-BE49-F238E27FC236}">
                    <a16:creationId xmlns:a16="http://schemas.microsoft.com/office/drawing/2014/main" id="{04D2BD1F-00C2-4069-A83B-BDF04D6EBD48}"/>
                  </a:ext>
                </a:extLst>
              </p:cNvPr>
              <p:cNvSpPr>
                <a:spLocks noGrp="1"/>
              </p:cNvSpPr>
              <p:nvPr/>
            </p:nvSpPr>
            <p:spPr>
              <a:xfrm>
                <a:off x="8286750" y="4524375"/>
                <a:ext cx="39052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1 </m:t>
                      </m:r>
                      <m:r>
                        <m:rPr>
                          <m:sty m:val="p"/>
                        </m:rPr>
                        <a:rPr lang="en-GB" sz="2200">
                          <a:solidFill>
                            <a:srgbClr val="526276"/>
                          </a:solidFill>
                          <a:latin typeface="Cambria Math"/>
                          <a:ea typeface="Cambria Math"/>
                          <a:cs typeface="Cambria Math"/>
                        </a:rPr>
                        <m:t>layer</m:t>
                      </m:r>
                    </m:oMath>
                  </m:oMathPara>
                </a14:m>
                <a:endParaRPr lang="en-GB" sz="2200"/>
              </a:p>
            </p:txBody>
          </p:sp>
        </mc:Choice>
        <mc:Fallback xmlns="">
          <p:sp>
            <p:nvSpPr>
              <p:cNvPr id="144" name="s3_text_132" descr="2\ \mathrm{derivatives}\ \times\ 1\ \mathrm{layer}">
                <a:extLst>
                  <a:ext uri="{FF2B5EF4-FFF2-40B4-BE49-F238E27FC236}">
                    <a16:creationId xmlns:a16="http://schemas.microsoft.com/office/drawing/2014/main" id="{04D2BD1F-00C2-4069-A83B-BDF04D6EBD48}"/>
                  </a:ext>
                </a:extLst>
              </p:cNvPr>
              <p:cNvSpPr>
                <a:spLocks noGrp="1" noRot="1" noChangeAspect="1" noMove="1" noResize="1" noEditPoints="1" noAdjustHandles="1" noChangeArrowheads="1" noChangeShapeType="1" noTextEdit="1"/>
              </p:cNvSpPr>
              <p:nvPr/>
            </p:nvSpPr>
            <p:spPr>
              <a:xfrm>
                <a:off x="8286750" y="4524375"/>
                <a:ext cx="3905250" cy="323850"/>
              </a:xfrm>
              <a:prstGeom prst="rect">
                <a:avLst/>
              </a:prstGeom>
              <a:blipFill>
                <a:blip r:embed="rId22"/>
                <a:stretch>
                  <a:fillRect t="-1887" b="-39623"/>
                </a:stretch>
              </a:blipFill>
              <a:ln w="0">
                <a:noFill/>
              </a:ln>
            </p:spPr>
            <p:txBody>
              <a:bodyPr/>
              <a:lstStyle/>
              <a:p>
                <a:r>
                  <a:rPr lang="it-IT">
                    <a:noFill/>
                  </a:rPr>
                  <a:t> </a:t>
                </a:r>
              </a:p>
            </p:txBody>
          </p:sp>
        </mc:Fallback>
      </mc:AlternateContent>
      <p:sp>
        <p:nvSpPr>
          <p:cNvPr id="145" name="s3_text_133">
            <a:extLst>
              <a:ext uri="{FF2B5EF4-FFF2-40B4-BE49-F238E27FC236}">
                <a16:creationId xmlns:a16="http://schemas.microsoft.com/office/drawing/2014/main" id="{A477BECC-0573-4487-8305-16088FF1C575}"/>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146" name="s4_shape_134">
            <a:extLst>
              <a:ext uri="{FF2B5EF4-FFF2-40B4-BE49-F238E27FC236}">
                <a16:creationId xmlns:a16="http://schemas.microsoft.com/office/drawing/2014/main" id="{3C581321-923E-40EC-9F2E-D2AD5413F7C6}"/>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147" name="s4_text_135">
            <a:extLst>
              <a:ext uri="{FF2B5EF4-FFF2-40B4-BE49-F238E27FC236}">
                <a16:creationId xmlns:a16="http://schemas.microsoft.com/office/drawing/2014/main" id="{3441FB2F-7F10-4D14-BFA1-83F58205FEA4}"/>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148" name="s4_shape_136">
            <a:extLst>
              <a:ext uri="{FF2B5EF4-FFF2-40B4-BE49-F238E27FC236}">
                <a16:creationId xmlns:a16="http://schemas.microsoft.com/office/drawing/2014/main" id="{336FF2CB-D7A9-45AD-9F4D-51DF6AE3DDDE}"/>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49" name="s4_text_137" descr="\phi_0(x)">
                <a:extLst>
                  <a:ext uri="{FF2B5EF4-FFF2-40B4-BE49-F238E27FC236}">
                    <a16:creationId xmlns:a16="http://schemas.microsoft.com/office/drawing/2014/main" id="{FCA7D80B-429F-4116-9A4B-EC05F4051123}"/>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49" name="s4_text_137" descr="\phi_0(x)">
                <a:extLst>
                  <a:ext uri="{FF2B5EF4-FFF2-40B4-BE49-F238E27FC236}">
                    <a16:creationId xmlns:a16="http://schemas.microsoft.com/office/drawing/2014/main" id="{FCA7D80B-429F-4116-9A4B-EC05F4051123}"/>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150" name="s4_line_138">
            <a:extLst>
              <a:ext uri="{FF2B5EF4-FFF2-40B4-BE49-F238E27FC236}">
                <a16:creationId xmlns:a16="http://schemas.microsoft.com/office/drawing/2014/main" id="{92F8090D-A592-401A-BF0B-6D73806AA20C}"/>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151" name="s4_shape_139">
            <a:extLst>
              <a:ext uri="{FF2B5EF4-FFF2-40B4-BE49-F238E27FC236}">
                <a16:creationId xmlns:a16="http://schemas.microsoft.com/office/drawing/2014/main" id="{9A8B9F73-C700-4652-B4C7-837223C8C8F4}"/>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52" name="s4_text_140" descr="\phi_1(x)">
                <a:extLst>
                  <a:ext uri="{FF2B5EF4-FFF2-40B4-BE49-F238E27FC236}">
                    <a16:creationId xmlns:a16="http://schemas.microsoft.com/office/drawing/2014/main" id="{B38075E5-6907-440E-9909-C6B7FF129B1E}"/>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52" name="s4_text_140" descr="\phi_1(x)">
                <a:extLst>
                  <a:ext uri="{FF2B5EF4-FFF2-40B4-BE49-F238E27FC236}">
                    <a16:creationId xmlns:a16="http://schemas.microsoft.com/office/drawing/2014/main" id="{B38075E5-6907-440E-9909-C6B7FF129B1E}"/>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3" name="s4_text_141" descr="\mathrm{Layer}\ 1">
                <a:extLst>
                  <a:ext uri="{FF2B5EF4-FFF2-40B4-BE49-F238E27FC236}">
                    <a16:creationId xmlns:a16="http://schemas.microsoft.com/office/drawing/2014/main" id="{F3365FA9-8DB5-4F89-BB35-C37E32F53663}"/>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153" name="s4_text_141" descr="\mathrm{Layer}\ 1">
                <a:extLst>
                  <a:ext uri="{FF2B5EF4-FFF2-40B4-BE49-F238E27FC236}">
                    <a16:creationId xmlns:a16="http://schemas.microsoft.com/office/drawing/2014/main" id="{F3365FA9-8DB5-4F89-BB35-C37E32F53663}"/>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4" name="s4_text_142" descr="w_{1}, b_{1}">
                <a:extLst>
                  <a:ext uri="{FF2B5EF4-FFF2-40B4-BE49-F238E27FC236}">
                    <a16:creationId xmlns:a16="http://schemas.microsoft.com/office/drawing/2014/main" id="{E21EAE10-60F7-4892-BC66-68EDC6E72A2B}"/>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154" name="s4_text_142" descr="w_{1}, b_{1}">
                <a:extLst>
                  <a:ext uri="{FF2B5EF4-FFF2-40B4-BE49-F238E27FC236}">
                    <a16:creationId xmlns:a16="http://schemas.microsoft.com/office/drawing/2014/main" id="{E21EAE10-60F7-4892-BC66-68EDC6E72A2B}"/>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155" name="s4_line_143">
            <a:extLst>
              <a:ext uri="{FF2B5EF4-FFF2-40B4-BE49-F238E27FC236}">
                <a16:creationId xmlns:a16="http://schemas.microsoft.com/office/drawing/2014/main" id="{F97B4264-789C-4487-ADAE-75B995BBEFBC}"/>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156" name="s4_shape_144">
            <a:extLst>
              <a:ext uri="{FF2B5EF4-FFF2-40B4-BE49-F238E27FC236}">
                <a16:creationId xmlns:a16="http://schemas.microsoft.com/office/drawing/2014/main" id="{11977F20-9989-4D5C-8560-1E8DBF731CBC}"/>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57" name="s4_text_145" descr="\phi_2(x)">
                <a:extLst>
                  <a:ext uri="{FF2B5EF4-FFF2-40B4-BE49-F238E27FC236}">
                    <a16:creationId xmlns:a16="http://schemas.microsoft.com/office/drawing/2014/main" id="{35BBAEF1-7D9D-474C-9978-0AA6964A23BA}"/>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57" name="s4_text_145" descr="\phi_2(x)">
                <a:extLst>
                  <a:ext uri="{FF2B5EF4-FFF2-40B4-BE49-F238E27FC236}">
                    <a16:creationId xmlns:a16="http://schemas.microsoft.com/office/drawing/2014/main" id="{35BBAEF1-7D9D-474C-9978-0AA6964A23BA}"/>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8" name="s4_text_146" descr="\mathrm{Layer}\ 2">
                <a:extLst>
                  <a:ext uri="{FF2B5EF4-FFF2-40B4-BE49-F238E27FC236}">
                    <a16:creationId xmlns:a16="http://schemas.microsoft.com/office/drawing/2014/main" id="{A4720C31-C20F-4458-ACDD-010282E73824}"/>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158" name="s4_text_146" descr="\mathrm{Layer}\ 2">
                <a:extLst>
                  <a:ext uri="{FF2B5EF4-FFF2-40B4-BE49-F238E27FC236}">
                    <a16:creationId xmlns:a16="http://schemas.microsoft.com/office/drawing/2014/main" id="{A4720C31-C20F-4458-ACDD-010282E73824}"/>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59" name="s4_text_147" descr="w_{2}, b_{2}">
                <a:extLst>
                  <a:ext uri="{FF2B5EF4-FFF2-40B4-BE49-F238E27FC236}">
                    <a16:creationId xmlns:a16="http://schemas.microsoft.com/office/drawing/2014/main" id="{E387A595-DAB8-463C-A693-990DF6A8C3CA}"/>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159" name="s4_text_147" descr="w_{2}, b_{2}">
                <a:extLst>
                  <a:ext uri="{FF2B5EF4-FFF2-40B4-BE49-F238E27FC236}">
                    <a16:creationId xmlns:a16="http://schemas.microsoft.com/office/drawing/2014/main" id="{E387A595-DAB8-463C-A693-990DF6A8C3CA}"/>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160" name="s4_line_148">
            <a:extLst>
              <a:ext uri="{FF2B5EF4-FFF2-40B4-BE49-F238E27FC236}">
                <a16:creationId xmlns:a16="http://schemas.microsoft.com/office/drawing/2014/main" id="{E11D2060-60AB-4305-95E2-748082E0D24A}"/>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61" name="s4_text_149" descr="\cdots">
                <a:extLst>
                  <a:ext uri="{FF2B5EF4-FFF2-40B4-BE49-F238E27FC236}">
                    <a16:creationId xmlns:a16="http://schemas.microsoft.com/office/drawing/2014/main" id="{B29F4017-937C-40C4-B750-43C759561C70}"/>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161" name="s4_text_149" descr="\cdots">
                <a:extLst>
                  <a:ext uri="{FF2B5EF4-FFF2-40B4-BE49-F238E27FC236}">
                    <a16:creationId xmlns:a16="http://schemas.microsoft.com/office/drawing/2014/main" id="{B29F4017-937C-40C4-B750-43C759561C70}"/>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162" name="s4_line_150">
            <a:extLst>
              <a:ext uri="{FF2B5EF4-FFF2-40B4-BE49-F238E27FC236}">
                <a16:creationId xmlns:a16="http://schemas.microsoft.com/office/drawing/2014/main" id="{F983931D-A4A7-409A-BAB3-36459D85EAD9}"/>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163" name="s4_shape_151">
            <a:extLst>
              <a:ext uri="{FF2B5EF4-FFF2-40B4-BE49-F238E27FC236}">
                <a16:creationId xmlns:a16="http://schemas.microsoft.com/office/drawing/2014/main" id="{3091C769-8EE9-4BEC-8AF4-0E3D68595D9B}"/>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4" name="s4_text_152" descr="\phi_{L-1}(x)">
                <a:extLst>
                  <a:ext uri="{FF2B5EF4-FFF2-40B4-BE49-F238E27FC236}">
                    <a16:creationId xmlns:a16="http://schemas.microsoft.com/office/drawing/2014/main" id="{5EDD586D-C4D5-4238-ADD7-B1303EE396CC}"/>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64" name="s4_text_152" descr="\phi_{L-1}(x)">
                <a:extLst>
                  <a:ext uri="{FF2B5EF4-FFF2-40B4-BE49-F238E27FC236}">
                    <a16:creationId xmlns:a16="http://schemas.microsoft.com/office/drawing/2014/main" id="{5EDD586D-C4D5-4238-ADD7-B1303EE396CC}"/>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5" name="s4_text_153" descr="\mathrm{Layer}\ L-1">
                <a:extLst>
                  <a:ext uri="{FF2B5EF4-FFF2-40B4-BE49-F238E27FC236}">
                    <a16:creationId xmlns:a16="http://schemas.microsoft.com/office/drawing/2014/main" id="{DE340C8D-EF63-42BA-91C8-534CA06BFA8C}"/>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165" name="s4_text_153" descr="\mathrm{Layer}\ L-1">
                <a:extLst>
                  <a:ext uri="{FF2B5EF4-FFF2-40B4-BE49-F238E27FC236}">
                    <a16:creationId xmlns:a16="http://schemas.microsoft.com/office/drawing/2014/main" id="{DE340C8D-EF63-42BA-91C8-534CA06BFA8C}"/>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6" name="s4_text_154" descr="w_{L-1}, b_{L-1}">
                <a:extLst>
                  <a:ext uri="{FF2B5EF4-FFF2-40B4-BE49-F238E27FC236}">
                    <a16:creationId xmlns:a16="http://schemas.microsoft.com/office/drawing/2014/main" id="{AC7EACBB-36AE-400F-86FE-1AD42FD44D34}"/>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166" name="s4_text_154" descr="w_{L-1}, b_{L-1}">
                <a:extLst>
                  <a:ext uri="{FF2B5EF4-FFF2-40B4-BE49-F238E27FC236}">
                    <a16:creationId xmlns:a16="http://schemas.microsoft.com/office/drawing/2014/main" id="{AC7EACBB-36AE-400F-86FE-1AD42FD44D34}"/>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167" name="s4_line_155">
            <a:extLst>
              <a:ext uri="{FF2B5EF4-FFF2-40B4-BE49-F238E27FC236}">
                <a16:creationId xmlns:a16="http://schemas.microsoft.com/office/drawing/2014/main" id="{CA232F74-12AA-4213-9385-56005D44CCE4}"/>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168" name="s4_shape_156">
            <a:extLst>
              <a:ext uri="{FF2B5EF4-FFF2-40B4-BE49-F238E27FC236}">
                <a16:creationId xmlns:a16="http://schemas.microsoft.com/office/drawing/2014/main" id="{434B5EE1-58CA-47A2-A4EA-27384E981F30}"/>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69" name="s4_text_157" descr="a_L(x)">
                <a:extLst>
                  <a:ext uri="{FF2B5EF4-FFF2-40B4-BE49-F238E27FC236}">
                    <a16:creationId xmlns:a16="http://schemas.microsoft.com/office/drawing/2014/main" id="{822A76C7-0682-49F8-ABF1-8E9E91AB8806}"/>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69" name="s4_text_157" descr="a_L(x)">
                <a:extLst>
                  <a:ext uri="{FF2B5EF4-FFF2-40B4-BE49-F238E27FC236}">
                    <a16:creationId xmlns:a16="http://schemas.microsoft.com/office/drawing/2014/main" id="{822A76C7-0682-49F8-ABF1-8E9E91AB8806}"/>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0" name="s4_text_158" descr="\mathrm{Layer}\ L">
                <a:extLst>
                  <a:ext uri="{FF2B5EF4-FFF2-40B4-BE49-F238E27FC236}">
                    <a16:creationId xmlns:a16="http://schemas.microsoft.com/office/drawing/2014/main" id="{BE841973-4A57-4774-9350-D46E135CF02D}"/>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170" name="s4_text_158" descr="\mathrm{Layer}\ L">
                <a:extLst>
                  <a:ext uri="{FF2B5EF4-FFF2-40B4-BE49-F238E27FC236}">
                    <a16:creationId xmlns:a16="http://schemas.microsoft.com/office/drawing/2014/main" id="{BE841973-4A57-4774-9350-D46E135CF02D}"/>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1" name="s4_text_159" descr="w_{L}, b_{L}">
                <a:extLst>
                  <a:ext uri="{FF2B5EF4-FFF2-40B4-BE49-F238E27FC236}">
                    <a16:creationId xmlns:a16="http://schemas.microsoft.com/office/drawing/2014/main" id="{1DA501E1-7407-4649-AAF8-CA756C06621B}"/>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171" name="s4_text_159" descr="w_{L}, b_{L}">
                <a:extLst>
                  <a:ext uri="{FF2B5EF4-FFF2-40B4-BE49-F238E27FC236}">
                    <a16:creationId xmlns:a16="http://schemas.microsoft.com/office/drawing/2014/main" id="{1DA501E1-7407-4649-AAF8-CA756C06621B}"/>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172" name="s4_line_160">
            <a:extLst>
              <a:ext uri="{FF2B5EF4-FFF2-40B4-BE49-F238E27FC236}">
                <a16:creationId xmlns:a16="http://schemas.microsoft.com/office/drawing/2014/main" id="{70752F56-B33E-4FA5-BC58-F5D1035F65F0}"/>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173" name="s4_shape_161">
            <a:extLst>
              <a:ext uri="{FF2B5EF4-FFF2-40B4-BE49-F238E27FC236}">
                <a16:creationId xmlns:a16="http://schemas.microsoft.com/office/drawing/2014/main" id="{DB142CEA-E54C-4710-8CD9-92ED8FEA23FF}"/>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74" name="s4_text_162" descr="\mathcal{L}_{\mathrm{sq}}(\boldsymbol{\theta})">
                <a:extLst>
                  <a:ext uri="{FF2B5EF4-FFF2-40B4-BE49-F238E27FC236}">
                    <a16:creationId xmlns:a16="http://schemas.microsoft.com/office/drawing/2014/main" id="{9919D6AA-8F91-489E-84CE-E6FD45F740DA}"/>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174" name="s4_text_162" descr="\mathcal{L}_{\mathrm{sq}}(\boldsymbol{\theta})">
                <a:extLst>
                  <a:ext uri="{FF2B5EF4-FFF2-40B4-BE49-F238E27FC236}">
                    <a16:creationId xmlns:a16="http://schemas.microsoft.com/office/drawing/2014/main" id="{9919D6AA-8F91-489E-84CE-E6FD45F740DA}"/>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175" name="s4_brace_163">
            <a:extLst>
              <a:ext uri="{FF2B5EF4-FFF2-40B4-BE49-F238E27FC236}">
                <a16:creationId xmlns:a16="http://schemas.microsoft.com/office/drawing/2014/main" id="{078266DD-B524-400A-B61D-6092CFC85F63}"/>
              </a:ext>
            </a:extLst>
          </p:cNvPr>
          <p:cNvSpPr>
            <a:spLocks noGrp="1"/>
          </p:cNvSpPr>
          <p:nvPr/>
        </p:nvSpPr>
        <p:spPr>
          <a:xfrm>
            <a:off x="2000250" y="3333750"/>
            <a:ext cx="9810750" cy="95250"/>
          </a:xfrm>
          <a:custGeom>
            <a:avLst/>
            <a:gdLst/>
            <a:ahLst/>
            <a:cxnLst/>
            <a:rect l="0" t="0" r="0" b="0"/>
            <a:pathLst>
              <a:path w="9810750" h="95250">
                <a:moveTo>
                  <a:pt x="0" y="0"/>
                </a:moveTo>
                <a:cubicBezTo>
                  <a:pt x="0" y="85725"/>
                  <a:pt x="57150" y="57150"/>
                  <a:pt x="114300" y="57150"/>
                </a:cubicBezTo>
                <a:lnTo>
                  <a:pt x="4791075" y="57150"/>
                </a:lnTo>
                <a:cubicBezTo>
                  <a:pt x="4867275" y="57150"/>
                  <a:pt x="4876800" y="57150"/>
                  <a:pt x="4905375" y="95250"/>
                </a:cubicBezTo>
                <a:cubicBezTo>
                  <a:pt x="4933950" y="57150"/>
                  <a:pt x="4943475" y="57150"/>
                  <a:pt x="5019675" y="57150"/>
                </a:cubicBezTo>
                <a:lnTo>
                  <a:pt x="9696450" y="57150"/>
                </a:lnTo>
                <a:cubicBezTo>
                  <a:pt x="9753600" y="57150"/>
                  <a:pt x="9810750" y="85725"/>
                  <a:pt x="9810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76" name="s4_text_164" descr="2\ \mathrm{derivatives}\ \times\ L\ \mathrm{layers}">
                <a:extLst>
                  <a:ext uri="{FF2B5EF4-FFF2-40B4-BE49-F238E27FC236}">
                    <a16:creationId xmlns:a16="http://schemas.microsoft.com/office/drawing/2014/main" id="{4E94B8C5-8D8A-4C35-AEDE-53B00919919D}"/>
                  </a:ext>
                </a:extLst>
              </p:cNvPr>
              <p:cNvSpPr>
                <a:spLocks noGrp="1"/>
              </p:cNvSpPr>
              <p:nvPr/>
            </p:nvSpPr>
            <p:spPr>
              <a:xfrm>
                <a:off x="2000250" y="3448050"/>
                <a:ext cx="9810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76" name="s4_text_164" descr="2\ \mathrm{derivatives}\ \times\ L\ \mathrm{layers}">
                <a:extLst>
                  <a:ext uri="{FF2B5EF4-FFF2-40B4-BE49-F238E27FC236}">
                    <a16:creationId xmlns:a16="http://schemas.microsoft.com/office/drawing/2014/main" id="{4E94B8C5-8D8A-4C35-AEDE-53B00919919D}"/>
                  </a:ext>
                </a:extLst>
              </p:cNvPr>
              <p:cNvSpPr>
                <a:spLocks noGrp="1" noRot="1" noChangeAspect="1" noMove="1" noResize="1" noEditPoints="1" noAdjustHandles="1" noChangeArrowheads="1" noChangeShapeType="1" noTextEdit="1"/>
              </p:cNvSpPr>
              <p:nvPr/>
            </p:nvSpPr>
            <p:spPr>
              <a:xfrm>
                <a:off x="2000250" y="3448050"/>
                <a:ext cx="9810750" cy="323850"/>
              </a:xfrm>
              <a:prstGeom prst="rect">
                <a:avLst/>
              </a:prstGeom>
              <a:blipFill>
                <a:blip r:embed="rId19"/>
                <a:stretch>
                  <a:fillRect t="-1887" b="-37736"/>
                </a:stretch>
              </a:blipFill>
              <a:ln w="0">
                <a:noFill/>
              </a:ln>
            </p:spPr>
            <p:txBody>
              <a:bodyPr/>
              <a:lstStyle/>
              <a:p>
                <a:r>
                  <a:rPr lang="it-IT">
                    <a:noFill/>
                  </a:rPr>
                  <a:t> </a:t>
                </a:r>
              </a:p>
            </p:txBody>
          </p:sp>
        </mc:Fallback>
      </mc:AlternateContent>
      <p:sp>
        <p:nvSpPr>
          <p:cNvPr id="177" name="s4_brace_165">
            <a:extLst>
              <a:ext uri="{FF2B5EF4-FFF2-40B4-BE49-F238E27FC236}">
                <a16:creationId xmlns:a16="http://schemas.microsoft.com/office/drawing/2014/main" id="{0D8E2404-8130-439B-9AAB-6A1C159285D8}"/>
              </a:ext>
            </a:extLst>
          </p:cNvPr>
          <p:cNvSpPr>
            <a:spLocks noGrp="1"/>
          </p:cNvSpPr>
          <p:nvPr/>
        </p:nvSpPr>
        <p:spPr>
          <a:xfrm>
            <a:off x="3905250" y="3867150"/>
            <a:ext cx="7905750" cy="95250"/>
          </a:xfrm>
          <a:custGeom>
            <a:avLst/>
            <a:gdLst/>
            <a:ahLst/>
            <a:cxnLst/>
            <a:rect l="0" t="0" r="0" b="0"/>
            <a:pathLst>
              <a:path w="7905750" h="95250">
                <a:moveTo>
                  <a:pt x="0" y="0"/>
                </a:moveTo>
                <a:cubicBezTo>
                  <a:pt x="0" y="85725"/>
                  <a:pt x="57150" y="57150"/>
                  <a:pt x="114300" y="57150"/>
                </a:cubicBezTo>
                <a:lnTo>
                  <a:pt x="3838575" y="57150"/>
                </a:lnTo>
                <a:cubicBezTo>
                  <a:pt x="3914775" y="57150"/>
                  <a:pt x="3924300" y="57150"/>
                  <a:pt x="3952875" y="95250"/>
                </a:cubicBezTo>
                <a:cubicBezTo>
                  <a:pt x="3981450" y="57150"/>
                  <a:pt x="3990975" y="57150"/>
                  <a:pt x="4067175" y="57150"/>
                </a:cubicBezTo>
                <a:lnTo>
                  <a:pt x="7791450" y="57150"/>
                </a:lnTo>
                <a:cubicBezTo>
                  <a:pt x="7848600" y="57150"/>
                  <a:pt x="7905750" y="85725"/>
                  <a:pt x="7905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78" name="s4_text_166" descr="2\ \mathrm{derivatives}\ \times\ (L-1)\ \mathrm{layers}">
                <a:extLst>
                  <a:ext uri="{FF2B5EF4-FFF2-40B4-BE49-F238E27FC236}">
                    <a16:creationId xmlns:a16="http://schemas.microsoft.com/office/drawing/2014/main" id="{F74BA1BA-D94D-43EB-8200-EDB5953F959F}"/>
                  </a:ext>
                </a:extLst>
              </p:cNvPr>
              <p:cNvSpPr>
                <a:spLocks noGrp="1"/>
              </p:cNvSpPr>
              <p:nvPr/>
            </p:nvSpPr>
            <p:spPr>
              <a:xfrm>
                <a:off x="3905250" y="3981450"/>
                <a:ext cx="7905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−1)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178" name="s4_text_166" descr="2\ \mathrm{derivatives}\ \times\ (L-1)\ \mathrm{layers}">
                <a:extLst>
                  <a:ext uri="{FF2B5EF4-FFF2-40B4-BE49-F238E27FC236}">
                    <a16:creationId xmlns:a16="http://schemas.microsoft.com/office/drawing/2014/main" id="{F74BA1BA-D94D-43EB-8200-EDB5953F959F}"/>
                  </a:ext>
                </a:extLst>
              </p:cNvPr>
              <p:cNvSpPr>
                <a:spLocks noGrp="1" noRot="1" noChangeAspect="1" noMove="1" noResize="1" noEditPoints="1" noAdjustHandles="1" noChangeArrowheads="1" noChangeShapeType="1" noTextEdit="1"/>
              </p:cNvSpPr>
              <p:nvPr/>
            </p:nvSpPr>
            <p:spPr>
              <a:xfrm>
                <a:off x="3905250" y="3981450"/>
                <a:ext cx="7905750" cy="323850"/>
              </a:xfrm>
              <a:prstGeom prst="rect">
                <a:avLst/>
              </a:prstGeom>
              <a:blipFill>
                <a:blip r:embed="rId20"/>
                <a:stretch>
                  <a:fillRect t="-1887"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9" name="s4_text_167" descr="\vdots">
                <a:extLst>
                  <a:ext uri="{FF2B5EF4-FFF2-40B4-BE49-F238E27FC236}">
                    <a16:creationId xmlns:a16="http://schemas.microsoft.com/office/drawing/2014/main" id="{30DA47F9-014A-4941-9592-565B40081C38}"/>
                  </a:ext>
                </a:extLst>
              </p:cNvPr>
              <p:cNvSpPr>
                <a:spLocks noGrp="1"/>
              </p:cNvSpPr>
              <p:nvPr/>
            </p:nvSpPr>
            <p:spPr>
              <a:xfrm>
                <a:off x="7029450" y="4381500"/>
                <a:ext cx="47625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m:t>
                      </m:r>
                    </m:oMath>
                  </m:oMathPara>
                </a14:m>
                <a:endParaRPr lang="en-GB" sz="2300"/>
              </a:p>
            </p:txBody>
          </p:sp>
        </mc:Choice>
        <mc:Fallback xmlns="">
          <p:sp>
            <p:nvSpPr>
              <p:cNvPr id="179" name="s4_text_167" descr="\vdots">
                <a:extLst>
                  <a:ext uri="{FF2B5EF4-FFF2-40B4-BE49-F238E27FC236}">
                    <a16:creationId xmlns:a16="http://schemas.microsoft.com/office/drawing/2014/main" id="{30DA47F9-014A-4941-9592-565B40081C38}"/>
                  </a:ext>
                </a:extLst>
              </p:cNvPr>
              <p:cNvSpPr>
                <a:spLocks noGrp="1" noRot="1" noChangeAspect="1" noMove="1" noResize="1" noEditPoints="1" noAdjustHandles="1" noChangeArrowheads="1" noChangeShapeType="1" noTextEdit="1"/>
              </p:cNvSpPr>
              <p:nvPr/>
            </p:nvSpPr>
            <p:spPr>
              <a:xfrm>
                <a:off x="7029450" y="4381500"/>
                <a:ext cx="476250" cy="361950"/>
              </a:xfrm>
              <a:prstGeom prst="rect">
                <a:avLst/>
              </a:prstGeom>
              <a:blipFill>
                <a:blip r:embed="rId21"/>
                <a:stretch>
                  <a:fillRect b="-3390"/>
                </a:stretch>
              </a:blipFill>
              <a:ln w="0">
                <a:noFill/>
              </a:ln>
            </p:spPr>
            <p:txBody>
              <a:bodyPr/>
              <a:lstStyle/>
              <a:p>
                <a:r>
                  <a:rPr lang="it-IT">
                    <a:noFill/>
                  </a:rPr>
                  <a:t> </a:t>
                </a:r>
              </a:p>
            </p:txBody>
          </p:sp>
        </mc:Fallback>
      </mc:AlternateContent>
      <p:sp>
        <p:nvSpPr>
          <p:cNvPr id="180" name="s4_brace_168">
            <a:extLst>
              <a:ext uri="{FF2B5EF4-FFF2-40B4-BE49-F238E27FC236}">
                <a16:creationId xmlns:a16="http://schemas.microsoft.com/office/drawing/2014/main" id="{502E735A-8ED8-4AE3-A43A-6B1A61A749DC}"/>
              </a:ext>
            </a:extLst>
          </p:cNvPr>
          <p:cNvSpPr>
            <a:spLocks noGrp="1"/>
          </p:cNvSpPr>
          <p:nvPr/>
        </p:nvSpPr>
        <p:spPr>
          <a:xfrm>
            <a:off x="8667750" y="4400550"/>
            <a:ext cx="3143250" cy="95250"/>
          </a:xfrm>
          <a:custGeom>
            <a:avLst/>
            <a:gdLst/>
            <a:ahLst/>
            <a:cxnLst/>
            <a:rect l="0" t="0" r="0" b="0"/>
            <a:pathLst>
              <a:path w="3143250" h="95250">
                <a:moveTo>
                  <a:pt x="0" y="0"/>
                </a:moveTo>
                <a:cubicBezTo>
                  <a:pt x="0" y="85725"/>
                  <a:pt x="57150" y="57150"/>
                  <a:pt x="114300" y="57150"/>
                </a:cubicBezTo>
                <a:lnTo>
                  <a:pt x="1457325" y="57150"/>
                </a:lnTo>
                <a:cubicBezTo>
                  <a:pt x="1533525" y="57150"/>
                  <a:pt x="1543050" y="57150"/>
                  <a:pt x="1571625" y="95250"/>
                </a:cubicBezTo>
                <a:cubicBezTo>
                  <a:pt x="1600200" y="57150"/>
                  <a:pt x="1609725" y="57150"/>
                  <a:pt x="1685925" y="57150"/>
                </a:cubicBezTo>
                <a:lnTo>
                  <a:pt x="3028950" y="57150"/>
                </a:lnTo>
                <a:cubicBezTo>
                  <a:pt x="3086100" y="57150"/>
                  <a:pt x="3143250" y="85725"/>
                  <a:pt x="31432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181" name="s4_text_169" descr="2\ \mathrm{derivatives}\ \times\ 1\ \mathrm{layer}">
                <a:extLst>
                  <a:ext uri="{FF2B5EF4-FFF2-40B4-BE49-F238E27FC236}">
                    <a16:creationId xmlns:a16="http://schemas.microsoft.com/office/drawing/2014/main" id="{CB564D9A-2D43-4647-B330-DD4120C42F33}"/>
                  </a:ext>
                </a:extLst>
              </p:cNvPr>
              <p:cNvSpPr>
                <a:spLocks noGrp="1"/>
              </p:cNvSpPr>
              <p:nvPr/>
            </p:nvSpPr>
            <p:spPr>
              <a:xfrm>
                <a:off x="8286750" y="4524375"/>
                <a:ext cx="39052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1 </m:t>
                      </m:r>
                      <m:r>
                        <m:rPr>
                          <m:sty m:val="p"/>
                        </m:rPr>
                        <a:rPr lang="en-GB" sz="2200">
                          <a:solidFill>
                            <a:srgbClr val="526276"/>
                          </a:solidFill>
                          <a:latin typeface="Cambria Math"/>
                          <a:ea typeface="Cambria Math"/>
                          <a:cs typeface="Cambria Math"/>
                        </a:rPr>
                        <m:t>layer</m:t>
                      </m:r>
                    </m:oMath>
                  </m:oMathPara>
                </a14:m>
                <a:endParaRPr lang="en-GB" sz="2200"/>
              </a:p>
            </p:txBody>
          </p:sp>
        </mc:Choice>
        <mc:Fallback xmlns="">
          <p:sp>
            <p:nvSpPr>
              <p:cNvPr id="181" name="s4_text_169" descr="2\ \mathrm{derivatives}\ \times\ 1\ \mathrm{layer}">
                <a:extLst>
                  <a:ext uri="{FF2B5EF4-FFF2-40B4-BE49-F238E27FC236}">
                    <a16:creationId xmlns:a16="http://schemas.microsoft.com/office/drawing/2014/main" id="{CB564D9A-2D43-4647-B330-DD4120C42F33}"/>
                  </a:ext>
                </a:extLst>
              </p:cNvPr>
              <p:cNvSpPr>
                <a:spLocks noGrp="1" noRot="1" noChangeAspect="1" noMove="1" noResize="1" noEditPoints="1" noAdjustHandles="1" noChangeArrowheads="1" noChangeShapeType="1" noTextEdit="1"/>
              </p:cNvSpPr>
              <p:nvPr/>
            </p:nvSpPr>
            <p:spPr>
              <a:xfrm>
                <a:off x="8286750" y="4524375"/>
                <a:ext cx="3905250" cy="323850"/>
              </a:xfrm>
              <a:prstGeom prst="rect">
                <a:avLst/>
              </a:prstGeom>
              <a:blipFill>
                <a:blip r:embed="rId22"/>
                <a:stretch>
                  <a:fillRect t="-1887"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82" name="s4_text_170" descr="2\left[L+(L-1)+\cdots+1\right]=2\frac{L(L+1)}{2}=L(L+1)">
                <a:extLst>
                  <a:ext uri="{FF2B5EF4-FFF2-40B4-BE49-F238E27FC236}">
                    <a16:creationId xmlns:a16="http://schemas.microsoft.com/office/drawing/2014/main" id="{8C6FE7C2-D5A2-4C34-8399-4E4DDEECB089}"/>
                  </a:ext>
                </a:extLst>
              </p:cNvPr>
              <p:cNvSpPr>
                <a:spLocks noGrp="1"/>
              </p:cNvSpPr>
              <p:nvPr/>
            </p:nvSpPr>
            <p:spPr>
              <a:xfrm>
                <a:off x="619125" y="5029200"/>
                <a:ext cx="10953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526276"/>
                          </a:solidFill>
                          <a:latin typeface="Cambria Math"/>
                          <a:ea typeface="Cambria Math"/>
                          <a:cs typeface="Cambria Math"/>
                        </a:rPr>
                        <m:t>2</m:t>
                      </m:r>
                      <m:d>
                        <m:dPr>
                          <m:begChr m:val="["/>
                          <m:endChr m:val="]"/>
                          <m:ctrlPr>
                            <a:rPr lang="en-GB" sz="2700">
                              <a:solidFill>
                                <a:srgbClr val="526276"/>
                              </a:solidFill>
                              <a:latin typeface="Cambria Math"/>
                              <a:ea typeface="Cambria Math"/>
                              <a:cs typeface="Cambria Math"/>
                            </a:rPr>
                          </m:ctrlPr>
                        </m:dPr>
                        <m:e>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−1)+⋯+1</m:t>
                          </m:r>
                        </m:e>
                      </m:d>
                      <m:r>
                        <a:rPr lang="en-GB" sz="2700">
                          <a:solidFill>
                            <a:srgbClr val="526276"/>
                          </a:solidFill>
                          <a:latin typeface="Cambria Math"/>
                          <a:ea typeface="Cambria Math"/>
                          <a:cs typeface="Cambria Math"/>
                        </a:rPr>
                        <m:t>=2</m:t>
                      </m:r>
                      <m:f>
                        <m:fPr>
                          <m:ctrlPr>
                            <a:rPr lang="en-GB" sz="2700">
                              <a:solidFill>
                                <a:srgbClr val="526276"/>
                              </a:solidFill>
                              <a:latin typeface="Cambria Math"/>
                              <a:ea typeface="Cambria Math"/>
                              <a:cs typeface="Cambria Math"/>
                            </a:rPr>
                          </m:ctrlPr>
                        </m:fPr>
                        <m:num>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m:t>
                          </m:r>
                        </m:num>
                        <m:den>
                          <m:r>
                            <a:rPr lang="en-GB" sz="2700">
                              <a:solidFill>
                                <a:srgbClr val="526276"/>
                              </a:solidFill>
                              <a:latin typeface="Cambria Math"/>
                              <a:ea typeface="Cambria Math"/>
                              <a:cs typeface="Cambria Math"/>
                            </a:rPr>
                            <m:t>2</m:t>
                          </m:r>
                        </m:den>
                      </m:f>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m:t>
                      </m:r>
                    </m:oMath>
                  </m:oMathPara>
                </a14:m>
                <a:endParaRPr lang="en-GB" sz="2700"/>
              </a:p>
            </p:txBody>
          </p:sp>
        </mc:Choice>
        <mc:Fallback xmlns="">
          <p:sp>
            <p:nvSpPr>
              <p:cNvPr id="182" name="s4_text_170" descr="2\left[L+(L-1)+\cdots+1\right]=2\frac{L(L+1)}{2}=L(L+1)">
                <a:extLst>
                  <a:ext uri="{FF2B5EF4-FFF2-40B4-BE49-F238E27FC236}">
                    <a16:creationId xmlns:a16="http://schemas.microsoft.com/office/drawing/2014/main" id="{8C6FE7C2-D5A2-4C34-8399-4E4DDEECB089}"/>
                  </a:ext>
                </a:extLst>
              </p:cNvPr>
              <p:cNvSpPr>
                <a:spLocks noGrp="1" noRot="1" noChangeAspect="1" noMove="1" noResize="1" noEditPoints="1" noAdjustHandles="1" noChangeArrowheads="1" noChangeShapeType="1" noTextEdit="1"/>
              </p:cNvSpPr>
              <p:nvPr/>
            </p:nvSpPr>
            <p:spPr>
              <a:xfrm>
                <a:off x="619125" y="5029200"/>
                <a:ext cx="10953750" cy="666750"/>
              </a:xfrm>
              <a:prstGeom prst="rect">
                <a:avLst/>
              </a:prstGeom>
              <a:blipFill>
                <a:blip r:embed="rId23"/>
                <a:stretch>
                  <a:fillRect b="-9174"/>
                </a:stretch>
              </a:blipFill>
              <a:ln w="0">
                <a:noFill/>
              </a:ln>
            </p:spPr>
            <p:txBody>
              <a:bodyPr/>
              <a:lstStyle/>
              <a:p>
                <a:r>
                  <a:rPr lang="it-IT">
                    <a:noFill/>
                  </a:rPr>
                  <a:t> </a:t>
                </a:r>
              </a:p>
            </p:txBody>
          </p:sp>
        </mc:Fallback>
      </mc:AlternateContent>
      <p:sp>
        <p:nvSpPr>
          <p:cNvPr id="183" name="s4_text_171">
            <a:extLst>
              <a:ext uri="{FF2B5EF4-FFF2-40B4-BE49-F238E27FC236}">
                <a16:creationId xmlns:a16="http://schemas.microsoft.com/office/drawing/2014/main" id="{FA7CD581-A2B0-45AF-84C7-024024649E43}"/>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184" name="s5_shape_172">
            <a:extLst>
              <a:ext uri="{FF2B5EF4-FFF2-40B4-BE49-F238E27FC236}">
                <a16:creationId xmlns:a16="http://schemas.microsoft.com/office/drawing/2014/main" id="{34BBE94A-5BDB-45D3-AC07-F8CF96D535AA}"/>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185" name="s5_text_173">
            <a:extLst>
              <a:ext uri="{FF2B5EF4-FFF2-40B4-BE49-F238E27FC236}">
                <a16:creationId xmlns:a16="http://schemas.microsoft.com/office/drawing/2014/main" id="{5CA4E796-44BA-40C1-BDB2-FA718D4EBD3E}"/>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Separate chain-rule calculations</a:t>
            </a:r>
          </a:p>
        </p:txBody>
      </p:sp>
      <p:sp>
        <p:nvSpPr>
          <p:cNvPr id="186" name="s5_shape_174">
            <a:extLst>
              <a:ext uri="{FF2B5EF4-FFF2-40B4-BE49-F238E27FC236}">
                <a16:creationId xmlns:a16="http://schemas.microsoft.com/office/drawing/2014/main" id="{C8443E78-6F8D-471B-BC28-B9945CD2486C}"/>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87" name="s5_text_175" descr="\phi_0(x)">
                <a:extLst>
                  <a:ext uri="{FF2B5EF4-FFF2-40B4-BE49-F238E27FC236}">
                    <a16:creationId xmlns:a16="http://schemas.microsoft.com/office/drawing/2014/main" id="{EC794DF8-15B7-417C-8533-F71AE75FBA0B}"/>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87" name="s5_text_175" descr="\phi_0(x)">
                <a:extLst>
                  <a:ext uri="{FF2B5EF4-FFF2-40B4-BE49-F238E27FC236}">
                    <a16:creationId xmlns:a16="http://schemas.microsoft.com/office/drawing/2014/main" id="{EC794DF8-15B7-417C-8533-F71AE75FBA0B}"/>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188" name="s5_line_176">
            <a:extLst>
              <a:ext uri="{FF2B5EF4-FFF2-40B4-BE49-F238E27FC236}">
                <a16:creationId xmlns:a16="http://schemas.microsoft.com/office/drawing/2014/main" id="{21DC172F-B5B0-46FE-AFCB-E30E61C50F68}"/>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189" name="s5_shape_177">
            <a:extLst>
              <a:ext uri="{FF2B5EF4-FFF2-40B4-BE49-F238E27FC236}">
                <a16:creationId xmlns:a16="http://schemas.microsoft.com/office/drawing/2014/main" id="{649BF157-0244-4646-AB86-5B08B48046E6}"/>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0" name="s5_text_178" descr="\phi_1(x)">
                <a:extLst>
                  <a:ext uri="{FF2B5EF4-FFF2-40B4-BE49-F238E27FC236}">
                    <a16:creationId xmlns:a16="http://schemas.microsoft.com/office/drawing/2014/main" id="{5A1E879C-63CB-4378-BB09-48CDD6BB46AB}"/>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90" name="s5_text_178" descr="\phi_1(x)">
                <a:extLst>
                  <a:ext uri="{FF2B5EF4-FFF2-40B4-BE49-F238E27FC236}">
                    <a16:creationId xmlns:a16="http://schemas.microsoft.com/office/drawing/2014/main" id="{5A1E879C-63CB-4378-BB09-48CDD6BB46AB}"/>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1" name="s5_text_179" descr="\mathrm{Layer}\ 1">
                <a:extLst>
                  <a:ext uri="{FF2B5EF4-FFF2-40B4-BE49-F238E27FC236}">
                    <a16:creationId xmlns:a16="http://schemas.microsoft.com/office/drawing/2014/main" id="{995B63C2-82FA-43BA-986E-8DA5789A6E01}"/>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191" name="s5_text_179" descr="\mathrm{Layer}\ 1">
                <a:extLst>
                  <a:ext uri="{FF2B5EF4-FFF2-40B4-BE49-F238E27FC236}">
                    <a16:creationId xmlns:a16="http://schemas.microsoft.com/office/drawing/2014/main" id="{995B63C2-82FA-43BA-986E-8DA5789A6E01}"/>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2" name="s5_text_180" descr="w_{1}, b_{1}">
                <a:extLst>
                  <a:ext uri="{FF2B5EF4-FFF2-40B4-BE49-F238E27FC236}">
                    <a16:creationId xmlns:a16="http://schemas.microsoft.com/office/drawing/2014/main" id="{1EA99FE4-1F98-4635-A9E8-DA00CA934C93}"/>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192" name="s5_text_180" descr="w_{1}, b_{1}">
                <a:extLst>
                  <a:ext uri="{FF2B5EF4-FFF2-40B4-BE49-F238E27FC236}">
                    <a16:creationId xmlns:a16="http://schemas.microsoft.com/office/drawing/2014/main" id="{1EA99FE4-1F98-4635-A9E8-DA00CA934C93}"/>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193" name="s5_line_181">
            <a:extLst>
              <a:ext uri="{FF2B5EF4-FFF2-40B4-BE49-F238E27FC236}">
                <a16:creationId xmlns:a16="http://schemas.microsoft.com/office/drawing/2014/main" id="{B6C50E6C-7FB3-4E3C-AD9A-8EB087304D94}"/>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194" name="s5_shape_182">
            <a:extLst>
              <a:ext uri="{FF2B5EF4-FFF2-40B4-BE49-F238E27FC236}">
                <a16:creationId xmlns:a16="http://schemas.microsoft.com/office/drawing/2014/main" id="{F1105124-B592-45ED-9998-15DD6F1143C8}"/>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195" name="s5_text_183" descr="\phi_2(x)">
                <a:extLst>
                  <a:ext uri="{FF2B5EF4-FFF2-40B4-BE49-F238E27FC236}">
                    <a16:creationId xmlns:a16="http://schemas.microsoft.com/office/drawing/2014/main" id="{3ED58DB3-F810-4C92-BA07-B91115972C9B}"/>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195" name="s5_text_183" descr="\phi_2(x)">
                <a:extLst>
                  <a:ext uri="{FF2B5EF4-FFF2-40B4-BE49-F238E27FC236}">
                    <a16:creationId xmlns:a16="http://schemas.microsoft.com/office/drawing/2014/main" id="{3ED58DB3-F810-4C92-BA07-B91115972C9B}"/>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6" name="s5_text_184" descr="\mathrm{Layer}\ 2">
                <a:extLst>
                  <a:ext uri="{FF2B5EF4-FFF2-40B4-BE49-F238E27FC236}">
                    <a16:creationId xmlns:a16="http://schemas.microsoft.com/office/drawing/2014/main" id="{1699D11A-877F-4AA0-A8FC-9B1CE4D668F7}"/>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196" name="s5_text_184" descr="\mathrm{Layer}\ 2">
                <a:extLst>
                  <a:ext uri="{FF2B5EF4-FFF2-40B4-BE49-F238E27FC236}">
                    <a16:creationId xmlns:a16="http://schemas.microsoft.com/office/drawing/2014/main" id="{1699D11A-877F-4AA0-A8FC-9B1CE4D668F7}"/>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7" name="s5_text_185" descr="w_{2}, b_{2}">
                <a:extLst>
                  <a:ext uri="{FF2B5EF4-FFF2-40B4-BE49-F238E27FC236}">
                    <a16:creationId xmlns:a16="http://schemas.microsoft.com/office/drawing/2014/main" id="{50B76F2F-E8DB-40C9-91AA-4BE806BF377A}"/>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197" name="s5_text_185" descr="w_{2}, b_{2}">
                <a:extLst>
                  <a:ext uri="{FF2B5EF4-FFF2-40B4-BE49-F238E27FC236}">
                    <a16:creationId xmlns:a16="http://schemas.microsoft.com/office/drawing/2014/main" id="{50B76F2F-E8DB-40C9-91AA-4BE806BF377A}"/>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198" name="s5_line_186">
            <a:extLst>
              <a:ext uri="{FF2B5EF4-FFF2-40B4-BE49-F238E27FC236}">
                <a16:creationId xmlns:a16="http://schemas.microsoft.com/office/drawing/2014/main" id="{93846256-10B2-452D-81AB-4B828BC49213}"/>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199" name="s5_text_187" descr="\cdots">
                <a:extLst>
                  <a:ext uri="{FF2B5EF4-FFF2-40B4-BE49-F238E27FC236}">
                    <a16:creationId xmlns:a16="http://schemas.microsoft.com/office/drawing/2014/main" id="{FDCE58EB-6BC5-429B-90DC-F30A40C80748}"/>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199" name="s5_text_187" descr="\cdots">
                <a:extLst>
                  <a:ext uri="{FF2B5EF4-FFF2-40B4-BE49-F238E27FC236}">
                    <a16:creationId xmlns:a16="http://schemas.microsoft.com/office/drawing/2014/main" id="{FDCE58EB-6BC5-429B-90DC-F30A40C80748}"/>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200" name="s5_line_188">
            <a:extLst>
              <a:ext uri="{FF2B5EF4-FFF2-40B4-BE49-F238E27FC236}">
                <a16:creationId xmlns:a16="http://schemas.microsoft.com/office/drawing/2014/main" id="{94D0DE12-64F4-4F19-9A2A-C210BFC1AA26}"/>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201" name="s5_shape_189">
            <a:extLst>
              <a:ext uri="{FF2B5EF4-FFF2-40B4-BE49-F238E27FC236}">
                <a16:creationId xmlns:a16="http://schemas.microsoft.com/office/drawing/2014/main" id="{1FEE85C3-6482-4620-A337-14C97DBDC4A9}"/>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2" name="s5_text_190" descr="\phi_{L-1}(x)">
                <a:extLst>
                  <a:ext uri="{FF2B5EF4-FFF2-40B4-BE49-F238E27FC236}">
                    <a16:creationId xmlns:a16="http://schemas.microsoft.com/office/drawing/2014/main" id="{CAE80D63-A234-409F-AFC3-B5AA6FAB0A9F}"/>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02" name="s5_text_190" descr="\phi_{L-1}(x)">
                <a:extLst>
                  <a:ext uri="{FF2B5EF4-FFF2-40B4-BE49-F238E27FC236}">
                    <a16:creationId xmlns:a16="http://schemas.microsoft.com/office/drawing/2014/main" id="{CAE80D63-A234-409F-AFC3-B5AA6FAB0A9F}"/>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3" name="s5_text_191" descr="\mathrm{Layer}\ L-1">
                <a:extLst>
                  <a:ext uri="{FF2B5EF4-FFF2-40B4-BE49-F238E27FC236}">
                    <a16:creationId xmlns:a16="http://schemas.microsoft.com/office/drawing/2014/main" id="{C016B189-06BA-43F2-A77F-5E8F381BA2BB}"/>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203" name="s5_text_191" descr="\mathrm{Layer}\ L-1">
                <a:extLst>
                  <a:ext uri="{FF2B5EF4-FFF2-40B4-BE49-F238E27FC236}">
                    <a16:creationId xmlns:a16="http://schemas.microsoft.com/office/drawing/2014/main" id="{C016B189-06BA-43F2-A77F-5E8F381BA2BB}"/>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4" name="s5_text_192" descr="w_{L-1}, b_{L-1}">
                <a:extLst>
                  <a:ext uri="{FF2B5EF4-FFF2-40B4-BE49-F238E27FC236}">
                    <a16:creationId xmlns:a16="http://schemas.microsoft.com/office/drawing/2014/main" id="{4AF01E34-8B26-47B0-BC42-3C4C582BECC7}"/>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04" name="s5_text_192" descr="w_{L-1}, b_{L-1}">
                <a:extLst>
                  <a:ext uri="{FF2B5EF4-FFF2-40B4-BE49-F238E27FC236}">
                    <a16:creationId xmlns:a16="http://schemas.microsoft.com/office/drawing/2014/main" id="{4AF01E34-8B26-47B0-BC42-3C4C582BECC7}"/>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205" name="s5_line_193">
            <a:extLst>
              <a:ext uri="{FF2B5EF4-FFF2-40B4-BE49-F238E27FC236}">
                <a16:creationId xmlns:a16="http://schemas.microsoft.com/office/drawing/2014/main" id="{F96DF5DA-803B-4A52-8BA3-16A8CC902DFD}"/>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206" name="s5_shape_194">
            <a:extLst>
              <a:ext uri="{FF2B5EF4-FFF2-40B4-BE49-F238E27FC236}">
                <a16:creationId xmlns:a16="http://schemas.microsoft.com/office/drawing/2014/main" id="{8C58D61C-70E8-47B7-9211-B910E7EB5871}"/>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07" name="s5_text_195" descr="a_L(x)">
                <a:extLst>
                  <a:ext uri="{FF2B5EF4-FFF2-40B4-BE49-F238E27FC236}">
                    <a16:creationId xmlns:a16="http://schemas.microsoft.com/office/drawing/2014/main" id="{D93E8DBB-2D82-4CCD-8360-51D502375AEA}"/>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07" name="s5_text_195" descr="a_L(x)">
                <a:extLst>
                  <a:ext uri="{FF2B5EF4-FFF2-40B4-BE49-F238E27FC236}">
                    <a16:creationId xmlns:a16="http://schemas.microsoft.com/office/drawing/2014/main" id="{D93E8DBB-2D82-4CCD-8360-51D502375AEA}"/>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8" name="s5_text_196" descr="\mathrm{Layer}\ L">
                <a:extLst>
                  <a:ext uri="{FF2B5EF4-FFF2-40B4-BE49-F238E27FC236}">
                    <a16:creationId xmlns:a16="http://schemas.microsoft.com/office/drawing/2014/main" id="{E026DE47-5B45-4E01-B8C3-702EE9ACD380}"/>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208" name="s5_text_196" descr="\mathrm{Layer}\ L">
                <a:extLst>
                  <a:ext uri="{FF2B5EF4-FFF2-40B4-BE49-F238E27FC236}">
                    <a16:creationId xmlns:a16="http://schemas.microsoft.com/office/drawing/2014/main" id="{E026DE47-5B45-4E01-B8C3-702EE9ACD380}"/>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09" name="s5_text_197" descr="w_{L}, b_{L}">
                <a:extLst>
                  <a:ext uri="{FF2B5EF4-FFF2-40B4-BE49-F238E27FC236}">
                    <a16:creationId xmlns:a16="http://schemas.microsoft.com/office/drawing/2014/main" id="{95FAD1BB-FA8B-4FF2-B3AC-20297750005F}"/>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209" name="s5_text_197" descr="w_{L}, b_{L}">
                <a:extLst>
                  <a:ext uri="{FF2B5EF4-FFF2-40B4-BE49-F238E27FC236}">
                    <a16:creationId xmlns:a16="http://schemas.microsoft.com/office/drawing/2014/main" id="{95FAD1BB-FA8B-4FF2-B3AC-20297750005F}"/>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210" name="s5_line_198">
            <a:extLst>
              <a:ext uri="{FF2B5EF4-FFF2-40B4-BE49-F238E27FC236}">
                <a16:creationId xmlns:a16="http://schemas.microsoft.com/office/drawing/2014/main" id="{FFFE5076-99A5-45B8-A634-8FEAD7C2FBC0}"/>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211" name="s5_shape_199">
            <a:extLst>
              <a:ext uri="{FF2B5EF4-FFF2-40B4-BE49-F238E27FC236}">
                <a16:creationId xmlns:a16="http://schemas.microsoft.com/office/drawing/2014/main" id="{157B6A92-E60A-430C-B406-E57A3F560EAE}"/>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12" name="s5_text_200" descr="\mathcal{L}_{\mathrm{sq}}(\boldsymbol{\theta})">
                <a:extLst>
                  <a:ext uri="{FF2B5EF4-FFF2-40B4-BE49-F238E27FC236}">
                    <a16:creationId xmlns:a16="http://schemas.microsoft.com/office/drawing/2014/main" id="{842A06A2-A007-496B-88D7-F5516603BDF2}"/>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212" name="s5_text_200" descr="\mathcal{L}_{\mathrm{sq}}(\boldsymbol{\theta})">
                <a:extLst>
                  <a:ext uri="{FF2B5EF4-FFF2-40B4-BE49-F238E27FC236}">
                    <a16:creationId xmlns:a16="http://schemas.microsoft.com/office/drawing/2014/main" id="{842A06A2-A007-496B-88D7-F5516603BDF2}"/>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213" name="s5_brace_201">
            <a:extLst>
              <a:ext uri="{FF2B5EF4-FFF2-40B4-BE49-F238E27FC236}">
                <a16:creationId xmlns:a16="http://schemas.microsoft.com/office/drawing/2014/main" id="{22E51C43-4785-4406-83AD-6AF9833F5BF7}"/>
              </a:ext>
            </a:extLst>
          </p:cNvPr>
          <p:cNvSpPr>
            <a:spLocks noGrp="1"/>
          </p:cNvSpPr>
          <p:nvPr/>
        </p:nvSpPr>
        <p:spPr>
          <a:xfrm>
            <a:off x="2000250" y="3333750"/>
            <a:ext cx="9810750" cy="95250"/>
          </a:xfrm>
          <a:custGeom>
            <a:avLst/>
            <a:gdLst/>
            <a:ahLst/>
            <a:cxnLst/>
            <a:rect l="0" t="0" r="0" b="0"/>
            <a:pathLst>
              <a:path w="9810750" h="95250">
                <a:moveTo>
                  <a:pt x="0" y="0"/>
                </a:moveTo>
                <a:cubicBezTo>
                  <a:pt x="0" y="85725"/>
                  <a:pt x="57150" y="57150"/>
                  <a:pt x="114300" y="57150"/>
                </a:cubicBezTo>
                <a:lnTo>
                  <a:pt x="4791075" y="57150"/>
                </a:lnTo>
                <a:cubicBezTo>
                  <a:pt x="4867275" y="57150"/>
                  <a:pt x="4876800" y="57150"/>
                  <a:pt x="4905375" y="95250"/>
                </a:cubicBezTo>
                <a:cubicBezTo>
                  <a:pt x="4933950" y="57150"/>
                  <a:pt x="4943475" y="57150"/>
                  <a:pt x="5019675" y="57150"/>
                </a:cubicBezTo>
                <a:lnTo>
                  <a:pt x="9696450" y="57150"/>
                </a:lnTo>
                <a:cubicBezTo>
                  <a:pt x="9753600" y="57150"/>
                  <a:pt x="9810750" y="85725"/>
                  <a:pt x="9810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214" name="s5_text_202" descr="2\ \mathrm{derivatives}\ \times\ L\ \mathrm{layers}">
                <a:extLst>
                  <a:ext uri="{FF2B5EF4-FFF2-40B4-BE49-F238E27FC236}">
                    <a16:creationId xmlns:a16="http://schemas.microsoft.com/office/drawing/2014/main" id="{70573EF2-C9DC-4A96-A8FB-DC3B0C068839}"/>
                  </a:ext>
                </a:extLst>
              </p:cNvPr>
              <p:cNvSpPr>
                <a:spLocks noGrp="1"/>
              </p:cNvSpPr>
              <p:nvPr/>
            </p:nvSpPr>
            <p:spPr>
              <a:xfrm>
                <a:off x="2000250" y="3448050"/>
                <a:ext cx="9810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214" name="s5_text_202" descr="2\ \mathrm{derivatives}\ \times\ L\ \mathrm{layers}">
                <a:extLst>
                  <a:ext uri="{FF2B5EF4-FFF2-40B4-BE49-F238E27FC236}">
                    <a16:creationId xmlns:a16="http://schemas.microsoft.com/office/drawing/2014/main" id="{70573EF2-C9DC-4A96-A8FB-DC3B0C068839}"/>
                  </a:ext>
                </a:extLst>
              </p:cNvPr>
              <p:cNvSpPr>
                <a:spLocks noGrp="1" noRot="1" noChangeAspect="1" noMove="1" noResize="1" noEditPoints="1" noAdjustHandles="1" noChangeArrowheads="1" noChangeShapeType="1" noTextEdit="1"/>
              </p:cNvSpPr>
              <p:nvPr/>
            </p:nvSpPr>
            <p:spPr>
              <a:xfrm>
                <a:off x="2000250" y="3448050"/>
                <a:ext cx="9810750" cy="323850"/>
              </a:xfrm>
              <a:prstGeom prst="rect">
                <a:avLst/>
              </a:prstGeom>
              <a:blipFill>
                <a:blip r:embed="rId19"/>
                <a:stretch>
                  <a:fillRect t="-1887" b="-37736"/>
                </a:stretch>
              </a:blipFill>
              <a:ln w="0">
                <a:noFill/>
              </a:ln>
            </p:spPr>
            <p:txBody>
              <a:bodyPr/>
              <a:lstStyle/>
              <a:p>
                <a:r>
                  <a:rPr lang="it-IT">
                    <a:noFill/>
                  </a:rPr>
                  <a:t> </a:t>
                </a:r>
              </a:p>
            </p:txBody>
          </p:sp>
        </mc:Fallback>
      </mc:AlternateContent>
      <p:sp>
        <p:nvSpPr>
          <p:cNvPr id="215" name="s5_brace_203">
            <a:extLst>
              <a:ext uri="{FF2B5EF4-FFF2-40B4-BE49-F238E27FC236}">
                <a16:creationId xmlns:a16="http://schemas.microsoft.com/office/drawing/2014/main" id="{6A98DFDE-FEE6-485D-930E-932448802974}"/>
              </a:ext>
            </a:extLst>
          </p:cNvPr>
          <p:cNvSpPr>
            <a:spLocks noGrp="1"/>
          </p:cNvSpPr>
          <p:nvPr/>
        </p:nvSpPr>
        <p:spPr>
          <a:xfrm>
            <a:off x="3905250" y="3867150"/>
            <a:ext cx="7905750" cy="95250"/>
          </a:xfrm>
          <a:custGeom>
            <a:avLst/>
            <a:gdLst/>
            <a:ahLst/>
            <a:cxnLst/>
            <a:rect l="0" t="0" r="0" b="0"/>
            <a:pathLst>
              <a:path w="7905750" h="95250">
                <a:moveTo>
                  <a:pt x="0" y="0"/>
                </a:moveTo>
                <a:cubicBezTo>
                  <a:pt x="0" y="85725"/>
                  <a:pt x="57150" y="57150"/>
                  <a:pt x="114300" y="57150"/>
                </a:cubicBezTo>
                <a:lnTo>
                  <a:pt x="3838575" y="57150"/>
                </a:lnTo>
                <a:cubicBezTo>
                  <a:pt x="3914775" y="57150"/>
                  <a:pt x="3924300" y="57150"/>
                  <a:pt x="3952875" y="95250"/>
                </a:cubicBezTo>
                <a:cubicBezTo>
                  <a:pt x="3981450" y="57150"/>
                  <a:pt x="3990975" y="57150"/>
                  <a:pt x="4067175" y="57150"/>
                </a:cubicBezTo>
                <a:lnTo>
                  <a:pt x="7791450" y="57150"/>
                </a:lnTo>
                <a:cubicBezTo>
                  <a:pt x="7848600" y="57150"/>
                  <a:pt x="7905750" y="85725"/>
                  <a:pt x="79057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216" name="s5_text_204" descr="2\ \mathrm{derivatives}\ \times\ (L-1)\ \mathrm{layers}">
                <a:extLst>
                  <a:ext uri="{FF2B5EF4-FFF2-40B4-BE49-F238E27FC236}">
                    <a16:creationId xmlns:a16="http://schemas.microsoft.com/office/drawing/2014/main" id="{12FA0038-E77F-4B14-9074-D3506010350F}"/>
                  </a:ext>
                </a:extLst>
              </p:cNvPr>
              <p:cNvSpPr>
                <a:spLocks noGrp="1"/>
              </p:cNvSpPr>
              <p:nvPr/>
            </p:nvSpPr>
            <p:spPr>
              <a:xfrm>
                <a:off x="3905250" y="3981450"/>
                <a:ext cx="79057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m:t>
                      </m:r>
                      <m:r>
                        <a:rPr lang="en-GB" sz="2200">
                          <a:solidFill>
                            <a:srgbClr val="526276"/>
                          </a:solidFill>
                          <a:latin typeface="Cambria Math"/>
                          <a:ea typeface="Cambria Math"/>
                          <a:cs typeface="Cambria Math"/>
                        </a:rPr>
                        <m:t>𝐿</m:t>
                      </m:r>
                      <m:r>
                        <a:rPr lang="en-GB" sz="2200">
                          <a:solidFill>
                            <a:srgbClr val="526276"/>
                          </a:solidFill>
                          <a:latin typeface="Cambria Math"/>
                          <a:ea typeface="Cambria Math"/>
                          <a:cs typeface="Cambria Math"/>
                        </a:rPr>
                        <m:t>−1) </m:t>
                      </m:r>
                      <m:r>
                        <m:rPr>
                          <m:sty m:val="p"/>
                        </m:rPr>
                        <a:rPr lang="en-GB" sz="2200">
                          <a:solidFill>
                            <a:srgbClr val="526276"/>
                          </a:solidFill>
                          <a:latin typeface="Cambria Math"/>
                          <a:ea typeface="Cambria Math"/>
                          <a:cs typeface="Cambria Math"/>
                        </a:rPr>
                        <m:t>layers</m:t>
                      </m:r>
                    </m:oMath>
                  </m:oMathPara>
                </a14:m>
                <a:endParaRPr lang="en-GB" sz="2200"/>
              </a:p>
            </p:txBody>
          </p:sp>
        </mc:Choice>
        <mc:Fallback xmlns="">
          <p:sp>
            <p:nvSpPr>
              <p:cNvPr id="216" name="s5_text_204" descr="2\ \mathrm{derivatives}\ \times\ (L-1)\ \mathrm{layers}">
                <a:extLst>
                  <a:ext uri="{FF2B5EF4-FFF2-40B4-BE49-F238E27FC236}">
                    <a16:creationId xmlns:a16="http://schemas.microsoft.com/office/drawing/2014/main" id="{12FA0038-E77F-4B14-9074-D3506010350F}"/>
                  </a:ext>
                </a:extLst>
              </p:cNvPr>
              <p:cNvSpPr>
                <a:spLocks noGrp="1" noRot="1" noChangeAspect="1" noMove="1" noResize="1" noEditPoints="1" noAdjustHandles="1" noChangeArrowheads="1" noChangeShapeType="1" noTextEdit="1"/>
              </p:cNvSpPr>
              <p:nvPr/>
            </p:nvSpPr>
            <p:spPr>
              <a:xfrm>
                <a:off x="3905250" y="3981450"/>
                <a:ext cx="7905750" cy="323850"/>
              </a:xfrm>
              <a:prstGeom prst="rect">
                <a:avLst/>
              </a:prstGeom>
              <a:blipFill>
                <a:blip r:embed="rId20"/>
                <a:stretch>
                  <a:fillRect t="-1887"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7" name="s5_text_205" descr="\vdots">
                <a:extLst>
                  <a:ext uri="{FF2B5EF4-FFF2-40B4-BE49-F238E27FC236}">
                    <a16:creationId xmlns:a16="http://schemas.microsoft.com/office/drawing/2014/main" id="{A3F614AD-C535-4043-9ADF-7A3BC3C21515}"/>
                  </a:ext>
                </a:extLst>
              </p:cNvPr>
              <p:cNvSpPr>
                <a:spLocks noGrp="1"/>
              </p:cNvSpPr>
              <p:nvPr/>
            </p:nvSpPr>
            <p:spPr>
              <a:xfrm>
                <a:off x="7029450" y="4381500"/>
                <a:ext cx="476250" cy="3619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300">
                          <a:solidFill>
                            <a:srgbClr val="526276"/>
                          </a:solidFill>
                          <a:latin typeface="Cambria Math"/>
                          <a:ea typeface="Cambria Math"/>
                          <a:cs typeface="Cambria Math"/>
                        </a:rPr>
                        <m:t>⋮</m:t>
                      </m:r>
                    </m:oMath>
                  </m:oMathPara>
                </a14:m>
                <a:endParaRPr lang="en-GB" sz="2300"/>
              </a:p>
            </p:txBody>
          </p:sp>
        </mc:Choice>
        <mc:Fallback xmlns="">
          <p:sp>
            <p:nvSpPr>
              <p:cNvPr id="217" name="s5_text_205" descr="\vdots">
                <a:extLst>
                  <a:ext uri="{FF2B5EF4-FFF2-40B4-BE49-F238E27FC236}">
                    <a16:creationId xmlns:a16="http://schemas.microsoft.com/office/drawing/2014/main" id="{A3F614AD-C535-4043-9ADF-7A3BC3C21515}"/>
                  </a:ext>
                </a:extLst>
              </p:cNvPr>
              <p:cNvSpPr>
                <a:spLocks noGrp="1" noRot="1" noChangeAspect="1" noMove="1" noResize="1" noEditPoints="1" noAdjustHandles="1" noChangeArrowheads="1" noChangeShapeType="1" noTextEdit="1"/>
              </p:cNvSpPr>
              <p:nvPr/>
            </p:nvSpPr>
            <p:spPr>
              <a:xfrm>
                <a:off x="7029450" y="4381500"/>
                <a:ext cx="476250" cy="361950"/>
              </a:xfrm>
              <a:prstGeom prst="rect">
                <a:avLst/>
              </a:prstGeom>
              <a:blipFill>
                <a:blip r:embed="rId21"/>
                <a:stretch>
                  <a:fillRect b="-3390"/>
                </a:stretch>
              </a:blipFill>
              <a:ln w="0">
                <a:noFill/>
              </a:ln>
            </p:spPr>
            <p:txBody>
              <a:bodyPr/>
              <a:lstStyle/>
              <a:p>
                <a:r>
                  <a:rPr lang="it-IT">
                    <a:noFill/>
                  </a:rPr>
                  <a:t> </a:t>
                </a:r>
              </a:p>
            </p:txBody>
          </p:sp>
        </mc:Fallback>
      </mc:AlternateContent>
      <p:sp>
        <p:nvSpPr>
          <p:cNvPr id="218" name="s5_brace_206">
            <a:extLst>
              <a:ext uri="{FF2B5EF4-FFF2-40B4-BE49-F238E27FC236}">
                <a16:creationId xmlns:a16="http://schemas.microsoft.com/office/drawing/2014/main" id="{45D48F83-0DFB-4B11-A13E-E062DEC6BA4C}"/>
              </a:ext>
            </a:extLst>
          </p:cNvPr>
          <p:cNvSpPr>
            <a:spLocks noGrp="1"/>
          </p:cNvSpPr>
          <p:nvPr/>
        </p:nvSpPr>
        <p:spPr>
          <a:xfrm>
            <a:off x="8667750" y="4400550"/>
            <a:ext cx="3143250" cy="95250"/>
          </a:xfrm>
          <a:custGeom>
            <a:avLst/>
            <a:gdLst/>
            <a:ahLst/>
            <a:cxnLst/>
            <a:rect l="0" t="0" r="0" b="0"/>
            <a:pathLst>
              <a:path w="3143250" h="95250">
                <a:moveTo>
                  <a:pt x="0" y="0"/>
                </a:moveTo>
                <a:cubicBezTo>
                  <a:pt x="0" y="85725"/>
                  <a:pt x="57150" y="57150"/>
                  <a:pt x="114300" y="57150"/>
                </a:cubicBezTo>
                <a:lnTo>
                  <a:pt x="1457325" y="57150"/>
                </a:lnTo>
                <a:cubicBezTo>
                  <a:pt x="1533525" y="57150"/>
                  <a:pt x="1543050" y="57150"/>
                  <a:pt x="1571625" y="95250"/>
                </a:cubicBezTo>
                <a:cubicBezTo>
                  <a:pt x="1600200" y="57150"/>
                  <a:pt x="1609725" y="57150"/>
                  <a:pt x="1685925" y="57150"/>
                </a:cubicBezTo>
                <a:lnTo>
                  <a:pt x="3028950" y="57150"/>
                </a:lnTo>
                <a:cubicBezTo>
                  <a:pt x="3086100" y="57150"/>
                  <a:pt x="3143250" y="85725"/>
                  <a:pt x="3143250" y="0"/>
                </a:cubicBezTo>
              </a:path>
            </a:pathLst>
          </a:custGeom>
          <a:noFill/>
          <a:ln w="14288">
            <a:solidFill>
              <a:srgbClr val="526276"/>
            </a:solidFill>
          </a:ln>
        </p:spPr>
        <p:txBody>
          <a:bodyPr/>
          <a:lstStyle/>
          <a:p>
            <a:endParaRPr lang="it-IT"/>
          </a:p>
        </p:txBody>
      </p:sp>
      <mc:AlternateContent xmlns:mc="http://schemas.openxmlformats.org/markup-compatibility/2006" xmlns:a14="http://schemas.microsoft.com/office/drawing/2010/main">
        <mc:Choice Requires="a14">
          <p:sp>
            <p:nvSpPr>
              <p:cNvPr id="219" name="s5_text_207" descr="2\ \mathrm{derivatives}\ \times\ 1\ \mathrm{layer}">
                <a:extLst>
                  <a:ext uri="{FF2B5EF4-FFF2-40B4-BE49-F238E27FC236}">
                    <a16:creationId xmlns:a16="http://schemas.microsoft.com/office/drawing/2014/main" id="{DD8FEA00-8ECE-4115-9795-6EF8DCC107D7}"/>
                  </a:ext>
                </a:extLst>
              </p:cNvPr>
              <p:cNvSpPr>
                <a:spLocks noGrp="1"/>
              </p:cNvSpPr>
              <p:nvPr/>
            </p:nvSpPr>
            <p:spPr>
              <a:xfrm>
                <a:off x="8286750" y="4524375"/>
                <a:ext cx="3905250" cy="3238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200">
                          <a:solidFill>
                            <a:srgbClr val="526276"/>
                          </a:solidFill>
                          <a:latin typeface="Cambria Math"/>
                          <a:ea typeface="Cambria Math"/>
                          <a:cs typeface="Cambria Math"/>
                        </a:rPr>
                        <m:t>2 </m:t>
                      </m:r>
                      <m:r>
                        <m:rPr>
                          <m:sty m:val="p"/>
                        </m:rPr>
                        <a:rPr lang="en-GB" sz="2200">
                          <a:solidFill>
                            <a:srgbClr val="526276"/>
                          </a:solidFill>
                          <a:latin typeface="Cambria Math"/>
                          <a:ea typeface="Cambria Math"/>
                          <a:cs typeface="Cambria Math"/>
                        </a:rPr>
                        <m:t>derivatives</m:t>
                      </m:r>
                      <m:r>
                        <a:rPr lang="en-GB" sz="2200">
                          <a:solidFill>
                            <a:srgbClr val="526276"/>
                          </a:solidFill>
                          <a:latin typeface="Cambria Math"/>
                          <a:ea typeface="Cambria Math"/>
                          <a:cs typeface="Cambria Math"/>
                        </a:rPr>
                        <m:t> × 1 </m:t>
                      </m:r>
                      <m:r>
                        <m:rPr>
                          <m:sty m:val="p"/>
                        </m:rPr>
                        <a:rPr lang="en-GB" sz="2200">
                          <a:solidFill>
                            <a:srgbClr val="526276"/>
                          </a:solidFill>
                          <a:latin typeface="Cambria Math"/>
                          <a:ea typeface="Cambria Math"/>
                          <a:cs typeface="Cambria Math"/>
                        </a:rPr>
                        <m:t>layer</m:t>
                      </m:r>
                    </m:oMath>
                  </m:oMathPara>
                </a14:m>
                <a:endParaRPr lang="en-GB" sz="2200"/>
              </a:p>
            </p:txBody>
          </p:sp>
        </mc:Choice>
        <mc:Fallback xmlns="">
          <p:sp>
            <p:nvSpPr>
              <p:cNvPr id="219" name="s5_text_207" descr="2\ \mathrm{derivatives}\ \times\ 1\ \mathrm{layer}">
                <a:extLst>
                  <a:ext uri="{FF2B5EF4-FFF2-40B4-BE49-F238E27FC236}">
                    <a16:creationId xmlns:a16="http://schemas.microsoft.com/office/drawing/2014/main" id="{DD8FEA00-8ECE-4115-9795-6EF8DCC107D7}"/>
                  </a:ext>
                </a:extLst>
              </p:cNvPr>
              <p:cNvSpPr>
                <a:spLocks noGrp="1" noRot="1" noChangeAspect="1" noMove="1" noResize="1" noEditPoints="1" noAdjustHandles="1" noChangeArrowheads="1" noChangeShapeType="1" noTextEdit="1"/>
              </p:cNvSpPr>
              <p:nvPr/>
            </p:nvSpPr>
            <p:spPr>
              <a:xfrm>
                <a:off x="8286750" y="4524375"/>
                <a:ext cx="3905250" cy="323850"/>
              </a:xfrm>
              <a:prstGeom prst="rect">
                <a:avLst/>
              </a:prstGeom>
              <a:blipFill>
                <a:blip r:embed="rId22"/>
                <a:stretch>
                  <a:fillRect t="-1887" b="-39623"/>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0" name="s5_text_208" descr="2\left[L+(L-1)+\cdots+1\right]=2\frac{L(L+1)}{2}=L(L+1)">
                <a:extLst>
                  <a:ext uri="{FF2B5EF4-FFF2-40B4-BE49-F238E27FC236}">
                    <a16:creationId xmlns:a16="http://schemas.microsoft.com/office/drawing/2014/main" id="{D474D97D-8DBA-4DF9-B789-44150144703F}"/>
                  </a:ext>
                </a:extLst>
              </p:cNvPr>
              <p:cNvSpPr>
                <a:spLocks noGrp="1"/>
              </p:cNvSpPr>
              <p:nvPr/>
            </p:nvSpPr>
            <p:spPr>
              <a:xfrm>
                <a:off x="619125" y="5029200"/>
                <a:ext cx="10953750" cy="6667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700">
                          <a:solidFill>
                            <a:srgbClr val="526276"/>
                          </a:solidFill>
                          <a:latin typeface="Cambria Math"/>
                          <a:ea typeface="Cambria Math"/>
                          <a:cs typeface="Cambria Math"/>
                        </a:rPr>
                        <m:t>2</m:t>
                      </m:r>
                      <m:d>
                        <m:dPr>
                          <m:begChr m:val="["/>
                          <m:endChr m:val="]"/>
                          <m:ctrlPr>
                            <a:rPr lang="en-GB" sz="2700">
                              <a:solidFill>
                                <a:srgbClr val="526276"/>
                              </a:solidFill>
                              <a:latin typeface="Cambria Math"/>
                              <a:ea typeface="Cambria Math"/>
                              <a:cs typeface="Cambria Math"/>
                            </a:rPr>
                          </m:ctrlPr>
                        </m:dPr>
                        <m:e>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−1)+⋯+1</m:t>
                          </m:r>
                        </m:e>
                      </m:d>
                      <m:r>
                        <a:rPr lang="en-GB" sz="2700">
                          <a:solidFill>
                            <a:srgbClr val="526276"/>
                          </a:solidFill>
                          <a:latin typeface="Cambria Math"/>
                          <a:ea typeface="Cambria Math"/>
                          <a:cs typeface="Cambria Math"/>
                        </a:rPr>
                        <m:t>=2</m:t>
                      </m:r>
                      <m:f>
                        <m:fPr>
                          <m:ctrlPr>
                            <a:rPr lang="en-GB" sz="2700">
                              <a:solidFill>
                                <a:srgbClr val="526276"/>
                              </a:solidFill>
                              <a:latin typeface="Cambria Math"/>
                              <a:ea typeface="Cambria Math"/>
                              <a:cs typeface="Cambria Math"/>
                            </a:rPr>
                          </m:ctrlPr>
                        </m:fPr>
                        <m:num>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m:t>
                          </m:r>
                        </m:num>
                        <m:den>
                          <m:r>
                            <a:rPr lang="en-GB" sz="2700">
                              <a:solidFill>
                                <a:srgbClr val="526276"/>
                              </a:solidFill>
                              <a:latin typeface="Cambria Math"/>
                              <a:ea typeface="Cambria Math"/>
                              <a:cs typeface="Cambria Math"/>
                            </a:rPr>
                            <m:t>2</m:t>
                          </m:r>
                        </m:den>
                      </m:f>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m:t>
                      </m:r>
                      <m:r>
                        <a:rPr lang="en-GB" sz="2700">
                          <a:solidFill>
                            <a:srgbClr val="526276"/>
                          </a:solidFill>
                          <a:latin typeface="Cambria Math"/>
                          <a:ea typeface="Cambria Math"/>
                          <a:cs typeface="Cambria Math"/>
                        </a:rPr>
                        <m:t>𝐿</m:t>
                      </m:r>
                      <m:r>
                        <a:rPr lang="en-GB" sz="2700">
                          <a:solidFill>
                            <a:srgbClr val="526276"/>
                          </a:solidFill>
                          <a:latin typeface="Cambria Math"/>
                          <a:ea typeface="Cambria Math"/>
                          <a:cs typeface="Cambria Math"/>
                        </a:rPr>
                        <m:t>+1)</m:t>
                      </m:r>
                    </m:oMath>
                  </m:oMathPara>
                </a14:m>
                <a:endParaRPr lang="en-GB" sz="2700"/>
              </a:p>
            </p:txBody>
          </p:sp>
        </mc:Choice>
        <mc:Fallback xmlns="">
          <p:sp>
            <p:nvSpPr>
              <p:cNvPr id="220" name="s5_text_208" descr="2\left[L+(L-1)+\cdots+1\right]=2\frac{L(L+1)}{2}=L(L+1)">
                <a:extLst>
                  <a:ext uri="{FF2B5EF4-FFF2-40B4-BE49-F238E27FC236}">
                    <a16:creationId xmlns:a16="http://schemas.microsoft.com/office/drawing/2014/main" id="{D474D97D-8DBA-4DF9-B789-44150144703F}"/>
                  </a:ext>
                </a:extLst>
              </p:cNvPr>
              <p:cNvSpPr>
                <a:spLocks noGrp="1" noRot="1" noChangeAspect="1" noMove="1" noResize="1" noEditPoints="1" noAdjustHandles="1" noChangeArrowheads="1" noChangeShapeType="1" noTextEdit="1"/>
              </p:cNvSpPr>
              <p:nvPr/>
            </p:nvSpPr>
            <p:spPr>
              <a:xfrm>
                <a:off x="619125" y="5029200"/>
                <a:ext cx="10953750" cy="666750"/>
              </a:xfrm>
              <a:prstGeom prst="rect">
                <a:avLst/>
              </a:prstGeom>
              <a:blipFill>
                <a:blip r:embed="rId23"/>
                <a:stretch>
                  <a:fillRect b="-917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1" name="s5_text_209" descr="P=2L\quad\Longrightarrow\quad O(P^2)">
                <a:extLst>
                  <a:ext uri="{FF2B5EF4-FFF2-40B4-BE49-F238E27FC236}">
                    <a16:creationId xmlns:a16="http://schemas.microsoft.com/office/drawing/2014/main" id="{ECEE6B2E-9535-4B28-B2D5-DF8DAC4CF168}"/>
                  </a:ext>
                </a:extLst>
              </p:cNvPr>
              <p:cNvSpPr>
                <a:spLocks noGrp="1"/>
              </p:cNvSpPr>
              <p:nvPr/>
            </p:nvSpPr>
            <p:spPr>
              <a:xfrm>
                <a:off x="3238500" y="5753100"/>
                <a:ext cx="5715000" cy="4476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800">
                          <a:solidFill>
                            <a:srgbClr val="526276"/>
                          </a:solidFill>
                          <a:latin typeface="Cambria Math"/>
                          <a:ea typeface="Cambria Math"/>
                          <a:cs typeface="Cambria Math"/>
                        </a:rPr>
                        <m:t>𝑃</m:t>
                      </m:r>
                      <m:r>
                        <a:rPr lang="en-GB" sz="2800">
                          <a:solidFill>
                            <a:srgbClr val="526276"/>
                          </a:solidFill>
                          <a:latin typeface="Cambria Math"/>
                          <a:ea typeface="Cambria Math"/>
                          <a:cs typeface="Cambria Math"/>
                        </a:rPr>
                        <m:t>=2</m:t>
                      </m:r>
                      <m:r>
                        <a:rPr lang="en-GB" sz="2800">
                          <a:solidFill>
                            <a:srgbClr val="526276"/>
                          </a:solidFill>
                          <a:latin typeface="Cambria Math"/>
                          <a:ea typeface="Cambria Math"/>
                          <a:cs typeface="Cambria Math"/>
                        </a:rPr>
                        <m:t>𝐿</m:t>
                      </m:r>
                      <m:r>
                        <a:rPr lang="en-GB" sz="2800">
                          <a:solidFill>
                            <a:srgbClr val="526276"/>
                          </a:solidFill>
                          <a:latin typeface="Cambria Math"/>
                          <a:ea typeface="Cambria Math"/>
                          <a:cs typeface="Cambria Math"/>
                        </a:rPr>
                        <m:t> ⟹ </m:t>
                      </m:r>
                      <m:r>
                        <a:rPr lang="en-GB" sz="2800">
                          <a:solidFill>
                            <a:srgbClr val="526276"/>
                          </a:solidFill>
                          <a:latin typeface="Cambria Math"/>
                          <a:ea typeface="Cambria Math"/>
                          <a:cs typeface="Cambria Math"/>
                        </a:rPr>
                        <m:t>𝑂</m:t>
                      </m:r>
                      <m:r>
                        <a:rPr lang="en-GB" sz="2800">
                          <a:solidFill>
                            <a:srgbClr val="526276"/>
                          </a:solidFill>
                          <a:latin typeface="Cambria Math"/>
                          <a:ea typeface="Cambria Math"/>
                          <a:cs typeface="Cambria Math"/>
                        </a:rPr>
                        <m:t>(</m:t>
                      </m:r>
                      <m:sSup>
                        <m:sSupPr>
                          <m:ctrlPr>
                            <a:rPr lang="en-GB" sz="2800">
                              <a:solidFill>
                                <a:srgbClr val="526276"/>
                              </a:solidFill>
                              <a:latin typeface="Cambria Math"/>
                              <a:ea typeface="Cambria Math"/>
                              <a:cs typeface="Cambria Math"/>
                            </a:rPr>
                          </m:ctrlPr>
                        </m:sSupPr>
                        <m:e>
                          <m:r>
                            <a:rPr lang="en-GB" sz="2800">
                              <a:solidFill>
                                <a:srgbClr val="526276"/>
                              </a:solidFill>
                              <a:latin typeface="Cambria Math"/>
                              <a:ea typeface="Cambria Math"/>
                              <a:cs typeface="Cambria Math"/>
                            </a:rPr>
                            <m:t>𝑃</m:t>
                          </m:r>
                        </m:e>
                        <m:sup>
                          <m:r>
                            <a:rPr lang="en-GB" sz="2800">
                              <a:solidFill>
                                <a:srgbClr val="526276"/>
                              </a:solidFill>
                              <a:latin typeface="Cambria Math"/>
                              <a:ea typeface="Cambria Math"/>
                              <a:cs typeface="Cambria Math"/>
                            </a:rPr>
                            <m:t>2</m:t>
                          </m:r>
                        </m:sup>
                      </m:sSup>
                      <m:r>
                        <a:rPr lang="en-GB" sz="2800">
                          <a:solidFill>
                            <a:srgbClr val="526276"/>
                          </a:solidFill>
                          <a:latin typeface="Cambria Math"/>
                          <a:ea typeface="Cambria Math"/>
                          <a:cs typeface="Cambria Math"/>
                        </a:rPr>
                        <m:t>)</m:t>
                      </m:r>
                    </m:oMath>
                  </m:oMathPara>
                </a14:m>
                <a:endParaRPr lang="en-GB" sz="2800"/>
              </a:p>
            </p:txBody>
          </p:sp>
        </mc:Choice>
        <mc:Fallback xmlns="">
          <p:sp>
            <p:nvSpPr>
              <p:cNvPr id="221" name="s5_text_209" descr="P=2L\quad\Longrightarrow\quad O(P^2)">
                <a:extLst>
                  <a:ext uri="{FF2B5EF4-FFF2-40B4-BE49-F238E27FC236}">
                    <a16:creationId xmlns:a16="http://schemas.microsoft.com/office/drawing/2014/main" id="{ECEE6B2E-9535-4B28-B2D5-DF8DAC4CF168}"/>
                  </a:ext>
                </a:extLst>
              </p:cNvPr>
              <p:cNvSpPr>
                <a:spLocks noGrp="1" noRot="1" noChangeAspect="1" noMove="1" noResize="1" noEditPoints="1" noAdjustHandles="1" noChangeArrowheads="1" noChangeShapeType="1" noTextEdit="1"/>
              </p:cNvSpPr>
              <p:nvPr/>
            </p:nvSpPr>
            <p:spPr>
              <a:xfrm>
                <a:off x="3238500" y="5753100"/>
                <a:ext cx="5715000" cy="447675"/>
              </a:xfrm>
              <a:prstGeom prst="rect">
                <a:avLst/>
              </a:prstGeom>
              <a:blipFill>
                <a:blip r:embed="rId24"/>
                <a:stretch>
                  <a:fillRect/>
                </a:stretch>
              </a:blipFill>
              <a:ln w="0">
                <a:noFill/>
              </a:ln>
            </p:spPr>
            <p:txBody>
              <a:bodyPr/>
              <a:lstStyle/>
              <a:p>
                <a:r>
                  <a:rPr lang="it-IT">
                    <a:noFill/>
                  </a:rPr>
                  <a:t> </a:t>
                </a:r>
              </a:p>
            </p:txBody>
          </p:sp>
        </mc:Fallback>
      </mc:AlternateContent>
      <p:sp>
        <p:nvSpPr>
          <p:cNvPr id="222" name="s5_text_210">
            <a:extLst>
              <a:ext uri="{FF2B5EF4-FFF2-40B4-BE49-F238E27FC236}">
                <a16:creationId xmlns:a16="http://schemas.microsoft.com/office/drawing/2014/main" id="{52F7EB92-BE4C-467D-94EA-FA47D8658902}"/>
              </a:ext>
            </a:extLst>
          </p:cNvPr>
          <p:cNvSpPr>
            <a:spLocks noGrp="1"/>
          </p:cNvSpPr>
          <p:nvPr/>
        </p:nvSpPr>
        <p:spPr>
          <a:xfrm>
            <a:off x="857250" y="6210300"/>
            <a:ext cx="10477500" cy="238125"/>
          </a:xfrm>
          <a:prstGeom prst="rect">
            <a:avLst/>
          </a:prstGeom>
          <a:noFill/>
          <a:ln w="0">
            <a:noFill/>
          </a:ln>
        </p:spPr>
        <p:txBody>
          <a:bodyPr anchor="ctr">
            <a:noAutofit/>
          </a:bodyPr>
          <a:lstStyle>
            <a:defPPr algn="ctr">
              <a:defRPr sz="1500" b="0">
                <a:solidFill>
                  <a:srgbClr val="526276"/>
                </a:solidFill>
                <a:latin typeface="DejaVu Sans"/>
                <a:ea typeface="DejaVu Sans"/>
                <a:cs typeface="DejaVu Sans"/>
              </a:defRPr>
            </a:defPPr>
            <a:lvl1pPr algn="ctr">
              <a:defRPr sz="1500" b="0">
                <a:solidFill>
                  <a:srgbClr val="526276"/>
                </a:solidFill>
                <a:latin typeface="DejaVu Sans"/>
                <a:ea typeface="DejaVu Sans"/>
                <a:cs typeface="DejaVu Sans"/>
              </a:defRPr>
            </a:lvl1pPr>
            <a:lvl2pPr algn="ctr">
              <a:defRPr sz="1500" b="0">
                <a:solidFill>
                  <a:srgbClr val="526276"/>
                </a:solidFill>
                <a:latin typeface="DejaVu Sans"/>
                <a:ea typeface="DejaVu Sans"/>
                <a:cs typeface="DejaVu Sans"/>
              </a:defRPr>
            </a:lvl2pPr>
            <a:lvl3pPr algn="ctr">
              <a:defRPr sz="1500" b="0">
                <a:solidFill>
                  <a:srgbClr val="526276"/>
                </a:solidFill>
                <a:latin typeface="DejaVu Sans"/>
                <a:ea typeface="DejaVu Sans"/>
                <a:cs typeface="DejaVu Sans"/>
              </a:defRPr>
            </a:lvl3pPr>
            <a:lvl4pPr algn="ctr">
              <a:defRPr sz="1500" b="0">
                <a:solidFill>
                  <a:srgbClr val="526276"/>
                </a:solidFill>
                <a:latin typeface="DejaVu Sans"/>
                <a:ea typeface="DejaVu Sans"/>
                <a:cs typeface="DejaVu Sans"/>
              </a:defRPr>
            </a:lvl4pPr>
            <a:lvl5pPr algn="ctr">
              <a:defRPr sz="1500" b="0">
                <a:solidFill>
                  <a:srgbClr val="526276"/>
                </a:solidFill>
                <a:latin typeface="DejaVu Sans"/>
                <a:ea typeface="DejaVu Sans"/>
                <a:cs typeface="DejaVu Sans"/>
              </a:defRPr>
            </a:lvl5pPr>
            <a:lvl6pPr algn="ctr">
              <a:defRPr sz="1500" b="0">
                <a:solidFill>
                  <a:srgbClr val="526276"/>
                </a:solidFill>
                <a:latin typeface="DejaVu Sans"/>
                <a:ea typeface="DejaVu Sans"/>
                <a:cs typeface="DejaVu Sans"/>
              </a:defRPr>
            </a:lvl6pPr>
            <a:lvl7pPr algn="ctr">
              <a:defRPr sz="1500" b="0">
                <a:solidFill>
                  <a:srgbClr val="526276"/>
                </a:solidFill>
                <a:latin typeface="DejaVu Sans"/>
                <a:ea typeface="DejaVu Sans"/>
                <a:cs typeface="DejaVu Sans"/>
              </a:defRPr>
            </a:lvl7pPr>
            <a:lvl8pPr algn="ctr">
              <a:defRPr sz="1500" b="0">
                <a:solidFill>
                  <a:srgbClr val="526276"/>
                </a:solidFill>
                <a:latin typeface="DejaVu Sans"/>
                <a:ea typeface="DejaVu Sans"/>
                <a:cs typeface="DejaVu Sans"/>
              </a:defRPr>
            </a:lvl8pPr>
            <a:lvl9pPr algn="ctr">
              <a:defRPr sz="1500" b="0">
                <a:solidFill>
                  <a:srgbClr val="526276"/>
                </a:solidFill>
                <a:latin typeface="DejaVu Sans"/>
                <a:ea typeface="DejaVu Sans"/>
                <a:cs typeface="DejaVu Sans"/>
              </a:defRPr>
            </a:lvl9pPr>
          </a:lstStyle>
          <a:p>
            <a:pPr algn="ctr">
              <a:defRPr sz="1500" b="0">
                <a:solidFill>
                  <a:srgbClr val="526276"/>
                </a:solidFill>
                <a:latin typeface="DejaVu Sans"/>
                <a:ea typeface="DejaVu Sans"/>
                <a:cs typeface="DejaVu Sans"/>
              </a:defRPr>
            </a:pPr>
            <a:r>
              <a:rPr sz="1500" b="0">
                <a:solidFill>
                  <a:srgbClr val="526276"/>
                </a:solidFill>
                <a:latin typeface="DejaVu Sans"/>
                <a:ea typeface="DejaVu Sans"/>
                <a:cs typeface="DejaVu Sans"/>
              </a:rPr>
              <a:t>Each layer contributes a constant amount of work.</a:t>
            </a:r>
          </a:p>
        </p:txBody>
      </p:sp>
      <p:sp>
        <p:nvSpPr>
          <p:cNvPr id="223" name="s6_shape_211">
            <a:extLst>
              <a:ext uri="{FF2B5EF4-FFF2-40B4-BE49-F238E27FC236}">
                <a16:creationId xmlns:a16="http://schemas.microsoft.com/office/drawing/2014/main" id="{510F93C2-0FB0-42B3-929F-0C247F8C801D}"/>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224" name="s6_text_212">
            <a:extLst>
              <a:ext uri="{FF2B5EF4-FFF2-40B4-BE49-F238E27FC236}">
                <a16:creationId xmlns:a16="http://schemas.microsoft.com/office/drawing/2014/main" id="{44362311-237B-45B6-B54C-810A8F9D0D2A}"/>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Backpropagation</a:t>
            </a:r>
          </a:p>
        </p:txBody>
      </p:sp>
      <p:sp>
        <p:nvSpPr>
          <p:cNvPr id="225" name="s6_shape_213">
            <a:extLst>
              <a:ext uri="{FF2B5EF4-FFF2-40B4-BE49-F238E27FC236}">
                <a16:creationId xmlns:a16="http://schemas.microsoft.com/office/drawing/2014/main" id="{95E1D9B9-57D7-4343-BF09-66E6BCF99271}"/>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6" name="s6_text_214" descr="\phi_0(x)">
                <a:extLst>
                  <a:ext uri="{FF2B5EF4-FFF2-40B4-BE49-F238E27FC236}">
                    <a16:creationId xmlns:a16="http://schemas.microsoft.com/office/drawing/2014/main" id="{EBA99CBF-C7F0-412E-8021-8FAF8515A727}"/>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26" name="s6_text_214" descr="\phi_0(x)">
                <a:extLst>
                  <a:ext uri="{FF2B5EF4-FFF2-40B4-BE49-F238E27FC236}">
                    <a16:creationId xmlns:a16="http://schemas.microsoft.com/office/drawing/2014/main" id="{EBA99CBF-C7F0-412E-8021-8FAF8515A727}"/>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227" name="s6_line_215">
            <a:extLst>
              <a:ext uri="{FF2B5EF4-FFF2-40B4-BE49-F238E27FC236}">
                <a16:creationId xmlns:a16="http://schemas.microsoft.com/office/drawing/2014/main" id="{31D15551-7BC0-4F2F-A242-D329F821D38E}"/>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228" name="s6_shape_216">
            <a:extLst>
              <a:ext uri="{FF2B5EF4-FFF2-40B4-BE49-F238E27FC236}">
                <a16:creationId xmlns:a16="http://schemas.microsoft.com/office/drawing/2014/main" id="{C1410936-E036-4D10-9033-A770B9AB3309}"/>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29" name="s6_text_217" descr="\phi_1(x)">
                <a:extLst>
                  <a:ext uri="{FF2B5EF4-FFF2-40B4-BE49-F238E27FC236}">
                    <a16:creationId xmlns:a16="http://schemas.microsoft.com/office/drawing/2014/main" id="{C238C2E3-9CCA-4D66-9040-B3882255A1C8}"/>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29" name="s6_text_217" descr="\phi_1(x)">
                <a:extLst>
                  <a:ext uri="{FF2B5EF4-FFF2-40B4-BE49-F238E27FC236}">
                    <a16:creationId xmlns:a16="http://schemas.microsoft.com/office/drawing/2014/main" id="{C238C2E3-9CCA-4D66-9040-B3882255A1C8}"/>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0" name="s6_text_218" descr="\mathrm{Layer}\ 1">
                <a:extLst>
                  <a:ext uri="{FF2B5EF4-FFF2-40B4-BE49-F238E27FC236}">
                    <a16:creationId xmlns:a16="http://schemas.microsoft.com/office/drawing/2014/main" id="{A1DF9F0A-47CB-4315-920D-B73CC21D0300}"/>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230" name="s6_text_218" descr="\mathrm{Layer}\ 1">
                <a:extLst>
                  <a:ext uri="{FF2B5EF4-FFF2-40B4-BE49-F238E27FC236}">
                    <a16:creationId xmlns:a16="http://schemas.microsoft.com/office/drawing/2014/main" id="{A1DF9F0A-47CB-4315-920D-B73CC21D0300}"/>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1" name="s6_text_219" descr="w_{1}, b_{1}">
                <a:extLst>
                  <a:ext uri="{FF2B5EF4-FFF2-40B4-BE49-F238E27FC236}">
                    <a16:creationId xmlns:a16="http://schemas.microsoft.com/office/drawing/2014/main" id="{98E1E34B-23C2-4264-9C1D-72BB931D6D9B}"/>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31" name="s6_text_219" descr="w_{1}, b_{1}">
                <a:extLst>
                  <a:ext uri="{FF2B5EF4-FFF2-40B4-BE49-F238E27FC236}">
                    <a16:creationId xmlns:a16="http://schemas.microsoft.com/office/drawing/2014/main" id="{98E1E34B-23C2-4264-9C1D-72BB931D6D9B}"/>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232" name="s6_line_220">
            <a:extLst>
              <a:ext uri="{FF2B5EF4-FFF2-40B4-BE49-F238E27FC236}">
                <a16:creationId xmlns:a16="http://schemas.microsoft.com/office/drawing/2014/main" id="{470C2CA7-50BD-48B9-AF20-419421524389}"/>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233" name="s6_shape_221">
            <a:extLst>
              <a:ext uri="{FF2B5EF4-FFF2-40B4-BE49-F238E27FC236}">
                <a16:creationId xmlns:a16="http://schemas.microsoft.com/office/drawing/2014/main" id="{12787CA5-D8B1-4EBB-ADD2-23582677EA3C}"/>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34" name="s6_text_222" descr="\phi_2(x)">
                <a:extLst>
                  <a:ext uri="{FF2B5EF4-FFF2-40B4-BE49-F238E27FC236}">
                    <a16:creationId xmlns:a16="http://schemas.microsoft.com/office/drawing/2014/main" id="{06FBDF83-86AC-43EE-8BC7-B2CE0F069586}"/>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34" name="s6_text_222" descr="\phi_2(x)">
                <a:extLst>
                  <a:ext uri="{FF2B5EF4-FFF2-40B4-BE49-F238E27FC236}">
                    <a16:creationId xmlns:a16="http://schemas.microsoft.com/office/drawing/2014/main" id="{06FBDF83-86AC-43EE-8BC7-B2CE0F069586}"/>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5" name="s6_text_223" descr="\mathrm{Layer}\ 2">
                <a:extLst>
                  <a:ext uri="{FF2B5EF4-FFF2-40B4-BE49-F238E27FC236}">
                    <a16:creationId xmlns:a16="http://schemas.microsoft.com/office/drawing/2014/main" id="{26704A2E-F67A-450A-968E-30C7061B47B8}"/>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235" name="s6_text_223" descr="\mathrm{Layer}\ 2">
                <a:extLst>
                  <a:ext uri="{FF2B5EF4-FFF2-40B4-BE49-F238E27FC236}">
                    <a16:creationId xmlns:a16="http://schemas.microsoft.com/office/drawing/2014/main" id="{26704A2E-F67A-450A-968E-30C7061B47B8}"/>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6" name="s6_text_224" descr="w_{2}, b_{2}">
                <a:extLst>
                  <a:ext uri="{FF2B5EF4-FFF2-40B4-BE49-F238E27FC236}">
                    <a16:creationId xmlns:a16="http://schemas.microsoft.com/office/drawing/2014/main" id="{7B5581AE-F9DB-42F5-BA34-E6258EBD43F9}"/>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236" name="s6_text_224" descr="w_{2}, b_{2}">
                <a:extLst>
                  <a:ext uri="{FF2B5EF4-FFF2-40B4-BE49-F238E27FC236}">
                    <a16:creationId xmlns:a16="http://schemas.microsoft.com/office/drawing/2014/main" id="{7B5581AE-F9DB-42F5-BA34-E6258EBD43F9}"/>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237" name="s6_line_225">
            <a:extLst>
              <a:ext uri="{FF2B5EF4-FFF2-40B4-BE49-F238E27FC236}">
                <a16:creationId xmlns:a16="http://schemas.microsoft.com/office/drawing/2014/main" id="{BFE9B21C-0295-4603-8FE8-385A18051720}"/>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38" name="s6_text_226" descr="\cdots">
                <a:extLst>
                  <a:ext uri="{FF2B5EF4-FFF2-40B4-BE49-F238E27FC236}">
                    <a16:creationId xmlns:a16="http://schemas.microsoft.com/office/drawing/2014/main" id="{60C7E1A6-4FCE-40A1-861F-27033B811035}"/>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238" name="s6_text_226" descr="\cdots">
                <a:extLst>
                  <a:ext uri="{FF2B5EF4-FFF2-40B4-BE49-F238E27FC236}">
                    <a16:creationId xmlns:a16="http://schemas.microsoft.com/office/drawing/2014/main" id="{60C7E1A6-4FCE-40A1-861F-27033B811035}"/>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239" name="s6_line_227">
            <a:extLst>
              <a:ext uri="{FF2B5EF4-FFF2-40B4-BE49-F238E27FC236}">
                <a16:creationId xmlns:a16="http://schemas.microsoft.com/office/drawing/2014/main" id="{8DF03643-4DB8-4384-ADD1-A9BBEA65EBC3}"/>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240" name="s6_shape_228">
            <a:extLst>
              <a:ext uri="{FF2B5EF4-FFF2-40B4-BE49-F238E27FC236}">
                <a16:creationId xmlns:a16="http://schemas.microsoft.com/office/drawing/2014/main" id="{86F2920C-05A2-47CA-923A-4A424F1E62AE}"/>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1" name="s6_text_229" descr="\phi_{L-1}(x)">
                <a:extLst>
                  <a:ext uri="{FF2B5EF4-FFF2-40B4-BE49-F238E27FC236}">
                    <a16:creationId xmlns:a16="http://schemas.microsoft.com/office/drawing/2014/main" id="{3242F043-0029-45EC-BF4A-A0C5D9247F52}"/>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41" name="s6_text_229" descr="\phi_{L-1}(x)">
                <a:extLst>
                  <a:ext uri="{FF2B5EF4-FFF2-40B4-BE49-F238E27FC236}">
                    <a16:creationId xmlns:a16="http://schemas.microsoft.com/office/drawing/2014/main" id="{3242F043-0029-45EC-BF4A-A0C5D9247F52}"/>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2" name="s6_text_230" descr="\mathrm{Layer}\ L-1">
                <a:extLst>
                  <a:ext uri="{FF2B5EF4-FFF2-40B4-BE49-F238E27FC236}">
                    <a16:creationId xmlns:a16="http://schemas.microsoft.com/office/drawing/2014/main" id="{EE2922CE-74B8-4BB1-B6E6-D4D183AFBE2C}"/>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242" name="s6_text_230" descr="\mathrm{Layer}\ L-1">
                <a:extLst>
                  <a:ext uri="{FF2B5EF4-FFF2-40B4-BE49-F238E27FC236}">
                    <a16:creationId xmlns:a16="http://schemas.microsoft.com/office/drawing/2014/main" id="{EE2922CE-74B8-4BB1-B6E6-D4D183AFBE2C}"/>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3" name="s6_text_231" descr="w_{L-1}, b_{L-1}">
                <a:extLst>
                  <a:ext uri="{FF2B5EF4-FFF2-40B4-BE49-F238E27FC236}">
                    <a16:creationId xmlns:a16="http://schemas.microsoft.com/office/drawing/2014/main" id="{11EE68E2-7036-4EFC-B102-22678C25FC42}"/>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43" name="s6_text_231" descr="w_{L-1}, b_{L-1}">
                <a:extLst>
                  <a:ext uri="{FF2B5EF4-FFF2-40B4-BE49-F238E27FC236}">
                    <a16:creationId xmlns:a16="http://schemas.microsoft.com/office/drawing/2014/main" id="{11EE68E2-7036-4EFC-B102-22678C25FC42}"/>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244" name="s6_line_232">
            <a:extLst>
              <a:ext uri="{FF2B5EF4-FFF2-40B4-BE49-F238E27FC236}">
                <a16:creationId xmlns:a16="http://schemas.microsoft.com/office/drawing/2014/main" id="{2FB3532A-DCBB-446B-8A9E-D3AC070202F5}"/>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245" name="s6_shape_233">
            <a:extLst>
              <a:ext uri="{FF2B5EF4-FFF2-40B4-BE49-F238E27FC236}">
                <a16:creationId xmlns:a16="http://schemas.microsoft.com/office/drawing/2014/main" id="{CD29BB9C-B715-4E3F-AF96-EEF27630FF5A}"/>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46" name="s6_text_234" descr="a_L(x)">
                <a:extLst>
                  <a:ext uri="{FF2B5EF4-FFF2-40B4-BE49-F238E27FC236}">
                    <a16:creationId xmlns:a16="http://schemas.microsoft.com/office/drawing/2014/main" id="{443BD43F-9C84-46C9-AC34-FA0A43D61489}"/>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𝑎</m:t>
                          </m:r>
                        </m:e>
                        <m:sub>
                          <m:r>
                            <a:rPr lang="en-GB" sz="2400">
                              <a:solidFill>
                                <a:srgbClr val="526276"/>
                              </a:solidFill>
                              <a:latin typeface="Cambria Math"/>
                              <a:ea typeface="Cambria Math"/>
                              <a:cs typeface="Cambria Math"/>
                            </a:rPr>
                            <m:t>𝐿</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46" name="s6_text_234" descr="a_L(x)">
                <a:extLst>
                  <a:ext uri="{FF2B5EF4-FFF2-40B4-BE49-F238E27FC236}">
                    <a16:creationId xmlns:a16="http://schemas.microsoft.com/office/drawing/2014/main" id="{443BD43F-9C84-46C9-AC34-FA0A43D61489}"/>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1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7" name="s6_text_235" descr="\mathrm{Layer}\ L">
                <a:extLst>
                  <a:ext uri="{FF2B5EF4-FFF2-40B4-BE49-F238E27FC236}">
                    <a16:creationId xmlns:a16="http://schemas.microsoft.com/office/drawing/2014/main" id="{36404AC2-11E4-449B-9DF6-5128B2D90011}"/>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247" name="s6_text_235" descr="\mathrm{Layer}\ L">
                <a:extLst>
                  <a:ext uri="{FF2B5EF4-FFF2-40B4-BE49-F238E27FC236}">
                    <a16:creationId xmlns:a16="http://schemas.microsoft.com/office/drawing/2014/main" id="{36404AC2-11E4-449B-9DF6-5128B2D90011}"/>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8" name="s6_text_236" descr="w_{L}, b_{L}">
                <a:extLst>
                  <a:ext uri="{FF2B5EF4-FFF2-40B4-BE49-F238E27FC236}">
                    <a16:creationId xmlns:a16="http://schemas.microsoft.com/office/drawing/2014/main" id="{75819861-06C7-4251-8FB6-4E0BB82A4040}"/>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sub>
                      </m:sSub>
                    </m:oMath>
                  </m:oMathPara>
                </a14:m>
                <a:endParaRPr lang="en-GB" sz="2000"/>
              </a:p>
            </p:txBody>
          </p:sp>
        </mc:Choice>
        <mc:Fallback xmlns="">
          <p:sp>
            <p:nvSpPr>
              <p:cNvPr id="248" name="s6_text_236" descr="w_{L}, b_{L}">
                <a:extLst>
                  <a:ext uri="{FF2B5EF4-FFF2-40B4-BE49-F238E27FC236}">
                    <a16:creationId xmlns:a16="http://schemas.microsoft.com/office/drawing/2014/main" id="{75819861-06C7-4251-8FB6-4E0BB82A4040}"/>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17"/>
                <a:stretch>
                  <a:fillRect b="-18750"/>
                </a:stretch>
              </a:blipFill>
              <a:ln w="0">
                <a:noFill/>
              </a:ln>
            </p:spPr>
            <p:txBody>
              <a:bodyPr/>
              <a:lstStyle/>
              <a:p>
                <a:r>
                  <a:rPr lang="it-IT">
                    <a:noFill/>
                  </a:rPr>
                  <a:t> </a:t>
                </a:r>
              </a:p>
            </p:txBody>
          </p:sp>
        </mc:Fallback>
      </mc:AlternateContent>
      <p:sp>
        <p:nvSpPr>
          <p:cNvPr id="249" name="s6_line_237">
            <a:extLst>
              <a:ext uri="{FF2B5EF4-FFF2-40B4-BE49-F238E27FC236}">
                <a16:creationId xmlns:a16="http://schemas.microsoft.com/office/drawing/2014/main" id="{5ADA0AA4-086B-438F-8B70-EC611E90D324}"/>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250" name="s6_shape_238">
            <a:extLst>
              <a:ext uri="{FF2B5EF4-FFF2-40B4-BE49-F238E27FC236}">
                <a16:creationId xmlns:a16="http://schemas.microsoft.com/office/drawing/2014/main" id="{B4BD8D3D-3476-4A29-9FE5-C275DECF9D18}"/>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51" name="s6_text_239" descr="\mathcal{L}_{\mathrm{sq}}(\boldsymbol{\theta})">
                <a:extLst>
                  <a:ext uri="{FF2B5EF4-FFF2-40B4-BE49-F238E27FC236}">
                    <a16:creationId xmlns:a16="http://schemas.microsoft.com/office/drawing/2014/main" id="{F66C4A80-EF8B-4BA0-83A1-EB8BBADEE675}"/>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251" name="s6_text_239" descr="\mathcal{L}_{\mathrm{sq}}(\boldsymbol{\theta})">
                <a:extLst>
                  <a:ext uri="{FF2B5EF4-FFF2-40B4-BE49-F238E27FC236}">
                    <a16:creationId xmlns:a16="http://schemas.microsoft.com/office/drawing/2014/main" id="{F66C4A80-EF8B-4BA0-83A1-EB8BBADEE675}"/>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252" name="s6_text_240">
            <a:extLst>
              <a:ext uri="{FF2B5EF4-FFF2-40B4-BE49-F238E27FC236}">
                <a16:creationId xmlns:a16="http://schemas.microsoft.com/office/drawing/2014/main" id="{98DBE153-E305-46EA-B24C-FC943EA64103}"/>
              </a:ext>
            </a:extLst>
          </p:cNvPr>
          <p:cNvSpPr>
            <a:spLocks noGrp="1"/>
          </p:cNvSpPr>
          <p:nvPr/>
        </p:nvSpPr>
        <p:spPr>
          <a:xfrm>
            <a:off x="762000" y="4219575"/>
            <a:ext cx="10668000" cy="400050"/>
          </a:xfrm>
          <a:prstGeom prst="rect">
            <a:avLst/>
          </a:prstGeom>
          <a:noFill/>
          <a:ln w="0">
            <a:noFill/>
          </a:ln>
        </p:spPr>
        <p:txBody>
          <a:bodyPr anchor="ctr">
            <a:noAutofit/>
          </a:bodyPr>
          <a:lstStyle>
            <a:defPPr algn="ctr">
              <a:defRPr sz="2175" b="1">
                <a:solidFill>
                  <a:srgbClr val="182D45"/>
                </a:solidFill>
                <a:latin typeface="DejaVu Sans"/>
                <a:ea typeface="DejaVu Sans"/>
                <a:cs typeface="DejaVu Sans"/>
              </a:defRPr>
            </a:defPPr>
            <a:lvl1pPr algn="ctr">
              <a:defRPr sz="2175" b="1">
                <a:solidFill>
                  <a:srgbClr val="182D45"/>
                </a:solidFill>
                <a:latin typeface="DejaVu Sans"/>
                <a:ea typeface="DejaVu Sans"/>
                <a:cs typeface="DejaVu Sans"/>
              </a:defRPr>
            </a:lvl1pPr>
            <a:lvl2pPr algn="ctr">
              <a:defRPr sz="2175" b="1">
                <a:solidFill>
                  <a:srgbClr val="182D45"/>
                </a:solidFill>
                <a:latin typeface="DejaVu Sans"/>
                <a:ea typeface="DejaVu Sans"/>
                <a:cs typeface="DejaVu Sans"/>
              </a:defRPr>
            </a:lvl2pPr>
            <a:lvl3pPr algn="ctr">
              <a:defRPr sz="2175" b="1">
                <a:solidFill>
                  <a:srgbClr val="182D45"/>
                </a:solidFill>
                <a:latin typeface="DejaVu Sans"/>
                <a:ea typeface="DejaVu Sans"/>
                <a:cs typeface="DejaVu Sans"/>
              </a:defRPr>
            </a:lvl3pPr>
            <a:lvl4pPr algn="ctr">
              <a:defRPr sz="2175" b="1">
                <a:solidFill>
                  <a:srgbClr val="182D45"/>
                </a:solidFill>
                <a:latin typeface="DejaVu Sans"/>
                <a:ea typeface="DejaVu Sans"/>
                <a:cs typeface="DejaVu Sans"/>
              </a:defRPr>
            </a:lvl4pPr>
            <a:lvl5pPr algn="ctr">
              <a:defRPr sz="2175" b="1">
                <a:solidFill>
                  <a:srgbClr val="182D45"/>
                </a:solidFill>
                <a:latin typeface="DejaVu Sans"/>
                <a:ea typeface="DejaVu Sans"/>
                <a:cs typeface="DejaVu Sans"/>
              </a:defRPr>
            </a:lvl5pPr>
            <a:lvl6pPr algn="ctr">
              <a:defRPr sz="2175" b="1">
                <a:solidFill>
                  <a:srgbClr val="182D45"/>
                </a:solidFill>
                <a:latin typeface="DejaVu Sans"/>
                <a:ea typeface="DejaVu Sans"/>
                <a:cs typeface="DejaVu Sans"/>
              </a:defRPr>
            </a:lvl6pPr>
            <a:lvl7pPr algn="ctr">
              <a:defRPr sz="2175" b="1">
                <a:solidFill>
                  <a:srgbClr val="182D45"/>
                </a:solidFill>
                <a:latin typeface="DejaVu Sans"/>
                <a:ea typeface="DejaVu Sans"/>
                <a:cs typeface="DejaVu Sans"/>
              </a:defRPr>
            </a:lvl7pPr>
            <a:lvl8pPr algn="ctr">
              <a:defRPr sz="2175" b="1">
                <a:solidFill>
                  <a:srgbClr val="182D45"/>
                </a:solidFill>
                <a:latin typeface="DejaVu Sans"/>
                <a:ea typeface="DejaVu Sans"/>
                <a:cs typeface="DejaVu Sans"/>
              </a:defRPr>
            </a:lvl8pPr>
            <a:lvl9pPr algn="ctr">
              <a:defRPr sz="2175" b="1">
                <a:solidFill>
                  <a:srgbClr val="182D45"/>
                </a:solidFill>
                <a:latin typeface="DejaVu Sans"/>
                <a:ea typeface="DejaVu Sans"/>
                <a:cs typeface="DejaVu Sans"/>
              </a:defRPr>
            </a:lvl9pPr>
          </a:lstStyle>
          <a:p>
            <a:pPr algn="ctr">
              <a:defRPr sz="2175" b="1">
                <a:solidFill>
                  <a:srgbClr val="182D45"/>
                </a:solidFill>
                <a:latin typeface="DejaVu Sans"/>
                <a:ea typeface="DejaVu Sans"/>
                <a:cs typeface="DejaVu Sans"/>
              </a:defRPr>
            </a:pPr>
            <a:r>
              <a:rPr sz="2175" b="1">
                <a:solidFill>
                  <a:srgbClr val="182D45"/>
                </a:solidFill>
                <a:latin typeface="DejaVu Sans"/>
                <a:ea typeface="DejaVu Sans"/>
                <a:cs typeface="DejaVu Sans"/>
              </a:rPr>
              <a:t>Compute each intermediate derivative once.</a:t>
            </a:r>
          </a:p>
        </p:txBody>
      </p:sp>
      <p:sp>
        <p:nvSpPr>
          <p:cNvPr id="253" name="s6_text_241">
            <a:extLst>
              <a:ext uri="{FF2B5EF4-FFF2-40B4-BE49-F238E27FC236}">
                <a16:creationId xmlns:a16="http://schemas.microsoft.com/office/drawing/2014/main" id="{C5851B8E-305B-47D2-AD72-6DC2E2ED44DF}"/>
              </a:ext>
            </a:extLst>
          </p:cNvPr>
          <p:cNvSpPr>
            <a:spLocks noGrp="1"/>
          </p:cNvSpPr>
          <p:nvPr/>
        </p:nvSpPr>
        <p:spPr>
          <a:xfrm>
            <a:off x="428625" y="4676775"/>
            <a:ext cx="11334750" cy="361950"/>
          </a:xfrm>
          <a:prstGeom prst="rect">
            <a:avLst/>
          </a:prstGeom>
          <a:noFill/>
          <a:ln w="0">
            <a:noFill/>
          </a:ln>
        </p:spPr>
        <p:txBody>
          <a:bodyPr anchor="ctr">
            <a:noAutofit/>
          </a:bodyPr>
          <a:lstStyle>
            <a:defPPr algn="ctr">
              <a:defRPr sz="1800" b="0">
                <a:solidFill>
                  <a:srgbClr val="526276"/>
                </a:solidFill>
                <a:latin typeface="DejaVu Sans"/>
                <a:ea typeface="DejaVu Sans"/>
                <a:cs typeface="DejaVu Sans"/>
              </a:defRPr>
            </a:defPPr>
            <a:lvl1pPr algn="ctr">
              <a:defRPr sz="1800" b="0">
                <a:solidFill>
                  <a:srgbClr val="526276"/>
                </a:solidFill>
                <a:latin typeface="DejaVu Sans"/>
                <a:ea typeface="DejaVu Sans"/>
                <a:cs typeface="DejaVu Sans"/>
              </a:defRPr>
            </a:lvl1pPr>
            <a:lvl2pPr algn="ctr">
              <a:defRPr sz="1800" b="0">
                <a:solidFill>
                  <a:srgbClr val="526276"/>
                </a:solidFill>
                <a:latin typeface="DejaVu Sans"/>
                <a:ea typeface="DejaVu Sans"/>
                <a:cs typeface="DejaVu Sans"/>
              </a:defRPr>
            </a:lvl2pPr>
            <a:lvl3pPr algn="ctr">
              <a:defRPr sz="1800" b="0">
                <a:solidFill>
                  <a:srgbClr val="526276"/>
                </a:solidFill>
                <a:latin typeface="DejaVu Sans"/>
                <a:ea typeface="DejaVu Sans"/>
                <a:cs typeface="DejaVu Sans"/>
              </a:defRPr>
            </a:lvl3pPr>
            <a:lvl4pPr algn="ctr">
              <a:defRPr sz="1800" b="0">
                <a:solidFill>
                  <a:srgbClr val="526276"/>
                </a:solidFill>
                <a:latin typeface="DejaVu Sans"/>
                <a:ea typeface="DejaVu Sans"/>
                <a:cs typeface="DejaVu Sans"/>
              </a:defRPr>
            </a:lvl4pPr>
            <a:lvl5pPr algn="ctr">
              <a:defRPr sz="1800" b="0">
                <a:solidFill>
                  <a:srgbClr val="526276"/>
                </a:solidFill>
                <a:latin typeface="DejaVu Sans"/>
                <a:ea typeface="DejaVu Sans"/>
                <a:cs typeface="DejaVu Sans"/>
              </a:defRPr>
            </a:lvl5pPr>
            <a:lvl6pPr algn="ctr">
              <a:defRPr sz="1800" b="0">
                <a:solidFill>
                  <a:srgbClr val="526276"/>
                </a:solidFill>
                <a:latin typeface="DejaVu Sans"/>
                <a:ea typeface="DejaVu Sans"/>
                <a:cs typeface="DejaVu Sans"/>
              </a:defRPr>
            </a:lvl6pPr>
            <a:lvl7pPr algn="ctr">
              <a:defRPr sz="1800" b="0">
                <a:solidFill>
                  <a:srgbClr val="526276"/>
                </a:solidFill>
                <a:latin typeface="DejaVu Sans"/>
                <a:ea typeface="DejaVu Sans"/>
                <a:cs typeface="DejaVu Sans"/>
              </a:defRPr>
            </a:lvl7pPr>
            <a:lvl8pPr algn="ctr">
              <a:defRPr sz="1800" b="0">
                <a:solidFill>
                  <a:srgbClr val="526276"/>
                </a:solidFill>
                <a:latin typeface="DejaVu Sans"/>
                <a:ea typeface="DejaVu Sans"/>
                <a:cs typeface="DejaVu Sans"/>
              </a:defRPr>
            </a:lvl8pPr>
            <a:lvl9pPr algn="ctr">
              <a:defRPr sz="1800" b="0">
                <a:solidFill>
                  <a:srgbClr val="526276"/>
                </a:solidFill>
                <a:latin typeface="DejaVu Sans"/>
                <a:ea typeface="DejaVu Sans"/>
                <a:cs typeface="DejaVu Sans"/>
              </a:defRPr>
            </a:lvl9p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Reuse it for both parameter derivatives, then continue backward.</a:t>
            </a:r>
          </a:p>
        </p:txBody>
      </p:sp>
      <p:sp>
        <p:nvSpPr>
          <p:cNvPr id="254" name="s6_text_242">
            <a:extLst>
              <a:ext uri="{FF2B5EF4-FFF2-40B4-BE49-F238E27FC236}">
                <a16:creationId xmlns:a16="http://schemas.microsoft.com/office/drawing/2014/main" id="{EE424806-AF0C-43C5-9DEF-9BDC586A3111}"/>
              </a:ext>
            </a:extLst>
          </p:cNvPr>
          <p:cNvSpPr>
            <a:spLocks noGrp="1"/>
          </p:cNvSpPr>
          <p:nvPr/>
        </p:nvSpPr>
        <p:spPr>
          <a:xfrm>
            <a:off x="762000" y="5362575"/>
            <a:ext cx="10668000" cy="409575"/>
          </a:xfrm>
          <a:prstGeom prst="rect">
            <a:avLst/>
          </a:prstGeom>
          <a:noFill/>
          <a:ln w="0">
            <a:noFill/>
          </a:ln>
        </p:spPr>
        <p:txBody>
          <a:bodyPr anchor="ctr">
            <a:noAutofit/>
          </a:bodyPr>
          <a:lstStyle>
            <a:defPPr algn="ctr">
              <a:defRPr sz="2175" b="0">
                <a:solidFill>
                  <a:srgbClr val="087F83"/>
                </a:solidFill>
                <a:latin typeface="DejaVu Sans"/>
                <a:ea typeface="DejaVu Sans"/>
                <a:cs typeface="DejaVu Sans"/>
              </a:defRPr>
            </a:defPPr>
            <a:lvl1pPr algn="ctr">
              <a:defRPr sz="2175" b="0">
                <a:solidFill>
                  <a:srgbClr val="087F83"/>
                </a:solidFill>
                <a:latin typeface="DejaVu Sans"/>
                <a:ea typeface="DejaVu Sans"/>
                <a:cs typeface="DejaVu Sans"/>
              </a:defRPr>
            </a:lvl1pPr>
            <a:lvl2pPr algn="ctr">
              <a:defRPr sz="2175" b="0">
                <a:solidFill>
                  <a:srgbClr val="087F83"/>
                </a:solidFill>
                <a:latin typeface="DejaVu Sans"/>
                <a:ea typeface="DejaVu Sans"/>
                <a:cs typeface="DejaVu Sans"/>
              </a:defRPr>
            </a:lvl2pPr>
            <a:lvl3pPr algn="ctr">
              <a:defRPr sz="2175" b="0">
                <a:solidFill>
                  <a:srgbClr val="087F83"/>
                </a:solidFill>
                <a:latin typeface="DejaVu Sans"/>
                <a:ea typeface="DejaVu Sans"/>
                <a:cs typeface="DejaVu Sans"/>
              </a:defRPr>
            </a:lvl3pPr>
            <a:lvl4pPr algn="ctr">
              <a:defRPr sz="2175" b="0">
                <a:solidFill>
                  <a:srgbClr val="087F83"/>
                </a:solidFill>
                <a:latin typeface="DejaVu Sans"/>
                <a:ea typeface="DejaVu Sans"/>
                <a:cs typeface="DejaVu Sans"/>
              </a:defRPr>
            </a:lvl4pPr>
            <a:lvl5pPr algn="ctr">
              <a:defRPr sz="2175" b="0">
                <a:solidFill>
                  <a:srgbClr val="087F83"/>
                </a:solidFill>
                <a:latin typeface="DejaVu Sans"/>
                <a:ea typeface="DejaVu Sans"/>
                <a:cs typeface="DejaVu Sans"/>
              </a:defRPr>
            </a:lvl5pPr>
            <a:lvl6pPr algn="ctr">
              <a:defRPr sz="2175" b="0">
                <a:solidFill>
                  <a:srgbClr val="087F83"/>
                </a:solidFill>
                <a:latin typeface="DejaVu Sans"/>
                <a:ea typeface="DejaVu Sans"/>
                <a:cs typeface="DejaVu Sans"/>
              </a:defRPr>
            </a:lvl6pPr>
            <a:lvl7pPr algn="ctr">
              <a:defRPr sz="2175" b="0">
                <a:solidFill>
                  <a:srgbClr val="087F83"/>
                </a:solidFill>
                <a:latin typeface="DejaVu Sans"/>
                <a:ea typeface="DejaVu Sans"/>
                <a:cs typeface="DejaVu Sans"/>
              </a:defRPr>
            </a:lvl7pPr>
            <a:lvl8pPr algn="ctr">
              <a:defRPr sz="2175" b="0">
                <a:solidFill>
                  <a:srgbClr val="087F83"/>
                </a:solidFill>
                <a:latin typeface="DejaVu Sans"/>
                <a:ea typeface="DejaVu Sans"/>
                <a:cs typeface="DejaVu Sans"/>
              </a:defRPr>
            </a:lvl8pPr>
            <a:lvl9pPr algn="ctr">
              <a:defRPr sz="2175" b="0">
                <a:solidFill>
                  <a:srgbClr val="087F83"/>
                </a:solidFill>
                <a:latin typeface="DejaVu Sans"/>
                <a:ea typeface="DejaVu Sans"/>
                <a:cs typeface="DejaVu Sans"/>
              </a:defRPr>
            </a:lvl9pPr>
          </a:lstStyle>
          <a:p>
            <a:pPr algn="ctr">
              <a:defRPr sz="2175" b="0">
                <a:solidFill>
                  <a:srgbClr val="087F83"/>
                </a:solidFill>
                <a:latin typeface="DejaVu Sans"/>
                <a:ea typeface="DejaVu Sans"/>
                <a:cs typeface="DejaVu Sans"/>
              </a:defRPr>
            </a:pPr>
            <a:r>
              <a:rPr sz="2175" b="0">
                <a:solidFill>
                  <a:srgbClr val="087F83"/>
                </a:solidFill>
                <a:latin typeface="DejaVu Sans"/>
                <a:ea typeface="DejaVu Sans"/>
                <a:cs typeface="DejaVu Sans"/>
              </a:rPr>
              <a:t>Start at the loss.</a:t>
            </a:r>
          </a:p>
        </p:txBody>
      </p:sp>
      <p:sp>
        <p:nvSpPr>
          <p:cNvPr id="255" name="s7_shape_243">
            <a:extLst>
              <a:ext uri="{FF2B5EF4-FFF2-40B4-BE49-F238E27FC236}">
                <a16:creationId xmlns:a16="http://schemas.microsoft.com/office/drawing/2014/main" id="{E6CBEB5F-C9F9-4029-BD31-E8090368248A}"/>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256" name="s7_text_244">
            <a:extLst>
              <a:ext uri="{FF2B5EF4-FFF2-40B4-BE49-F238E27FC236}">
                <a16:creationId xmlns:a16="http://schemas.microsoft.com/office/drawing/2014/main" id="{AAE904A9-0FCB-40B1-BE3C-ACFBCF0361D0}"/>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Backpropagation</a:t>
            </a:r>
          </a:p>
        </p:txBody>
      </p:sp>
      <p:sp>
        <p:nvSpPr>
          <p:cNvPr id="257" name="s7_shape_245">
            <a:extLst>
              <a:ext uri="{FF2B5EF4-FFF2-40B4-BE49-F238E27FC236}">
                <a16:creationId xmlns:a16="http://schemas.microsoft.com/office/drawing/2014/main" id="{36AFBD1D-01CD-4CB5-BC8D-63BFE04D1A4C}"/>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58" name="s7_text_246" descr="\phi_0(x)">
                <a:extLst>
                  <a:ext uri="{FF2B5EF4-FFF2-40B4-BE49-F238E27FC236}">
                    <a16:creationId xmlns:a16="http://schemas.microsoft.com/office/drawing/2014/main" id="{F45A9FE5-0487-45C1-B3E9-9494AE31F06D}"/>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58" name="s7_text_246" descr="\phi_0(x)">
                <a:extLst>
                  <a:ext uri="{FF2B5EF4-FFF2-40B4-BE49-F238E27FC236}">
                    <a16:creationId xmlns:a16="http://schemas.microsoft.com/office/drawing/2014/main" id="{F45A9FE5-0487-45C1-B3E9-9494AE31F06D}"/>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259" name="s7_line_247">
            <a:extLst>
              <a:ext uri="{FF2B5EF4-FFF2-40B4-BE49-F238E27FC236}">
                <a16:creationId xmlns:a16="http://schemas.microsoft.com/office/drawing/2014/main" id="{ED7B7056-A8BA-42D7-8ECD-42F8359BDCF1}"/>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260" name="s7_shape_248">
            <a:extLst>
              <a:ext uri="{FF2B5EF4-FFF2-40B4-BE49-F238E27FC236}">
                <a16:creationId xmlns:a16="http://schemas.microsoft.com/office/drawing/2014/main" id="{EF112880-A8F3-471A-8E93-C8AED2753217}"/>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61" name="s7_text_249" descr="\phi_1(x)">
                <a:extLst>
                  <a:ext uri="{FF2B5EF4-FFF2-40B4-BE49-F238E27FC236}">
                    <a16:creationId xmlns:a16="http://schemas.microsoft.com/office/drawing/2014/main" id="{BE91CB96-1B51-4E6B-9364-8674EE4A8A5A}"/>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61" name="s7_text_249" descr="\phi_1(x)">
                <a:extLst>
                  <a:ext uri="{FF2B5EF4-FFF2-40B4-BE49-F238E27FC236}">
                    <a16:creationId xmlns:a16="http://schemas.microsoft.com/office/drawing/2014/main" id="{BE91CB96-1B51-4E6B-9364-8674EE4A8A5A}"/>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2" name="s7_text_250" descr="\mathrm{Layer}\ 1">
                <a:extLst>
                  <a:ext uri="{FF2B5EF4-FFF2-40B4-BE49-F238E27FC236}">
                    <a16:creationId xmlns:a16="http://schemas.microsoft.com/office/drawing/2014/main" id="{13169DB0-578F-4815-B746-79B7BEC22123}"/>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262" name="s7_text_250" descr="\mathrm{Layer}\ 1">
                <a:extLst>
                  <a:ext uri="{FF2B5EF4-FFF2-40B4-BE49-F238E27FC236}">
                    <a16:creationId xmlns:a16="http://schemas.microsoft.com/office/drawing/2014/main" id="{13169DB0-578F-4815-B746-79B7BEC22123}"/>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3" name="s7_text_251" descr="w_{1}, b_{1}">
                <a:extLst>
                  <a:ext uri="{FF2B5EF4-FFF2-40B4-BE49-F238E27FC236}">
                    <a16:creationId xmlns:a16="http://schemas.microsoft.com/office/drawing/2014/main" id="{D07B82B8-37D8-4CAB-BF71-17C43EBAC939}"/>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63" name="s7_text_251" descr="w_{1}, b_{1}">
                <a:extLst>
                  <a:ext uri="{FF2B5EF4-FFF2-40B4-BE49-F238E27FC236}">
                    <a16:creationId xmlns:a16="http://schemas.microsoft.com/office/drawing/2014/main" id="{D07B82B8-37D8-4CAB-BF71-17C43EBAC939}"/>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264" name="s7_line_252">
            <a:extLst>
              <a:ext uri="{FF2B5EF4-FFF2-40B4-BE49-F238E27FC236}">
                <a16:creationId xmlns:a16="http://schemas.microsoft.com/office/drawing/2014/main" id="{9B3AAAB5-BEE5-4A58-B67F-40E9AF326458}"/>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265" name="s7_shape_253">
            <a:extLst>
              <a:ext uri="{FF2B5EF4-FFF2-40B4-BE49-F238E27FC236}">
                <a16:creationId xmlns:a16="http://schemas.microsoft.com/office/drawing/2014/main" id="{958DF723-3C91-4B33-AB6E-AE33BEEB2C40}"/>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66" name="s7_text_254" descr="\phi_2(x)">
                <a:extLst>
                  <a:ext uri="{FF2B5EF4-FFF2-40B4-BE49-F238E27FC236}">
                    <a16:creationId xmlns:a16="http://schemas.microsoft.com/office/drawing/2014/main" id="{8D36287F-3E2C-48AF-981D-A5604244B909}"/>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66" name="s7_text_254" descr="\phi_2(x)">
                <a:extLst>
                  <a:ext uri="{FF2B5EF4-FFF2-40B4-BE49-F238E27FC236}">
                    <a16:creationId xmlns:a16="http://schemas.microsoft.com/office/drawing/2014/main" id="{8D36287F-3E2C-48AF-981D-A5604244B909}"/>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7" name="s7_text_255" descr="\mathrm{Layer}\ 2">
                <a:extLst>
                  <a:ext uri="{FF2B5EF4-FFF2-40B4-BE49-F238E27FC236}">
                    <a16:creationId xmlns:a16="http://schemas.microsoft.com/office/drawing/2014/main" id="{4B8EBB82-E7B4-4A26-AC86-145EE42B929B}"/>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267" name="s7_text_255" descr="\mathrm{Layer}\ 2">
                <a:extLst>
                  <a:ext uri="{FF2B5EF4-FFF2-40B4-BE49-F238E27FC236}">
                    <a16:creationId xmlns:a16="http://schemas.microsoft.com/office/drawing/2014/main" id="{4B8EBB82-E7B4-4A26-AC86-145EE42B929B}"/>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8" name="s7_text_256" descr="w_{2}, b_{2}">
                <a:extLst>
                  <a:ext uri="{FF2B5EF4-FFF2-40B4-BE49-F238E27FC236}">
                    <a16:creationId xmlns:a16="http://schemas.microsoft.com/office/drawing/2014/main" id="{A2A3B409-C53B-4610-9827-0992D373F325}"/>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268" name="s7_text_256" descr="w_{2}, b_{2}">
                <a:extLst>
                  <a:ext uri="{FF2B5EF4-FFF2-40B4-BE49-F238E27FC236}">
                    <a16:creationId xmlns:a16="http://schemas.microsoft.com/office/drawing/2014/main" id="{A2A3B409-C53B-4610-9827-0992D373F325}"/>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269" name="s7_line_257">
            <a:extLst>
              <a:ext uri="{FF2B5EF4-FFF2-40B4-BE49-F238E27FC236}">
                <a16:creationId xmlns:a16="http://schemas.microsoft.com/office/drawing/2014/main" id="{AB039598-64B0-4422-BA06-EEB6B8E047D3}"/>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270" name="s7_text_258" descr="\cdots">
                <a:extLst>
                  <a:ext uri="{FF2B5EF4-FFF2-40B4-BE49-F238E27FC236}">
                    <a16:creationId xmlns:a16="http://schemas.microsoft.com/office/drawing/2014/main" id="{7C2244AD-7637-4B02-BB56-AE87DC7F067D}"/>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270" name="s7_text_258" descr="\cdots">
                <a:extLst>
                  <a:ext uri="{FF2B5EF4-FFF2-40B4-BE49-F238E27FC236}">
                    <a16:creationId xmlns:a16="http://schemas.microsoft.com/office/drawing/2014/main" id="{7C2244AD-7637-4B02-BB56-AE87DC7F067D}"/>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271" name="s7_line_259">
            <a:extLst>
              <a:ext uri="{FF2B5EF4-FFF2-40B4-BE49-F238E27FC236}">
                <a16:creationId xmlns:a16="http://schemas.microsoft.com/office/drawing/2014/main" id="{76D75F0E-D486-4C8E-93BD-1F2F40DE3A17}"/>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272" name="s7_shape_260">
            <a:extLst>
              <a:ext uri="{FF2B5EF4-FFF2-40B4-BE49-F238E27FC236}">
                <a16:creationId xmlns:a16="http://schemas.microsoft.com/office/drawing/2014/main" id="{9CFF8267-0A03-452F-8832-178C4E4FBBAD}"/>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73" name="s7_text_261" descr="\phi_{L-1}(x)">
                <a:extLst>
                  <a:ext uri="{FF2B5EF4-FFF2-40B4-BE49-F238E27FC236}">
                    <a16:creationId xmlns:a16="http://schemas.microsoft.com/office/drawing/2014/main" id="{32D8788B-AAC4-484C-BE5D-74EA71A8B3EB}"/>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𝐿</m:t>
                          </m:r>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73" name="s7_text_261" descr="\phi_{L-1}(x)">
                <a:extLst>
                  <a:ext uri="{FF2B5EF4-FFF2-40B4-BE49-F238E27FC236}">
                    <a16:creationId xmlns:a16="http://schemas.microsoft.com/office/drawing/2014/main" id="{32D8788B-AAC4-484C-BE5D-74EA71A8B3EB}"/>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12"/>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4" name="s7_text_262" descr="\mathrm{Layer}\ L-1">
                <a:extLst>
                  <a:ext uri="{FF2B5EF4-FFF2-40B4-BE49-F238E27FC236}">
                    <a16:creationId xmlns:a16="http://schemas.microsoft.com/office/drawing/2014/main" id="{DE79C255-C982-41B3-8D0A-A49D75E77296}"/>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274" name="s7_text_262" descr="\mathrm{Layer}\ L-1">
                <a:extLst>
                  <a:ext uri="{FF2B5EF4-FFF2-40B4-BE49-F238E27FC236}">
                    <a16:creationId xmlns:a16="http://schemas.microsoft.com/office/drawing/2014/main" id="{DE79C255-C982-41B3-8D0A-A49D75E77296}"/>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5" name="s7_text_263" descr="w_{L-1}, b_{L-1}">
                <a:extLst>
                  <a:ext uri="{FF2B5EF4-FFF2-40B4-BE49-F238E27FC236}">
                    <a16:creationId xmlns:a16="http://schemas.microsoft.com/office/drawing/2014/main" id="{F201EB8C-FFD1-4AE7-A34A-55105935CBBE}"/>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𝐿</m:t>
                          </m:r>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75" name="s7_text_263" descr="w_{L-1}, b_{L-1}">
                <a:extLst>
                  <a:ext uri="{FF2B5EF4-FFF2-40B4-BE49-F238E27FC236}">
                    <a16:creationId xmlns:a16="http://schemas.microsoft.com/office/drawing/2014/main" id="{F201EB8C-FFD1-4AE7-A34A-55105935CBBE}"/>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14"/>
                <a:stretch>
                  <a:fillRect b="-18750"/>
                </a:stretch>
              </a:blipFill>
              <a:ln w="0">
                <a:noFill/>
              </a:ln>
            </p:spPr>
            <p:txBody>
              <a:bodyPr/>
              <a:lstStyle/>
              <a:p>
                <a:r>
                  <a:rPr lang="it-IT">
                    <a:noFill/>
                  </a:rPr>
                  <a:t> </a:t>
                </a:r>
              </a:p>
            </p:txBody>
          </p:sp>
        </mc:Fallback>
      </mc:AlternateContent>
      <p:sp>
        <p:nvSpPr>
          <p:cNvPr id="276" name="s7_line_264">
            <a:extLst>
              <a:ext uri="{FF2B5EF4-FFF2-40B4-BE49-F238E27FC236}">
                <a16:creationId xmlns:a16="http://schemas.microsoft.com/office/drawing/2014/main" id="{353E7A3A-CF04-494E-A62A-5BA9DB71EC20}"/>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277" name="s7_shape_265">
            <a:extLst>
              <a:ext uri="{FF2B5EF4-FFF2-40B4-BE49-F238E27FC236}">
                <a16:creationId xmlns:a16="http://schemas.microsoft.com/office/drawing/2014/main" id="{5E73F3EB-14AA-41E4-9770-BCB515F7AA9E}"/>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278" name="s7_text_266" descr="a_L(x)">
                <a:extLst>
                  <a:ext uri="{FF2B5EF4-FFF2-40B4-BE49-F238E27FC236}">
                    <a16:creationId xmlns:a16="http://schemas.microsoft.com/office/drawing/2014/main" id="{BAF2E1AC-A00B-424A-B855-0B1130DA0B89}"/>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𝑎</m:t>
                          </m:r>
                        </m:e>
                        <m:sub>
                          <m:r>
                            <a:rPr lang="en-GB" sz="2400">
                              <a:solidFill>
                                <a:srgbClr val="087F83"/>
                              </a:solidFill>
                              <a:latin typeface="Cambria Math"/>
                              <a:ea typeface="Cambria Math"/>
                              <a:cs typeface="Cambria Math"/>
                            </a:rPr>
                            <m:t>𝐿</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278" name="s7_text_266" descr="a_L(x)">
                <a:extLst>
                  <a:ext uri="{FF2B5EF4-FFF2-40B4-BE49-F238E27FC236}">
                    <a16:creationId xmlns:a16="http://schemas.microsoft.com/office/drawing/2014/main" id="{BAF2E1AC-A00B-424A-B855-0B1130DA0B89}"/>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2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79" name="s7_text_267" descr="\mathrm{Layer}\ L">
                <a:extLst>
                  <a:ext uri="{FF2B5EF4-FFF2-40B4-BE49-F238E27FC236}">
                    <a16:creationId xmlns:a16="http://schemas.microsoft.com/office/drawing/2014/main" id="{DD74F729-D4F9-475B-9AB4-C1195C9D8520}"/>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279" name="s7_text_267" descr="\mathrm{Layer}\ L">
                <a:extLst>
                  <a:ext uri="{FF2B5EF4-FFF2-40B4-BE49-F238E27FC236}">
                    <a16:creationId xmlns:a16="http://schemas.microsoft.com/office/drawing/2014/main" id="{DD74F729-D4F9-475B-9AB4-C1195C9D8520}"/>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0" name="s7_text_268" descr="w_{L}, b_{L}">
                <a:extLst>
                  <a:ext uri="{FF2B5EF4-FFF2-40B4-BE49-F238E27FC236}">
                    <a16:creationId xmlns:a16="http://schemas.microsoft.com/office/drawing/2014/main" id="{F3E67E29-1A30-49A0-8698-C904730D2F3A}"/>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sub>
                      </m:sSub>
                    </m:oMath>
                  </m:oMathPara>
                </a14:m>
                <a:endParaRPr lang="en-GB" sz="2000"/>
              </a:p>
            </p:txBody>
          </p:sp>
        </mc:Choice>
        <mc:Fallback xmlns="">
          <p:sp>
            <p:nvSpPr>
              <p:cNvPr id="280" name="s7_text_268" descr="w_{L}, b_{L}">
                <a:extLst>
                  <a:ext uri="{FF2B5EF4-FFF2-40B4-BE49-F238E27FC236}">
                    <a16:creationId xmlns:a16="http://schemas.microsoft.com/office/drawing/2014/main" id="{F3E67E29-1A30-49A0-8698-C904730D2F3A}"/>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26"/>
                <a:stretch>
                  <a:fillRect b="-18750"/>
                </a:stretch>
              </a:blipFill>
              <a:ln w="0">
                <a:noFill/>
              </a:ln>
            </p:spPr>
            <p:txBody>
              <a:bodyPr/>
              <a:lstStyle/>
              <a:p>
                <a:r>
                  <a:rPr lang="it-IT">
                    <a:noFill/>
                  </a:rPr>
                  <a:t> </a:t>
                </a:r>
              </a:p>
            </p:txBody>
          </p:sp>
        </mc:Fallback>
      </mc:AlternateContent>
      <p:sp>
        <p:nvSpPr>
          <p:cNvPr id="281" name="s7_line_269">
            <a:extLst>
              <a:ext uri="{FF2B5EF4-FFF2-40B4-BE49-F238E27FC236}">
                <a16:creationId xmlns:a16="http://schemas.microsoft.com/office/drawing/2014/main" id="{7D20C9FF-5E08-442B-8568-CAA40D807917}"/>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282" name="s7_shape_270">
            <a:extLst>
              <a:ext uri="{FF2B5EF4-FFF2-40B4-BE49-F238E27FC236}">
                <a16:creationId xmlns:a16="http://schemas.microsoft.com/office/drawing/2014/main" id="{B62E2AD1-F7F5-477A-B92D-193294523820}"/>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83" name="s7_text_271" descr="\mathcal{L}_{\mathrm{sq}}(\boldsymbol{\theta})">
                <a:extLst>
                  <a:ext uri="{FF2B5EF4-FFF2-40B4-BE49-F238E27FC236}">
                    <a16:creationId xmlns:a16="http://schemas.microsoft.com/office/drawing/2014/main" id="{8A44FA6B-97D5-4300-8956-D4AE03D03103}"/>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283" name="s7_text_271" descr="\mathcal{L}_{\mathrm{sq}}(\boldsymbol{\theta})">
                <a:extLst>
                  <a:ext uri="{FF2B5EF4-FFF2-40B4-BE49-F238E27FC236}">
                    <a16:creationId xmlns:a16="http://schemas.microsoft.com/office/drawing/2014/main" id="{8A44FA6B-97D5-4300-8956-D4AE03D03103}"/>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284" name="s7_line_272">
            <a:extLst>
              <a:ext uri="{FF2B5EF4-FFF2-40B4-BE49-F238E27FC236}">
                <a16:creationId xmlns:a16="http://schemas.microsoft.com/office/drawing/2014/main" id="{4AC933F6-16D2-44A8-827D-C23E03E3F95E}"/>
              </a:ext>
            </a:extLst>
          </p:cNvPr>
          <p:cNvSpPr>
            <a:spLocks noGrp="1"/>
          </p:cNvSpPr>
          <p:nvPr/>
        </p:nvSpPr>
        <p:spPr>
          <a:xfrm>
            <a:off x="9382125" y="3400425"/>
            <a:ext cx="1809750" cy="476"/>
          </a:xfrm>
          <a:prstGeom prst="line">
            <a:avLst/>
          </a:prstGeom>
          <a:noFill/>
          <a:ln w="22860">
            <a:solidFill>
              <a:srgbClr val="087F83"/>
            </a:solidFill>
            <a:headEnd type="triangle" w="sm" len="sm"/>
          </a:ln>
        </p:spPr>
        <p:txBody>
          <a:bodyPr/>
          <a:lstStyle/>
          <a:p>
            <a:endParaRPr lang="it-IT"/>
          </a:p>
        </p:txBody>
      </p:sp>
      <p:sp>
        <p:nvSpPr>
          <p:cNvPr id="285" name="s7_text_273">
            <a:extLst>
              <a:ext uri="{FF2B5EF4-FFF2-40B4-BE49-F238E27FC236}">
                <a16:creationId xmlns:a16="http://schemas.microsoft.com/office/drawing/2014/main" id="{12AF3B7C-3D78-4FD0-9777-190BADEE5C7A}"/>
              </a:ext>
            </a:extLst>
          </p:cNvPr>
          <p:cNvSpPr>
            <a:spLocks noGrp="1"/>
          </p:cNvSpPr>
          <p:nvPr/>
        </p:nvSpPr>
        <p:spPr>
          <a:xfrm>
            <a:off x="8572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286" name="s7_text_274">
            <a:extLst>
              <a:ext uri="{FF2B5EF4-FFF2-40B4-BE49-F238E27FC236}">
                <a16:creationId xmlns:a16="http://schemas.microsoft.com/office/drawing/2014/main" id="{2D657522-7F5B-4DF7-BF24-0479A42B6F0A}"/>
              </a:ext>
            </a:extLst>
          </p:cNvPr>
          <p:cNvSpPr>
            <a:spLocks noGrp="1"/>
          </p:cNvSpPr>
          <p:nvPr/>
        </p:nvSpPr>
        <p:spPr>
          <a:xfrm>
            <a:off x="762000" y="4219575"/>
            <a:ext cx="10668000" cy="400050"/>
          </a:xfrm>
          <a:prstGeom prst="rect">
            <a:avLst/>
          </a:prstGeom>
          <a:noFill/>
          <a:ln w="0">
            <a:noFill/>
          </a:ln>
        </p:spPr>
        <p:txBody>
          <a:bodyPr anchor="ctr">
            <a:noAutofit/>
          </a:bodyPr>
          <a:lstStyle>
            <a:defPPr algn="ctr">
              <a:defRPr sz="2175" b="1">
                <a:solidFill>
                  <a:srgbClr val="182D45"/>
                </a:solidFill>
                <a:latin typeface="DejaVu Sans"/>
                <a:ea typeface="DejaVu Sans"/>
                <a:cs typeface="DejaVu Sans"/>
              </a:defRPr>
            </a:defPPr>
            <a:lvl1pPr algn="ctr">
              <a:defRPr sz="2175" b="1">
                <a:solidFill>
                  <a:srgbClr val="182D45"/>
                </a:solidFill>
                <a:latin typeface="DejaVu Sans"/>
                <a:ea typeface="DejaVu Sans"/>
                <a:cs typeface="DejaVu Sans"/>
              </a:defRPr>
            </a:lvl1pPr>
            <a:lvl2pPr algn="ctr">
              <a:defRPr sz="2175" b="1">
                <a:solidFill>
                  <a:srgbClr val="182D45"/>
                </a:solidFill>
                <a:latin typeface="DejaVu Sans"/>
                <a:ea typeface="DejaVu Sans"/>
                <a:cs typeface="DejaVu Sans"/>
              </a:defRPr>
            </a:lvl2pPr>
            <a:lvl3pPr algn="ctr">
              <a:defRPr sz="2175" b="1">
                <a:solidFill>
                  <a:srgbClr val="182D45"/>
                </a:solidFill>
                <a:latin typeface="DejaVu Sans"/>
                <a:ea typeface="DejaVu Sans"/>
                <a:cs typeface="DejaVu Sans"/>
              </a:defRPr>
            </a:lvl3pPr>
            <a:lvl4pPr algn="ctr">
              <a:defRPr sz="2175" b="1">
                <a:solidFill>
                  <a:srgbClr val="182D45"/>
                </a:solidFill>
                <a:latin typeface="DejaVu Sans"/>
                <a:ea typeface="DejaVu Sans"/>
                <a:cs typeface="DejaVu Sans"/>
              </a:defRPr>
            </a:lvl4pPr>
            <a:lvl5pPr algn="ctr">
              <a:defRPr sz="2175" b="1">
                <a:solidFill>
                  <a:srgbClr val="182D45"/>
                </a:solidFill>
                <a:latin typeface="DejaVu Sans"/>
                <a:ea typeface="DejaVu Sans"/>
                <a:cs typeface="DejaVu Sans"/>
              </a:defRPr>
            </a:lvl5pPr>
            <a:lvl6pPr algn="ctr">
              <a:defRPr sz="2175" b="1">
                <a:solidFill>
                  <a:srgbClr val="182D45"/>
                </a:solidFill>
                <a:latin typeface="DejaVu Sans"/>
                <a:ea typeface="DejaVu Sans"/>
                <a:cs typeface="DejaVu Sans"/>
              </a:defRPr>
            </a:lvl6pPr>
            <a:lvl7pPr algn="ctr">
              <a:defRPr sz="2175" b="1">
                <a:solidFill>
                  <a:srgbClr val="182D45"/>
                </a:solidFill>
                <a:latin typeface="DejaVu Sans"/>
                <a:ea typeface="DejaVu Sans"/>
                <a:cs typeface="DejaVu Sans"/>
              </a:defRPr>
            </a:lvl7pPr>
            <a:lvl8pPr algn="ctr">
              <a:defRPr sz="2175" b="1">
                <a:solidFill>
                  <a:srgbClr val="182D45"/>
                </a:solidFill>
                <a:latin typeface="DejaVu Sans"/>
                <a:ea typeface="DejaVu Sans"/>
                <a:cs typeface="DejaVu Sans"/>
              </a:defRPr>
            </a:lvl8pPr>
            <a:lvl9pPr algn="ctr">
              <a:defRPr sz="2175" b="1">
                <a:solidFill>
                  <a:srgbClr val="182D45"/>
                </a:solidFill>
                <a:latin typeface="DejaVu Sans"/>
                <a:ea typeface="DejaVu Sans"/>
                <a:cs typeface="DejaVu Sans"/>
              </a:defRPr>
            </a:lvl9pPr>
          </a:lstStyle>
          <a:p>
            <a:pPr algn="ctr">
              <a:defRPr sz="2175" b="1">
                <a:solidFill>
                  <a:srgbClr val="182D45"/>
                </a:solidFill>
                <a:latin typeface="DejaVu Sans"/>
                <a:ea typeface="DejaVu Sans"/>
                <a:cs typeface="DejaVu Sans"/>
              </a:defRPr>
            </a:pPr>
            <a:r>
              <a:rPr sz="2175" b="1">
                <a:solidFill>
                  <a:srgbClr val="182D45"/>
                </a:solidFill>
                <a:latin typeface="DejaVu Sans"/>
                <a:ea typeface="DejaVu Sans"/>
                <a:cs typeface="DejaVu Sans"/>
              </a:rPr>
              <a:t>Compute each intermediate derivative once.</a:t>
            </a:r>
          </a:p>
        </p:txBody>
      </p:sp>
      <p:sp>
        <p:nvSpPr>
          <p:cNvPr id="287" name="s7_text_275">
            <a:extLst>
              <a:ext uri="{FF2B5EF4-FFF2-40B4-BE49-F238E27FC236}">
                <a16:creationId xmlns:a16="http://schemas.microsoft.com/office/drawing/2014/main" id="{8FA02475-B4E4-4CF6-9D49-93B8F48A7796}"/>
              </a:ext>
            </a:extLst>
          </p:cNvPr>
          <p:cNvSpPr>
            <a:spLocks noGrp="1"/>
          </p:cNvSpPr>
          <p:nvPr/>
        </p:nvSpPr>
        <p:spPr>
          <a:xfrm>
            <a:off x="428625" y="4676775"/>
            <a:ext cx="11334750" cy="361950"/>
          </a:xfrm>
          <a:prstGeom prst="rect">
            <a:avLst/>
          </a:prstGeom>
          <a:noFill/>
          <a:ln w="0">
            <a:noFill/>
          </a:ln>
        </p:spPr>
        <p:txBody>
          <a:bodyPr anchor="ctr">
            <a:noAutofit/>
          </a:bodyPr>
          <a:lstStyle>
            <a:defPPr algn="ctr">
              <a:defRPr sz="1800" b="0">
                <a:solidFill>
                  <a:srgbClr val="526276"/>
                </a:solidFill>
                <a:latin typeface="DejaVu Sans"/>
                <a:ea typeface="DejaVu Sans"/>
                <a:cs typeface="DejaVu Sans"/>
              </a:defRPr>
            </a:defPPr>
            <a:lvl1pPr algn="ctr">
              <a:defRPr sz="1800" b="0">
                <a:solidFill>
                  <a:srgbClr val="526276"/>
                </a:solidFill>
                <a:latin typeface="DejaVu Sans"/>
                <a:ea typeface="DejaVu Sans"/>
                <a:cs typeface="DejaVu Sans"/>
              </a:defRPr>
            </a:lvl1pPr>
            <a:lvl2pPr algn="ctr">
              <a:defRPr sz="1800" b="0">
                <a:solidFill>
                  <a:srgbClr val="526276"/>
                </a:solidFill>
                <a:latin typeface="DejaVu Sans"/>
                <a:ea typeface="DejaVu Sans"/>
                <a:cs typeface="DejaVu Sans"/>
              </a:defRPr>
            </a:lvl2pPr>
            <a:lvl3pPr algn="ctr">
              <a:defRPr sz="1800" b="0">
                <a:solidFill>
                  <a:srgbClr val="526276"/>
                </a:solidFill>
                <a:latin typeface="DejaVu Sans"/>
                <a:ea typeface="DejaVu Sans"/>
                <a:cs typeface="DejaVu Sans"/>
              </a:defRPr>
            </a:lvl3pPr>
            <a:lvl4pPr algn="ctr">
              <a:defRPr sz="1800" b="0">
                <a:solidFill>
                  <a:srgbClr val="526276"/>
                </a:solidFill>
                <a:latin typeface="DejaVu Sans"/>
                <a:ea typeface="DejaVu Sans"/>
                <a:cs typeface="DejaVu Sans"/>
              </a:defRPr>
            </a:lvl4pPr>
            <a:lvl5pPr algn="ctr">
              <a:defRPr sz="1800" b="0">
                <a:solidFill>
                  <a:srgbClr val="526276"/>
                </a:solidFill>
                <a:latin typeface="DejaVu Sans"/>
                <a:ea typeface="DejaVu Sans"/>
                <a:cs typeface="DejaVu Sans"/>
              </a:defRPr>
            </a:lvl5pPr>
            <a:lvl6pPr algn="ctr">
              <a:defRPr sz="1800" b="0">
                <a:solidFill>
                  <a:srgbClr val="526276"/>
                </a:solidFill>
                <a:latin typeface="DejaVu Sans"/>
                <a:ea typeface="DejaVu Sans"/>
                <a:cs typeface="DejaVu Sans"/>
              </a:defRPr>
            </a:lvl6pPr>
            <a:lvl7pPr algn="ctr">
              <a:defRPr sz="1800" b="0">
                <a:solidFill>
                  <a:srgbClr val="526276"/>
                </a:solidFill>
                <a:latin typeface="DejaVu Sans"/>
                <a:ea typeface="DejaVu Sans"/>
                <a:cs typeface="DejaVu Sans"/>
              </a:defRPr>
            </a:lvl7pPr>
            <a:lvl8pPr algn="ctr">
              <a:defRPr sz="1800" b="0">
                <a:solidFill>
                  <a:srgbClr val="526276"/>
                </a:solidFill>
                <a:latin typeface="DejaVu Sans"/>
                <a:ea typeface="DejaVu Sans"/>
                <a:cs typeface="DejaVu Sans"/>
              </a:defRPr>
            </a:lvl8pPr>
            <a:lvl9pPr algn="ctr">
              <a:defRPr sz="1800" b="0">
                <a:solidFill>
                  <a:srgbClr val="526276"/>
                </a:solidFill>
                <a:latin typeface="DejaVu Sans"/>
                <a:ea typeface="DejaVu Sans"/>
                <a:cs typeface="DejaVu Sans"/>
              </a:defRPr>
            </a:lvl9p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Reuse it for both parameter derivatives, then continue backward.</a:t>
            </a:r>
          </a:p>
        </p:txBody>
      </p:sp>
      <p:sp>
        <p:nvSpPr>
          <p:cNvPr id="288" name="s7_text_276">
            <a:extLst>
              <a:ext uri="{FF2B5EF4-FFF2-40B4-BE49-F238E27FC236}">
                <a16:creationId xmlns:a16="http://schemas.microsoft.com/office/drawing/2014/main" id="{23086013-5E0F-42BD-BFB9-7D77834B00CE}"/>
              </a:ext>
            </a:extLst>
          </p:cNvPr>
          <p:cNvSpPr>
            <a:spLocks noGrp="1"/>
          </p:cNvSpPr>
          <p:nvPr/>
        </p:nvSpPr>
        <p:spPr>
          <a:xfrm>
            <a:off x="571500" y="5362575"/>
            <a:ext cx="11049000" cy="409575"/>
          </a:xfrm>
          <a:prstGeom prst="rect">
            <a:avLst/>
          </a:prstGeom>
          <a:noFill/>
          <a:ln w="0">
            <a:noFill/>
          </a:ln>
        </p:spPr>
        <p:txBody>
          <a:bodyPr anchor="ctr">
            <a:noAutofit/>
          </a:bodyPr>
          <a:lstStyle>
            <a:defPPr algn="ctr">
              <a:defRPr sz="1950" b="0">
                <a:solidFill>
                  <a:srgbClr val="087F83"/>
                </a:solidFill>
                <a:latin typeface="DejaVu Sans"/>
                <a:ea typeface="DejaVu Sans"/>
                <a:cs typeface="DejaVu Sans"/>
              </a:defRPr>
            </a:defPPr>
            <a:lvl1pPr algn="ctr">
              <a:defRPr sz="1950" b="0">
                <a:solidFill>
                  <a:srgbClr val="087F83"/>
                </a:solidFill>
                <a:latin typeface="DejaVu Sans"/>
                <a:ea typeface="DejaVu Sans"/>
                <a:cs typeface="DejaVu Sans"/>
              </a:defRPr>
            </a:lvl1pPr>
            <a:lvl2pPr algn="ctr">
              <a:defRPr sz="1950" b="0">
                <a:solidFill>
                  <a:srgbClr val="087F83"/>
                </a:solidFill>
                <a:latin typeface="DejaVu Sans"/>
                <a:ea typeface="DejaVu Sans"/>
                <a:cs typeface="DejaVu Sans"/>
              </a:defRPr>
            </a:lvl2pPr>
            <a:lvl3pPr algn="ctr">
              <a:defRPr sz="1950" b="0">
                <a:solidFill>
                  <a:srgbClr val="087F83"/>
                </a:solidFill>
                <a:latin typeface="DejaVu Sans"/>
                <a:ea typeface="DejaVu Sans"/>
                <a:cs typeface="DejaVu Sans"/>
              </a:defRPr>
            </a:lvl3pPr>
            <a:lvl4pPr algn="ctr">
              <a:defRPr sz="1950" b="0">
                <a:solidFill>
                  <a:srgbClr val="087F83"/>
                </a:solidFill>
                <a:latin typeface="DejaVu Sans"/>
                <a:ea typeface="DejaVu Sans"/>
                <a:cs typeface="DejaVu Sans"/>
              </a:defRPr>
            </a:lvl4pPr>
            <a:lvl5pPr algn="ctr">
              <a:defRPr sz="1950" b="0">
                <a:solidFill>
                  <a:srgbClr val="087F83"/>
                </a:solidFill>
                <a:latin typeface="DejaVu Sans"/>
                <a:ea typeface="DejaVu Sans"/>
                <a:cs typeface="DejaVu Sans"/>
              </a:defRPr>
            </a:lvl5pPr>
            <a:lvl6pPr algn="ctr">
              <a:defRPr sz="1950" b="0">
                <a:solidFill>
                  <a:srgbClr val="087F83"/>
                </a:solidFill>
                <a:latin typeface="DejaVu Sans"/>
                <a:ea typeface="DejaVu Sans"/>
                <a:cs typeface="DejaVu Sans"/>
              </a:defRPr>
            </a:lvl6pPr>
            <a:lvl7pPr algn="ctr">
              <a:defRPr sz="1950" b="0">
                <a:solidFill>
                  <a:srgbClr val="087F83"/>
                </a:solidFill>
                <a:latin typeface="DejaVu Sans"/>
                <a:ea typeface="DejaVu Sans"/>
                <a:cs typeface="DejaVu Sans"/>
              </a:defRPr>
            </a:lvl7pPr>
            <a:lvl8pPr algn="ctr">
              <a:defRPr sz="1950" b="0">
                <a:solidFill>
                  <a:srgbClr val="087F83"/>
                </a:solidFill>
                <a:latin typeface="DejaVu Sans"/>
                <a:ea typeface="DejaVu Sans"/>
                <a:cs typeface="DejaVu Sans"/>
              </a:defRPr>
            </a:lvl8pPr>
            <a:lvl9pPr algn="ctr">
              <a:defRPr sz="1950" b="0">
                <a:solidFill>
                  <a:srgbClr val="087F83"/>
                </a:solidFill>
                <a:latin typeface="DejaVu Sans"/>
                <a:ea typeface="DejaVu Sans"/>
                <a:cs typeface="DejaVu Sans"/>
              </a:defRPr>
            </a:lvl9pPr>
          </a:lstStyle>
          <a:p>
            <a:pPr algn="ctr">
              <a:defRPr sz="1950" b="0">
                <a:solidFill>
                  <a:srgbClr val="087F83"/>
                </a:solidFill>
                <a:latin typeface="DejaVu Sans"/>
                <a:ea typeface="DejaVu Sans"/>
                <a:cs typeface="DejaVu Sans"/>
              </a:defRPr>
            </a:pPr>
            <a:r>
              <a:rPr sz="1950" b="0">
                <a:solidFill>
                  <a:srgbClr val="087F83"/>
                </a:solidFill>
                <a:latin typeface="DejaVu Sans"/>
                <a:ea typeface="DejaVu Sans"/>
                <a:cs typeface="DejaVu Sans"/>
              </a:rPr>
              <a:t>Two parameter derivatives at each visited layer.</a:t>
            </a:r>
          </a:p>
        </p:txBody>
      </p:sp>
      <p:sp>
        <p:nvSpPr>
          <p:cNvPr id="289" name="s8_shape_277">
            <a:extLst>
              <a:ext uri="{FF2B5EF4-FFF2-40B4-BE49-F238E27FC236}">
                <a16:creationId xmlns:a16="http://schemas.microsoft.com/office/drawing/2014/main" id="{8AA0180D-6455-46A1-816C-8BF2B3115F7D}"/>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290" name="s8_text_278">
            <a:extLst>
              <a:ext uri="{FF2B5EF4-FFF2-40B4-BE49-F238E27FC236}">
                <a16:creationId xmlns:a16="http://schemas.microsoft.com/office/drawing/2014/main" id="{3C23AC86-8E23-4A54-881B-BC525D109CDB}"/>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Backpropagation</a:t>
            </a:r>
          </a:p>
        </p:txBody>
      </p:sp>
      <p:sp>
        <p:nvSpPr>
          <p:cNvPr id="291" name="s8_shape_279">
            <a:extLst>
              <a:ext uri="{FF2B5EF4-FFF2-40B4-BE49-F238E27FC236}">
                <a16:creationId xmlns:a16="http://schemas.microsoft.com/office/drawing/2014/main" id="{DE0A8FFF-8D2F-4AF2-B348-83D9E02F0955}"/>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2" name="s8_text_280" descr="\phi_0(x)">
                <a:extLst>
                  <a:ext uri="{FF2B5EF4-FFF2-40B4-BE49-F238E27FC236}">
                    <a16:creationId xmlns:a16="http://schemas.microsoft.com/office/drawing/2014/main" id="{CCCF028A-AA97-41D2-8F3A-0CABA2148644}"/>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92" name="s8_text_280" descr="\phi_0(x)">
                <a:extLst>
                  <a:ext uri="{FF2B5EF4-FFF2-40B4-BE49-F238E27FC236}">
                    <a16:creationId xmlns:a16="http://schemas.microsoft.com/office/drawing/2014/main" id="{CCCF028A-AA97-41D2-8F3A-0CABA2148644}"/>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293" name="s8_line_281">
            <a:extLst>
              <a:ext uri="{FF2B5EF4-FFF2-40B4-BE49-F238E27FC236}">
                <a16:creationId xmlns:a16="http://schemas.microsoft.com/office/drawing/2014/main" id="{94D705F4-9BA8-41B2-9A2D-08A4BF98DC4C}"/>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294" name="s8_shape_282">
            <a:extLst>
              <a:ext uri="{FF2B5EF4-FFF2-40B4-BE49-F238E27FC236}">
                <a16:creationId xmlns:a16="http://schemas.microsoft.com/office/drawing/2014/main" id="{D40206C2-4776-4E30-A5D1-D93EA33BACC2}"/>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295" name="s8_text_283" descr="\phi_1(x)">
                <a:extLst>
                  <a:ext uri="{FF2B5EF4-FFF2-40B4-BE49-F238E27FC236}">
                    <a16:creationId xmlns:a16="http://schemas.microsoft.com/office/drawing/2014/main" id="{1803D250-51F6-40EA-9CC8-AE72CFAB2919}"/>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295" name="s8_text_283" descr="\phi_1(x)">
                <a:extLst>
                  <a:ext uri="{FF2B5EF4-FFF2-40B4-BE49-F238E27FC236}">
                    <a16:creationId xmlns:a16="http://schemas.microsoft.com/office/drawing/2014/main" id="{1803D250-51F6-40EA-9CC8-AE72CFAB2919}"/>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6" name="s8_text_284" descr="\mathrm{Layer}\ 1">
                <a:extLst>
                  <a:ext uri="{FF2B5EF4-FFF2-40B4-BE49-F238E27FC236}">
                    <a16:creationId xmlns:a16="http://schemas.microsoft.com/office/drawing/2014/main" id="{7D8041EE-1661-49CD-9C84-21526ED00618}"/>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296" name="s8_text_284" descr="\mathrm{Layer}\ 1">
                <a:extLst>
                  <a:ext uri="{FF2B5EF4-FFF2-40B4-BE49-F238E27FC236}">
                    <a16:creationId xmlns:a16="http://schemas.microsoft.com/office/drawing/2014/main" id="{7D8041EE-1661-49CD-9C84-21526ED00618}"/>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7" name="s8_text_285" descr="w_{1}, b_{1}">
                <a:extLst>
                  <a:ext uri="{FF2B5EF4-FFF2-40B4-BE49-F238E27FC236}">
                    <a16:creationId xmlns:a16="http://schemas.microsoft.com/office/drawing/2014/main" id="{C381AC50-2649-43D6-B5EF-2185C714E61C}"/>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297" name="s8_text_285" descr="w_{1}, b_{1}">
                <a:extLst>
                  <a:ext uri="{FF2B5EF4-FFF2-40B4-BE49-F238E27FC236}">
                    <a16:creationId xmlns:a16="http://schemas.microsoft.com/office/drawing/2014/main" id="{C381AC50-2649-43D6-B5EF-2185C714E61C}"/>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298" name="s8_line_286">
            <a:extLst>
              <a:ext uri="{FF2B5EF4-FFF2-40B4-BE49-F238E27FC236}">
                <a16:creationId xmlns:a16="http://schemas.microsoft.com/office/drawing/2014/main" id="{6E9CAABB-01EE-4A24-BB75-04911B85A0AE}"/>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299" name="s8_shape_287">
            <a:extLst>
              <a:ext uri="{FF2B5EF4-FFF2-40B4-BE49-F238E27FC236}">
                <a16:creationId xmlns:a16="http://schemas.microsoft.com/office/drawing/2014/main" id="{841796F6-279A-4976-81BC-59732569357A}"/>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00" name="s8_text_288" descr="\phi_2(x)">
                <a:extLst>
                  <a:ext uri="{FF2B5EF4-FFF2-40B4-BE49-F238E27FC236}">
                    <a16:creationId xmlns:a16="http://schemas.microsoft.com/office/drawing/2014/main" id="{0A99771C-A58A-4EA4-B3F6-A15298E75506}"/>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2</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300" name="s8_text_288" descr="\phi_2(x)">
                <a:extLst>
                  <a:ext uri="{FF2B5EF4-FFF2-40B4-BE49-F238E27FC236}">
                    <a16:creationId xmlns:a16="http://schemas.microsoft.com/office/drawing/2014/main" id="{0A99771C-A58A-4EA4-B3F6-A15298E75506}"/>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8"/>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1" name="s8_text_289" descr="\mathrm{Layer}\ 2">
                <a:extLst>
                  <a:ext uri="{FF2B5EF4-FFF2-40B4-BE49-F238E27FC236}">
                    <a16:creationId xmlns:a16="http://schemas.microsoft.com/office/drawing/2014/main" id="{05FA96F8-A153-4309-8636-A82427A6BC1D}"/>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301" name="s8_text_289" descr="\mathrm{Layer}\ 2">
                <a:extLst>
                  <a:ext uri="{FF2B5EF4-FFF2-40B4-BE49-F238E27FC236}">
                    <a16:creationId xmlns:a16="http://schemas.microsoft.com/office/drawing/2014/main" id="{05FA96F8-A153-4309-8636-A82427A6BC1D}"/>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2" name="s8_text_290" descr="w_{2}, b_{2}">
                <a:extLst>
                  <a:ext uri="{FF2B5EF4-FFF2-40B4-BE49-F238E27FC236}">
                    <a16:creationId xmlns:a16="http://schemas.microsoft.com/office/drawing/2014/main" id="{A2BBE986-F82E-47FF-BDC7-02A156915DAD}"/>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2</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2</m:t>
                          </m:r>
                        </m:sub>
                      </m:sSub>
                    </m:oMath>
                  </m:oMathPara>
                </a14:m>
                <a:endParaRPr lang="en-GB" sz="2000"/>
              </a:p>
            </p:txBody>
          </p:sp>
        </mc:Choice>
        <mc:Fallback xmlns="">
          <p:sp>
            <p:nvSpPr>
              <p:cNvPr id="302" name="s8_text_290" descr="w_{2}, b_{2}">
                <a:extLst>
                  <a:ext uri="{FF2B5EF4-FFF2-40B4-BE49-F238E27FC236}">
                    <a16:creationId xmlns:a16="http://schemas.microsoft.com/office/drawing/2014/main" id="{A2BBE986-F82E-47FF-BDC7-02A156915DAD}"/>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10"/>
                <a:stretch>
                  <a:fillRect b="-18750"/>
                </a:stretch>
              </a:blipFill>
              <a:ln w="0">
                <a:noFill/>
              </a:ln>
            </p:spPr>
            <p:txBody>
              <a:bodyPr/>
              <a:lstStyle/>
              <a:p>
                <a:r>
                  <a:rPr lang="it-IT">
                    <a:noFill/>
                  </a:rPr>
                  <a:t> </a:t>
                </a:r>
              </a:p>
            </p:txBody>
          </p:sp>
        </mc:Fallback>
      </mc:AlternateContent>
      <p:sp>
        <p:nvSpPr>
          <p:cNvPr id="303" name="s8_line_291">
            <a:extLst>
              <a:ext uri="{FF2B5EF4-FFF2-40B4-BE49-F238E27FC236}">
                <a16:creationId xmlns:a16="http://schemas.microsoft.com/office/drawing/2014/main" id="{5057BF5D-D5DA-4508-862D-067D6C850F41}"/>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04" name="s8_text_292" descr="\cdots">
                <a:extLst>
                  <a:ext uri="{FF2B5EF4-FFF2-40B4-BE49-F238E27FC236}">
                    <a16:creationId xmlns:a16="http://schemas.microsoft.com/office/drawing/2014/main" id="{C99AE28E-242B-4B25-981E-554CF646FCB8}"/>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304" name="s8_text_292" descr="\cdots">
                <a:extLst>
                  <a:ext uri="{FF2B5EF4-FFF2-40B4-BE49-F238E27FC236}">
                    <a16:creationId xmlns:a16="http://schemas.microsoft.com/office/drawing/2014/main" id="{C99AE28E-242B-4B25-981E-554CF646FCB8}"/>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305" name="s8_line_293">
            <a:extLst>
              <a:ext uri="{FF2B5EF4-FFF2-40B4-BE49-F238E27FC236}">
                <a16:creationId xmlns:a16="http://schemas.microsoft.com/office/drawing/2014/main" id="{077408B1-8D25-4963-95D2-18BB77DFF7FC}"/>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306" name="s8_shape_294">
            <a:extLst>
              <a:ext uri="{FF2B5EF4-FFF2-40B4-BE49-F238E27FC236}">
                <a16:creationId xmlns:a16="http://schemas.microsoft.com/office/drawing/2014/main" id="{61BF82FE-BD2B-42D8-A608-7FA7BEB4522D}"/>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07" name="s8_text_295" descr="\phi_{L-1}(x)">
                <a:extLst>
                  <a:ext uri="{FF2B5EF4-FFF2-40B4-BE49-F238E27FC236}">
                    <a16:creationId xmlns:a16="http://schemas.microsoft.com/office/drawing/2014/main" id="{BB4A8A86-85B2-4A5F-8802-C3A77EDED785}"/>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𝐿</m:t>
                          </m:r>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307" name="s8_text_295" descr="\phi_{L-1}(x)">
                <a:extLst>
                  <a:ext uri="{FF2B5EF4-FFF2-40B4-BE49-F238E27FC236}">
                    <a16:creationId xmlns:a16="http://schemas.microsoft.com/office/drawing/2014/main" id="{BB4A8A86-85B2-4A5F-8802-C3A77EDED785}"/>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27"/>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8" name="s8_text_296" descr="\mathrm{Layer}\ L-1">
                <a:extLst>
                  <a:ext uri="{FF2B5EF4-FFF2-40B4-BE49-F238E27FC236}">
                    <a16:creationId xmlns:a16="http://schemas.microsoft.com/office/drawing/2014/main" id="{F6DBCDF2-D9F4-4F93-83F4-F4F7153CAAA7}"/>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308" name="s8_text_296" descr="\mathrm{Layer}\ L-1">
                <a:extLst>
                  <a:ext uri="{FF2B5EF4-FFF2-40B4-BE49-F238E27FC236}">
                    <a16:creationId xmlns:a16="http://schemas.microsoft.com/office/drawing/2014/main" id="{F6DBCDF2-D9F4-4F93-83F4-F4F7153CAAA7}"/>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09" name="s8_text_297" descr="w_{L-1}, b_{L-1}">
                <a:extLst>
                  <a:ext uri="{FF2B5EF4-FFF2-40B4-BE49-F238E27FC236}">
                    <a16:creationId xmlns:a16="http://schemas.microsoft.com/office/drawing/2014/main" id="{0E6F0E6C-FCAC-4B8F-BCED-991868770AD5}"/>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oMath>
                  </m:oMathPara>
                </a14:m>
                <a:endParaRPr lang="en-GB" sz="2000"/>
              </a:p>
            </p:txBody>
          </p:sp>
        </mc:Choice>
        <mc:Fallback xmlns="">
          <p:sp>
            <p:nvSpPr>
              <p:cNvPr id="309" name="s8_text_297" descr="w_{L-1}, b_{L-1}">
                <a:extLst>
                  <a:ext uri="{FF2B5EF4-FFF2-40B4-BE49-F238E27FC236}">
                    <a16:creationId xmlns:a16="http://schemas.microsoft.com/office/drawing/2014/main" id="{0E6F0E6C-FCAC-4B8F-BCED-991868770AD5}"/>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28"/>
                <a:stretch>
                  <a:fillRect b="-18750"/>
                </a:stretch>
              </a:blipFill>
              <a:ln w="0">
                <a:noFill/>
              </a:ln>
            </p:spPr>
            <p:txBody>
              <a:bodyPr/>
              <a:lstStyle/>
              <a:p>
                <a:r>
                  <a:rPr lang="it-IT">
                    <a:noFill/>
                  </a:rPr>
                  <a:t> </a:t>
                </a:r>
              </a:p>
            </p:txBody>
          </p:sp>
        </mc:Fallback>
      </mc:AlternateContent>
      <p:sp>
        <p:nvSpPr>
          <p:cNvPr id="310" name="s8_line_298">
            <a:extLst>
              <a:ext uri="{FF2B5EF4-FFF2-40B4-BE49-F238E27FC236}">
                <a16:creationId xmlns:a16="http://schemas.microsoft.com/office/drawing/2014/main" id="{A7FB37D1-5535-420A-AFE8-3E9840F93B81}"/>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311" name="s8_shape_299">
            <a:extLst>
              <a:ext uri="{FF2B5EF4-FFF2-40B4-BE49-F238E27FC236}">
                <a16:creationId xmlns:a16="http://schemas.microsoft.com/office/drawing/2014/main" id="{9459B179-07FC-40BF-9378-72EAC42D38F5}"/>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12" name="s8_text_300" descr="a_L(x)">
                <a:extLst>
                  <a:ext uri="{FF2B5EF4-FFF2-40B4-BE49-F238E27FC236}">
                    <a16:creationId xmlns:a16="http://schemas.microsoft.com/office/drawing/2014/main" id="{769CFD08-8DE1-4C03-9043-D665233D36D8}"/>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𝑎</m:t>
                          </m:r>
                        </m:e>
                        <m:sub>
                          <m:r>
                            <a:rPr lang="en-GB" sz="2400">
                              <a:solidFill>
                                <a:srgbClr val="087F83"/>
                              </a:solidFill>
                              <a:latin typeface="Cambria Math"/>
                              <a:ea typeface="Cambria Math"/>
                              <a:cs typeface="Cambria Math"/>
                            </a:rPr>
                            <m:t>𝐿</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312" name="s8_text_300" descr="a_L(x)">
                <a:extLst>
                  <a:ext uri="{FF2B5EF4-FFF2-40B4-BE49-F238E27FC236}">
                    <a16:creationId xmlns:a16="http://schemas.microsoft.com/office/drawing/2014/main" id="{769CFD08-8DE1-4C03-9043-D665233D36D8}"/>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2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3" name="s8_text_301" descr="\mathrm{Layer}\ L">
                <a:extLst>
                  <a:ext uri="{FF2B5EF4-FFF2-40B4-BE49-F238E27FC236}">
                    <a16:creationId xmlns:a16="http://schemas.microsoft.com/office/drawing/2014/main" id="{E24F8CFE-C26C-4E90-A81B-D0A2421FE1BD}"/>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313" name="s8_text_301" descr="\mathrm{Layer}\ L">
                <a:extLst>
                  <a:ext uri="{FF2B5EF4-FFF2-40B4-BE49-F238E27FC236}">
                    <a16:creationId xmlns:a16="http://schemas.microsoft.com/office/drawing/2014/main" id="{E24F8CFE-C26C-4E90-A81B-D0A2421FE1BD}"/>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4" name="s8_text_302" descr="w_{L}, b_{L}">
                <a:extLst>
                  <a:ext uri="{FF2B5EF4-FFF2-40B4-BE49-F238E27FC236}">
                    <a16:creationId xmlns:a16="http://schemas.microsoft.com/office/drawing/2014/main" id="{064103FC-9D08-495E-8C48-6C61E84169B0}"/>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sub>
                      </m:sSub>
                    </m:oMath>
                  </m:oMathPara>
                </a14:m>
                <a:endParaRPr lang="en-GB" sz="2000"/>
              </a:p>
            </p:txBody>
          </p:sp>
        </mc:Choice>
        <mc:Fallback xmlns="">
          <p:sp>
            <p:nvSpPr>
              <p:cNvPr id="314" name="s8_text_302" descr="w_{L}, b_{L}">
                <a:extLst>
                  <a:ext uri="{FF2B5EF4-FFF2-40B4-BE49-F238E27FC236}">
                    <a16:creationId xmlns:a16="http://schemas.microsoft.com/office/drawing/2014/main" id="{064103FC-9D08-495E-8C48-6C61E84169B0}"/>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26"/>
                <a:stretch>
                  <a:fillRect b="-18750"/>
                </a:stretch>
              </a:blipFill>
              <a:ln w="0">
                <a:noFill/>
              </a:ln>
            </p:spPr>
            <p:txBody>
              <a:bodyPr/>
              <a:lstStyle/>
              <a:p>
                <a:r>
                  <a:rPr lang="it-IT">
                    <a:noFill/>
                  </a:rPr>
                  <a:t> </a:t>
                </a:r>
              </a:p>
            </p:txBody>
          </p:sp>
        </mc:Fallback>
      </mc:AlternateContent>
      <p:sp>
        <p:nvSpPr>
          <p:cNvPr id="315" name="s8_line_303">
            <a:extLst>
              <a:ext uri="{FF2B5EF4-FFF2-40B4-BE49-F238E27FC236}">
                <a16:creationId xmlns:a16="http://schemas.microsoft.com/office/drawing/2014/main" id="{E615646A-DCCD-4D29-969C-9FD2EE12AB65}"/>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316" name="s8_shape_304">
            <a:extLst>
              <a:ext uri="{FF2B5EF4-FFF2-40B4-BE49-F238E27FC236}">
                <a16:creationId xmlns:a16="http://schemas.microsoft.com/office/drawing/2014/main" id="{A98F7631-40FC-45E2-8060-D377CDFB4F37}"/>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17" name="s8_text_305" descr="\mathcal{L}_{\mathrm{sq}}(\boldsymbol{\theta})">
                <a:extLst>
                  <a:ext uri="{FF2B5EF4-FFF2-40B4-BE49-F238E27FC236}">
                    <a16:creationId xmlns:a16="http://schemas.microsoft.com/office/drawing/2014/main" id="{AED5B8EC-1AE5-4D40-8F6C-5F8AD60C20C2}"/>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317" name="s8_text_305" descr="\mathcal{L}_{\mathrm{sq}}(\boldsymbol{\theta})">
                <a:extLst>
                  <a:ext uri="{FF2B5EF4-FFF2-40B4-BE49-F238E27FC236}">
                    <a16:creationId xmlns:a16="http://schemas.microsoft.com/office/drawing/2014/main" id="{AED5B8EC-1AE5-4D40-8F6C-5F8AD60C20C2}"/>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318" name="s8_line_306">
            <a:extLst>
              <a:ext uri="{FF2B5EF4-FFF2-40B4-BE49-F238E27FC236}">
                <a16:creationId xmlns:a16="http://schemas.microsoft.com/office/drawing/2014/main" id="{0A67ADCC-0507-4423-9FFD-8B990CB4010F}"/>
              </a:ext>
            </a:extLst>
          </p:cNvPr>
          <p:cNvSpPr>
            <a:spLocks noGrp="1"/>
          </p:cNvSpPr>
          <p:nvPr/>
        </p:nvSpPr>
        <p:spPr>
          <a:xfrm>
            <a:off x="9382125" y="3400425"/>
            <a:ext cx="1809750" cy="476"/>
          </a:xfrm>
          <a:prstGeom prst="line">
            <a:avLst/>
          </a:prstGeom>
          <a:noFill/>
          <a:ln w="22860">
            <a:solidFill>
              <a:srgbClr val="087F83"/>
            </a:solidFill>
            <a:headEnd type="triangle" w="sm" len="sm"/>
          </a:ln>
        </p:spPr>
        <p:txBody>
          <a:bodyPr/>
          <a:lstStyle/>
          <a:p>
            <a:endParaRPr lang="it-IT"/>
          </a:p>
        </p:txBody>
      </p:sp>
      <p:sp>
        <p:nvSpPr>
          <p:cNvPr id="319" name="s8_text_307">
            <a:extLst>
              <a:ext uri="{FF2B5EF4-FFF2-40B4-BE49-F238E27FC236}">
                <a16:creationId xmlns:a16="http://schemas.microsoft.com/office/drawing/2014/main" id="{2350170E-D9A2-4BD4-B750-F40DF1818E75}"/>
              </a:ext>
            </a:extLst>
          </p:cNvPr>
          <p:cNvSpPr>
            <a:spLocks noGrp="1"/>
          </p:cNvSpPr>
          <p:nvPr/>
        </p:nvSpPr>
        <p:spPr>
          <a:xfrm>
            <a:off x="8572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320" name="s8_line_308">
            <a:extLst>
              <a:ext uri="{FF2B5EF4-FFF2-40B4-BE49-F238E27FC236}">
                <a16:creationId xmlns:a16="http://schemas.microsoft.com/office/drawing/2014/main" id="{EC2BC876-F8F7-4D94-BB22-623DD783C557}"/>
              </a:ext>
            </a:extLst>
          </p:cNvPr>
          <p:cNvSpPr>
            <a:spLocks noGrp="1"/>
          </p:cNvSpPr>
          <p:nvPr/>
        </p:nvSpPr>
        <p:spPr>
          <a:xfrm>
            <a:off x="7477125" y="3400425"/>
            <a:ext cx="1905000" cy="476"/>
          </a:xfrm>
          <a:prstGeom prst="line">
            <a:avLst/>
          </a:prstGeom>
          <a:noFill/>
          <a:ln w="22860">
            <a:solidFill>
              <a:srgbClr val="087F83"/>
            </a:solidFill>
            <a:headEnd type="triangle" w="sm" len="sm"/>
          </a:ln>
        </p:spPr>
        <p:txBody>
          <a:bodyPr/>
          <a:lstStyle/>
          <a:p>
            <a:endParaRPr lang="it-IT"/>
          </a:p>
        </p:txBody>
      </p:sp>
      <p:sp>
        <p:nvSpPr>
          <p:cNvPr id="321" name="s8_text_309">
            <a:extLst>
              <a:ext uri="{FF2B5EF4-FFF2-40B4-BE49-F238E27FC236}">
                <a16:creationId xmlns:a16="http://schemas.microsoft.com/office/drawing/2014/main" id="{D49FBBB0-6B1F-485B-8B9E-3C03112BDC42}"/>
              </a:ext>
            </a:extLst>
          </p:cNvPr>
          <p:cNvSpPr>
            <a:spLocks noGrp="1"/>
          </p:cNvSpPr>
          <p:nvPr/>
        </p:nvSpPr>
        <p:spPr>
          <a:xfrm>
            <a:off x="6667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322" name="s8_text_310">
            <a:extLst>
              <a:ext uri="{FF2B5EF4-FFF2-40B4-BE49-F238E27FC236}">
                <a16:creationId xmlns:a16="http://schemas.microsoft.com/office/drawing/2014/main" id="{0A1E30BF-4B43-4363-8DFC-74433DE2200C}"/>
              </a:ext>
            </a:extLst>
          </p:cNvPr>
          <p:cNvSpPr>
            <a:spLocks noGrp="1"/>
          </p:cNvSpPr>
          <p:nvPr/>
        </p:nvSpPr>
        <p:spPr>
          <a:xfrm>
            <a:off x="762000" y="4219575"/>
            <a:ext cx="10668000" cy="400050"/>
          </a:xfrm>
          <a:prstGeom prst="rect">
            <a:avLst/>
          </a:prstGeom>
          <a:noFill/>
          <a:ln w="0">
            <a:noFill/>
          </a:ln>
        </p:spPr>
        <p:txBody>
          <a:bodyPr anchor="ctr">
            <a:noAutofit/>
          </a:bodyPr>
          <a:lstStyle>
            <a:defPPr algn="ctr">
              <a:defRPr sz="2175" b="1">
                <a:solidFill>
                  <a:srgbClr val="182D45"/>
                </a:solidFill>
                <a:latin typeface="DejaVu Sans"/>
                <a:ea typeface="DejaVu Sans"/>
                <a:cs typeface="DejaVu Sans"/>
              </a:defRPr>
            </a:defPPr>
            <a:lvl1pPr algn="ctr">
              <a:defRPr sz="2175" b="1">
                <a:solidFill>
                  <a:srgbClr val="182D45"/>
                </a:solidFill>
                <a:latin typeface="DejaVu Sans"/>
                <a:ea typeface="DejaVu Sans"/>
                <a:cs typeface="DejaVu Sans"/>
              </a:defRPr>
            </a:lvl1pPr>
            <a:lvl2pPr algn="ctr">
              <a:defRPr sz="2175" b="1">
                <a:solidFill>
                  <a:srgbClr val="182D45"/>
                </a:solidFill>
                <a:latin typeface="DejaVu Sans"/>
                <a:ea typeface="DejaVu Sans"/>
                <a:cs typeface="DejaVu Sans"/>
              </a:defRPr>
            </a:lvl2pPr>
            <a:lvl3pPr algn="ctr">
              <a:defRPr sz="2175" b="1">
                <a:solidFill>
                  <a:srgbClr val="182D45"/>
                </a:solidFill>
                <a:latin typeface="DejaVu Sans"/>
                <a:ea typeface="DejaVu Sans"/>
                <a:cs typeface="DejaVu Sans"/>
              </a:defRPr>
            </a:lvl3pPr>
            <a:lvl4pPr algn="ctr">
              <a:defRPr sz="2175" b="1">
                <a:solidFill>
                  <a:srgbClr val="182D45"/>
                </a:solidFill>
                <a:latin typeface="DejaVu Sans"/>
                <a:ea typeface="DejaVu Sans"/>
                <a:cs typeface="DejaVu Sans"/>
              </a:defRPr>
            </a:lvl4pPr>
            <a:lvl5pPr algn="ctr">
              <a:defRPr sz="2175" b="1">
                <a:solidFill>
                  <a:srgbClr val="182D45"/>
                </a:solidFill>
                <a:latin typeface="DejaVu Sans"/>
                <a:ea typeface="DejaVu Sans"/>
                <a:cs typeface="DejaVu Sans"/>
              </a:defRPr>
            </a:lvl5pPr>
            <a:lvl6pPr algn="ctr">
              <a:defRPr sz="2175" b="1">
                <a:solidFill>
                  <a:srgbClr val="182D45"/>
                </a:solidFill>
                <a:latin typeface="DejaVu Sans"/>
                <a:ea typeface="DejaVu Sans"/>
                <a:cs typeface="DejaVu Sans"/>
              </a:defRPr>
            </a:lvl6pPr>
            <a:lvl7pPr algn="ctr">
              <a:defRPr sz="2175" b="1">
                <a:solidFill>
                  <a:srgbClr val="182D45"/>
                </a:solidFill>
                <a:latin typeface="DejaVu Sans"/>
                <a:ea typeface="DejaVu Sans"/>
                <a:cs typeface="DejaVu Sans"/>
              </a:defRPr>
            </a:lvl7pPr>
            <a:lvl8pPr algn="ctr">
              <a:defRPr sz="2175" b="1">
                <a:solidFill>
                  <a:srgbClr val="182D45"/>
                </a:solidFill>
                <a:latin typeface="DejaVu Sans"/>
                <a:ea typeface="DejaVu Sans"/>
                <a:cs typeface="DejaVu Sans"/>
              </a:defRPr>
            </a:lvl8pPr>
            <a:lvl9pPr algn="ctr">
              <a:defRPr sz="2175" b="1">
                <a:solidFill>
                  <a:srgbClr val="182D45"/>
                </a:solidFill>
                <a:latin typeface="DejaVu Sans"/>
                <a:ea typeface="DejaVu Sans"/>
                <a:cs typeface="DejaVu Sans"/>
              </a:defRPr>
            </a:lvl9pPr>
          </a:lstStyle>
          <a:p>
            <a:pPr algn="ctr">
              <a:defRPr sz="2175" b="1">
                <a:solidFill>
                  <a:srgbClr val="182D45"/>
                </a:solidFill>
                <a:latin typeface="DejaVu Sans"/>
                <a:ea typeface="DejaVu Sans"/>
                <a:cs typeface="DejaVu Sans"/>
              </a:defRPr>
            </a:pPr>
            <a:r>
              <a:rPr sz="2175" b="1">
                <a:solidFill>
                  <a:srgbClr val="182D45"/>
                </a:solidFill>
                <a:latin typeface="DejaVu Sans"/>
                <a:ea typeface="DejaVu Sans"/>
                <a:cs typeface="DejaVu Sans"/>
              </a:rPr>
              <a:t>Compute each intermediate derivative once.</a:t>
            </a:r>
          </a:p>
        </p:txBody>
      </p:sp>
      <p:sp>
        <p:nvSpPr>
          <p:cNvPr id="323" name="s8_text_311">
            <a:extLst>
              <a:ext uri="{FF2B5EF4-FFF2-40B4-BE49-F238E27FC236}">
                <a16:creationId xmlns:a16="http://schemas.microsoft.com/office/drawing/2014/main" id="{2644A759-785E-4A23-8B42-68B05AD2ECE7}"/>
              </a:ext>
            </a:extLst>
          </p:cNvPr>
          <p:cNvSpPr>
            <a:spLocks noGrp="1"/>
          </p:cNvSpPr>
          <p:nvPr/>
        </p:nvSpPr>
        <p:spPr>
          <a:xfrm>
            <a:off x="428625" y="4676775"/>
            <a:ext cx="11334750" cy="361950"/>
          </a:xfrm>
          <a:prstGeom prst="rect">
            <a:avLst/>
          </a:prstGeom>
          <a:noFill/>
          <a:ln w="0">
            <a:noFill/>
          </a:ln>
        </p:spPr>
        <p:txBody>
          <a:bodyPr anchor="ctr">
            <a:noAutofit/>
          </a:bodyPr>
          <a:lstStyle>
            <a:defPPr algn="ctr">
              <a:defRPr sz="1800" b="0">
                <a:solidFill>
                  <a:srgbClr val="526276"/>
                </a:solidFill>
                <a:latin typeface="DejaVu Sans"/>
                <a:ea typeface="DejaVu Sans"/>
                <a:cs typeface="DejaVu Sans"/>
              </a:defRPr>
            </a:defPPr>
            <a:lvl1pPr algn="ctr">
              <a:defRPr sz="1800" b="0">
                <a:solidFill>
                  <a:srgbClr val="526276"/>
                </a:solidFill>
                <a:latin typeface="DejaVu Sans"/>
                <a:ea typeface="DejaVu Sans"/>
                <a:cs typeface="DejaVu Sans"/>
              </a:defRPr>
            </a:lvl1pPr>
            <a:lvl2pPr algn="ctr">
              <a:defRPr sz="1800" b="0">
                <a:solidFill>
                  <a:srgbClr val="526276"/>
                </a:solidFill>
                <a:latin typeface="DejaVu Sans"/>
                <a:ea typeface="DejaVu Sans"/>
                <a:cs typeface="DejaVu Sans"/>
              </a:defRPr>
            </a:lvl2pPr>
            <a:lvl3pPr algn="ctr">
              <a:defRPr sz="1800" b="0">
                <a:solidFill>
                  <a:srgbClr val="526276"/>
                </a:solidFill>
                <a:latin typeface="DejaVu Sans"/>
                <a:ea typeface="DejaVu Sans"/>
                <a:cs typeface="DejaVu Sans"/>
              </a:defRPr>
            </a:lvl3pPr>
            <a:lvl4pPr algn="ctr">
              <a:defRPr sz="1800" b="0">
                <a:solidFill>
                  <a:srgbClr val="526276"/>
                </a:solidFill>
                <a:latin typeface="DejaVu Sans"/>
                <a:ea typeface="DejaVu Sans"/>
                <a:cs typeface="DejaVu Sans"/>
              </a:defRPr>
            </a:lvl4pPr>
            <a:lvl5pPr algn="ctr">
              <a:defRPr sz="1800" b="0">
                <a:solidFill>
                  <a:srgbClr val="526276"/>
                </a:solidFill>
                <a:latin typeface="DejaVu Sans"/>
                <a:ea typeface="DejaVu Sans"/>
                <a:cs typeface="DejaVu Sans"/>
              </a:defRPr>
            </a:lvl5pPr>
            <a:lvl6pPr algn="ctr">
              <a:defRPr sz="1800" b="0">
                <a:solidFill>
                  <a:srgbClr val="526276"/>
                </a:solidFill>
                <a:latin typeface="DejaVu Sans"/>
                <a:ea typeface="DejaVu Sans"/>
                <a:cs typeface="DejaVu Sans"/>
              </a:defRPr>
            </a:lvl6pPr>
            <a:lvl7pPr algn="ctr">
              <a:defRPr sz="1800" b="0">
                <a:solidFill>
                  <a:srgbClr val="526276"/>
                </a:solidFill>
                <a:latin typeface="DejaVu Sans"/>
                <a:ea typeface="DejaVu Sans"/>
                <a:cs typeface="DejaVu Sans"/>
              </a:defRPr>
            </a:lvl7pPr>
            <a:lvl8pPr algn="ctr">
              <a:defRPr sz="1800" b="0">
                <a:solidFill>
                  <a:srgbClr val="526276"/>
                </a:solidFill>
                <a:latin typeface="DejaVu Sans"/>
                <a:ea typeface="DejaVu Sans"/>
                <a:cs typeface="DejaVu Sans"/>
              </a:defRPr>
            </a:lvl8pPr>
            <a:lvl9pPr algn="ctr">
              <a:defRPr sz="1800" b="0">
                <a:solidFill>
                  <a:srgbClr val="526276"/>
                </a:solidFill>
                <a:latin typeface="DejaVu Sans"/>
                <a:ea typeface="DejaVu Sans"/>
                <a:cs typeface="DejaVu Sans"/>
              </a:defRPr>
            </a:lvl9p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Reuse it for both parameter derivatives, then continue backward.</a:t>
            </a:r>
          </a:p>
        </p:txBody>
      </p:sp>
      <p:sp>
        <p:nvSpPr>
          <p:cNvPr id="324" name="s8_text_312">
            <a:extLst>
              <a:ext uri="{FF2B5EF4-FFF2-40B4-BE49-F238E27FC236}">
                <a16:creationId xmlns:a16="http://schemas.microsoft.com/office/drawing/2014/main" id="{CCFDC294-FE11-4611-AE80-E652C1E87555}"/>
              </a:ext>
            </a:extLst>
          </p:cNvPr>
          <p:cNvSpPr>
            <a:spLocks noGrp="1"/>
          </p:cNvSpPr>
          <p:nvPr/>
        </p:nvSpPr>
        <p:spPr>
          <a:xfrm>
            <a:off x="571500" y="5362575"/>
            <a:ext cx="11049000" cy="409575"/>
          </a:xfrm>
          <a:prstGeom prst="rect">
            <a:avLst/>
          </a:prstGeom>
          <a:noFill/>
          <a:ln w="0">
            <a:noFill/>
          </a:ln>
        </p:spPr>
        <p:txBody>
          <a:bodyPr anchor="ctr">
            <a:noAutofit/>
          </a:bodyPr>
          <a:lstStyle>
            <a:defPPr algn="ctr">
              <a:defRPr sz="1950" b="0">
                <a:solidFill>
                  <a:srgbClr val="087F83"/>
                </a:solidFill>
                <a:latin typeface="DejaVu Sans"/>
                <a:ea typeface="DejaVu Sans"/>
                <a:cs typeface="DejaVu Sans"/>
              </a:defRPr>
            </a:defPPr>
            <a:lvl1pPr algn="ctr">
              <a:defRPr sz="1950" b="0">
                <a:solidFill>
                  <a:srgbClr val="087F83"/>
                </a:solidFill>
                <a:latin typeface="DejaVu Sans"/>
                <a:ea typeface="DejaVu Sans"/>
                <a:cs typeface="DejaVu Sans"/>
              </a:defRPr>
            </a:lvl1pPr>
            <a:lvl2pPr algn="ctr">
              <a:defRPr sz="1950" b="0">
                <a:solidFill>
                  <a:srgbClr val="087F83"/>
                </a:solidFill>
                <a:latin typeface="DejaVu Sans"/>
                <a:ea typeface="DejaVu Sans"/>
                <a:cs typeface="DejaVu Sans"/>
              </a:defRPr>
            </a:lvl2pPr>
            <a:lvl3pPr algn="ctr">
              <a:defRPr sz="1950" b="0">
                <a:solidFill>
                  <a:srgbClr val="087F83"/>
                </a:solidFill>
                <a:latin typeface="DejaVu Sans"/>
                <a:ea typeface="DejaVu Sans"/>
                <a:cs typeface="DejaVu Sans"/>
              </a:defRPr>
            </a:lvl3pPr>
            <a:lvl4pPr algn="ctr">
              <a:defRPr sz="1950" b="0">
                <a:solidFill>
                  <a:srgbClr val="087F83"/>
                </a:solidFill>
                <a:latin typeface="DejaVu Sans"/>
                <a:ea typeface="DejaVu Sans"/>
                <a:cs typeface="DejaVu Sans"/>
              </a:defRPr>
            </a:lvl4pPr>
            <a:lvl5pPr algn="ctr">
              <a:defRPr sz="1950" b="0">
                <a:solidFill>
                  <a:srgbClr val="087F83"/>
                </a:solidFill>
                <a:latin typeface="DejaVu Sans"/>
                <a:ea typeface="DejaVu Sans"/>
                <a:cs typeface="DejaVu Sans"/>
              </a:defRPr>
            </a:lvl5pPr>
            <a:lvl6pPr algn="ctr">
              <a:defRPr sz="1950" b="0">
                <a:solidFill>
                  <a:srgbClr val="087F83"/>
                </a:solidFill>
                <a:latin typeface="DejaVu Sans"/>
                <a:ea typeface="DejaVu Sans"/>
                <a:cs typeface="DejaVu Sans"/>
              </a:defRPr>
            </a:lvl6pPr>
            <a:lvl7pPr algn="ctr">
              <a:defRPr sz="1950" b="0">
                <a:solidFill>
                  <a:srgbClr val="087F83"/>
                </a:solidFill>
                <a:latin typeface="DejaVu Sans"/>
                <a:ea typeface="DejaVu Sans"/>
                <a:cs typeface="DejaVu Sans"/>
              </a:defRPr>
            </a:lvl7pPr>
            <a:lvl8pPr algn="ctr">
              <a:defRPr sz="1950" b="0">
                <a:solidFill>
                  <a:srgbClr val="087F83"/>
                </a:solidFill>
                <a:latin typeface="DejaVu Sans"/>
                <a:ea typeface="DejaVu Sans"/>
                <a:cs typeface="DejaVu Sans"/>
              </a:defRPr>
            </a:lvl8pPr>
            <a:lvl9pPr algn="ctr">
              <a:defRPr sz="1950" b="0">
                <a:solidFill>
                  <a:srgbClr val="087F83"/>
                </a:solidFill>
                <a:latin typeface="DejaVu Sans"/>
                <a:ea typeface="DejaVu Sans"/>
                <a:cs typeface="DejaVu Sans"/>
              </a:defRPr>
            </a:lvl9pPr>
          </a:lstStyle>
          <a:p>
            <a:pPr algn="ctr">
              <a:defRPr sz="1950" b="0">
                <a:solidFill>
                  <a:srgbClr val="087F83"/>
                </a:solidFill>
                <a:latin typeface="DejaVu Sans"/>
                <a:ea typeface="DejaVu Sans"/>
                <a:cs typeface="DejaVu Sans"/>
              </a:defRPr>
            </a:pPr>
            <a:r>
              <a:rPr sz="1950" b="0">
                <a:solidFill>
                  <a:srgbClr val="087F83"/>
                </a:solidFill>
                <a:latin typeface="DejaVu Sans"/>
                <a:ea typeface="DejaVu Sans"/>
                <a:cs typeface="DejaVu Sans"/>
              </a:rPr>
              <a:t>Two parameter derivatives at each visited layer.</a:t>
            </a:r>
          </a:p>
        </p:txBody>
      </p:sp>
      <p:sp>
        <p:nvSpPr>
          <p:cNvPr id="325" name="s9_shape_313">
            <a:extLst>
              <a:ext uri="{FF2B5EF4-FFF2-40B4-BE49-F238E27FC236}">
                <a16:creationId xmlns:a16="http://schemas.microsoft.com/office/drawing/2014/main" id="{10BF12B6-8806-404C-A452-8B218A2AE811}"/>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326" name="s9_text_314">
            <a:extLst>
              <a:ext uri="{FF2B5EF4-FFF2-40B4-BE49-F238E27FC236}">
                <a16:creationId xmlns:a16="http://schemas.microsoft.com/office/drawing/2014/main" id="{6C167176-FCA4-4DC7-9DB9-0A7A93F41498}"/>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Backpropagation</a:t>
            </a:r>
          </a:p>
        </p:txBody>
      </p:sp>
      <p:sp>
        <p:nvSpPr>
          <p:cNvPr id="327" name="s9_shape_315">
            <a:extLst>
              <a:ext uri="{FF2B5EF4-FFF2-40B4-BE49-F238E27FC236}">
                <a16:creationId xmlns:a16="http://schemas.microsoft.com/office/drawing/2014/main" id="{0B9FE88F-C8D8-4E72-87AB-0B9531F59530}"/>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28" name="s9_text_316" descr="\phi_0(x)">
                <a:extLst>
                  <a:ext uri="{FF2B5EF4-FFF2-40B4-BE49-F238E27FC236}">
                    <a16:creationId xmlns:a16="http://schemas.microsoft.com/office/drawing/2014/main" id="{13564D58-281C-4773-9646-CED22CA2F9BF}"/>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328" name="s9_text_316" descr="\phi_0(x)">
                <a:extLst>
                  <a:ext uri="{FF2B5EF4-FFF2-40B4-BE49-F238E27FC236}">
                    <a16:creationId xmlns:a16="http://schemas.microsoft.com/office/drawing/2014/main" id="{13564D58-281C-4773-9646-CED22CA2F9BF}"/>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329" name="s9_line_317">
            <a:extLst>
              <a:ext uri="{FF2B5EF4-FFF2-40B4-BE49-F238E27FC236}">
                <a16:creationId xmlns:a16="http://schemas.microsoft.com/office/drawing/2014/main" id="{0A9F8081-C3CC-460B-AEF2-FF8008AEE17A}"/>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330" name="s9_shape_318">
            <a:extLst>
              <a:ext uri="{FF2B5EF4-FFF2-40B4-BE49-F238E27FC236}">
                <a16:creationId xmlns:a16="http://schemas.microsoft.com/office/drawing/2014/main" id="{8C37052D-D9B1-4A53-BF58-2DA1B4B59651}"/>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31" name="s9_text_319" descr="\phi_1(x)">
                <a:extLst>
                  <a:ext uri="{FF2B5EF4-FFF2-40B4-BE49-F238E27FC236}">
                    <a16:creationId xmlns:a16="http://schemas.microsoft.com/office/drawing/2014/main" id="{85BF8817-D0D7-469C-8C85-896EE8B608EB}"/>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1</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331" name="s9_text_319" descr="\phi_1(x)">
                <a:extLst>
                  <a:ext uri="{FF2B5EF4-FFF2-40B4-BE49-F238E27FC236}">
                    <a16:creationId xmlns:a16="http://schemas.microsoft.com/office/drawing/2014/main" id="{85BF8817-D0D7-469C-8C85-896EE8B608EB}"/>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2" name="s9_text_320" descr="\mathrm{Layer}\ 1">
                <a:extLst>
                  <a:ext uri="{FF2B5EF4-FFF2-40B4-BE49-F238E27FC236}">
                    <a16:creationId xmlns:a16="http://schemas.microsoft.com/office/drawing/2014/main" id="{EBD9AD03-A35D-4BDF-8F86-9C8D77150D7E}"/>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332" name="s9_text_320" descr="\mathrm{Layer}\ 1">
                <a:extLst>
                  <a:ext uri="{FF2B5EF4-FFF2-40B4-BE49-F238E27FC236}">
                    <a16:creationId xmlns:a16="http://schemas.microsoft.com/office/drawing/2014/main" id="{EBD9AD03-A35D-4BDF-8F86-9C8D77150D7E}"/>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3" name="s9_text_321" descr="w_{1}, b_{1}">
                <a:extLst>
                  <a:ext uri="{FF2B5EF4-FFF2-40B4-BE49-F238E27FC236}">
                    <a16:creationId xmlns:a16="http://schemas.microsoft.com/office/drawing/2014/main" id="{BBA19D27-28AF-44CD-AA1E-50F44523857B}"/>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𝑤</m:t>
                          </m:r>
                        </m:e>
                        <m:sub>
                          <m:r>
                            <a:rPr lang="en-GB" sz="2000">
                              <a:solidFill>
                                <a:srgbClr val="526276"/>
                              </a:solidFill>
                              <a:latin typeface="Cambria Math"/>
                              <a:ea typeface="Cambria Math"/>
                              <a:cs typeface="Cambria Math"/>
                            </a:rPr>
                            <m:t>1</m:t>
                          </m:r>
                        </m:sub>
                      </m:sSub>
                      <m:r>
                        <a:rPr lang="en-GB" sz="2000">
                          <a:solidFill>
                            <a:srgbClr val="526276"/>
                          </a:solidFill>
                          <a:latin typeface="Cambria Math"/>
                          <a:ea typeface="Cambria Math"/>
                          <a:cs typeface="Cambria Math"/>
                        </a:rPr>
                        <m:t>,</m:t>
                      </m:r>
                      <m:sSub>
                        <m:sSubPr>
                          <m:ctrlPr>
                            <a:rPr lang="en-GB" sz="2000">
                              <a:solidFill>
                                <a:srgbClr val="526276"/>
                              </a:solidFill>
                              <a:latin typeface="Cambria Math"/>
                              <a:ea typeface="Cambria Math"/>
                              <a:cs typeface="Cambria Math"/>
                            </a:rPr>
                          </m:ctrlPr>
                        </m:sSubPr>
                        <m:e>
                          <m:r>
                            <a:rPr lang="en-GB" sz="2000">
                              <a:solidFill>
                                <a:srgbClr val="526276"/>
                              </a:solidFill>
                              <a:latin typeface="Cambria Math"/>
                              <a:ea typeface="Cambria Math"/>
                              <a:cs typeface="Cambria Math"/>
                            </a:rPr>
                            <m:t>𝑏</m:t>
                          </m:r>
                        </m:e>
                        <m:sub>
                          <m:r>
                            <a:rPr lang="en-GB" sz="2000">
                              <a:solidFill>
                                <a:srgbClr val="526276"/>
                              </a:solidFill>
                              <a:latin typeface="Cambria Math"/>
                              <a:ea typeface="Cambria Math"/>
                              <a:cs typeface="Cambria Math"/>
                            </a:rPr>
                            <m:t>1</m:t>
                          </m:r>
                        </m:sub>
                      </m:sSub>
                    </m:oMath>
                  </m:oMathPara>
                </a14:m>
                <a:endParaRPr lang="en-GB" sz="2000"/>
              </a:p>
            </p:txBody>
          </p:sp>
        </mc:Choice>
        <mc:Fallback xmlns="">
          <p:sp>
            <p:nvSpPr>
              <p:cNvPr id="333" name="s9_text_321" descr="w_{1}, b_{1}">
                <a:extLst>
                  <a:ext uri="{FF2B5EF4-FFF2-40B4-BE49-F238E27FC236}">
                    <a16:creationId xmlns:a16="http://schemas.microsoft.com/office/drawing/2014/main" id="{BBA19D27-28AF-44CD-AA1E-50F44523857B}"/>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7"/>
                <a:stretch>
                  <a:fillRect b="-18750"/>
                </a:stretch>
              </a:blipFill>
              <a:ln w="0">
                <a:noFill/>
              </a:ln>
            </p:spPr>
            <p:txBody>
              <a:bodyPr/>
              <a:lstStyle/>
              <a:p>
                <a:r>
                  <a:rPr lang="it-IT">
                    <a:noFill/>
                  </a:rPr>
                  <a:t> </a:t>
                </a:r>
              </a:p>
            </p:txBody>
          </p:sp>
        </mc:Fallback>
      </mc:AlternateContent>
      <p:sp>
        <p:nvSpPr>
          <p:cNvPr id="334" name="s9_line_322">
            <a:extLst>
              <a:ext uri="{FF2B5EF4-FFF2-40B4-BE49-F238E27FC236}">
                <a16:creationId xmlns:a16="http://schemas.microsoft.com/office/drawing/2014/main" id="{292E9F67-608F-460A-84DC-EC371C60E607}"/>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335" name="s9_shape_323">
            <a:extLst>
              <a:ext uri="{FF2B5EF4-FFF2-40B4-BE49-F238E27FC236}">
                <a16:creationId xmlns:a16="http://schemas.microsoft.com/office/drawing/2014/main" id="{6B348089-4B33-414A-8616-2B313BB7B049}"/>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36" name="s9_text_324" descr="\phi_2(x)">
                <a:extLst>
                  <a:ext uri="{FF2B5EF4-FFF2-40B4-BE49-F238E27FC236}">
                    <a16:creationId xmlns:a16="http://schemas.microsoft.com/office/drawing/2014/main" id="{4D07D8F4-F38E-463C-B91E-AF60C431B8F7}"/>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336" name="s9_text_324" descr="\phi_2(x)">
                <a:extLst>
                  <a:ext uri="{FF2B5EF4-FFF2-40B4-BE49-F238E27FC236}">
                    <a16:creationId xmlns:a16="http://schemas.microsoft.com/office/drawing/2014/main" id="{4D07D8F4-F38E-463C-B91E-AF60C431B8F7}"/>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29"/>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7" name="s9_text_325" descr="\mathrm{Layer}\ 2">
                <a:extLst>
                  <a:ext uri="{FF2B5EF4-FFF2-40B4-BE49-F238E27FC236}">
                    <a16:creationId xmlns:a16="http://schemas.microsoft.com/office/drawing/2014/main" id="{74956D37-25FF-4B0A-BA5A-B2E18B1C019C}"/>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337" name="s9_text_325" descr="\mathrm{Layer}\ 2">
                <a:extLst>
                  <a:ext uri="{FF2B5EF4-FFF2-40B4-BE49-F238E27FC236}">
                    <a16:creationId xmlns:a16="http://schemas.microsoft.com/office/drawing/2014/main" id="{74956D37-25FF-4B0A-BA5A-B2E18B1C019C}"/>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38" name="s9_text_326" descr="w_{2}, b_{2}">
                <a:extLst>
                  <a:ext uri="{FF2B5EF4-FFF2-40B4-BE49-F238E27FC236}">
                    <a16:creationId xmlns:a16="http://schemas.microsoft.com/office/drawing/2014/main" id="{D8D8AB85-2314-44D4-B067-244893DBE5D7}"/>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2</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2</m:t>
                          </m:r>
                        </m:sub>
                      </m:sSub>
                    </m:oMath>
                  </m:oMathPara>
                </a14:m>
                <a:endParaRPr lang="en-GB" sz="2000"/>
              </a:p>
            </p:txBody>
          </p:sp>
        </mc:Choice>
        <mc:Fallback xmlns="">
          <p:sp>
            <p:nvSpPr>
              <p:cNvPr id="338" name="s9_text_326" descr="w_{2}, b_{2}">
                <a:extLst>
                  <a:ext uri="{FF2B5EF4-FFF2-40B4-BE49-F238E27FC236}">
                    <a16:creationId xmlns:a16="http://schemas.microsoft.com/office/drawing/2014/main" id="{D8D8AB85-2314-44D4-B067-244893DBE5D7}"/>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30"/>
                <a:stretch>
                  <a:fillRect b="-18750"/>
                </a:stretch>
              </a:blipFill>
              <a:ln w="0">
                <a:noFill/>
              </a:ln>
            </p:spPr>
            <p:txBody>
              <a:bodyPr/>
              <a:lstStyle/>
              <a:p>
                <a:r>
                  <a:rPr lang="it-IT">
                    <a:noFill/>
                  </a:rPr>
                  <a:t> </a:t>
                </a:r>
              </a:p>
            </p:txBody>
          </p:sp>
        </mc:Fallback>
      </mc:AlternateContent>
      <p:sp>
        <p:nvSpPr>
          <p:cNvPr id="339" name="s9_line_327">
            <a:extLst>
              <a:ext uri="{FF2B5EF4-FFF2-40B4-BE49-F238E27FC236}">
                <a16:creationId xmlns:a16="http://schemas.microsoft.com/office/drawing/2014/main" id="{405F0AA5-3CCD-40BE-B64F-B568D9D1D2DE}"/>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340" name="s9_text_328" descr="\cdots">
                <a:extLst>
                  <a:ext uri="{FF2B5EF4-FFF2-40B4-BE49-F238E27FC236}">
                    <a16:creationId xmlns:a16="http://schemas.microsoft.com/office/drawing/2014/main" id="{6757A6F2-0397-42CA-8A21-A799D2E9F58C}"/>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340" name="s9_text_328" descr="\cdots">
                <a:extLst>
                  <a:ext uri="{FF2B5EF4-FFF2-40B4-BE49-F238E27FC236}">
                    <a16:creationId xmlns:a16="http://schemas.microsoft.com/office/drawing/2014/main" id="{6757A6F2-0397-42CA-8A21-A799D2E9F58C}"/>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341" name="s9_line_329">
            <a:extLst>
              <a:ext uri="{FF2B5EF4-FFF2-40B4-BE49-F238E27FC236}">
                <a16:creationId xmlns:a16="http://schemas.microsoft.com/office/drawing/2014/main" id="{E67BD8B1-43DC-4BC7-981E-5330452BF107}"/>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342" name="s9_shape_330">
            <a:extLst>
              <a:ext uri="{FF2B5EF4-FFF2-40B4-BE49-F238E27FC236}">
                <a16:creationId xmlns:a16="http://schemas.microsoft.com/office/drawing/2014/main" id="{054D6AE8-0FFD-457C-8C20-EB7B1157A905}"/>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43" name="s9_text_331" descr="\phi_{L-1}(x)">
                <a:extLst>
                  <a:ext uri="{FF2B5EF4-FFF2-40B4-BE49-F238E27FC236}">
                    <a16:creationId xmlns:a16="http://schemas.microsoft.com/office/drawing/2014/main" id="{4D6148A6-E3D4-4CB0-864E-F247BE00C8D2}"/>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𝐿</m:t>
                          </m:r>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343" name="s9_text_331" descr="\phi_{L-1}(x)">
                <a:extLst>
                  <a:ext uri="{FF2B5EF4-FFF2-40B4-BE49-F238E27FC236}">
                    <a16:creationId xmlns:a16="http://schemas.microsoft.com/office/drawing/2014/main" id="{4D6148A6-E3D4-4CB0-864E-F247BE00C8D2}"/>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27"/>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4" name="s9_text_332" descr="\mathrm{Layer}\ L-1">
                <a:extLst>
                  <a:ext uri="{FF2B5EF4-FFF2-40B4-BE49-F238E27FC236}">
                    <a16:creationId xmlns:a16="http://schemas.microsoft.com/office/drawing/2014/main" id="{04E77FF4-5C48-43D4-B501-567F6C34DD6C}"/>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344" name="s9_text_332" descr="\mathrm{Layer}\ L-1">
                <a:extLst>
                  <a:ext uri="{FF2B5EF4-FFF2-40B4-BE49-F238E27FC236}">
                    <a16:creationId xmlns:a16="http://schemas.microsoft.com/office/drawing/2014/main" id="{04E77FF4-5C48-43D4-B501-567F6C34DD6C}"/>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5" name="s9_text_333" descr="w_{L-1}, b_{L-1}">
                <a:extLst>
                  <a:ext uri="{FF2B5EF4-FFF2-40B4-BE49-F238E27FC236}">
                    <a16:creationId xmlns:a16="http://schemas.microsoft.com/office/drawing/2014/main" id="{EEB79DEA-B638-45FC-8BDF-EA018DB532D5}"/>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oMath>
                  </m:oMathPara>
                </a14:m>
                <a:endParaRPr lang="en-GB" sz="2000"/>
              </a:p>
            </p:txBody>
          </p:sp>
        </mc:Choice>
        <mc:Fallback xmlns="">
          <p:sp>
            <p:nvSpPr>
              <p:cNvPr id="345" name="s9_text_333" descr="w_{L-1}, b_{L-1}">
                <a:extLst>
                  <a:ext uri="{FF2B5EF4-FFF2-40B4-BE49-F238E27FC236}">
                    <a16:creationId xmlns:a16="http://schemas.microsoft.com/office/drawing/2014/main" id="{EEB79DEA-B638-45FC-8BDF-EA018DB532D5}"/>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28"/>
                <a:stretch>
                  <a:fillRect b="-18750"/>
                </a:stretch>
              </a:blipFill>
              <a:ln w="0">
                <a:noFill/>
              </a:ln>
            </p:spPr>
            <p:txBody>
              <a:bodyPr/>
              <a:lstStyle/>
              <a:p>
                <a:r>
                  <a:rPr lang="it-IT">
                    <a:noFill/>
                  </a:rPr>
                  <a:t> </a:t>
                </a:r>
              </a:p>
            </p:txBody>
          </p:sp>
        </mc:Fallback>
      </mc:AlternateContent>
      <p:sp>
        <p:nvSpPr>
          <p:cNvPr id="346" name="s9_line_334">
            <a:extLst>
              <a:ext uri="{FF2B5EF4-FFF2-40B4-BE49-F238E27FC236}">
                <a16:creationId xmlns:a16="http://schemas.microsoft.com/office/drawing/2014/main" id="{CA420884-EEE5-4010-BA3D-E3881470EA0F}"/>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347" name="s9_shape_335">
            <a:extLst>
              <a:ext uri="{FF2B5EF4-FFF2-40B4-BE49-F238E27FC236}">
                <a16:creationId xmlns:a16="http://schemas.microsoft.com/office/drawing/2014/main" id="{BB86E29B-E474-4E34-B9B9-E246A0F541E2}"/>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348" name="s9_text_336" descr="a_L(x)">
                <a:extLst>
                  <a:ext uri="{FF2B5EF4-FFF2-40B4-BE49-F238E27FC236}">
                    <a16:creationId xmlns:a16="http://schemas.microsoft.com/office/drawing/2014/main" id="{B1F50CF0-1DFC-4BCF-B8C5-2FB60DC92D55}"/>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𝑎</m:t>
                          </m:r>
                        </m:e>
                        <m:sub>
                          <m:r>
                            <a:rPr lang="en-GB" sz="2400">
                              <a:solidFill>
                                <a:srgbClr val="087F83"/>
                              </a:solidFill>
                              <a:latin typeface="Cambria Math"/>
                              <a:ea typeface="Cambria Math"/>
                              <a:cs typeface="Cambria Math"/>
                            </a:rPr>
                            <m:t>𝐿</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348" name="s9_text_336" descr="a_L(x)">
                <a:extLst>
                  <a:ext uri="{FF2B5EF4-FFF2-40B4-BE49-F238E27FC236}">
                    <a16:creationId xmlns:a16="http://schemas.microsoft.com/office/drawing/2014/main" id="{B1F50CF0-1DFC-4BCF-B8C5-2FB60DC92D55}"/>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2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49" name="s9_text_337" descr="\mathrm{Layer}\ L">
                <a:extLst>
                  <a:ext uri="{FF2B5EF4-FFF2-40B4-BE49-F238E27FC236}">
                    <a16:creationId xmlns:a16="http://schemas.microsoft.com/office/drawing/2014/main" id="{EFC4B4CC-F424-48BC-91A6-11F02DC7BB1B}"/>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349" name="s9_text_337" descr="\mathrm{Layer}\ L">
                <a:extLst>
                  <a:ext uri="{FF2B5EF4-FFF2-40B4-BE49-F238E27FC236}">
                    <a16:creationId xmlns:a16="http://schemas.microsoft.com/office/drawing/2014/main" id="{EFC4B4CC-F424-48BC-91A6-11F02DC7BB1B}"/>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50" name="s9_text_338" descr="w_{L}, b_{L}">
                <a:extLst>
                  <a:ext uri="{FF2B5EF4-FFF2-40B4-BE49-F238E27FC236}">
                    <a16:creationId xmlns:a16="http://schemas.microsoft.com/office/drawing/2014/main" id="{776296EA-2DD3-4F15-971A-94E9B735F0DD}"/>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sub>
                      </m:sSub>
                    </m:oMath>
                  </m:oMathPara>
                </a14:m>
                <a:endParaRPr lang="en-GB" sz="2000"/>
              </a:p>
            </p:txBody>
          </p:sp>
        </mc:Choice>
        <mc:Fallback xmlns="">
          <p:sp>
            <p:nvSpPr>
              <p:cNvPr id="350" name="s9_text_338" descr="w_{L}, b_{L}">
                <a:extLst>
                  <a:ext uri="{FF2B5EF4-FFF2-40B4-BE49-F238E27FC236}">
                    <a16:creationId xmlns:a16="http://schemas.microsoft.com/office/drawing/2014/main" id="{776296EA-2DD3-4F15-971A-94E9B735F0DD}"/>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26"/>
                <a:stretch>
                  <a:fillRect b="-18750"/>
                </a:stretch>
              </a:blipFill>
              <a:ln w="0">
                <a:noFill/>
              </a:ln>
            </p:spPr>
            <p:txBody>
              <a:bodyPr/>
              <a:lstStyle/>
              <a:p>
                <a:r>
                  <a:rPr lang="it-IT">
                    <a:noFill/>
                  </a:rPr>
                  <a:t> </a:t>
                </a:r>
              </a:p>
            </p:txBody>
          </p:sp>
        </mc:Fallback>
      </mc:AlternateContent>
      <p:sp>
        <p:nvSpPr>
          <p:cNvPr id="351" name="s9_line_339">
            <a:extLst>
              <a:ext uri="{FF2B5EF4-FFF2-40B4-BE49-F238E27FC236}">
                <a16:creationId xmlns:a16="http://schemas.microsoft.com/office/drawing/2014/main" id="{FD1DC543-C6F9-43FF-A0CF-85E696CDCF91}"/>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352" name="s9_shape_340">
            <a:extLst>
              <a:ext uri="{FF2B5EF4-FFF2-40B4-BE49-F238E27FC236}">
                <a16:creationId xmlns:a16="http://schemas.microsoft.com/office/drawing/2014/main" id="{8487894A-DC7C-4741-BCB2-CC495BD26666}"/>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353" name="s9_text_341" descr="\mathcal{L}_{\mathrm{sq}}(\boldsymbol{\theta})">
                <a:extLst>
                  <a:ext uri="{FF2B5EF4-FFF2-40B4-BE49-F238E27FC236}">
                    <a16:creationId xmlns:a16="http://schemas.microsoft.com/office/drawing/2014/main" id="{BE7D447F-0A38-4FF4-AF02-AC142203ADD4}"/>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353" name="s9_text_341" descr="\mathcal{L}_{\mathrm{sq}}(\boldsymbol{\theta})">
                <a:extLst>
                  <a:ext uri="{FF2B5EF4-FFF2-40B4-BE49-F238E27FC236}">
                    <a16:creationId xmlns:a16="http://schemas.microsoft.com/office/drawing/2014/main" id="{BE7D447F-0A38-4FF4-AF02-AC142203ADD4}"/>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354" name="s9_line_342">
            <a:extLst>
              <a:ext uri="{FF2B5EF4-FFF2-40B4-BE49-F238E27FC236}">
                <a16:creationId xmlns:a16="http://schemas.microsoft.com/office/drawing/2014/main" id="{B57FE94A-EB28-44D0-80C7-A9404C3427CB}"/>
              </a:ext>
            </a:extLst>
          </p:cNvPr>
          <p:cNvSpPr>
            <a:spLocks noGrp="1"/>
          </p:cNvSpPr>
          <p:nvPr/>
        </p:nvSpPr>
        <p:spPr>
          <a:xfrm>
            <a:off x="9382125" y="3400425"/>
            <a:ext cx="1809750" cy="476"/>
          </a:xfrm>
          <a:prstGeom prst="line">
            <a:avLst/>
          </a:prstGeom>
          <a:noFill/>
          <a:ln w="22860">
            <a:solidFill>
              <a:srgbClr val="087F83"/>
            </a:solidFill>
            <a:headEnd type="triangle" w="sm" len="sm"/>
          </a:ln>
        </p:spPr>
        <p:txBody>
          <a:bodyPr/>
          <a:lstStyle/>
          <a:p>
            <a:endParaRPr lang="it-IT"/>
          </a:p>
        </p:txBody>
      </p:sp>
      <p:sp>
        <p:nvSpPr>
          <p:cNvPr id="355" name="s9_text_343">
            <a:extLst>
              <a:ext uri="{FF2B5EF4-FFF2-40B4-BE49-F238E27FC236}">
                <a16:creationId xmlns:a16="http://schemas.microsoft.com/office/drawing/2014/main" id="{51475F4E-7B4D-4F3D-8563-9D29CCAE92A7}"/>
              </a:ext>
            </a:extLst>
          </p:cNvPr>
          <p:cNvSpPr>
            <a:spLocks noGrp="1"/>
          </p:cNvSpPr>
          <p:nvPr/>
        </p:nvSpPr>
        <p:spPr>
          <a:xfrm>
            <a:off x="8572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356" name="s9_line_344">
            <a:extLst>
              <a:ext uri="{FF2B5EF4-FFF2-40B4-BE49-F238E27FC236}">
                <a16:creationId xmlns:a16="http://schemas.microsoft.com/office/drawing/2014/main" id="{A9C47D67-184A-4F28-90FF-E028F71EC89E}"/>
              </a:ext>
            </a:extLst>
          </p:cNvPr>
          <p:cNvSpPr>
            <a:spLocks noGrp="1"/>
          </p:cNvSpPr>
          <p:nvPr/>
        </p:nvSpPr>
        <p:spPr>
          <a:xfrm>
            <a:off x="7477125" y="3400425"/>
            <a:ext cx="1905000" cy="476"/>
          </a:xfrm>
          <a:prstGeom prst="line">
            <a:avLst/>
          </a:prstGeom>
          <a:noFill/>
          <a:ln w="22860">
            <a:solidFill>
              <a:srgbClr val="087F83"/>
            </a:solidFill>
            <a:headEnd type="triangle" w="sm" len="sm"/>
          </a:ln>
        </p:spPr>
        <p:txBody>
          <a:bodyPr/>
          <a:lstStyle/>
          <a:p>
            <a:endParaRPr lang="it-IT"/>
          </a:p>
        </p:txBody>
      </p:sp>
      <p:sp>
        <p:nvSpPr>
          <p:cNvPr id="357" name="s9_text_345">
            <a:extLst>
              <a:ext uri="{FF2B5EF4-FFF2-40B4-BE49-F238E27FC236}">
                <a16:creationId xmlns:a16="http://schemas.microsoft.com/office/drawing/2014/main" id="{3DE95275-11CC-4854-A252-889325F9C3E9}"/>
              </a:ext>
            </a:extLst>
          </p:cNvPr>
          <p:cNvSpPr>
            <a:spLocks noGrp="1"/>
          </p:cNvSpPr>
          <p:nvPr/>
        </p:nvSpPr>
        <p:spPr>
          <a:xfrm>
            <a:off x="6667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358" name="s9_line_346">
            <a:extLst>
              <a:ext uri="{FF2B5EF4-FFF2-40B4-BE49-F238E27FC236}">
                <a16:creationId xmlns:a16="http://schemas.microsoft.com/office/drawing/2014/main" id="{C113B37F-1623-4599-B095-FC3512D93A3C}"/>
              </a:ext>
            </a:extLst>
          </p:cNvPr>
          <p:cNvSpPr>
            <a:spLocks noGrp="1"/>
          </p:cNvSpPr>
          <p:nvPr/>
        </p:nvSpPr>
        <p:spPr>
          <a:xfrm>
            <a:off x="4619625" y="3400425"/>
            <a:ext cx="2857500" cy="476"/>
          </a:xfrm>
          <a:prstGeom prst="line">
            <a:avLst/>
          </a:prstGeom>
          <a:noFill/>
          <a:ln w="22860">
            <a:solidFill>
              <a:srgbClr val="087F83"/>
            </a:solidFill>
            <a:headEnd type="triangle" w="sm" len="sm"/>
          </a:ln>
        </p:spPr>
        <p:txBody>
          <a:bodyPr/>
          <a:lstStyle/>
          <a:p>
            <a:endParaRPr lang="it-IT"/>
          </a:p>
        </p:txBody>
      </p:sp>
      <p:sp>
        <p:nvSpPr>
          <p:cNvPr id="359" name="s9_text_347">
            <a:extLst>
              <a:ext uri="{FF2B5EF4-FFF2-40B4-BE49-F238E27FC236}">
                <a16:creationId xmlns:a16="http://schemas.microsoft.com/office/drawing/2014/main" id="{CBBD9D17-6513-4F69-92B1-0D6CFE70F6A7}"/>
              </a:ext>
            </a:extLst>
          </p:cNvPr>
          <p:cNvSpPr>
            <a:spLocks noGrp="1"/>
          </p:cNvSpPr>
          <p:nvPr/>
        </p:nvSpPr>
        <p:spPr>
          <a:xfrm>
            <a:off x="38100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360" name="s9_text_348">
            <a:extLst>
              <a:ext uri="{FF2B5EF4-FFF2-40B4-BE49-F238E27FC236}">
                <a16:creationId xmlns:a16="http://schemas.microsoft.com/office/drawing/2014/main" id="{99A3849C-9780-480A-AF66-97423818B328}"/>
              </a:ext>
            </a:extLst>
          </p:cNvPr>
          <p:cNvSpPr>
            <a:spLocks noGrp="1"/>
          </p:cNvSpPr>
          <p:nvPr/>
        </p:nvSpPr>
        <p:spPr>
          <a:xfrm>
            <a:off x="762000" y="4219575"/>
            <a:ext cx="10668000" cy="400050"/>
          </a:xfrm>
          <a:prstGeom prst="rect">
            <a:avLst/>
          </a:prstGeom>
          <a:noFill/>
          <a:ln w="0">
            <a:noFill/>
          </a:ln>
        </p:spPr>
        <p:txBody>
          <a:bodyPr anchor="ctr">
            <a:noAutofit/>
          </a:bodyPr>
          <a:lstStyle>
            <a:defPPr algn="ctr">
              <a:defRPr sz="2175" b="1">
                <a:solidFill>
                  <a:srgbClr val="182D45"/>
                </a:solidFill>
                <a:latin typeface="DejaVu Sans"/>
                <a:ea typeface="DejaVu Sans"/>
                <a:cs typeface="DejaVu Sans"/>
              </a:defRPr>
            </a:defPPr>
            <a:lvl1pPr algn="ctr">
              <a:defRPr sz="2175" b="1">
                <a:solidFill>
                  <a:srgbClr val="182D45"/>
                </a:solidFill>
                <a:latin typeface="DejaVu Sans"/>
                <a:ea typeface="DejaVu Sans"/>
                <a:cs typeface="DejaVu Sans"/>
              </a:defRPr>
            </a:lvl1pPr>
            <a:lvl2pPr algn="ctr">
              <a:defRPr sz="2175" b="1">
                <a:solidFill>
                  <a:srgbClr val="182D45"/>
                </a:solidFill>
                <a:latin typeface="DejaVu Sans"/>
                <a:ea typeface="DejaVu Sans"/>
                <a:cs typeface="DejaVu Sans"/>
              </a:defRPr>
            </a:lvl2pPr>
            <a:lvl3pPr algn="ctr">
              <a:defRPr sz="2175" b="1">
                <a:solidFill>
                  <a:srgbClr val="182D45"/>
                </a:solidFill>
                <a:latin typeface="DejaVu Sans"/>
                <a:ea typeface="DejaVu Sans"/>
                <a:cs typeface="DejaVu Sans"/>
              </a:defRPr>
            </a:lvl3pPr>
            <a:lvl4pPr algn="ctr">
              <a:defRPr sz="2175" b="1">
                <a:solidFill>
                  <a:srgbClr val="182D45"/>
                </a:solidFill>
                <a:latin typeface="DejaVu Sans"/>
                <a:ea typeface="DejaVu Sans"/>
                <a:cs typeface="DejaVu Sans"/>
              </a:defRPr>
            </a:lvl4pPr>
            <a:lvl5pPr algn="ctr">
              <a:defRPr sz="2175" b="1">
                <a:solidFill>
                  <a:srgbClr val="182D45"/>
                </a:solidFill>
                <a:latin typeface="DejaVu Sans"/>
                <a:ea typeface="DejaVu Sans"/>
                <a:cs typeface="DejaVu Sans"/>
              </a:defRPr>
            </a:lvl5pPr>
            <a:lvl6pPr algn="ctr">
              <a:defRPr sz="2175" b="1">
                <a:solidFill>
                  <a:srgbClr val="182D45"/>
                </a:solidFill>
                <a:latin typeface="DejaVu Sans"/>
                <a:ea typeface="DejaVu Sans"/>
                <a:cs typeface="DejaVu Sans"/>
              </a:defRPr>
            </a:lvl6pPr>
            <a:lvl7pPr algn="ctr">
              <a:defRPr sz="2175" b="1">
                <a:solidFill>
                  <a:srgbClr val="182D45"/>
                </a:solidFill>
                <a:latin typeface="DejaVu Sans"/>
                <a:ea typeface="DejaVu Sans"/>
                <a:cs typeface="DejaVu Sans"/>
              </a:defRPr>
            </a:lvl7pPr>
            <a:lvl8pPr algn="ctr">
              <a:defRPr sz="2175" b="1">
                <a:solidFill>
                  <a:srgbClr val="182D45"/>
                </a:solidFill>
                <a:latin typeface="DejaVu Sans"/>
                <a:ea typeface="DejaVu Sans"/>
                <a:cs typeface="DejaVu Sans"/>
              </a:defRPr>
            </a:lvl8pPr>
            <a:lvl9pPr algn="ctr">
              <a:defRPr sz="2175" b="1">
                <a:solidFill>
                  <a:srgbClr val="182D45"/>
                </a:solidFill>
                <a:latin typeface="DejaVu Sans"/>
                <a:ea typeface="DejaVu Sans"/>
                <a:cs typeface="DejaVu Sans"/>
              </a:defRPr>
            </a:lvl9pPr>
          </a:lstStyle>
          <a:p>
            <a:pPr algn="ctr">
              <a:defRPr sz="2175" b="1">
                <a:solidFill>
                  <a:srgbClr val="182D45"/>
                </a:solidFill>
                <a:latin typeface="DejaVu Sans"/>
                <a:ea typeface="DejaVu Sans"/>
                <a:cs typeface="DejaVu Sans"/>
              </a:defRPr>
            </a:pPr>
            <a:r>
              <a:rPr sz="2175" b="1">
                <a:solidFill>
                  <a:srgbClr val="182D45"/>
                </a:solidFill>
                <a:latin typeface="DejaVu Sans"/>
                <a:ea typeface="DejaVu Sans"/>
                <a:cs typeface="DejaVu Sans"/>
              </a:rPr>
              <a:t>Compute each intermediate derivative once.</a:t>
            </a:r>
          </a:p>
        </p:txBody>
      </p:sp>
      <p:sp>
        <p:nvSpPr>
          <p:cNvPr id="361" name="s9_text_349">
            <a:extLst>
              <a:ext uri="{FF2B5EF4-FFF2-40B4-BE49-F238E27FC236}">
                <a16:creationId xmlns:a16="http://schemas.microsoft.com/office/drawing/2014/main" id="{DDCAF727-7B8A-4463-B8F9-3FD97BF08270}"/>
              </a:ext>
            </a:extLst>
          </p:cNvPr>
          <p:cNvSpPr>
            <a:spLocks noGrp="1"/>
          </p:cNvSpPr>
          <p:nvPr/>
        </p:nvSpPr>
        <p:spPr>
          <a:xfrm>
            <a:off x="428625" y="4676775"/>
            <a:ext cx="11334750" cy="361950"/>
          </a:xfrm>
          <a:prstGeom prst="rect">
            <a:avLst/>
          </a:prstGeom>
          <a:noFill/>
          <a:ln w="0">
            <a:noFill/>
          </a:ln>
        </p:spPr>
        <p:txBody>
          <a:bodyPr anchor="ctr">
            <a:noAutofit/>
          </a:bodyPr>
          <a:lstStyle>
            <a:defPPr algn="ctr">
              <a:defRPr sz="1800" b="0">
                <a:solidFill>
                  <a:srgbClr val="526276"/>
                </a:solidFill>
                <a:latin typeface="DejaVu Sans"/>
                <a:ea typeface="DejaVu Sans"/>
                <a:cs typeface="DejaVu Sans"/>
              </a:defRPr>
            </a:defPPr>
            <a:lvl1pPr algn="ctr">
              <a:defRPr sz="1800" b="0">
                <a:solidFill>
                  <a:srgbClr val="526276"/>
                </a:solidFill>
                <a:latin typeface="DejaVu Sans"/>
                <a:ea typeface="DejaVu Sans"/>
                <a:cs typeface="DejaVu Sans"/>
              </a:defRPr>
            </a:lvl1pPr>
            <a:lvl2pPr algn="ctr">
              <a:defRPr sz="1800" b="0">
                <a:solidFill>
                  <a:srgbClr val="526276"/>
                </a:solidFill>
                <a:latin typeface="DejaVu Sans"/>
                <a:ea typeface="DejaVu Sans"/>
                <a:cs typeface="DejaVu Sans"/>
              </a:defRPr>
            </a:lvl2pPr>
            <a:lvl3pPr algn="ctr">
              <a:defRPr sz="1800" b="0">
                <a:solidFill>
                  <a:srgbClr val="526276"/>
                </a:solidFill>
                <a:latin typeface="DejaVu Sans"/>
                <a:ea typeface="DejaVu Sans"/>
                <a:cs typeface="DejaVu Sans"/>
              </a:defRPr>
            </a:lvl3pPr>
            <a:lvl4pPr algn="ctr">
              <a:defRPr sz="1800" b="0">
                <a:solidFill>
                  <a:srgbClr val="526276"/>
                </a:solidFill>
                <a:latin typeface="DejaVu Sans"/>
                <a:ea typeface="DejaVu Sans"/>
                <a:cs typeface="DejaVu Sans"/>
              </a:defRPr>
            </a:lvl4pPr>
            <a:lvl5pPr algn="ctr">
              <a:defRPr sz="1800" b="0">
                <a:solidFill>
                  <a:srgbClr val="526276"/>
                </a:solidFill>
                <a:latin typeface="DejaVu Sans"/>
                <a:ea typeface="DejaVu Sans"/>
                <a:cs typeface="DejaVu Sans"/>
              </a:defRPr>
            </a:lvl5pPr>
            <a:lvl6pPr algn="ctr">
              <a:defRPr sz="1800" b="0">
                <a:solidFill>
                  <a:srgbClr val="526276"/>
                </a:solidFill>
                <a:latin typeface="DejaVu Sans"/>
                <a:ea typeface="DejaVu Sans"/>
                <a:cs typeface="DejaVu Sans"/>
              </a:defRPr>
            </a:lvl6pPr>
            <a:lvl7pPr algn="ctr">
              <a:defRPr sz="1800" b="0">
                <a:solidFill>
                  <a:srgbClr val="526276"/>
                </a:solidFill>
                <a:latin typeface="DejaVu Sans"/>
                <a:ea typeface="DejaVu Sans"/>
                <a:cs typeface="DejaVu Sans"/>
              </a:defRPr>
            </a:lvl7pPr>
            <a:lvl8pPr algn="ctr">
              <a:defRPr sz="1800" b="0">
                <a:solidFill>
                  <a:srgbClr val="526276"/>
                </a:solidFill>
                <a:latin typeface="DejaVu Sans"/>
                <a:ea typeface="DejaVu Sans"/>
                <a:cs typeface="DejaVu Sans"/>
              </a:defRPr>
            </a:lvl8pPr>
            <a:lvl9pPr algn="ctr">
              <a:defRPr sz="1800" b="0">
                <a:solidFill>
                  <a:srgbClr val="526276"/>
                </a:solidFill>
                <a:latin typeface="DejaVu Sans"/>
                <a:ea typeface="DejaVu Sans"/>
                <a:cs typeface="DejaVu Sans"/>
              </a:defRPr>
            </a:lvl9p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Reuse it for both parameter derivatives, then continue backward.</a:t>
            </a:r>
          </a:p>
        </p:txBody>
      </p:sp>
      <p:sp>
        <p:nvSpPr>
          <p:cNvPr id="362" name="s9_text_350">
            <a:extLst>
              <a:ext uri="{FF2B5EF4-FFF2-40B4-BE49-F238E27FC236}">
                <a16:creationId xmlns:a16="http://schemas.microsoft.com/office/drawing/2014/main" id="{C34923BC-36DE-48BA-826B-F78694BD1AF8}"/>
              </a:ext>
            </a:extLst>
          </p:cNvPr>
          <p:cNvSpPr>
            <a:spLocks noGrp="1"/>
          </p:cNvSpPr>
          <p:nvPr/>
        </p:nvSpPr>
        <p:spPr>
          <a:xfrm>
            <a:off x="571500" y="5362575"/>
            <a:ext cx="11049000" cy="409575"/>
          </a:xfrm>
          <a:prstGeom prst="rect">
            <a:avLst/>
          </a:prstGeom>
          <a:noFill/>
          <a:ln w="0">
            <a:noFill/>
          </a:ln>
        </p:spPr>
        <p:txBody>
          <a:bodyPr anchor="ctr">
            <a:noAutofit/>
          </a:bodyPr>
          <a:lstStyle>
            <a:defPPr algn="ctr">
              <a:defRPr sz="1950" b="0">
                <a:solidFill>
                  <a:srgbClr val="087F83"/>
                </a:solidFill>
                <a:latin typeface="DejaVu Sans"/>
                <a:ea typeface="DejaVu Sans"/>
                <a:cs typeface="DejaVu Sans"/>
              </a:defRPr>
            </a:defPPr>
            <a:lvl1pPr algn="ctr">
              <a:defRPr sz="1950" b="0">
                <a:solidFill>
                  <a:srgbClr val="087F83"/>
                </a:solidFill>
                <a:latin typeface="DejaVu Sans"/>
                <a:ea typeface="DejaVu Sans"/>
                <a:cs typeface="DejaVu Sans"/>
              </a:defRPr>
            </a:lvl1pPr>
            <a:lvl2pPr algn="ctr">
              <a:defRPr sz="1950" b="0">
                <a:solidFill>
                  <a:srgbClr val="087F83"/>
                </a:solidFill>
                <a:latin typeface="DejaVu Sans"/>
                <a:ea typeface="DejaVu Sans"/>
                <a:cs typeface="DejaVu Sans"/>
              </a:defRPr>
            </a:lvl2pPr>
            <a:lvl3pPr algn="ctr">
              <a:defRPr sz="1950" b="0">
                <a:solidFill>
                  <a:srgbClr val="087F83"/>
                </a:solidFill>
                <a:latin typeface="DejaVu Sans"/>
                <a:ea typeface="DejaVu Sans"/>
                <a:cs typeface="DejaVu Sans"/>
              </a:defRPr>
            </a:lvl3pPr>
            <a:lvl4pPr algn="ctr">
              <a:defRPr sz="1950" b="0">
                <a:solidFill>
                  <a:srgbClr val="087F83"/>
                </a:solidFill>
                <a:latin typeface="DejaVu Sans"/>
                <a:ea typeface="DejaVu Sans"/>
                <a:cs typeface="DejaVu Sans"/>
              </a:defRPr>
            </a:lvl4pPr>
            <a:lvl5pPr algn="ctr">
              <a:defRPr sz="1950" b="0">
                <a:solidFill>
                  <a:srgbClr val="087F83"/>
                </a:solidFill>
                <a:latin typeface="DejaVu Sans"/>
                <a:ea typeface="DejaVu Sans"/>
                <a:cs typeface="DejaVu Sans"/>
              </a:defRPr>
            </a:lvl5pPr>
            <a:lvl6pPr algn="ctr">
              <a:defRPr sz="1950" b="0">
                <a:solidFill>
                  <a:srgbClr val="087F83"/>
                </a:solidFill>
                <a:latin typeface="DejaVu Sans"/>
                <a:ea typeface="DejaVu Sans"/>
                <a:cs typeface="DejaVu Sans"/>
              </a:defRPr>
            </a:lvl6pPr>
            <a:lvl7pPr algn="ctr">
              <a:defRPr sz="1950" b="0">
                <a:solidFill>
                  <a:srgbClr val="087F83"/>
                </a:solidFill>
                <a:latin typeface="DejaVu Sans"/>
                <a:ea typeface="DejaVu Sans"/>
                <a:cs typeface="DejaVu Sans"/>
              </a:defRPr>
            </a:lvl7pPr>
            <a:lvl8pPr algn="ctr">
              <a:defRPr sz="1950" b="0">
                <a:solidFill>
                  <a:srgbClr val="087F83"/>
                </a:solidFill>
                <a:latin typeface="DejaVu Sans"/>
                <a:ea typeface="DejaVu Sans"/>
                <a:cs typeface="DejaVu Sans"/>
              </a:defRPr>
            </a:lvl8pPr>
            <a:lvl9pPr algn="ctr">
              <a:defRPr sz="1950" b="0">
                <a:solidFill>
                  <a:srgbClr val="087F83"/>
                </a:solidFill>
                <a:latin typeface="DejaVu Sans"/>
                <a:ea typeface="DejaVu Sans"/>
                <a:cs typeface="DejaVu Sans"/>
              </a:defRPr>
            </a:lvl9pPr>
          </a:lstStyle>
          <a:p>
            <a:pPr algn="ctr">
              <a:defRPr sz="1950" b="0">
                <a:solidFill>
                  <a:srgbClr val="087F83"/>
                </a:solidFill>
                <a:latin typeface="DejaVu Sans"/>
                <a:ea typeface="DejaVu Sans"/>
                <a:cs typeface="DejaVu Sans"/>
              </a:defRPr>
            </a:pPr>
            <a:r>
              <a:rPr sz="1950" b="0">
                <a:solidFill>
                  <a:srgbClr val="087F83"/>
                </a:solidFill>
                <a:latin typeface="DejaVu Sans"/>
                <a:ea typeface="DejaVu Sans"/>
                <a:cs typeface="DejaVu Sans"/>
              </a:rPr>
              <a:t>Two parameter derivatives at each visited layer.</a:t>
            </a:r>
          </a:p>
        </p:txBody>
      </p:sp>
      <p:sp>
        <p:nvSpPr>
          <p:cNvPr id="403" name="s11_shape_391">
            <a:extLst>
              <a:ext uri="{FF2B5EF4-FFF2-40B4-BE49-F238E27FC236}">
                <a16:creationId xmlns:a16="http://schemas.microsoft.com/office/drawing/2014/main" id="{AA45DEE8-1E71-4287-B5B8-0CB4A2E1C3B4}"/>
              </a:ext>
            </a:extLst>
          </p:cNvPr>
          <p:cNvSpPr>
            <a:spLocks noGrp="1"/>
          </p:cNvSpPr>
          <p:nvPr/>
        </p:nvSpPr>
        <p:spPr>
          <a:xfrm>
            <a:off x="190500" y="1514475"/>
            <a:ext cx="11811000" cy="4953000"/>
          </a:xfrm>
          <a:prstGeom prst="rect">
            <a:avLst/>
          </a:prstGeom>
          <a:solidFill>
            <a:srgbClr val="FFFFFF"/>
          </a:solidFill>
          <a:ln w="0">
            <a:solidFill>
              <a:srgbClr val="FFFFFF"/>
            </a:solidFill>
          </a:ln>
        </p:spPr>
        <p:txBody>
          <a:bodyPr/>
          <a:lstStyle/>
          <a:p>
            <a:endParaRPr lang="it-IT"/>
          </a:p>
        </p:txBody>
      </p:sp>
      <p:sp>
        <p:nvSpPr>
          <p:cNvPr id="404" name="s11_text_392">
            <a:extLst>
              <a:ext uri="{FF2B5EF4-FFF2-40B4-BE49-F238E27FC236}">
                <a16:creationId xmlns:a16="http://schemas.microsoft.com/office/drawing/2014/main" id="{F0482B1A-0E41-461A-B369-080CB7B8C179}"/>
              </a:ext>
            </a:extLst>
          </p:cNvPr>
          <p:cNvSpPr>
            <a:spLocks noGrp="1"/>
          </p:cNvSpPr>
          <p:nvPr/>
        </p:nvSpPr>
        <p:spPr>
          <a:xfrm>
            <a:off x="666750" y="1562100"/>
            <a:ext cx="10858500" cy="361950"/>
          </a:xfrm>
          <a:prstGeom prst="rect">
            <a:avLst/>
          </a:prstGeom>
          <a:noFill/>
          <a:ln w="0">
            <a:noFill/>
          </a:ln>
        </p:spPr>
        <p:txBody>
          <a:bodyPr anchor="ctr">
            <a:noAutofit/>
          </a:bodyPr>
          <a:lstStyle>
            <a:defPPr algn="ctr">
              <a:defRPr sz="2025" b="1">
                <a:solidFill>
                  <a:srgbClr val="182D45"/>
                </a:solidFill>
                <a:latin typeface="DejaVu Sans"/>
                <a:ea typeface="DejaVu Sans"/>
                <a:cs typeface="DejaVu Sans"/>
              </a:defRPr>
            </a:defPPr>
            <a:lvl1pPr algn="ctr">
              <a:defRPr sz="2025" b="1">
                <a:solidFill>
                  <a:srgbClr val="182D45"/>
                </a:solidFill>
                <a:latin typeface="DejaVu Sans"/>
                <a:ea typeface="DejaVu Sans"/>
                <a:cs typeface="DejaVu Sans"/>
              </a:defRPr>
            </a:lvl1pPr>
            <a:lvl2pPr algn="ctr">
              <a:defRPr sz="2025" b="1">
                <a:solidFill>
                  <a:srgbClr val="182D45"/>
                </a:solidFill>
                <a:latin typeface="DejaVu Sans"/>
                <a:ea typeface="DejaVu Sans"/>
                <a:cs typeface="DejaVu Sans"/>
              </a:defRPr>
            </a:lvl2pPr>
            <a:lvl3pPr algn="ctr">
              <a:defRPr sz="2025" b="1">
                <a:solidFill>
                  <a:srgbClr val="182D45"/>
                </a:solidFill>
                <a:latin typeface="DejaVu Sans"/>
                <a:ea typeface="DejaVu Sans"/>
                <a:cs typeface="DejaVu Sans"/>
              </a:defRPr>
            </a:lvl3pPr>
            <a:lvl4pPr algn="ctr">
              <a:defRPr sz="2025" b="1">
                <a:solidFill>
                  <a:srgbClr val="182D45"/>
                </a:solidFill>
                <a:latin typeface="DejaVu Sans"/>
                <a:ea typeface="DejaVu Sans"/>
                <a:cs typeface="DejaVu Sans"/>
              </a:defRPr>
            </a:lvl4pPr>
            <a:lvl5pPr algn="ctr">
              <a:defRPr sz="2025" b="1">
                <a:solidFill>
                  <a:srgbClr val="182D45"/>
                </a:solidFill>
                <a:latin typeface="DejaVu Sans"/>
                <a:ea typeface="DejaVu Sans"/>
                <a:cs typeface="DejaVu Sans"/>
              </a:defRPr>
            </a:lvl5pPr>
            <a:lvl6pPr algn="ctr">
              <a:defRPr sz="2025" b="1">
                <a:solidFill>
                  <a:srgbClr val="182D45"/>
                </a:solidFill>
                <a:latin typeface="DejaVu Sans"/>
                <a:ea typeface="DejaVu Sans"/>
                <a:cs typeface="DejaVu Sans"/>
              </a:defRPr>
            </a:lvl6pPr>
            <a:lvl7pPr algn="ctr">
              <a:defRPr sz="2025" b="1">
                <a:solidFill>
                  <a:srgbClr val="182D45"/>
                </a:solidFill>
                <a:latin typeface="DejaVu Sans"/>
                <a:ea typeface="DejaVu Sans"/>
                <a:cs typeface="DejaVu Sans"/>
              </a:defRPr>
            </a:lvl7pPr>
            <a:lvl8pPr algn="ctr">
              <a:defRPr sz="2025" b="1">
                <a:solidFill>
                  <a:srgbClr val="182D45"/>
                </a:solidFill>
                <a:latin typeface="DejaVu Sans"/>
                <a:ea typeface="DejaVu Sans"/>
                <a:cs typeface="DejaVu Sans"/>
              </a:defRPr>
            </a:lvl8pPr>
            <a:lvl9pPr algn="ctr">
              <a:defRPr sz="2025" b="1">
                <a:solidFill>
                  <a:srgbClr val="182D45"/>
                </a:solidFill>
                <a:latin typeface="DejaVu Sans"/>
                <a:ea typeface="DejaVu Sans"/>
                <a:cs typeface="DejaVu Sans"/>
              </a:defRPr>
            </a:lvl9pPr>
          </a:lstStyle>
          <a:p>
            <a:pPr algn="ctr">
              <a:defRPr sz="2025" b="1">
                <a:solidFill>
                  <a:srgbClr val="182D45"/>
                </a:solidFill>
                <a:latin typeface="DejaVu Sans"/>
                <a:ea typeface="DejaVu Sans"/>
                <a:cs typeface="DejaVu Sans"/>
              </a:defRPr>
            </a:pPr>
            <a:r>
              <a:rPr sz="2025" b="1">
                <a:solidFill>
                  <a:srgbClr val="182D45"/>
                </a:solidFill>
                <a:latin typeface="DejaVu Sans"/>
                <a:ea typeface="DejaVu Sans"/>
                <a:cs typeface="DejaVu Sans"/>
              </a:rPr>
              <a:t>Backpropagation</a:t>
            </a:r>
          </a:p>
        </p:txBody>
      </p:sp>
      <p:sp>
        <p:nvSpPr>
          <p:cNvPr id="405" name="s11_shape_393">
            <a:extLst>
              <a:ext uri="{FF2B5EF4-FFF2-40B4-BE49-F238E27FC236}">
                <a16:creationId xmlns:a16="http://schemas.microsoft.com/office/drawing/2014/main" id="{D403BAF1-0D1A-4FA2-84DD-4D1F7DAE1E7F}"/>
              </a:ext>
            </a:extLst>
          </p:cNvPr>
          <p:cNvSpPr>
            <a:spLocks noGrp="1"/>
          </p:cNvSpPr>
          <p:nvPr/>
        </p:nvSpPr>
        <p:spPr>
          <a:xfrm>
            <a:off x="333375"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06" name="s11_text_394" descr="\phi_0(x)">
                <a:extLst>
                  <a:ext uri="{FF2B5EF4-FFF2-40B4-BE49-F238E27FC236}">
                    <a16:creationId xmlns:a16="http://schemas.microsoft.com/office/drawing/2014/main" id="{BC6CCD99-815D-425F-B390-1E20665356B3}"/>
                  </a:ext>
                </a:extLst>
              </p:cNvPr>
              <p:cNvSpPr>
                <a:spLocks noGrp="1"/>
              </p:cNvSpPr>
              <p:nvPr/>
            </p:nvSpPr>
            <p:spPr>
              <a:xfrm>
                <a:off x="352425"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526276"/>
                              </a:solidFill>
                              <a:latin typeface="Cambria Math"/>
                              <a:ea typeface="Cambria Math"/>
                              <a:cs typeface="Cambria Math"/>
                            </a:rPr>
                          </m:ctrlPr>
                        </m:sSubPr>
                        <m:e>
                          <m:r>
                            <a:rPr lang="en-GB" sz="2400">
                              <a:solidFill>
                                <a:srgbClr val="526276"/>
                              </a:solidFill>
                              <a:latin typeface="Cambria Math"/>
                              <a:ea typeface="Cambria Math"/>
                              <a:cs typeface="Cambria Math"/>
                            </a:rPr>
                            <m:t>𝜙</m:t>
                          </m:r>
                        </m:e>
                        <m:sub>
                          <m:r>
                            <a:rPr lang="en-GB" sz="2400">
                              <a:solidFill>
                                <a:srgbClr val="526276"/>
                              </a:solidFill>
                              <a:latin typeface="Cambria Math"/>
                              <a:ea typeface="Cambria Math"/>
                              <a:cs typeface="Cambria Math"/>
                            </a:rPr>
                            <m:t>0</m:t>
                          </m:r>
                        </m:sub>
                      </m:sSub>
                      <m:r>
                        <a:rPr lang="en-GB" sz="2400">
                          <a:solidFill>
                            <a:srgbClr val="526276"/>
                          </a:solidFill>
                          <a:latin typeface="Cambria Math"/>
                          <a:ea typeface="Cambria Math"/>
                          <a:cs typeface="Cambria Math"/>
                        </a:rPr>
                        <m:t>(</m:t>
                      </m:r>
                      <m:r>
                        <a:rPr lang="en-GB" sz="2400">
                          <a:solidFill>
                            <a:srgbClr val="526276"/>
                          </a:solidFill>
                          <a:latin typeface="Cambria Math"/>
                          <a:ea typeface="Cambria Math"/>
                          <a:cs typeface="Cambria Math"/>
                        </a:rPr>
                        <m:t>𝑥</m:t>
                      </m:r>
                      <m:r>
                        <a:rPr lang="en-GB" sz="2400">
                          <a:solidFill>
                            <a:srgbClr val="526276"/>
                          </a:solidFill>
                          <a:latin typeface="Cambria Math"/>
                          <a:ea typeface="Cambria Math"/>
                          <a:cs typeface="Cambria Math"/>
                        </a:rPr>
                        <m:t>)</m:t>
                      </m:r>
                    </m:oMath>
                  </m:oMathPara>
                </a14:m>
                <a:endParaRPr lang="en-GB" sz="2400"/>
              </a:p>
            </p:txBody>
          </p:sp>
        </mc:Choice>
        <mc:Fallback xmlns="">
          <p:sp>
            <p:nvSpPr>
              <p:cNvPr id="406" name="s11_text_394" descr="\phi_0(x)">
                <a:extLst>
                  <a:ext uri="{FF2B5EF4-FFF2-40B4-BE49-F238E27FC236}">
                    <a16:creationId xmlns:a16="http://schemas.microsoft.com/office/drawing/2014/main" id="{BC6CCD99-815D-425F-B390-1E20665356B3}"/>
                  </a:ext>
                </a:extLst>
              </p:cNvPr>
              <p:cNvSpPr>
                <a:spLocks noGrp="1" noRot="1" noChangeAspect="1" noMove="1" noResize="1" noEditPoints="1" noAdjustHandles="1" noChangeArrowheads="1" noChangeShapeType="1" noTextEdit="1"/>
              </p:cNvSpPr>
              <p:nvPr/>
            </p:nvSpPr>
            <p:spPr>
              <a:xfrm>
                <a:off x="352425" y="2343150"/>
                <a:ext cx="1200150" cy="514350"/>
              </a:xfrm>
              <a:prstGeom prst="rect">
                <a:avLst/>
              </a:prstGeom>
              <a:blipFill>
                <a:blip r:embed="rId4"/>
                <a:stretch>
                  <a:fillRect b="-9412"/>
                </a:stretch>
              </a:blipFill>
              <a:ln w="0">
                <a:noFill/>
              </a:ln>
            </p:spPr>
            <p:txBody>
              <a:bodyPr/>
              <a:lstStyle/>
              <a:p>
                <a:r>
                  <a:rPr lang="it-IT">
                    <a:noFill/>
                  </a:rPr>
                  <a:t> </a:t>
                </a:r>
              </a:p>
            </p:txBody>
          </p:sp>
        </mc:Fallback>
      </mc:AlternateContent>
      <p:sp>
        <p:nvSpPr>
          <p:cNvPr id="407" name="s11_line_395">
            <a:extLst>
              <a:ext uri="{FF2B5EF4-FFF2-40B4-BE49-F238E27FC236}">
                <a16:creationId xmlns:a16="http://schemas.microsoft.com/office/drawing/2014/main" id="{B6FA682C-0202-4D8C-96AD-B093129D4B03}"/>
              </a:ext>
            </a:extLst>
          </p:cNvPr>
          <p:cNvSpPr>
            <a:spLocks noGrp="1"/>
          </p:cNvSpPr>
          <p:nvPr/>
        </p:nvSpPr>
        <p:spPr>
          <a:xfrm>
            <a:off x="1619250" y="2600325"/>
            <a:ext cx="323850" cy="476"/>
          </a:xfrm>
          <a:prstGeom prst="line">
            <a:avLst/>
          </a:prstGeom>
          <a:noFill/>
          <a:ln w="13335">
            <a:solidFill>
              <a:srgbClr val="A5AAB0"/>
            </a:solidFill>
            <a:tailEnd type="triangle" w="sm" len="sm"/>
          </a:ln>
        </p:spPr>
        <p:txBody>
          <a:bodyPr/>
          <a:lstStyle/>
          <a:p>
            <a:endParaRPr lang="it-IT"/>
          </a:p>
        </p:txBody>
      </p:sp>
      <p:sp>
        <p:nvSpPr>
          <p:cNvPr id="408" name="s11_shape_396">
            <a:extLst>
              <a:ext uri="{FF2B5EF4-FFF2-40B4-BE49-F238E27FC236}">
                <a16:creationId xmlns:a16="http://schemas.microsoft.com/office/drawing/2014/main" id="{7E119325-FCD2-4AC2-9716-B15F4BB98B72}"/>
              </a:ext>
            </a:extLst>
          </p:cNvPr>
          <p:cNvSpPr>
            <a:spLocks noGrp="1"/>
          </p:cNvSpPr>
          <p:nvPr/>
        </p:nvSpPr>
        <p:spPr>
          <a:xfrm>
            <a:off x="20002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09" name="s11_text_397" descr="\phi_1(x)">
                <a:extLst>
                  <a:ext uri="{FF2B5EF4-FFF2-40B4-BE49-F238E27FC236}">
                    <a16:creationId xmlns:a16="http://schemas.microsoft.com/office/drawing/2014/main" id="{E26D31E3-FA63-42F9-B68D-34F23321EC78}"/>
                  </a:ext>
                </a:extLst>
              </p:cNvPr>
              <p:cNvSpPr>
                <a:spLocks noGrp="1"/>
              </p:cNvSpPr>
              <p:nvPr/>
            </p:nvSpPr>
            <p:spPr>
              <a:xfrm>
                <a:off x="2019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409" name="s11_text_397" descr="\phi_1(x)">
                <a:extLst>
                  <a:ext uri="{FF2B5EF4-FFF2-40B4-BE49-F238E27FC236}">
                    <a16:creationId xmlns:a16="http://schemas.microsoft.com/office/drawing/2014/main" id="{E26D31E3-FA63-42F9-B68D-34F23321EC78}"/>
                  </a:ext>
                </a:extLst>
              </p:cNvPr>
              <p:cNvSpPr>
                <a:spLocks noGrp="1" noRot="1" noChangeAspect="1" noMove="1" noResize="1" noEditPoints="1" noAdjustHandles="1" noChangeArrowheads="1" noChangeShapeType="1" noTextEdit="1"/>
              </p:cNvSpPr>
              <p:nvPr/>
            </p:nvSpPr>
            <p:spPr>
              <a:xfrm>
                <a:off x="2019300" y="2343150"/>
                <a:ext cx="1390650" cy="514350"/>
              </a:xfrm>
              <a:prstGeom prst="rect">
                <a:avLst/>
              </a:prstGeom>
              <a:blipFill>
                <a:blip r:embed="rId31"/>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0" name="s11_text_398" descr="\mathrm{Layer}\ 1">
                <a:extLst>
                  <a:ext uri="{FF2B5EF4-FFF2-40B4-BE49-F238E27FC236}">
                    <a16:creationId xmlns:a16="http://schemas.microsoft.com/office/drawing/2014/main" id="{F91D4A5A-2307-4CE9-85F5-77B45445B3FD}"/>
                  </a:ext>
                </a:extLst>
              </p:cNvPr>
              <p:cNvSpPr>
                <a:spLocks noGrp="1"/>
              </p:cNvSpPr>
              <p:nvPr/>
            </p:nvSpPr>
            <p:spPr>
              <a:xfrm>
                <a:off x="1905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1</m:t>
                      </m:r>
                    </m:oMath>
                  </m:oMathPara>
                </a14:m>
                <a:endParaRPr lang="en-GB" sz="1800"/>
              </a:p>
            </p:txBody>
          </p:sp>
        </mc:Choice>
        <mc:Fallback xmlns="">
          <p:sp>
            <p:nvSpPr>
              <p:cNvPr id="410" name="s11_text_398" descr="\mathrm{Layer}\ 1">
                <a:extLst>
                  <a:ext uri="{FF2B5EF4-FFF2-40B4-BE49-F238E27FC236}">
                    <a16:creationId xmlns:a16="http://schemas.microsoft.com/office/drawing/2014/main" id="{F91D4A5A-2307-4CE9-85F5-77B45445B3FD}"/>
                  </a:ext>
                </a:extLst>
              </p:cNvPr>
              <p:cNvSpPr>
                <a:spLocks noGrp="1" noRot="1" noChangeAspect="1" noMove="1" noResize="1" noEditPoints="1" noAdjustHandles="1" noChangeArrowheads="1" noChangeShapeType="1" noTextEdit="1"/>
              </p:cNvSpPr>
              <p:nvPr/>
            </p:nvSpPr>
            <p:spPr>
              <a:xfrm>
                <a:off x="1905000" y="2000250"/>
                <a:ext cx="1619250" cy="266700"/>
              </a:xfrm>
              <a:prstGeom prst="rect">
                <a:avLst/>
              </a:prstGeom>
              <a:blipFill>
                <a:blip r:embed="rId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1" name="s11_text_399" descr="w_{1}, b_{1}">
                <a:extLst>
                  <a:ext uri="{FF2B5EF4-FFF2-40B4-BE49-F238E27FC236}">
                    <a16:creationId xmlns:a16="http://schemas.microsoft.com/office/drawing/2014/main" id="{BFD833F2-8CC6-4CE4-9AB1-2DC9CAD48188}"/>
                  </a:ext>
                </a:extLst>
              </p:cNvPr>
              <p:cNvSpPr>
                <a:spLocks noGrp="1"/>
              </p:cNvSpPr>
              <p:nvPr/>
            </p:nvSpPr>
            <p:spPr>
              <a:xfrm>
                <a:off x="1905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1</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1</m:t>
                          </m:r>
                        </m:sub>
                      </m:sSub>
                    </m:oMath>
                  </m:oMathPara>
                </a14:m>
                <a:endParaRPr lang="en-GB" sz="2000"/>
              </a:p>
            </p:txBody>
          </p:sp>
        </mc:Choice>
        <mc:Fallback xmlns="">
          <p:sp>
            <p:nvSpPr>
              <p:cNvPr id="411" name="s11_text_399" descr="w_{1}, b_{1}">
                <a:extLst>
                  <a:ext uri="{FF2B5EF4-FFF2-40B4-BE49-F238E27FC236}">
                    <a16:creationId xmlns:a16="http://schemas.microsoft.com/office/drawing/2014/main" id="{BFD833F2-8CC6-4CE4-9AB1-2DC9CAD48188}"/>
                  </a:ext>
                </a:extLst>
              </p:cNvPr>
              <p:cNvSpPr>
                <a:spLocks noGrp="1" noRot="1" noChangeAspect="1" noMove="1" noResize="1" noEditPoints="1" noAdjustHandles="1" noChangeArrowheads="1" noChangeShapeType="1" noTextEdit="1"/>
              </p:cNvSpPr>
              <p:nvPr/>
            </p:nvSpPr>
            <p:spPr>
              <a:xfrm>
                <a:off x="1905000" y="2905125"/>
                <a:ext cx="1619250" cy="295275"/>
              </a:xfrm>
              <a:prstGeom prst="rect">
                <a:avLst/>
              </a:prstGeom>
              <a:blipFill>
                <a:blip r:embed="rId32"/>
                <a:stretch>
                  <a:fillRect b="-18750"/>
                </a:stretch>
              </a:blipFill>
              <a:ln w="0">
                <a:noFill/>
              </a:ln>
            </p:spPr>
            <p:txBody>
              <a:bodyPr/>
              <a:lstStyle/>
              <a:p>
                <a:r>
                  <a:rPr lang="it-IT">
                    <a:noFill/>
                  </a:rPr>
                  <a:t> </a:t>
                </a:r>
              </a:p>
            </p:txBody>
          </p:sp>
        </mc:Fallback>
      </mc:AlternateContent>
      <p:sp>
        <p:nvSpPr>
          <p:cNvPr id="412" name="s11_line_400">
            <a:extLst>
              <a:ext uri="{FF2B5EF4-FFF2-40B4-BE49-F238E27FC236}">
                <a16:creationId xmlns:a16="http://schemas.microsoft.com/office/drawing/2014/main" id="{22B1922C-862E-403C-8FA7-2310C71300AA}"/>
              </a:ext>
            </a:extLst>
          </p:cNvPr>
          <p:cNvSpPr>
            <a:spLocks noGrp="1"/>
          </p:cNvSpPr>
          <p:nvPr/>
        </p:nvSpPr>
        <p:spPr>
          <a:xfrm>
            <a:off x="3476625" y="2600325"/>
            <a:ext cx="371475" cy="476"/>
          </a:xfrm>
          <a:prstGeom prst="line">
            <a:avLst/>
          </a:prstGeom>
          <a:noFill/>
          <a:ln w="13335">
            <a:solidFill>
              <a:srgbClr val="A5AAB0"/>
            </a:solidFill>
            <a:tailEnd type="triangle" w="sm" len="sm"/>
          </a:ln>
        </p:spPr>
        <p:txBody>
          <a:bodyPr/>
          <a:lstStyle/>
          <a:p>
            <a:endParaRPr lang="it-IT"/>
          </a:p>
        </p:txBody>
      </p:sp>
      <p:sp>
        <p:nvSpPr>
          <p:cNvPr id="413" name="s11_shape_401">
            <a:extLst>
              <a:ext uri="{FF2B5EF4-FFF2-40B4-BE49-F238E27FC236}">
                <a16:creationId xmlns:a16="http://schemas.microsoft.com/office/drawing/2014/main" id="{67413B0F-836C-45BC-A08F-DDD46AABF0EC}"/>
              </a:ext>
            </a:extLst>
          </p:cNvPr>
          <p:cNvSpPr>
            <a:spLocks noGrp="1"/>
          </p:cNvSpPr>
          <p:nvPr/>
        </p:nvSpPr>
        <p:spPr>
          <a:xfrm>
            <a:off x="39052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14" name="s11_text_402" descr="\phi_2(x)">
                <a:extLst>
                  <a:ext uri="{FF2B5EF4-FFF2-40B4-BE49-F238E27FC236}">
                    <a16:creationId xmlns:a16="http://schemas.microsoft.com/office/drawing/2014/main" id="{C287E949-36A5-436B-A7DD-ABEEB845C04E}"/>
                  </a:ext>
                </a:extLst>
              </p:cNvPr>
              <p:cNvSpPr>
                <a:spLocks noGrp="1"/>
              </p:cNvSpPr>
              <p:nvPr/>
            </p:nvSpPr>
            <p:spPr>
              <a:xfrm>
                <a:off x="39243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2</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414" name="s11_text_402" descr="\phi_2(x)">
                <a:extLst>
                  <a:ext uri="{FF2B5EF4-FFF2-40B4-BE49-F238E27FC236}">
                    <a16:creationId xmlns:a16="http://schemas.microsoft.com/office/drawing/2014/main" id="{C287E949-36A5-436B-A7DD-ABEEB845C04E}"/>
                  </a:ext>
                </a:extLst>
              </p:cNvPr>
              <p:cNvSpPr>
                <a:spLocks noGrp="1" noRot="1" noChangeAspect="1" noMove="1" noResize="1" noEditPoints="1" noAdjustHandles="1" noChangeArrowheads="1" noChangeShapeType="1" noTextEdit="1"/>
              </p:cNvSpPr>
              <p:nvPr/>
            </p:nvSpPr>
            <p:spPr>
              <a:xfrm>
                <a:off x="3924300" y="2343150"/>
                <a:ext cx="1390650" cy="514350"/>
              </a:xfrm>
              <a:prstGeom prst="rect">
                <a:avLst/>
              </a:prstGeom>
              <a:blipFill>
                <a:blip r:embed="rId29"/>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5" name="s11_text_403" descr="\mathrm{Layer}\ 2">
                <a:extLst>
                  <a:ext uri="{FF2B5EF4-FFF2-40B4-BE49-F238E27FC236}">
                    <a16:creationId xmlns:a16="http://schemas.microsoft.com/office/drawing/2014/main" id="{A08D9A6B-8C53-486C-B3F9-A684A34E0A2B}"/>
                  </a:ext>
                </a:extLst>
              </p:cNvPr>
              <p:cNvSpPr>
                <a:spLocks noGrp="1"/>
              </p:cNvSpPr>
              <p:nvPr/>
            </p:nvSpPr>
            <p:spPr>
              <a:xfrm>
                <a:off x="38100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2</m:t>
                      </m:r>
                    </m:oMath>
                  </m:oMathPara>
                </a14:m>
                <a:endParaRPr lang="en-GB" sz="1800"/>
              </a:p>
            </p:txBody>
          </p:sp>
        </mc:Choice>
        <mc:Fallback xmlns="">
          <p:sp>
            <p:nvSpPr>
              <p:cNvPr id="415" name="s11_text_403" descr="\mathrm{Layer}\ 2">
                <a:extLst>
                  <a:ext uri="{FF2B5EF4-FFF2-40B4-BE49-F238E27FC236}">
                    <a16:creationId xmlns:a16="http://schemas.microsoft.com/office/drawing/2014/main" id="{A08D9A6B-8C53-486C-B3F9-A684A34E0A2B}"/>
                  </a:ext>
                </a:extLst>
              </p:cNvPr>
              <p:cNvSpPr>
                <a:spLocks noGrp="1" noRot="1" noChangeAspect="1" noMove="1" noResize="1" noEditPoints="1" noAdjustHandles="1" noChangeArrowheads="1" noChangeShapeType="1" noTextEdit="1"/>
              </p:cNvSpPr>
              <p:nvPr/>
            </p:nvSpPr>
            <p:spPr>
              <a:xfrm>
                <a:off x="3810000" y="2000250"/>
                <a:ext cx="1619250" cy="266700"/>
              </a:xfrm>
              <a:prstGeom prst="rect">
                <a:avLst/>
              </a:prstGeom>
              <a:blipFill>
                <a:blip r:embed="rId9"/>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16" name="s11_text_404" descr="w_{2}, b_{2}">
                <a:extLst>
                  <a:ext uri="{FF2B5EF4-FFF2-40B4-BE49-F238E27FC236}">
                    <a16:creationId xmlns:a16="http://schemas.microsoft.com/office/drawing/2014/main" id="{3743B3D8-A092-4316-AB03-8B4FB72E0BD3}"/>
                  </a:ext>
                </a:extLst>
              </p:cNvPr>
              <p:cNvSpPr>
                <a:spLocks noGrp="1"/>
              </p:cNvSpPr>
              <p:nvPr/>
            </p:nvSpPr>
            <p:spPr>
              <a:xfrm>
                <a:off x="38100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2</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2</m:t>
                          </m:r>
                        </m:sub>
                      </m:sSub>
                    </m:oMath>
                  </m:oMathPara>
                </a14:m>
                <a:endParaRPr lang="en-GB" sz="2000"/>
              </a:p>
            </p:txBody>
          </p:sp>
        </mc:Choice>
        <mc:Fallback xmlns="">
          <p:sp>
            <p:nvSpPr>
              <p:cNvPr id="416" name="s11_text_404" descr="w_{2}, b_{2}">
                <a:extLst>
                  <a:ext uri="{FF2B5EF4-FFF2-40B4-BE49-F238E27FC236}">
                    <a16:creationId xmlns:a16="http://schemas.microsoft.com/office/drawing/2014/main" id="{3743B3D8-A092-4316-AB03-8B4FB72E0BD3}"/>
                  </a:ext>
                </a:extLst>
              </p:cNvPr>
              <p:cNvSpPr>
                <a:spLocks noGrp="1" noRot="1" noChangeAspect="1" noMove="1" noResize="1" noEditPoints="1" noAdjustHandles="1" noChangeArrowheads="1" noChangeShapeType="1" noTextEdit="1"/>
              </p:cNvSpPr>
              <p:nvPr/>
            </p:nvSpPr>
            <p:spPr>
              <a:xfrm>
                <a:off x="3810000" y="2905125"/>
                <a:ext cx="1619250" cy="295275"/>
              </a:xfrm>
              <a:prstGeom prst="rect">
                <a:avLst/>
              </a:prstGeom>
              <a:blipFill>
                <a:blip r:embed="rId30"/>
                <a:stretch>
                  <a:fillRect b="-18750"/>
                </a:stretch>
              </a:blipFill>
              <a:ln w="0">
                <a:noFill/>
              </a:ln>
            </p:spPr>
            <p:txBody>
              <a:bodyPr/>
              <a:lstStyle/>
              <a:p>
                <a:r>
                  <a:rPr lang="it-IT">
                    <a:noFill/>
                  </a:rPr>
                  <a:t> </a:t>
                </a:r>
              </a:p>
            </p:txBody>
          </p:sp>
        </mc:Fallback>
      </mc:AlternateContent>
      <p:sp>
        <p:nvSpPr>
          <p:cNvPr id="417" name="s11_line_405">
            <a:extLst>
              <a:ext uri="{FF2B5EF4-FFF2-40B4-BE49-F238E27FC236}">
                <a16:creationId xmlns:a16="http://schemas.microsoft.com/office/drawing/2014/main" id="{7CC5A837-6888-4F58-BED2-B0C96C168D9D}"/>
              </a:ext>
            </a:extLst>
          </p:cNvPr>
          <p:cNvSpPr>
            <a:spLocks noGrp="1"/>
          </p:cNvSpPr>
          <p:nvPr/>
        </p:nvSpPr>
        <p:spPr>
          <a:xfrm>
            <a:off x="5381625" y="2600325"/>
            <a:ext cx="371475" cy="476"/>
          </a:xfrm>
          <a:prstGeom prst="line">
            <a:avLst/>
          </a:prstGeom>
          <a:noFill/>
          <a:ln w="13335">
            <a:solidFill>
              <a:srgbClr val="A5AAB0"/>
            </a:solidFill>
            <a:tailEnd type="triangle" w="sm" len="sm"/>
          </a:ln>
        </p:spPr>
        <p:txBody>
          <a:bodyPr/>
          <a:lstStyle/>
          <a:p>
            <a:endParaRPr lang="it-IT"/>
          </a:p>
        </p:txBody>
      </p:sp>
      <mc:AlternateContent xmlns:mc="http://schemas.openxmlformats.org/markup-compatibility/2006" xmlns:a14="http://schemas.microsoft.com/office/drawing/2010/main">
        <mc:Choice Requires="a14">
          <p:sp>
            <p:nvSpPr>
              <p:cNvPr id="418" name="s11_text_406" descr="\cdots">
                <a:extLst>
                  <a:ext uri="{FF2B5EF4-FFF2-40B4-BE49-F238E27FC236}">
                    <a16:creationId xmlns:a16="http://schemas.microsoft.com/office/drawing/2014/main" id="{0F1354C8-CD89-4FD4-BE9A-F8ADA57073A2}"/>
                  </a:ext>
                </a:extLst>
              </p:cNvPr>
              <p:cNvSpPr>
                <a:spLocks noGrp="1"/>
              </p:cNvSpPr>
              <p:nvPr/>
            </p:nvSpPr>
            <p:spPr>
              <a:xfrm>
                <a:off x="5829300" y="2343150"/>
                <a:ext cx="438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2400">
                          <a:solidFill>
                            <a:srgbClr val="526276"/>
                          </a:solidFill>
                          <a:latin typeface="Cambria Math"/>
                          <a:ea typeface="Cambria Math"/>
                          <a:cs typeface="Cambria Math"/>
                        </a:rPr>
                        <m:t>⋯</m:t>
                      </m:r>
                    </m:oMath>
                  </m:oMathPara>
                </a14:m>
                <a:endParaRPr lang="en-GB" sz="2400"/>
              </a:p>
            </p:txBody>
          </p:sp>
        </mc:Choice>
        <mc:Fallback xmlns="">
          <p:sp>
            <p:nvSpPr>
              <p:cNvPr id="418" name="s11_text_406" descr="\cdots">
                <a:extLst>
                  <a:ext uri="{FF2B5EF4-FFF2-40B4-BE49-F238E27FC236}">
                    <a16:creationId xmlns:a16="http://schemas.microsoft.com/office/drawing/2014/main" id="{0F1354C8-CD89-4FD4-BE9A-F8ADA57073A2}"/>
                  </a:ext>
                </a:extLst>
              </p:cNvPr>
              <p:cNvSpPr>
                <a:spLocks noGrp="1" noRot="1" noChangeAspect="1" noMove="1" noResize="1" noEditPoints="1" noAdjustHandles="1" noChangeArrowheads="1" noChangeShapeType="1" noTextEdit="1"/>
              </p:cNvSpPr>
              <p:nvPr/>
            </p:nvSpPr>
            <p:spPr>
              <a:xfrm>
                <a:off x="5829300" y="2343150"/>
                <a:ext cx="438150" cy="514350"/>
              </a:xfrm>
              <a:prstGeom prst="rect">
                <a:avLst/>
              </a:prstGeom>
              <a:blipFill>
                <a:blip r:embed="rId11"/>
                <a:stretch>
                  <a:fillRect/>
                </a:stretch>
              </a:blipFill>
              <a:ln w="0">
                <a:noFill/>
              </a:ln>
            </p:spPr>
            <p:txBody>
              <a:bodyPr/>
              <a:lstStyle/>
              <a:p>
                <a:r>
                  <a:rPr lang="it-IT">
                    <a:noFill/>
                  </a:rPr>
                  <a:t> </a:t>
                </a:r>
              </a:p>
            </p:txBody>
          </p:sp>
        </mc:Fallback>
      </mc:AlternateContent>
      <p:sp>
        <p:nvSpPr>
          <p:cNvPr id="419" name="s11_line_407">
            <a:extLst>
              <a:ext uri="{FF2B5EF4-FFF2-40B4-BE49-F238E27FC236}">
                <a16:creationId xmlns:a16="http://schemas.microsoft.com/office/drawing/2014/main" id="{E5ECFD4F-B376-4301-85CC-AAC8C37E44C0}"/>
              </a:ext>
            </a:extLst>
          </p:cNvPr>
          <p:cNvSpPr>
            <a:spLocks noGrp="1"/>
          </p:cNvSpPr>
          <p:nvPr/>
        </p:nvSpPr>
        <p:spPr>
          <a:xfrm>
            <a:off x="6334125" y="2600325"/>
            <a:ext cx="371475" cy="476"/>
          </a:xfrm>
          <a:prstGeom prst="line">
            <a:avLst/>
          </a:prstGeom>
          <a:noFill/>
          <a:ln w="13335">
            <a:solidFill>
              <a:srgbClr val="A5AAB0"/>
            </a:solidFill>
            <a:tailEnd type="triangle" w="sm" len="sm"/>
          </a:ln>
        </p:spPr>
        <p:txBody>
          <a:bodyPr/>
          <a:lstStyle/>
          <a:p>
            <a:endParaRPr lang="it-IT"/>
          </a:p>
        </p:txBody>
      </p:sp>
      <p:sp>
        <p:nvSpPr>
          <p:cNvPr id="420" name="s11_shape_408">
            <a:extLst>
              <a:ext uri="{FF2B5EF4-FFF2-40B4-BE49-F238E27FC236}">
                <a16:creationId xmlns:a16="http://schemas.microsoft.com/office/drawing/2014/main" id="{7BAF7260-BB9E-4567-A6F6-C5C1000C9870}"/>
              </a:ext>
            </a:extLst>
          </p:cNvPr>
          <p:cNvSpPr>
            <a:spLocks noGrp="1"/>
          </p:cNvSpPr>
          <p:nvPr/>
        </p:nvSpPr>
        <p:spPr>
          <a:xfrm>
            <a:off x="6762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21" name="s11_text_409" descr="\phi_{L-1}(x)">
                <a:extLst>
                  <a:ext uri="{FF2B5EF4-FFF2-40B4-BE49-F238E27FC236}">
                    <a16:creationId xmlns:a16="http://schemas.microsoft.com/office/drawing/2014/main" id="{F64101A4-EF9F-486E-A0FB-E986818C5840}"/>
                  </a:ext>
                </a:extLst>
              </p:cNvPr>
              <p:cNvSpPr>
                <a:spLocks noGrp="1"/>
              </p:cNvSpPr>
              <p:nvPr/>
            </p:nvSpPr>
            <p:spPr>
              <a:xfrm>
                <a:off x="6781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𝜙</m:t>
                          </m:r>
                        </m:e>
                        <m:sub>
                          <m:r>
                            <a:rPr lang="en-GB" sz="2400">
                              <a:solidFill>
                                <a:srgbClr val="087F83"/>
                              </a:solidFill>
                              <a:latin typeface="Cambria Math"/>
                              <a:ea typeface="Cambria Math"/>
                              <a:cs typeface="Cambria Math"/>
                            </a:rPr>
                            <m:t>𝐿</m:t>
                          </m:r>
                          <m:r>
                            <a:rPr lang="en-GB" sz="2400">
                              <a:solidFill>
                                <a:srgbClr val="087F83"/>
                              </a:solidFill>
                              <a:latin typeface="Cambria Math"/>
                              <a:ea typeface="Cambria Math"/>
                              <a:cs typeface="Cambria Math"/>
                            </a:rPr>
                            <m:t>−1</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421" name="s11_text_409" descr="\phi_{L-1}(x)">
                <a:extLst>
                  <a:ext uri="{FF2B5EF4-FFF2-40B4-BE49-F238E27FC236}">
                    <a16:creationId xmlns:a16="http://schemas.microsoft.com/office/drawing/2014/main" id="{F64101A4-EF9F-486E-A0FB-E986818C5840}"/>
                  </a:ext>
                </a:extLst>
              </p:cNvPr>
              <p:cNvSpPr>
                <a:spLocks noGrp="1" noRot="1" noChangeAspect="1" noMove="1" noResize="1" noEditPoints="1" noAdjustHandles="1" noChangeArrowheads="1" noChangeShapeType="1" noTextEdit="1"/>
              </p:cNvSpPr>
              <p:nvPr/>
            </p:nvSpPr>
            <p:spPr>
              <a:xfrm>
                <a:off x="6781800" y="2343150"/>
                <a:ext cx="1390650" cy="514350"/>
              </a:xfrm>
              <a:prstGeom prst="rect">
                <a:avLst/>
              </a:prstGeom>
              <a:blipFill>
                <a:blip r:embed="rId27"/>
                <a:stretch>
                  <a:fillRect l="-877"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2" name="s11_text_410" descr="\mathrm{Layer}\ L-1">
                <a:extLst>
                  <a:ext uri="{FF2B5EF4-FFF2-40B4-BE49-F238E27FC236}">
                    <a16:creationId xmlns:a16="http://schemas.microsoft.com/office/drawing/2014/main" id="{05F6F6CF-D858-4F7B-A7CA-32AB181E6EE3}"/>
                  </a:ext>
                </a:extLst>
              </p:cNvPr>
              <p:cNvSpPr>
                <a:spLocks noGrp="1"/>
              </p:cNvSpPr>
              <p:nvPr/>
            </p:nvSpPr>
            <p:spPr>
              <a:xfrm>
                <a:off x="6667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r>
                        <a:rPr lang="en-GB" sz="1800">
                          <a:solidFill>
                            <a:srgbClr val="526276"/>
                          </a:solidFill>
                          <a:latin typeface="Cambria Math"/>
                          <a:ea typeface="Cambria Math"/>
                          <a:cs typeface="Cambria Math"/>
                        </a:rPr>
                        <m:t>−1</m:t>
                      </m:r>
                    </m:oMath>
                  </m:oMathPara>
                </a14:m>
                <a:endParaRPr lang="en-GB" sz="1800"/>
              </a:p>
            </p:txBody>
          </p:sp>
        </mc:Choice>
        <mc:Fallback xmlns="">
          <p:sp>
            <p:nvSpPr>
              <p:cNvPr id="422" name="s11_text_410" descr="\mathrm{Layer}\ L-1">
                <a:extLst>
                  <a:ext uri="{FF2B5EF4-FFF2-40B4-BE49-F238E27FC236}">
                    <a16:creationId xmlns:a16="http://schemas.microsoft.com/office/drawing/2014/main" id="{05F6F6CF-D858-4F7B-A7CA-32AB181E6EE3}"/>
                  </a:ext>
                </a:extLst>
              </p:cNvPr>
              <p:cNvSpPr>
                <a:spLocks noGrp="1" noRot="1" noChangeAspect="1" noMove="1" noResize="1" noEditPoints="1" noAdjustHandles="1" noChangeArrowheads="1" noChangeShapeType="1" noTextEdit="1"/>
              </p:cNvSpPr>
              <p:nvPr/>
            </p:nvSpPr>
            <p:spPr>
              <a:xfrm>
                <a:off x="6667500" y="2000250"/>
                <a:ext cx="1619250" cy="266700"/>
              </a:xfrm>
              <a:prstGeom prst="rect">
                <a:avLst/>
              </a:prstGeom>
              <a:blipFill>
                <a:blip r:embed="rId13"/>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3" name="s11_text_411" descr="w_{L-1}, b_{L-1}">
                <a:extLst>
                  <a:ext uri="{FF2B5EF4-FFF2-40B4-BE49-F238E27FC236}">
                    <a16:creationId xmlns:a16="http://schemas.microsoft.com/office/drawing/2014/main" id="{5FFA36BF-5B99-4D0B-835D-66107FF4A6FD}"/>
                  </a:ext>
                </a:extLst>
              </p:cNvPr>
              <p:cNvSpPr>
                <a:spLocks noGrp="1"/>
              </p:cNvSpPr>
              <p:nvPr/>
            </p:nvSpPr>
            <p:spPr>
              <a:xfrm>
                <a:off x="6667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r>
                            <a:rPr lang="en-GB" sz="2000">
                              <a:solidFill>
                                <a:srgbClr val="087F83"/>
                              </a:solidFill>
                              <a:latin typeface="Cambria Math"/>
                              <a:ea typeface="Cambria Math"/>
                              <a:cs typeface="Cambria Math"/>
                            </a:rPr>
                            <m:t>−1</m:t>
                          </m:r>
                        </m:sub>
                      </m:sSub>
                    </m:oMath>
                  </m:oMathPara>
                </a14:m>
                <a:endParaRPr lang="en-GB" sz="2000"/>
              </a:p>
            </p:txBody>
          </p:sp>
        </mc:Choice>
        <mc:Fallback xmlns="">
          <p:sp>
            <p:nvSpPr>
              <p:cNvPr id="423" name="s11_text_411" descr="w_{L-1}, b_{L-1}">
                <a:extLst>
                  <a:ext uri="{FF2B5EF4-FFF2-40B4-BE49-F238E27FC236}">
                    <a16:creationId xmlns:a16="http://schemas.microsoft.com/office/drawing/2014/main" id="{5FFA36BF-5B99-4D0B-835D-66107FF4A6FD}"/>
                  </a:ext>
                </a:extLst>
              </p:cNvPr>
              <p:cNvSpPr>
                <a:spLocks noGrp="1" noRot="1" noChangeAspect="1" noMove="1" noResize="1" noEditPoints="1" noAdjustHandles="1" noChangeArrowheads="1" noChangeShapeType="1" noTextEdit="1"/>
              </p:cNvSpPr>
              <p:nvPr/>
            </p:nvSpPr>
            <p:spPr>
              <a:xfrm>
                <a:off x="6667500" y="2905125"/>
                <a:ext cx="1619250" cy="295275"/>
              </a:xfrm>
              <a:prstGeom prst="rect">
                <a:avLst/>
              </a:prstGeom>
              <a:blipFill>
                <a:blip r:embed="rId28"/>
                <a:stretch>
                  <a:fillRect b="-18750"/>
                </a:stretch>
              </a:blipFill>
              <a:ln w="0">
                <a:noFill/>
              </a:ln>
            </p:spPr>
            <p:txBody>
              <a:bodyPr/>
              <a:lstStyle/>
              <a:p>
                <a:r>
                  <a:rPr lang="it-IT">
                    <a:noFill/>
                  </a:rPr>
                  <a:t> </a:t>
                </a:r>
              </a:p>
            </p:txBody>
          </p:sp>
        </mc:Fallback>
      </mc:AlternateContent>
      <p:sp>
        <p:nvSpPr>
          <p:cNvPr id="424" name="s11_line_412">
            <a:extLst>
              <a:ext uri="{FF2B5EF4-FFF2-40B4-BE49-F238E27FC236}">
                <a16:creationId xmlns:a16="http://schemas.microsoft.com/office/drawing/2014/main" id="{DBE08E8E-F9DB-4E30-8006-32A987978A57}"/>
              </a:ext>
            </a:extLst>
          </p:cNvPr>
          <p:cNvSpPr>
            <a:spLocks noGrp="1"/>
          </p:cNvSpPr>
          <p:nvPr/>
        </p:nvSpPr>
        <p:spPr>
          <a:xfrm>
            <a:off x="8239125" y="2600325"/>
            <a:ext cx="371475" cy="476"/>
          </a:xfrm>
          <a:prstGeom prst="line">
            <a:avLst/>
          </a:prstGeom>
          <a:noFill/>
          <a:ln w="13335">
            <a:solidFill>
              <a:srgbClr val="A5AAB0"/>
            </a:solidFill>
            <a:tailEnd type="triangle" w="sm" len="sm"/>
          </a:ln>
        </p:spPr>
        <p:txBody>
          <a:bodyPr/>
          <a:lstStyle/>
          <a:p>
            <a:endParaRPr lang="it-IT"/>
          </a:p>
        </p:txBody>
      </p:sp>
      <p:sp>
        <p:nvSpPr>
          <p:cNvPr id="425" name="s11_shape_413">
            <a:extLst>
              <a:ext uri="{FF2B5EF4-FFF2-40B4-BE49-F238E27FC236}">
                <a16:creationId xmlns:a16="http://schemas.microsoft.com/office/drawing/2014/main" id="{8A417AF8-0CA7-4A6B-B7EB-D4AE141DB76C}"/>
              </a:ext>
            </a:extLst>
          </p:cNvPr>
          <p:cNvSpPr>
            <a:spLocks noGrp="1"/>
          </p:cNvSpPr>
          <p:nvPr/>
        </p:nvSpPr>
        <p:spPr>
          <a:xfrm>
            <a:off x="8667750" y="2324100"/>
            <a:ext cx="1428750" cy="552450"/>
          </a:xfrm>
          <a:prstGeom prst="roundRect">
            <a:avLst>
              <a:gd name="adj" fmla="val 13793"/>
            </a:avLst>
          </a:prstGeom>
          <a:solidFill>
            <a:srgbClr val="FFFFFF"/>
          </a:solidFill>
          <a:ln w="13335">
            <a:solidFill>
              <a:srgbClr val="087F83"/>
            </a:solidFill>
          </a:ln>
        </p:spPr>
        <p:txBody>
          <a:bodyPr/>
          <a:lstStyle/>
          <a:p>
            <a:endParaRPr lang="it-IT"/>
          </a:p>
        </p:txBody>
      </p:sp>
      <mc:AlternateContent xmlns:mc="http://schemas.openxmlformats.org/markup-compatibility/2006" xmlns:a14="http://schemas.microsoft.com/office/drawing/2010/main">
        <mc:Choice Requires="a14">
          <p:sp>
            <p:nvSpPr>
              <p:cNvPr id="426" name="s11_text_414" descr="a_L(x)">
                <a:extLst>
                  <a:ext uri="{FF2B5EF4-FFF2-40B4-BE49-F238E27FC236}">
                    <a16:creationId xmlns:a16="http://schemas.microsoft.com/office/drawing/2014/main" id="{E74FC210-DFF7-4FF2-BBCE-E91227E7B3E7}"/>
                  </a:ext>
                </a:extLst>
              </p:cNvPr>
              <p:cNvSpPr>
                <a:spLocks noGrp="1"/>
              </p:cNvSpPr>
              <p:nvPr/>
            </p:nvSpPr>
            <p:spPr>
              <a:xfrm>
                <a:off x="8686800" y="2343150"/>
                <a:ext cx="13906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400">
                              <a:solidFill>
                                <a:srgbClr val="087F83"/>
                              </a:solidFill>
                              <a:latin typeface="Cambria Math"/>
                              <a:ea typeface="Cambria Math"/>
                              <a:cs typeface="Cambria Math"/>
                            </a:rPr>
                          </m:ctrlPr>
                        </m:sSubPr>
                        <m:e>
                          <m:r>
                            <a:rPr lang="en-GB" sz="2400">
                              <a:solidFill>
                                <a:srgbClr val="087F83"/>
                              </a:solidFill>
                              <a:latin typeface="Cambria Math"/>
                              <a:ea typeface="Cambria Math"/>
                              <a:cs typeface="Cambria Math"/>
                            </a:rPr>
                            <m:t>𝑎</m:t>
                          </m:r>
                        </m:e>
                        <m:sub>
                          <m:r>
                            <a:rPr lang="en-GB" sz="2400">
                              <a:solidFill>
                                <a:srgbClr val="087F83"/>
                              </a:solidFill>
                              <a:latin typeface="Cambria Math"/>
                              <a:ea typeface="Cambria Math"/>
                              <a:cs typeface="Cambria Math"/>
                            </a:rPr>
                            <m:t>𝐿</m:t>
                          </m:r>
                        </m:sub>
                      </m:sSub>
                      <m:r>
                        <a:rPr lang="en-GB" sz="2400">
                          <a:solidFill>
                            <a:srgbClr val="087F83"/>
                          </a:solidFill>
                          <a:latin typeface="Cambria Math"/>
                          <a:ea typeface="Cambria Math"/>
                          <a:cs typeface="Cambria Math"/>
                        </a:rPr>
                        <m:t>(</m:t>
                      </m:r>
                      <m:r>
                        <a:rPr lang="en-GB" sz="2400">
                          <a:solidFill>
                            <a:srgbClr val="087F83"/>
                          </a:solidFill>
                          <a:latin typeface="Cambria Math"/>
                          <a:ea typeface="Cambria Math"/>
                          <a:cs typeface="Cambria Math"/>
                        </a:rPr>
                        <m:t>𝑥</m:t>
                      </m:r>
                      <m:r>
                        <a:rPr lang="en-GB" sz="2400">
                          <a:solidFill>
                            <a:srgbClr val="087F83"/>
                          </a:solidFill>
                          <a:latin typeface="Cambria Math"/>
                          <a:ea typeface="Cambria Math"/>
                          <a:cs typeface="Cambria Math"/>
                        </a:rPr>
                        <m:t>)</m:t>
                      </m:r>
                    </m:oMath>
                  </m:oMathPara>
                </a14:m>
                <a:endParaRPr lang="en-GB" sz="2400"/>
              </a:p>
            </p:txBody>
          </p:sp>
        </mc:Choice>
        <mc:Fallback xmlns="">
          <p:sp>
            <p:nvSpPr>
              <p:cNvPr id="426" name="s11_text_414" descr="a_L(x)">
                <a:extLst>
                  <a:ext uri="{FF2B5EF4-FFF2-40B4-BE49-F238E27FC236}">
                    <a16:creationId xmlns:a16="http://schemas.microsoft.com/office/drawing/2014/main" id="{E74FC210-DFF7-4FF2-BBCE-E91227E7B3E7}"/>
                  </a:ext>
                </a:extLst>
              </p:cNvPr>
              <p:cNvSpPr>
                <a:spLocks noGrp="1" noRot="1" noChangeAspect="1" noMove="1" noResize="1" noEditPoints="1" noAdjustHandles="1" noChangeArrowheads="1" noChangeShapeType="1" noTextEdit="1"/>
              </p:cNvSpPr>
              <p:nvPr/>
            </p:nvSpPr>
            <p:spPr>
              <a:xfrm>
                <a:off x="8686800" y="2343150"/>
                <a:ext cx="1390650" cy="514350"/>
              </a:xfrm>
              <a:prstGeom prst="rect">
                <a:avLst/>
              </a:prstGeom>
              <a:blipFill>
                <a:blip r:embed="rId25"/>
                <a:stretch>
                  <a:fillRect b="-9412"/>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7" name="s11_text_415" descr="\mathrm{Layer}\ L">
                <a:extLst>
                  <a:ext uri="{FF2B5EF4-FFF2-40B4-BE49-F238E27FC236}">
                    <a16:creationId xmlns:a16="http://schemas.microsoft.com/office/drawing/2014/main" id="{733CDF44-2ABA-44F4-8686-55F003FBC662}"/>
                  </a:ext>
                </a:extLst>
              </p:cNvPr>
              <p:cNvSpPr>
                <a:spLocks noGrp="1"/>
              </p:cNvSpPr>
              <p:nvPr/>
            </p:nvSpPr>
            <p:spPr>
              <a:xfrm>
                <a:off x="8572500" y="2000250"/>
                <a:ext cx="1619250" cy="2667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m:rPr>
                          <m:sty m:val="p"/>
                        </m:rPr>
                        <a:rPr lang="en-GB" sz="1800">
                          <a:solidFill>
                            <a:srgbClr val="526276"/>
                          </a:solidFill>
                          <a:latin typeface="Cambria Math"/>
                          <a:ea typeface="Cambria Math"/>
                          <a:cs typeface="Cambria Math"/>
                        </a:rPr>
                        <m:t>Layer</m:t>
                      </m:r>
                      <m:r>
                        <a:rPr lang="en-GB" sz="1800">
                          <a:solidFill>
                            <a:srgbClr val="526276"/>
                          </a:solidFill>
                          <a:latin typeface="Cambria Math"/>
                          <a:ea typeface="Cambria Math"/>
                          <a:cs typeface="Cambria Math"/>
                        </a:rPr>
                        <m:t> </m:t>
                      </m:r>
                      <m:r>
                        <a:rPr lang="en-GB" sz="1800">
                          <a:solidFill>
                            <a:srgbClr val="526276"/>
                          </a:solidFill>
                          <a:latin typeface="Cambria Math"/>
                          <a:ea typeface="Cambria Math"/>
                          <a:cs typeface="Cambria Math"/>
                        </a:rPr>
                        <m:t>𝐿</m:t>
                      </m:r>
                    </m:oMath>
                  </m:oMathPara>
                </a14:m>
                <a:endParaRPr lang="en-GB" sz="1800"/>
              </a:p>
            </p:txBody>
          </p:sp>
        </mc:Choice>
        <mc:Fallback xmlns="">
          <p:sp>
            <p:nvSpPr>
              <p:cNvPr id="427" name="s11_text_415" descr="\mathrm{Layer}\ L">
                <a:extLst>
                  <a:ext uri="{FF2B5EF4-FFF2-40B4-BE49-F238E27FC236}">
                    <a16:creationId xmlns:a16="http://schemas.microsoft.com/office/drawing/2014/main" id="{733CDF44-2ABA-44F4-8686-55F003FBC662}"/>
                  </a:ext>
                </a:extLst>
              </p:cNvPr>
              <p:cNvSpPr>
                <a:spLocks noGrp="1" noRot="1" noChangeAspect="1" noMove="1" noResize="1" noEditPoints="1" noAdjustHandles="1" noChangeArrowheads="1" noChangeShapeType="1" noTextEdit="1"/>
              </p:cNvSpPr>
              <p:nvPr/>
            </p:nvSpPr>
            <p:spPr>
              <a:xfrm>
                <a:off x="8572500" y="2000250"/>
                <a:ext cx="1619250" cy="266700"/>
              </a:xfrm>
              <a:prstGeom prst="rect">
                <a:avLst/>
              </a:prstGeom>
              <a:blipFill>
                <a:blip r:embed="rId16"/>
                <a:stretch>
                  <a:fillRect b="-36364"/>
                </a:stretch>
              </a:blipFill>
              <a:ln w="0">
                <a:no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28" name="s11_text_416" descr="w_{L}, b_{L}">
                <a:extLst>
                  <a:ext uri="{FF2B5EF4-FFF2-40B4-BE49-F238E27FC236}">
                    <a16:creationId xmlns:a16="http://schemas.microsoft.com/office/drawing/2014/main" id="{25C2534C-8A99-4E50-997F-DC5797EBFA8C}"/>
                  </a:ext>
                </a:extLst>
              </p:cNvPr>
              <p:cNvSpPr>
                <a:spLocks noGrp="1"/>
              </p:cNvSpPr>
              <p:nvPr/>
            </p:nvSpPr>
            <p:spPr>
              <a:xfrm>
                <a:off x="8572500" y="2905125"/>
                <a:ext cx="1619250" cy="295275"/>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𝑤</m:t>
                          </m:r>
                        </m:e>
                        <m:sub>
                          <m:r>
                            <a:rPr lang="en-GB" sz="2000">
                              <a:solidFill>
                                <a:srgbClr val="087F83"/>
                              </a:solidFill>
                              <a:latin typeface="Cambria Math"/>
                              <a:ea typeface="Cambria Math"/>
                              <a:cs typeface="Cambria Math"/>
                            </a:rPr>
                            <m:t>𝐿</m:t>
                          </m:r>
                        </m:sub>
                      </m:sSub>
                      <m:r>
                        <a:rPr lang="en-GB" sz="2000">
                          <a:solidFill>
                            <a:srgbClr val="087F83"/>
                          </a:solidFill>
                          <a:latin typeface="Cambria Math"/>
                          <a:ea typeface="Cambria Math"/>
                          <a:cs typeface="Cambria Math"/>
                        </a:rPr>
                        <m:t>,</m:t>
                      </m:r>
                      <m:sSub>
                        <m:sSubPr>
                          <m:ctrlPr>
                            <a:rPr lang="en-GB" sz="2000">
                              <a:solidFill>
                                <a:srgbClr val="087F83"/>
                              </a:solidFill>
                              <a:latin typeface="Cambria Math"/>
                              <a:ea typeface="Cambria Math"/>
                              <a:cs typeface="Cambria Math"/>
                            </a:rPr>
                          </m:ctrlPr>
                        </m:sSubPr>
                        <m:e>
                          <m:r>
                            <a:rPr lang="en-GB" sz="2000">
                              <a:solidFill>
                                <a:srgbClr val="087F83"/>
                              </a:solidFill>
                              <a:latin typeface="Cambria Math"/>
                              <a:ea typeface="Cambria Math"/>
                              <a:cs typeface="Cambria Math"/>
                            </a:rPr>
                            <m:t>𝑏</m:t>
                          </m:r>
                        </m:e>
                        <m:sub>
                          <m:r>
                            <a:rPr lang="en-GB" sz="2000">
                              <a:solidFill>
                                <a:srgbClr val="087F83"/>
                              </a:solidFill>
                              <a:latin typeface="Cambria Math"/>
                              <a:ea typeface="Cambria Math"/>
                              <a:cs typeface="Cambria Math"/>
                            </a:rPr>
                            <m:t>𝐿</m:t>
                          </m:r>
                        </m:sub>
                      </m:sSub>
                    </m:oMath>
                  </m:oMathPara>
                </a14:m>
                <a:endParaRPr lang="en-GB" sz="2000"/>
              </a:p>
            </p:txBody>
          </p:sp>
        </mc:Choice>
        <mc:Fallback xmlns="">
          <p:sp>
            <p:nvSpPr>
              <p:cNvPr id="428" name="s11_text_416" descr="w_{L}, b_{L}">
                <a:extLst>
                  <a:ext uri="{FF2B5EF4-FFF2-40B4-BE49-F238E27FC236}">
                    <a16:creationId xmlns:a16="http://schemas.microsoft.com/office/drawing/2014/main" id="{25C2534C-8A99-4E50-997F-DC5797EBFA8C}"/>
                  </a:ext>
                </a:extLst>
              </p:cNvPr>
              <p:cNvSpPr>
                <a:spLocks noGrp="1" noRot="1" noChangeAspect="1" noMove="1" noResize="1" noEditPoints="1" noAdjustHandles="1" noChangeArrowheads="1" noChangeShapeType="1" noTextEdit="1"/>
              </p:cNvSpPr>
              <p:nvPr/>
            </p:nvSpPr>
            <p:spPr>
              <a:xfrm>
                <a:off x="8572500" y="2905125"/>
                <a:ext cx="1619250" cy="295275"/>
              </a:xfrm>
              <a:prstGeom prst="rect">
                <a:avLst/>
              </a:prstGeom>
              <a:blipFill>
                <a:blip r:embed="rId26"/>
                <a:stretch>
                  <a:fillRect b="-18750"/>
                </a:stretch>
              </a:blipFill>
              <a:ln w="0">
                <a:noFill/>
              </a:ln>
            </p:spPr>
            <p:txBody>
              <a:bodyPr/>
              <a:lstStyle/>
              <a:p>
                <a:r>
                  <a:rPr lang="it-IT">
                    <a:noFill/>
                  </a:rPr>
                  <a:t> </a:t>
                </a:r>
              </a:p>
            </p:txBody>
          </p:sp>
        </mc:Fallback>
      </mc:AlternateContent>
      <p:sp>
        <p:nvSpPr>
          <p:cNvPr id="429" name="s11_line_417">
            <a:extLst>
              <a:ext uri="{FF2B5EF4-FFF2-40B4-BE49-F238E27FC236}">
                <a16:creationId xmlns:a16="http://schemas.microsoft.com/office/drawing/2014/main" id="{FAF3D10B-7E7A-4CE0-BFF5-12AC1023C590}"/>
              </a:ext>
            </a:extLst>
          </p:cNvPr>
          <p:cNvSpPr>
            <a:spLocks noGrp="1"/>
          </p:cNvSpPr>
          <p:nvPr/>
        </p:nvSpPr>
        <p:spPr>
          <a:xfrm>
            <a:off x="10144125" y="2600325"/>
            <a:ext cx="371475" cy="476"/>
          </a:xfrm>
          <a:prstGeom prst="line">
            <a:avLst/>
          </a:prstGeom>
          <a:noFill/>
          <a:ln w="13335">
            <a:solidFill>
              <a:srgbClr val="A5AAB0"/>
            </a:solidFill>
            <a:tailEnd type="triangle" w="sm" len="sm"/>
          </a:ln>
        </p:spPr>
        <p:txBody>
          <a:bodyPr/>
          <a:lstStyle/>
          <a:p>
            <a:endParaRPr lang="it-IT"/>
          </a:p>
        </p:txBody>
      </p:sp>
      <p:sp>
        <p:nvSpPr>
          <p:cNvPr id="430" name="s11_shape_418">
            <a:extLst>
              <a:ext uri="{FF2B5EF4-FFF2-40B4-BE49-F238E27FC236}">
                <a16:creationId xmlns:a16="http://schemas.microsoft.com/office/drawing/2014/main" id="{0BBD134B-0203-428B-BA0A-8C1DBC27686A}"/>
              </a:ext>
            </a:extLst>
          </p:cNvPr>
          <p:cNvSpPr>
            <a:spLocks noGrp="1"/>
          </p:cNvSpPr>
          <p:nvPr/>
        </p:nvSpPr>
        <p:spPr>
          <a:xfrm>
            <a:off x="10572750" y="2324100"/>
            <a:ext cx="1238250" cy="552450"/>
          </a:xfrm>
          <a:prstGeom prst="roundRect">
            <a:avLst>
              <a:gd name="adj" fmla="val 13793"/>
            </a:avLst>
          </a:prstGeom>
          <a:solidFill>
            <a:srgbClr val="FFFFFF"/>
          </a:solidFill>
          <a:ln w="13335">
            <a:solidFill>
              <a:srgbClr val="A5AAB0"/>
            </a:solidFill>
          </a:ln>
        </p:spPr>
        <p:txBody>
          <a:bodyPr/>
          <a:lstStyle/>
          <a:p>
            <a:endParaRPr lang="it-IT"/>
          </a:p>
        </p:txBody>
      </p:sp>
      <mc:AlternateContent xmlns:mc="http://schemas.openxmlformats.org/markup-compatibility/2006" xmlns:a14="http://schemas.microsoft.com/office/drawing/2010/main">
        <mc:Choice Requires="a14">
          <p:sp>
            <p:nvSpPr>
              <p:cNvPr id="431" name="s11_text_419" descr="\mathcal{L}_{\mathrm{sq}}(\boldsymbol{\theta})">
                <a:extLst>
                  <a:ext uri="{FF2B5EF4-FFF2-40B4-BE49-F238E27FC236}">
                    <a16:creationId xmlns:a16="http://schemas.microsoft.com/office/drawing/2014/main" id="{1D9C0196-00F3-4475-8CED-9AF1552FCC5C}"/>
                  </a:ext>
                </a:extLst>
              </p:cNvPr>
              <p:cNvSpPr>
                <a:spLocks noGrp="1"/>
              </p:cNvSpPr>
              <p:nvPr/>
            </p:nvSpPr>
            <p:spPr>
              <a:xfrm>
                <a:off x="10591800" y="2343150"/>
                <a:ext cx="1200150" cy="51435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sSub>
                        <m:sSubPr>
                          <m:ctrlPr>
                            <a:rPr lang="en-GB" sz="2200">
                              <a:solidFill>
                                <a:srgbClr val="526276"/>
                              </a:solidFill>
                              <a:latin typeface="Cambria Math"/>
                              <a:ea typeface="Cambria Math"/>
                              <a:cs typeface="Cambria Math"/>
                            </a:rPr>
                          </m:ctrlPr>
                        </m:sSubPr>
                        <m:e>
                          <m:r>
                            <a:rPr lang="en-GB" sz="2200">
                              <a:solidFill>
                                <a:srgbClr val="526276"/>
                              </a:solidFill>
                              <a:latin typeface="Cambria Math"/>
                              <a:ea typeface="Cambria Math"/>
                              <a:cs typeface="Cambria Math"/>
                            </a:rPr>
                            <m:t>ℒ</m:t>
                          </m:r>
                        </m:e>
                        <m:sub>
                          <m:r>
                            <m:rPr>
                              <m:sty m:val="p"/>
                            </m:rPr>
                            <a:rPr lang="en-GB" sz="2200">
                              <a:solidFill>
                                <a:srgbClr val="526276"/>
                              </a:solidFill>
                              <a:latin typeface="Cambria Math"/>
                              <a:ea typeface="Cambria Math"/>
                              <a:cs typeface="Cambria Math"/>
                            </a:rPr>
                            <m:t>sq</m:t>
                          </m:r>
                        </m:sub>
                      </m:sSub>
                      <m:r>
                        <a:rPr lang="en-GB" sz="2200">
                          <a:solidFill>
                            <a:srgbClr val="526276"/>
                          </a:solidFill>
                          <a:latin typeface="Cambria Math"/>
                          <a:ea typeface="Cambria Math"/>
                          <a:cs typeface="Cambria Math"/>
                        </a:rPr>
                        <m:t>(</m:t>
                      </m:r>
                      <m:r>
                        <a:rPr lang="en-GB" sz="2200">
                          <a:solidFill>
                            <a:srgbClr val="526276"/>
                          </a:solidFill>
                          <a:latin typeface="Cambria Math"/>
                          <a:ea typeface="Cambria Math"/>
                          <a:cs typeface="Cambria Math"/>
                        </a:rPr>
                        <m:t>𝛉</m:t>
                      </m:r>
                      <m:r>
                        <a:rPr lang="en-GB" sz="2200">
                          <a:solidFill>
                            <a:srgbClr val="526276"/>
                          </a:solidFill>
                          <a:latin typeface="Cambria Math"/>
                          <a:ea typeface="Cambria Math"/>
                          <a:cs typeface="Cambria Math"/>
                        </a:rPr>
                        <m:t>)</m:t>
                      </m:r>
                    </m:oMath>
                  </m:oMathPara>
                </a14:m>
                <a:endParaRPr lang="en-GB" sz="2200"/>
              </a:p>
            </p:txBody>
          </p:sp>
        </mc:Choice>
        <mc:Fallback xmlns="">
          <p:sp>
            <p:nvSpPr>
              <p:cNvPr id="431" name="s11_text_419" descr="\mathcal{L}_{\mathrm{sq}}(\boldsymbol{\theta})">
                <a:extLst>
                  <a:ext uri="{FF2B5EF4-FFF2-40B4-BE49-F238E27FC236}">
                    <a16:creationId xmlns:a16="http://schemas.microsoft.com/office/drawing/2014/main" id="{1D9C0196-00F3-4475-8CED-9AF1552FCC5C}"/>
                  </a:ext>
                </a:extLst>
              </p:cNvPr>
              <p:cNvSpPr>
                <a:spLocks noGrp="1" noRot="1" noChangeAspect="1" noMove="1" noResize="1" noEditPoints="1" noAdjustHandles="1" noChangeArrowheads="1" noChangeShapeType="1" noTextEdit="1"/>
              </p:cNvSpPr>
              <p:nvPr/>
            </p:nvSpPr>
            <p:spPr>
              <a:xfrm>
                <a:off x="10591800" y="2343150"/>
                <a:ext cx="1200150" cy="514350"/>
              </a:xfrm>
              <a:prstGeom prst="rect">
                <a:avLst/>
              </a:prstGeom>
              <a:blipFill>
                <a:blip r:embed="rId18"/>
                <a:stretch>
                  <a:fillRect b="-3529"/>
                </a:stretch>
              </a:blipFill>
              <a:ln w="0">
                <a:noFill/>
              </a:ln>
            </p:spPr>
            <p:txBody>
              <a:bodyPr/>
              <a:lstStyle/>
              <a:p>
                <a:r>
                  <a:rPr lang="it-IT">
                    <a:noFill/>
                  </a:rPr>
                  <a:t> </a:t>
                </a:r>
              </a:p>
            </p:txBody>
          </p:sp>
        </mc:Fallback>
      </mc:AlternateContent>
      <p:sp>
        <p:nvSpPr>
          <p:cNvPr id="432" name="s11_line_420">
            <a:extLst>
              <a:ext uri="{FF2B5EF4-FFF2-40B4-BE49-F238E27FC236}">
                <a16:creationId xmlns:a16="http://schemas.microsoft.com/office/drawing/2014/main" id="{2D145274-70C2-49DB-AF74-3E22DB4DA5FD}"/>
              </a:ext>
            </a:extLst>
          </p:cNvPr>
          <p:cNvSpPr>
            <a:spLocks noGrp="1"/>
          </p:cNvSpPr>
          <p:nvPr/>
        </p:nvSpPr>
        <p:spPr>
          <a:xfrm>
            <a:off x="9382125" y="3400425"/>
            <a:ext cx="1809750" cy="476"/>
          </a:xfrm>
          <a:prstGeom prst="line">
            <a:avLst/>
          </a:prstGeom>
          <a:noFill/>
          <a:ln w="22860">
            <a:solidFill>
              <a:srgbClr val="087F83"/>
            </a:solidFill>
            <a:headEnd type="triangle" w="sm" len="sm"/>
          </a:ln>
        </p:spPr>
        <p:txBody>
          <a:bodyPr/>
          <a:lstStyle/>
          <a:p>
            <a:endParaRPr lang="it-IT"/>
          </a:p>
        </p:txBody>
      </p:sp>
      <p:sp>
        <p:nvSpPr>
          <p:cNvPr id="433" name="s11_text_421">
            <a:extLst>
              <a:ext uri="{FF2B5EF4-FFF2-40B4-BE49-F238E27FC236}">
                <a16:creationId xmlns:a16="http://schemas.microsoft.com/office/drawing/2014/main" id="{0581379F-AF28-4A6A-A624-F932BD45F228}"/>
              </a:ext>
            </a:extLst>
          </p:cNvPr>
          <p:cNvSpPr>
            <a:spLocks noGrp="1"/>
          </p:cNvSpPr>
          <p:nvPr/>
        </p:nvSpPr>
        <p:spPr>
          <a:xfrm>
            <a:off x="8572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434" name="s11_line_422">
            <a:extLst>
              <a:ext uri="{FF2B5EF4-FFF2-40B4-BE49-F238E27FC236}">
                <a16:creationId xmlns:a16="http://schemas.microsoft.com/office/drawing/2014/main" id="{4838BBF6-C15E-4DB0-8AEA-5AD226633205}"/>
              </a:ext>
            </a:extLst>
          </p:cNvPr>
          <p:cNvSpPr>
            <a:spLocks noGrp="1"/>
          </p:cNvSpPr>
          <p:nvPr/>
        </p:nvSpPr>
        <p:spPr>
          <a:xfrm>
            <a:off x="7477125" y="3400425"/>
            <a:ext cx="1905000" cy="476"/>
          </a:xfrm>
          <a:prstGeom prst="line">
            <a:avLst/>
          </a:prstGeom>
          <a:noFill/>
          <a:ln w="22860">
            <a:solidFill>
              <a:srgbClr val="087F83"/>
            </a:solidFill>
            <a:headEnd type="triangle" w="sm" len="sm"/>
          </a:ln>
        </p:spPr>
        <p:txBody>
          <a:bodyPr/>
          <a:lstStyle/>
          <a:p>
            <a:endParaRPr lang="it-IT"/>
          </a:p>
        </p:txBody>
      </p:sp>
      <p:sp>
        <p:nvSpPr>
          <p:cNvPr id="435" name="s11_text_423">
            <a:extLst>
              <a:ext uri="{FF2B5EF4-FFF2-40B4-BE49-F238E27FC236}">
                <a16:creationId xmlns:a16="http://schemas.microsoft.com/office/drawing/2014/main" id="{F2D98DE1-5878-4AF2-954C-90C7C1D15B94}"/>
              </a:ext>
            </a:extLst>
          </p:cNvPr>
          <p:cNvSpPr>
            <a:spLocks noGrp="1"/>
          </p:cNvSpPr>
          <p:nvPr/>
        </p:nvSpPr>
        <p:spPr>
          <a:xfrm>
            <a:off x="66675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436" name="s11_line_424">
            <a:extLst>
              <a:ext uri="{FF2B5EF4-FFF2-40B4-BE49-F238E27FC236}">
                <a16:creationId xmlns:a16="http://schemas.microsoft.com/office/drawing/2014/main" id="{3E4CC0C4-264C-4568-B49D-FAA9F9B717C7}"/>
              </a:ext>
            </a:extLst>
          </p:cNvPr>
          <p:cNvSpPr>
            <a:spLocks noGrp="1"/>
          </p:cNvSpPr>
          <p:nvPr/>
        </p:nvSpPr>
        <p:spPr>
          <a:xfrm>
            <a:off x="4619625" y="3400425"/>
            <a:ext cx="2857500" cy="476"/>
          </a:xfrm>
          <a:prstGeom prst="line">
            <a:avLst/>
          </a:prstGeom>
          <a:noFill/>
          <a:ln w="22860">
            <a:solidFill>
              <a:srgbClr val="087F83"/>
            </a:solidFill>
            <a:headEnd type="triangle" w="sm" len="sm"/>
          </a:ln>
        </p:spPr>
        <p:txBody>
          <a:bodyPr/>
          <a:lstStyle/>
          <a:p>
            <a:endParaRPr lang="it-IT"/>
          </a:p>
        </p:txBody>
      </p:sp>
      <p:sp>
        <p:nvSpPr>
          <p:cNvPr id="437" name="s11_text_425">
            <a:extLst>
              <a:ext uri="{FF2B5EF4-FFF2-40B4-BE49-F238E27FC236}">
                <a16:creationId xmlns:a16="http://schemas.microsoft.com/office/drawing/2014/main" id="{929D35FA-BEE5-48E5-80AF-DAB615823091}"/>
              </a:ext>
            </a:extLst>
          </p:cNvPr>
          <p:cNvSpPr>
            <a:spLocks noGrp="1"/>
          </p:cNvSpPr>
          <p:nvPr/>
        </p:nvSpPr>
        <p:spPr>
          <a:xfrm>
            <a:off x="38100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438" name="s11_line_426">
            <a:extLst>
              <a:ext uri="{FF2B5EF4-FFF2-40B4-BE49-F238E27FC236}">
                <a16:creationId xmlns:a16="http://schemas.microsoft.com/office/drawing/2014/main" id="{B9E34356-24DD-44F7-8FC9-99A9BF96D460}"/>
              </a:ext>
            </a:extLst>
          </p:cNvPr>
          <p:cNvSpPr>
            <a:spLocks noGrp="1"/>
          </p:cNvSpPr>
          <p:nvPr/>
        </p:nvSpPr>
        <p:spPr>
          <a:xfrm>
            <a:off x="2714625" y="3400425"/>
            <a:ext cx="1905000" cy="476"/>
          </a:xfrm>
          <a:prstGeom prst="line">
            <a:avLst/>
          </a:prstGeom>
          <a:noFill/>
          <a:ln w="22860">
            <a:solidFill>
              <a:srgbClr val="087F83"/>
            </a:solidFill>
            <a:headEnd type="triangle" w="sm" len="sm"/>
          </a:ln>
        </p:spPr>
        <p:txBody>
          <a:bodyPr/>
          <a:lstStyle/>
          <a:p>
            <a:endParaRPr lang="it-IT"/>
          </a:p>
        </p:txBody>
      </p:sp>
      <p:sp>
        <p:nvSpPr>
          <p:cNvPr id="439" name="s11_text_427">
            <a:extLst>
              <a:ext uri="{FF2B5EF4-FFF2-40B4-BE49-F238E27FC236}">
                <a16:creationId xmlns:a16="http://schemas.microsoft.com/office/drawing/2014/main" id="{64920C4D-2222-4001-9D77-D44BDBF86C03}"/>
              </a:ext>
            </a:extLst>
          </p:cNvPr>
          <p:cNvSpPr>
            <a:spLocks noGrp="1"/>
          </p:cNvSpPr>
          <p:nvPr/>
        </p:nvSpPr>
        <p:spPr>
          <a:xfrm>
            <a:off x="1905000" y="3552825"/>
            <a:ext cx="1619250" cy="285750"/>
          </a:xfrm>
          <a:prstGeom prst="rect">
            <a:avLst/>
          </a:prstGeom>
          <a:noFill/>
          <a:ln w="0">
            <a:noFill/>
          </a:ln>
        </p:spPr>
        <p:txBody>
          <a:bodyPr anchor="ctr">
            <a:noAutofit/>
          </a:bodyPr>
          <a:lstStyle>
            <a:defPPr algn="ctr">
              <a:defRPr sz="1500" b="0">
                <a:solidFill>
                  <a:srgbClr val="087F83"/>
                </a:solidFill>
                <a:latin typeface="DejaVu Sans"/>
                <a:ea typeface="DejaVu Sans"/>
                <a:cs typeface="DejaVu Sans"/>
              </a:defRPr>
            </a:defPPr>
            <a:lvl1pPr algn="ctr">
              <a:defRPr sz="1500" b="0">
                <a:solidFill>
                  <a:srgbClr val="087F83"/>
                </a:solidFill>
                <a:latin typeface="DejaVu Sans"/>
                <a:ea typeface="DejaVu Sans"/>
                <a:cs typeface="DejaVu Sans"/>
              </a:defRPr>
            </a:lvl1pPr>
            <a:lvl2pPr algn="ctr">
              <a:defRPr sz="1500" b="0">
                <a:solidFill>
                  <a:srgbClr val="087F83"/>
                </a:solidFill>
                <a:latin typeface="DejaVu Sans"/>
                <a:ea typeface="DejaVu Sans"/>
                <a:cs typeface="DejaVu Sans"/>
              </a:defRPr>
            </a:lvl2pPr>
            <a:lvl3pPr algn="ctr">
              <a:defRPr sz="1500" b="0">
                <a:solidFill>
                  <a:srgbClr val="087F83"/>
                </a:solidFill>
                <a:latin typeface="DejaVu Sans"/>
                <a:ea typeface="DejaVu Sans"/>
                <a:cs typeface="DejaVu Sans"/>
              </a:defRPr>
            </a:lvl3pPr>
            <a:lvl4pPr algn="ctr">
              <a:defRPr sz="1500" b="0">
                <a:solidFill>
                  <a:srgbClr val="087F83"/>
                </a:solidFill>
                <a:latin typeface="DejaVu Sans"/>
                <a:ea typeface="DejaVu Sans"/>
                <a:cs typeface="DejaVu Sans"/>
              </a:defRPr>
            </a:lvl4pPr>
            <a:lvl5pPr algn="ctr">
              <a:defRPr sz="1500" b="0">
                <a:solidFill>
                  <a:srgbClr val="087F83"/>
                </a:solidFill>
                <a:latin typeface="DejaVu Sans"/>
                <a:ea typeface="DejaVu Sans"/>
                <a:cs typeface="DejaVu Sans"/>
              </a:defRPr>
            </a:lvl5pPr>
            <a:lvl6pPr algn="ctr">
              <a:defRPr sz="1500" b="0">
                <a:solidFill>
                  <a:srgbClr val="087F83"/>
                </a:solidFill>
                <a:latin typeface="DejaVu Sans"/>
                <a:ea typeface="DejaVu Sans"/>
                <a:cs typeface="DejaVu Sans"/>
              </a:defRPr>
            </a:lvl6pPr>
            <a:lvl7pPr algn="ctr">
              <a:defRPr sz="1500" b="0">
                <a:solidFill>
                  <a:srgbClr val="087F83"/>
                </a:solidFill>
                <a:latin typeface="DejaVu Sans"/>
                <a:ea typeface="DejaVu Sans"/>
                <a:cs typeface="DejaVu Sans"/>
              </a:defRPr>
            </a:lvl7pPr>
            <a:lvl8pPr algn="ctr">
              <a:defRPr sz="1500" b="0">
                <a:solidFill>
                  <a:srgbClr val="087F83"/>
                </a:solidFill>
                <a:latin typeface="DejaVu Sans"/>
                <a:ea typeface="DejaVu Sans"/>
                <a:cs typeface="DejaVu Sans"/>
              </a:defRPr>
            </a:lvl8pPr>
            <a:lvl9pPr algn="ctr">
              <a:defRPr sz="1500" b="0">
                <a:solidFill>
                  <a:srgbClr val="087F83"/>
                </a:solidFill>
                <a:latin typeface="DejaVu Sans"/>
                <a:ea typeface="DejaVu Sans"/>
                <a:cs typeface="DejaVu Sans"/>
              </a:defRPr>
            </a:lvl9pPr>
          </a:lstStyle>
          <a:p>
            <a:pPr algn="ctr">
              <a:defRPr sz="1500" b="0">
                <a:solidFill>
                  <a:srgbClr val="087F83"/>
                </a:solidFill>
                <a:latin typeface="DejaVu Sans"/>
                <a:ea typeface="DejaVu Sans"/>
                <a:cs typeface="DejaVu Sans"/>
              </a:defRPr>
            </a:pPr>
            <a:r>
              <a:rPr sz="1500" b="0">
                <a:solidFill>
                  <a:srgbClr val="087F83"/>
                </a:solidFill>
                <a:latin typeface="DejaVu Sans"/>
                <a:ea typeface="DejaVu Sans"/>
                <a:cs typeface="DejaVu Sans"/>
              </a:rPr>
              <a:t>2 derivatives</a:t>
            </a:r>
          </a:p>
        </p:txBody>
      </p:sp>
      <p:sp>
        <p:nvSpPr>
          <p:cNvPr id="440" name="s11_text_428">
            <a:extLst>
              <a:ext uri="{FF2B5EF4-FFF2-40B4-BE49-F238E27FC236}">
                <a16:creationId xmlns:a16="http://schemas.microsoft.com/office/drawing/2014/main" id="{0F55339E-25D9-4953-AEB9-B547523EECFE}"/>
              </a:ext>
            </a:extLst>
          </p:cNvPr>
          <p:cNvSpPr>
            <a:spLocks noGrp="1"/>
          </p:cNvSpPr>
          <p:nvPr/>
        </p:nvSpPr>
        <p:spPr>
          <a:xfrm>
            <a:off x="762000" y="4219575"/>
            <a:ext cx="10668000" cy="400050"/>
          </a:xfrm>
          <a:prstGeom prst="rect">
            <a:avLst/>
          </a:prstGeom>
          <a:noFill/>
          <a:ln w="0">
            <a:noFill/>
          </a:ln>
        </p:spPr>
        <p:txBody>
          <a:bodyPr anchor="ctr">
            <a:noAutofit/>
          </a:bodyPr>
          <a:lstStyle>
            <a:defPPr algn="ctr">
              <a:defRPr sz="2175" b="1">
                <a:solidFill>
                  <a:srgbClr val="182D45"/>
                </a:solidFill>
                <a:latin typeface="DejaVu Sans"/>
                <a:ea typeface="DejaVu Sans"/>
                <a:cs typeface="DejaVu Sans"/>
              </a:defRPr>
            </a:defPPr>
            <a:lvl1pPr algn="ctr">
              <a:defRPr sz="2175" b="1">
                <a:solidFill>
                  <a:srgbClr val="182D45"/>
                </a:solidFill>
                <a:latin typeface="DejaVu Sans"/>
                <a:ea typeface="DejaVu Sans"/>
                <a:cs typeface="DejaVu Sans"/>
              </a:defRPr>
            </a:lvl1pPr>
            <a:lvl2pPr algn="ctr">
              <a:defRPr sz="2175" b="1">
                <a:solidFill>
                  <a:srgbClr val="182D45"/>
                </a:solidFill>
                <a:latin typeface="DejaVu Sans"/>
                <a:ea typeface="DejaVu Sans"/>
                <a:cs typeface="DejaVu Sans"/>
              </a:defRPr>
            </a:lvl2pPr>
            <a:lvl3pPr algn="ctr">
              <a:defRPr sz="2175" b="1">
                <a:solidFill>
                  <a:srgbClr val="182D45"/>
                </a:solidFill>
                <a:latin typeface="DejaVu Sans"/>
                <a:ea typeface="DejaVu Sans"/>
                <a:cs typeface="DejaVu Sans"/>
              </a:defRPr>
            </a:lvl3pPr>
            <a:lvl4pPr algn="ctr">
              <a:defRPr sz="2175" b="1">
                <a:solidFill>
                  <a:srgbClr val="182D45"/>
                </a:solidFill>
                <a:latin typeface="DejaVu Sans"/>
                <a:ea typeface="DejaVu Sans"/>
                <a:cs typeface="DejaVu Sans"/>
              </a:defRPr>
            </a:lvl4pPr>
            <a:lvl5pPr algn="ctr">
              <a:defRPr sz="2175" b="1">
                <a:solidFill>
                  <a:srgbClr val="182D45"/>
                </a:solidFill>
                <a:latin typeface="DejaVu Sans"/>
                <a:ea typeface="DejaVu Sans"/>
                <a:cs typeface="DejaVu Sans"/>
              </a:defRPr>
            </a:lvl5pPr>
            <a:lvl6pPr algn="ctr">
              <a:defRPr sz="2175" b="1">
                <a:solidFill>
                  <a:srgbClr val="182D45"/>
                </a:solidFill>
                <a:latin typeface="DejaVu Sans"/>
                <a:ea typeface="DejaVu Sans"/>
                <a:cs typeface="DejaVu Sans"/>
              </a:defRPr>
            </a:lvl6pPr>
            <a:lvl7pPr algn="ctr">
              <a:defRPr sz="2175" b="1">
                <a:solidFill>
                  <a:srgbClr val="182D45"/>
                </a:solidFill>
                <a:latin typeface="DejaVu Sans"/>
                <a:ea typeface="DejaVu Sans"/>
                <a:cs typeface="DejaVu Sans"/>
              </a:defRPr>
            </a:lvl7pPr>
            <a:lvl8pPr algn="ctr">
              <a:defRPr sz="2175" b="1">
                <a:solidFill>
                  <a:srgbClr val="182D45"/>
                </a:solidFill>
                <a:latin typeface="DejaVu Sans"/>
                <a:ea typeface="DejaVu Sans"/>
                <a:cs typeface="DejaVu Sans"/>
              </a:defRPr>
            </a:lvl8pPr>
            <a:lvl9pPr algn="ctr">
              <a:defRPr sz="2175" b="1">
                <a:solidFill>
                  <a:srgbClr val="182D45"/>
                </a:solidFill>
                <a:latin typeface="DejaVu Sans"/>
                <a:ea typeface="DejaVu Sans"/>
                <a:cs typeface="DejaVu Sans"/>
              </a:defRPr>
            </a:lvl9pPr>
          </a:lstStyle>
          <a:p>
            <a:pPr algn="ctr">
              <a:defRPr sz="2175" b="1">
                <a:solidFill>
                  <a:srgbClr val="182D45"/>
                </a:solidFill>
                <a:latin typeface="DejaVu Sans"/>
                <a:ea typeface="DejaVu Sans"/>
                <a:cs typeface="DejaVu Sans"/>
              </a:defRPr>
            </a:pPr>
            <a:r>
              <a:rPr sz="2175" b="1">
                <a:solidFill>
                  <a:srgbClr val="182D45"/>
                </a:solidFill>
                <a:latin typeface="DejaVu Sans"/>
                <a:ea typeface="DejaVu Sans"/>
                <a:cs typeface="DejaVu Sans"/>
              </a:rPr>
              <a:t>Compute each intermediate derivative once.</a:t>
            </a:r>
          </a:p>
        </p:txBody>
      </p:sp>
      <p:sp>
        <p:nvSpPr>
          <p:cNvPr id="441" name="s11_text_429">
            <a:extLst>
              <a:ext uri="{FF2B5EF4-FFF2-40B4-BE49-F238E27FC236}">
                <a16:creationId xmlns:a16="http://schemas.microsoft.com/office/drawing/2014/main" id="{9B73AEA1-1B8D-4F99-BFD8-340B1F899A78}"/>
              </a:ext>
            </a:extLst>
          </p:cNvPr>
          <p:cNvSpPr>
            <a:spLocks noGrp="1"/>
          </p:cNvSpPr>
          <p:nvPr/>
        </p:nvSpPr>
        <p:spPr>
          <a:xfrm>
            <a:off x="428625" y="4676775"/>
            <a:ext cx="11334750" cy="361950"/>
          </a:xfrm>
          <a:prstGeom prst="rect">
            <a:avLst/>
          </a:prstGeom>
          <a:noFill/>
          <a:ln w="0">
            <a:noFill/>
          </a:ln>
        </p:spPr>
        <p:txBody>
          <a:bodyPr anchor="ctr">
            <a:noAutofit/>
          </a:bodyPr>
          <a:lstStyle>
            <a:defPPr algn="ctr">
              <a:defRPr sz="1800" b="0">
                <a:solidFill>
                  <a:srgbClr val="526276"/>
                </a:solidFill>
                <a:latin typeface="DejaVu Sans"/>
                <a:ea typeface="DejaVu Sans"/>
                <a:cs typeface="DejaVu Sans"/>
              </a:defRPr>
            </a:defPPr>
            <a:lvl1pPr algn="ctr">
              <a:defRPr sz="1800" b="0">
                <a:solidFill>
                  <a:srgbClr val="526276"/>
                </a:solidFill>
                <a:latin typeface="DejaVu Sans"/>
                <a:ea typeface="DejaVu Sans"/>
                <a:cs typeface="DejaVu Sans"/>
              </a:defRPr>
            </a:lvl1pPr>
            <a:lvl2pPr algn="ctr">
              <a:defRPr sz="1800" b="0">
                <a:solidFill>
                  <a:srgbClr val="526276"/>
                </a:solidFill>
                <a:latin typeface="DejaVu Sans"/>
                <a:ea typeface="DejaVu Sans"/>
                <a:cs typeface="DejaVu Sans"/>
              </a:defRPr>
            </a:lvl2pPr>
            <a:lvl3pPr algn="ctr">
              <a:defRPr sz="1800" b="0">
                <a:solidFill>
                  <a:srgbClr val="526276"/>
                </a:solidFill>
                <a:latin typeface="DejaVu Sans"/>
                <a:ea typeface="DejaVu Sans"/>
                <a:cs typeface="DejaVu Sans"/>
              </a:defRPr>
            </a:lvl3pPr>
            <a:lvl4pPr algn="ctr">
              <a:defRPr sz="1800" b="0">
                <a:solidFill>
                  <a:srgbClr val="526276"/>
                </a:solidFill>
                <a:latin typeface="DejaVu Sans"/>
                <a:ea typeface="DejaVu Sans"/>
                <a:cs typeface="DejaVu Sans"/>
              </a:defRPr>
            </a:lvl4pPr>
            <a:lvl5pPr algn="ctr">
              <a:defRPr sz="1800" b="0">
                <a:solidFill>
                  <a:srgbClr val="526276"/>
                </a:solidFill>
                <a:latin typeface="DejaVu Sans"/>
                <a:ea typeface="DejaVu Sans"/>
                <a:cs typeface="DejaVu Sans"/>
              </a:defRPr>
            </a:lvl5pPr>
            <a:lvl6pPr algn="ctr">
              <a:defRPr sz="1800" b="0">
                <a:solidFill>
                  <a:srgbClr val="526276"/>
                </a:solidFill>
                <a:latin typeface="DejaVu Sans"/>
                <a:ea typeface="DejaVu Sans"/>
                <a:cs typeface="DejaVu Sans"/>
              </a:defRPr>
            </a:lvl6pPr>
            <a:lvl7pPr algn="ctr">
              <a:defRPr sz="1800" b="0">
                <a:solidFill>
                  <a:srgbClr val="526276"/>
                </a:solidFill>
                <a:latin typeface="DejaVu Sans"/>
                <a:ea typeface="DejaVu Sans"/>
                <a:cs typeface="DejaVu Sans"/>
              </a:defRPr>
            </a:lvl7pPr>
            <a:lvl8pPr algn="ctr">
              <a:defRPr sz="1800" b="0">
                <a:solidFill>
                  <a:srgbClr val="526276"/>
                </a:solidFill>
                <a:latin typeface="DejaVu Sans"/>
                <a:ea typeface="DejaVu Sans"/>
                <a:cs typeface="DejaVu Sans"/>
              </a:defRPr>
            </a:lvl8pPr>
            <a:lvl9pPr algn="ctr">
              <a:defRPr sz="1800" b="0">
                <a:solidFill>
                  <a:srgbClr val="526276"/>
                </a:solidFill>
                <a:latin typeface="DejaVu Sans"/>
                <a:ea typeface="DejaVu Sans"/>
                <a:cs typeface="DejaVu Sans"/>
              </a:defRPr>
            </a:lvl9pPr>
          </a:lstStyle>
          <a:p>
            <a:pPr algn="ctr">
              <a:defRPr sz="1800" b="0">
                <a:solidFill>
                  <a:srgbClr val="526276"/>
                </a:solidFill>
                <a:latin typeface="DejaVu Sans"/>
                <a:ea typeface="DejaVu Sans"/>
                <a:cs typeface="DejaVu Sans"/>
              </a:defRPr>
            </a:pPr>
            <a:r>
              <a:rPr sz="1800" b="0">
                <a:solidFill>
                  <a:srgbClr val="526276"/>
                </a:solidFill>
                <a:latin typeface="DejaVu Sans"/>
                <a:ea typeface="DejaVu Sans"/>
                <a:cs typeface="DejaVu Sans"/>
              </a:rPr>
              <a:t>Reuse it for both parameter derivatives, then continue backward.</a:t>
            </a:r>
          </a:p>
        </p:txBody>
      </p:sp>
      <p:sp>
        <p:nvSpPr>
          <p:cNvPr id="442" name="s11_text_430">
            <a:extLst>
              <a:ext uri="{FF2B5EF4-FFF2-40B4-BE49-F238E27FC236}">
                <a16:creationId xmlns:a16="http://schemas.microsoft.com/office/drawing/2014/main" id="{F3F69369-CC70-42B4-AE73-D3F38CF53F40}"/>
              </a:ext>
            </a:extLst>
          </p:cNvPr>
          <p:cNvSpPr>
            <a:spLocks noGrp="1"/>
          </p:cNvSpPr>
          <p:nvPr/>
        </p:nvSpPr>
        <p:spPr>
          <a:xfrm>
            <a:off x="571500" y="5314950"/>
            <a:ext cx="11049000" cy="400050"/>
          </a:xfrm>
          <a:prstGeom prst="rect">
            <a:avLst/>
          </a:prstGeom>
          <a:noFill/>
          <a:ln w="0">
            <a:noFill/>
          </a:ln>
        </p:spPr>
        <p:txBody>
          <a:bodyPr anchor="ctr">
            <a:noAutofit/>
          </a:bodyPr>
          <a:lstStyle>
            <a:defPPr algn="ctr">
              <a:defRPr sz="2175" b="0">
                <a:solidFill>
                  <a:srgbClr val="087F83"/>
                </a:solidFill>
                <a:latin typeface="DejaVu Sans"/>
                <a:ea typeface="DejaVu Sans"/>
                <a:cs typeface="DejaVu Sans"/>
              </a:defRPr>
            </a:defPPr>
            <a:lvl1pPr algn="ctr">
              <a:defRPr sz="2175" b="0">
                <a:solidFill>
                  <a:srgbClr val="087F83"/>
                </a:solidFill>
                <a:latin typeface="DejaVu Sans"/>
                <a:ea typeface="DejaVu Sans"/>
                <a:cs typeface="DejaVu Sans"/>
              </a:defRPr>
            </a:lvl1pPr>
            <a:lvl2pPr algn="ctr">
              <a:defRPr sz="2175" b="0">
                <a:solidFill>
                  <a:srgbClr val="087F83"/>
                </a:solidFill>
                <a:latin typeface="DejaVu Sans"/>
                <a:ea typeface="DejaVu Sans"/>
                <a:cs typeface="DejaVu Sans"/>
              </a:defRPr>
            </a:lvl2pPr>
            <a:lvl3pPr algn="ctr">
              <a:defRPr sz="2175" b="0">
                <a:solidFill>
                  <a:srgbClr val="087F83"/>
                </a:solidFill>
                <a:latin typeface="DejaVu Sans"/>
                <a:ea typeface="DejaVu Sans"/>
                <a:cs typeface="DejaVu Sans"/>
              </a:defRPr>
            </a:lvl3pPr>
            <a:lvl4pPr algn="ctr">
              <a:defRPr sz="2175" b="0">
                <a:solidFill>
                  <a:srgbClr val="087F83"/>
                </a:solidFill>
                <a:latin typeface="DejaVu Sans"/>
                <a:ea typeface="DejaVu Sans"/>
                <a:cs typeface="DejaVu Sans"/>
              </a:defRPr>
            </a:lvl4pPr>
            <a:lvl5pPr algn="ctr">
              <a:defRPr sz="2175" b="0">
                <a:solidFill>
                  <a:srgbClr val="087F83"/>
                </a:solidFill>
                <a:latin typeface="DejaVu Sans"/>
                <a:ea typeface="DejaVu Sans"/>
                <a:cs typeface="DejaVu Sans"/>
              </a:defRPr>
            </a:lvl5pPr>
            <a:lvl6pPr algn="ctr">
              <a:defRPr sz="2175" b="0">
                <a:solidFill>
                  <a:srgbClr val="087F83"/>
                </a:solidFill>
                <a:latin typeface="DejaVu Sans"/>
                <a:ea typeface="DejaVu Sans"/>
                <a:cs typeface="DejaVu Sans"/>
              </a:defRPr>
            </a:lvl6pPr>
            <a:lvl7pPr algn="ctr">
              <a:defRPr sz="2175" b="0">
                <a:solidFill>
                  <a:srgbClr val="087F83"/>
                </a:solidFill>
                <a:latin typeface="DejaVu Sans"/>
                <a:ea typeface="DejaVu Sans"/>
                <a:cs typeface="DejaVu Sans"/>
              </a:defRPr>
            </a:lvl7pPr>
            <a:lvl8pPr algn="ctr">
              <a:defRPr sz="2175" b="0">
                <a:solidFill>
                  <a:srgbClr val="087F83"/>
                </a:solidFill>
                <a:latin typeface="DejaVu Sans"/>
                <a:ea typeface="DejaVu Sans"/>
                <a:cs typeface="DejaVu Sans"/>
              </a:defRPr>
            </a:lvl8pPr>
            <a:lvl9pPr algn="ctr">
              <a:defRPr sz="2175" b="0">
                <a:solidFill>
                  <a:srgbClr val="087F83"/>
                </a:solidFill>
                <a:latin typeface="DejaVu Sans"/>
                <a:ea typeface="DejaVu Sans"/>
                <a:cs typeface="DejaVu Sans"/>
              </a:defRPr>
            </a:lvl9pPr>
          </a:lstStyle>
          <a:p>
            <a:pPr algn="ctr">
              <a:defRPr sz="2175" b="0">
                <a:solidFill>
                  <a:srgbClr val="087F83"/>
                </a:solidFill>
                <a:latin typeface="DejaVu Sans"/>
                <a:ea typeface="DejaVu Sans"/>
                <a:cs typeface="DejaVu Sans"/>
              </a:defRPr>
            </a:pPr>
            <a:r>
              <a:rPr sz="2175" b="0">
                <a:solidFill>
                  <a:srgbClr val="087F83"/>
                </a:solidFill>
                <a:latin typeface="DejaVu Sans"/>
                <a:ea typeface="DejaVu Sans"/>
                <a:cs typeface="DejaVu Sans"/>
              </a:rPr>
              <a:t>One forward pass + one backward pass</a:t>
            </a:r>
          </a:p>
        </p:txBody>
      </p:sp>
      <mc:AlternateContent xmlns:mc="http://schemas.openxmlformats.org/markup-compatibility/2006" xmlns:a14="http://schemas.microsoft.com/office/drawing/2010/main">
        <mc:Choice Requires="a14">
          <p:sp>
            <p:nvSpPr>
              <p:cNvPr id="443" name="s11_text_431" descr="O(P)">
                <a:extLst>
                  <a:ext uri="{FF2B5EF4-FFF2-40B4-BE49-F238E27FC236}">
                    <a16:creationId xmlns:a16="http://schemas.microsoft.com/office/drawing/2014/main" id="{B17E0ED0-457D-44A0-B78E-50E9F7C4021B}"/>
                  </a:ext>
                </a:extLst>
              </p:cNvPr>
              <p:cNvSpPr>
                <a:spLocks noGrp="1"/>
              </p:cNvSpPr>
              <p:nvPr/>
            </p:nvSpPr>
            <p:spPr>
              <a:xfrm>
                <a:off x="3714750" y="5753100"/>
                <a:ext cx="4762500" cy="495300"/>
              </a:xfrm>
              <a:prstGeom prst="rect">
                <a:avLst/>
              </a:prstGeom>
              <a:noFill/>
              <a:ln w="0">
                <a:noFill/>
              </a:ln>
            </p:spPr>
            <p:txBody>
              <a:bodyPr vertOverflow="overflow" horzOverflow="overflow" wrap="none" lIns="0" tIns="0" rIns="0" bIns="0" anchor="ctr">
                <a:noAutofit/>
              </a:bodyPr>
              <a:lstStyle/>
              <a:p>
                <a:pPr algn="ctr"/>
                <a14:m>
                  <m:oMathPara xmlns:m="http://schemas.openxmlformats.org/officeDocument/2006/math">
                    <m:oMath>
                      <m:r>
                        <a:rPr lang="en-GB" sz="3100">
                          <a:solidFill>
                            <a:srgbClr val="087F83"/>
                          </a:solidFill>
                          <a:latin typeface="Cambria Math"/>
                          <a:ea typeface="Cambria Math"/>
                          <a:cs typeface="Cambria Math"/>
                        </a:rPr>
                        <m:t>𝑂</m:t>
                      </m:r>
                      <m:r>
                        <a:rPr lang="en-GB" sz="3100">
                          <a:solidFill>
                            <a:srgbClr val="087F83"/>
                          </a:solidFill>
                          <a:latin typeface="Cambria Math"/>
                          <a:ea typeface="Cambria Math"/>
                          <a:cs typeface="Cambria Math"/>
                        </a:rPr>
                        <m:t>(</m:t>
                      </m:r>
                      <m:r>
                        <a:rPr lang="en-GB" sz="3100">
                          <a:solidFill>
                            <a:srgbClr val="087F83"/>
                          </a:solidFill>
                          <a:latin typeface="Cambria Math"/>
                          <a:ea typeface="Cambria Math"/>
                          <a:cs typeface="Cambria Math"/>
                        </a:rPr>
                        <m:t>𝑃</m:t>
                      </m:r>
                      <m:r>
                        <a:rPr lang="en-GB" sz="3100">
                          <a:solidFill>
                            <a:srgbClr val="087F83"/>
                          </a:solidFill>
                          <a:latin typeface="Cambria Math"/>
                          <a:ea typeface="Cambria Math"/>
                          <a:cs typeface="Cambria Math"/>
                        </a:rPr>
                        <m:t>)</m:t>
                      </m:r>
                    </m:oMath>
                  </m:oMathPara>
                </a14:m>
                <a:endParaRPr lang="en-GB" sz="3100"/>
              </a:p>
            </p:txBody>
          </p:sp>
        </mc:Choice>
        <mc:Fallback xmlns="">
          <p:sp>
            <p:nvSpPr>
              <p:cNvPr id="443" name="s11_text_431" descr="O(P)">
                <a:extLst>
                  <a:ext uri="{FF2B5EF4-FFF2-40B4-BE49-F238E27FC236}">
                    <a16:creationId xmlns:a16="http://schemas.microsoft.com/office/drawing/2014/main" id="{B17E0ED0-457D-44A0-B78E-50E9F7C4021B}"/>
                  </a:ext>
                </a:extLst>
              </p:cNvPr>
              <p:cNvSpPr>
                <a:spLocks noGrp="1" noRot="1" noChangeAspect="1" noMove="1" noResize="1" noEditPoints="1" noAdjustHandles="1" noChangeArrowheads="1" noChangeShapeType="1" noTextEdit="1"/>
              </p:cNvSpPr>
              <p:nvPr/>
            </p:nvSpPr>
            <p:spPr>
              <a:xfrm>
                <a:off x="3714750" y="5753100"/>
                <a:ext cx="4762500" cy="495300"/>
              </a:xfrm>
              <a:prstGeom prst="rect">
                <a:avLst/>
              </a:prstGeom>
              <a:blipFill>
                <a:blip r:embed="rId33"/>
                <a:stretch>
                  <a:fillRect/>
                </a:stretch>
              </a:blipFill>
              <a:ln w="0">
                <a:noFill/>
              </a:ln>
            </p:spPr>
            <p:txBody>
              <a:bodyPr/>
              <a:lstStyle/>
              <a:p>
                <a:r>
                  <a:rPr lang="it-IT">
                    <a:noFill/>
                  </a:rPr>
                  <a:t> </a:t>
                </a:r>
              </a:p>
            </p:txBody>
          </p:sp>
        </mc:Fallback>
      </mc:AlternateContent>
    </p:spTree>
    <p:extLst>
      <p:ext uri="{BB962C8B-B14F-4D97-AF65-F5344CB8AC3E}">
        <p14:creationId xmlns:p14="http://schemas.microsoft.com/office/powerpoint/2010/main" val="184299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8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9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9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0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0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03"/>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0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06"/>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07"/>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0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0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4"/>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6"/>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7"/>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9"/>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2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21"/>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2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23"/>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24"/>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2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26"/>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2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28"/>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29"/>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30"/>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31"/>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3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33"/>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34"/>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135"/>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36"/>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37"/>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38"/>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39"/>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140"/>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41"/>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42"/>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143"/>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144"/>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14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46"/>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147"/>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48"/>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49"/>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50"/>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51"/>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52"/>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53"/>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54"/>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55"/>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56"/>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157"/>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0"/>
                                          </p:stCondLst>
                                        </p:cTn>
                                        <p:tgtEl>
                                          <p:spTgt spid="158"/>
                                        </p:tgtEl>
                                        <p:attrNameLst>
                                          <p:attrName>style.visibility</p:attrName>
                                        </p:attrNameLst>
                                      </p:cBhvr>
                                      <p:to>
                                        <p:strVal val="visible"/>
                                      </p:to>
                                    </p:set>
                                  </p:childTnLst>
                                </p:cTn>
                              </p:par>
                              <p:par>
                                <p:cTn id="243" presetID="1" presetClass="entr" presetSubtype="0" fill="hold" grpId="0" nodeType="withEffect">
                                  <p:stCondLst>
                                    <p:cond delay="0"/>
                                  </p:stCondLst>
                                  <p:childTnLst>
                                    <p:set>
                                      <p:cBhvr>
                                        <p:cTn id="244" dur="1" fill="hold">
                                          <p:stCondLst>
                                            <p:cond delay="0"/>
                                          </p:stCondLst>
                                        </p:cTn>
                                        <p:tgtEl>
                                          <p:spTgt spid="159"/>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60"/>
                                        </p:tgtEl>
                                        <p:attrNameLst>
                                          <p:attrName>style.visibility</p:attrName>
                                        </p:attrNameLst>
                                      </p:cBhvr>
                                      <p:to>
                                        <p:strVal val="visible"/>
                                      </p:to>
                                    </p:set>
                                  </p:childTnLst>
                                </p:cTn>
                              </p:par>
                              <p:par>
                                <p:cTn id="247" presetID="1" presetClass="entr" presetSubtype="0" fill="hold" grpId="0" nodeType="withEffect">
                                  <p:stCondLst>
                                    <p:cond delay="0"/>
                                  </p:stCondLst>
                                  <p:childTnLst>
                                    <p:set>
                                      <p:cBhvr>
                                        <p:cTn id="248" dur="1" fill="hold">
                                          <p:stCondLst>
                                            <p:cond delay="0"/>
                                          </p:stCondLst>
                                        </p:cTn>
                                        <p:tgtEl>
                                          <p:spTgt spid="161"/>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62"/>
                                        </p:tgtEl>
                                        <p:attrNameLst>
                                          <p:attrName>style.visibility</p:attrName>
                                        </p:attrNameLst>
                                      </p:cBhvr>
                                      <p:to>
                                        <p:strVal val="visible"/>
                                      </p:to>
                                    </p:set>
                                  </p:childTnLst>
                                </p:cTn>
                              </p:par>
                              <p:par>
                                <p:cTn id="251" presetID="1" presetClass="entr" presetSubtype="0" fill="hold" grpId="0" nodeType="withEffect">
                                  <p:stCondLst>
                                    <p:cond delay="0"/>
                                  </p:stCondLst>
                                  <p:childTnLst>
                                    <p:set>
                                      <p:cBhvr>
                                        <p:cTn id="252" dur="1" fill="hold">
                                          <p:stCondLst>
                                            <p:cond delay="0"/>
                                          </p:stCondLst>
                                        </p:cTn>
                                        <p:tgtEl>
                                          <p:spTgt spid="163"/>
                                        </p:tgtEl>
                                        <p:attrNameLst>
                                          <p:attrName>style.visibility</p:attrName>
                                        </p:attrNameLst>
                                      </p:cBhvr>
                                      <p:to>
                                        <p:strVal val="visible"/>
                                      </p:to>
                                    </p:set>
                                  </p:childTnLst>
                                </p:cTn>
                              </p:par>
                              <p:par>
                                <p:cTn id="253" presetID="1" presetClass="entr" presetSubtype="0" fill="hold" grpId="0" nodeType="withEffect">
                                  <p:stCondLst>
                                    <p:cond delay="0"/>
                                  </p:stCondLst>
                                  <p:childTnLst>
                                    <p:set>
                                      <p:cBhvr>
                                        <p:cTn id="254" dur="1" fill="hold">
                                          <p:stCondLst>
                                            <p:cond delay="0"/>
                                          </p:stCondLst>
                                        </p:cTn>
                                        <p:tgtEl>
                                          <p:spTgt spid="164"/>
                                        </p:tgtEl>
                                        <p:attrNameLst>
                                          <p:attrName>style.visibility</p:attrName>
                                        </p:attrNameLst>
                                      </p:cBhvr>
                                      <p:to>
                                        <p:strVal val="visible"/>
                                      </p:to>
                                    </p:set>
                                  </p:childTnLst>
                                </p:cTn>
                              </p:par>
                              <p:par>
                                <p:cTn id="255" presetID="1" presetClass="entr" presetSubtype="0" fill="hold" grpId="0" nodeType="withEffect">
                                  <p:stCondLst>
                                    <p:cond delay="0"/>
                                  </p:stCondLst>
                                  <p:childTnLst>
                                    <p:set>
                                      <p:cBhvr>
                                        <p:cTn id="256" dur="1" fill="hold">
                                          <p:stCondLst>
                                            <p:cond delay="0"/>
                                          </p:stCondLst>
                                        </p:cTn>
                                        <p:tgtEl>
                                          <p:spTgt spid="165"/>
                                        </p:tgtEl>
                                        <p:attrNameLst>
                                          <p:attrName>style.visibility</p:attrName>
                                        </p:attrNameLst>
                                      </p:cBhvr>
                                      <p:to>
                                        <p:strVal val="visible"/>
                                      </p:to>
                                    </p:set>
                                  </p:childTnLst>
                                </p:cTn>
                              </p:par>
                              <p:par>
                                <p:cTn id="257" presetID="1" presetClass="entr" presetSubtype="0" fill="hold" grpId="0" nodeType="withEffect">
                                  <p:stCondLst>
                                    <p:cond delay="0"/>
                                  </p:stCondLst>
                                  <p:childTnLst>
                                    <p:set>
                                      <p:cBhvr>
                                        <p:cTn id="258" dur="1" fill="hold">
                                          <p:stCondLst>
                                            <p:cond delay="0"/>
                                          </p:stCondLst>
                                        </p:cTn>
                                        <p:tgtEl>
                                          <p:spTgt spid="166"/>
                                        </p:tgtEl>
                                        <p:attrNameLst>
                                          <p:attrName>style.visibility</p:attrName>
                                        </p:attrNameLst>
                                      </p:cBhvr>
                                      <p:to>
                                        <p:strVal val="visible"/>
                                      </p:to>
                                    </p:set>
                                  </p:childTnLst>
                                </p:cTn>
                              </p:par>
                              <p:par>
                                <p:cTn id="259" presetID="1" presetClass="entr" presetSubtype="0" fill="hold" grpId="0" nodeType="withEffect">
                                  <p:stCondLst>
                                    <p:cond delay="0"/>
                                  </p:stCondLst>
                                  <p:childTnLst>
                                    <p:set>
                                      <p:cBhvr>
                                        <p:cTn id="260" dur="1" fill="hold">
                                          <p:stCondLst>
                                            <p:cond delay="0"/>
                                          </p:stCondLst>
                                        </p:cTn>
                                        <p:tgtEl>
                                          <p:spTgt spid="167"/>
                                        </p:tgtEl>
                                        <p:attrNameLst>
                                          <p:attrName>style.visibility</p:attrName>
                                        </p:attrNameLst>
                                      </p:cBhvr>
                                      <p:to>
                                        <p:strVal val="visible"/>
                                      </p:to>
                                    </p:set>
                                  </p:childTnLst>
                                </p:cTn>
                              </p:par>
                              <p:par>
                                <p:cTn id="261" presetID="1" presetClass="entr" presetSubtype="0" fill="hold" grpId="0" nodeType="withEffect">
                                  <p:stCondLst>
                                    <p:cond delay="0"/>
                                  </p:stCondLst>
                                  <p:childTnLst>
                                    <p:set>
                                      <p:cBhvr>
                                        <p:cTn id="262" dur="1" fill="hold">
                                          <p:stCondLst>
                                            <p:cond delay="0"/>
                                          </p:stCondLst>
                                        </p:cTn>
                                        <p:tgtEl>
                                          <p:spTgt spid="168"/>
                                        </p:tgtEl>
                                        <p:attrNameLst>
                                          <p:attrName>style.visibility</p:attrName>
                                        </p:attrNameLst>
                                      </p:cBhvr>
                                      <p:to>
                                        <p:strVal val="visible"/>
                                      </p:to>
                                    </p:set>
                                  </p:childTnLst>
                                </p:cTn>
                              </p:par>
                              <p:par>
                                <p:cTn id="263" presetID="1" presetClass="entr" presetSubtype="0" fill="hold" grpId="0" nodeType="withEffect">
                                  <p:stCondLst>
                                    <p:cond delay="0"/>
                                  </p:stCondLst>
                                  <p:childTnLst>
                                    <p:set>
                                      <p:cBhvr>
                                        <p:cTn id="264" dur="1" fill="hold">
                                          <p:stCondLst>
                                            <p:cond delay="0"/>
                                          </p:stCondLst>
                                        </p:cTn>
                                        <p:tgtEl>
                                          <p:spTgt spid="169"/>
                                        </p:tgtEl>
                                        <p:attrNameLst>
                                          <p:attrName>style.visibility</p:attrName>
                                        </p:attrNameLst>
                                      </p:cBhvr>
                                      <p:to>
                                        <p:strVal val="visible"/>
                                      </p:to>
                                    </p:set>
                                  </p:childTnLst>
                                </p:cTn>
                              </p:par>
                              <p:par>
                                <p:cTn id="265" presetID="1" presetClass="entr" presetSubtype="0" fill="hold" grpId="0" nodeType="withEffect">
                                  <p:stCondLst>
                                    <p:cond delay="0"/>
                                  </p:stCondLst>
                                  <p:childTnLst>
                                    <p:set>
                                      <p:cBhvr>
                                        <p:cTn id="266" dur="1" fill="hold">
                                          <p:stCondLst>
                                            <p:cond delay="0"/>
                                          </p:stCondLst>
                                        </p:cTn>
                                        <p:tgtEl>
                                          <p:spTgt spid="170"/>
                                        </p:tgtEl>
                                        <p:attrNameLst>
                                          <p:attrName>style.visibility</p:attrName>
                                        </p:attrNameLst>
                                      </p:cBhvr>
                                      <p:to>
                                        <p:strVal val="visible"/>
                                      </p:to>
                                    </p:set>
                                  </p:childTnLst>
                                </p:cTn>
                              </p:par>
                              <p:par>
                                <p:cTn id="267" presetID="1" presetClass="entr" presetSubtype="0" fill="hold" grpId="0" nodeType="withEffect">
                                  <p:stCondLst>
                                    <p:cond delay="0"/>
                                  </p:stCondLst>
                                  <p:childTnLst>
                                    <p:set>
                                      <p:cBhvr>
                                        <p:cTn id="268" dur="1" fill="hold">
                                          <p:stCondLst>
                                            <p:cond delay="0"/>
                                          </p:stCondLst>
                                        </p:cTn>
                                        <p:tgtEl>
                                          <p:spTgt spid="171"/>
                                        </p:tgtEl>
                                        <p:attrNameLst>
                                          <p:attrName>style.visibility</p:attrName>
                                        </p:attrNameLst>
                                      </p:cBhvr>
                                      <p:to>
                                        <p:strVal val="visible"/>
                                      </p:to>
                                    </p:set>
                                  </p:childTnLst>
                                </p:cTn>
                              </p:par>
                              <p:par>
                                <p:cTn id="269" presetID="1" presetClass="entr" presetSubtype="0" fill="hold" grpId="0" nodeType="withEffect">
                                  <p:stCondLst>
                                    <p:cond delay="0"/>
                                  </p:stCondLst>
                                  <p:childTnLst>
                                    <p:set>
                                      <p:cBhvr>
                                        <p:cTn id="270" dur="1" fill="hold">
                                          <p:stCondLst>
                                            <p:cond delay="0"/>
                                          </p:stCondLst>
                                        </p:cTn>
                                        <p:tgtEl>
                                          <p:spTgt spid="172"/>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173"/>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174"/>
                                        </p:tgtEl>
                                        <p:attrNameLst>
                                          <p:attrName>style.visibility</p:attrName>
                                        </p:attrNameLst>
                                      </p:cBhvr>
                                      <p:to>
                                        <p:strVal val="visible"/>
                                      </p:to>
                                    </p:set>
                                  </p:childTnLst>
                                </p:cTn>
                              </p:par>
                              <p:par>
                                <p:cTn id="275" presetID="1" presetClass="entr" presetSubtype="0" fill="hold" grpId="0" nodeType="withEffect">
                                  <p:stCondLst>
                                    <p:cond delay="0"/>
                                  </p:stCondLst>
                                  <p:childTnLst>
                                    <p:set>
                                      <p:cBhvr>
                                        <p:cTn id="276" dur="1" fill="hold">
                                          <p:stCondLst>
                                            <p:cond delay="0"/>
                                          </p:stCondLst>
                                        </p:cTn>
                                        <p:tgtEl>
                                          <p:spTgt spid="175"/>
                                        </p:tgtEl>
                                        <p:attrNameLst>
                                          <p:attrName>style.visibility</p:attrName>
                                        </p:attrNameLst>
                                      </p:cBhvr>
                                      <p:to>
                                        <p:strVal val="visible"/>
                                      </p:to>
                                    </p:set>
                                  </p:childTnLst>
                                </p:cTn>
                              </p:par>
                              <p:par>
                                <p:cTn id="277" presetID="1" presetClass="entr" presetSubtype="0" fill="hold" grpId="0" nodeType="withEffect">
                                  <p:stCondLst>
                                    <p:cond delay="0"/>
                                  </p:stCondLst>
                                  <p:childTnLst>
                                    <p:set>
                                      <p:cBhvr>
                                        <p:cTn id="278" dur="1" fill="hold">
                                          <p:stCondLst>
                                            <p:cond delay="0"/>
                                          </p:stCondLst>
                                        </p:cTn>
                                        <p:tgtEl>
                                          <p:spTgt spid="176"/>
                                        </p:tgtEl>
                                        <p:attrNameLst>
                                          <p:attrName>style.visibility</p:attrName>
                                        </p:attrNameLst>
                                      </p:cBhvr>
                                      <p:to>
                                        <p:strVal val="visible"/>
                                      </p:to>
                                    </p:set>
                                  </p:childTnLst>
                                </p:cTn>
                              </p:par>
                              <p:par>
                                <p:cTn id="279" presetID="1" presetClass="entr" presetSubtype="0" fill="hold" grpId="0" nodeType="withEffect">
                                  <p:stCondLst>
                                    <p:cond delay="0"/>
                                  </p:stCondLst>
                                  <p:childTnLst>
                                    <p:set>
                                      <p:cBhvr>
                                        <p:cTn id="280" dur="1" fill="hold">
                                          <p:stCondLst>
                                            <p:cond delay="0"/>
                                          </p:stCondLst>
                                        </p:cTn>
                                        <p:tgtEl>
                                          <p:spTgt spid="177"/>
                                        </p:tgtEl>
                                        <p:attrNameLst>
                                          <p:attrName>style.visibility</p:attrName>
                                        </p:attrNameLst>
                                      </p:cBhvr>
                                      <p:to>
                                        <p:strVal val="visible"/>
                                      </p:to>
                                    </p:set>
                                  </p:childTnLst>
                                </p:cTn>
                              </p:par>
                              <p:par>
                                <p:cTn id="281" presetID="1" presetClass="entr" presetSubtype="0" fill="hold" grpId="0" nodeType="withEffect">
                                  <p:stCondLst>
                                    <p:cond delay="0"/>
                                  </p:stCondLst>
                                  <p:childTnLst>
                                    <p:set>
                                      <p:cBhvr>
                                        <p:cTn id="282" dur="1" fill="hold">
                                          <p:stCondLst>
                                            <p:cond delay="0"/>
                                          </p:stCondLst>
                                        </p:cTn>
                                        <p:tgtEl>
                                          <p:spTgt spid="178"/>
                                        </p:tgtEl>
                                        <p:attrNameLst>
                                          <p:attrName>style.visibility</p:attrName>
                                        </p:attrNameLst>
                                      </p:cBhvr>
                                      <p:to>
                                        <p:strVal val="visible"/>
                                      </p:to>
                                    </p:set>
                                  </p:childTnLst>
                                </p:cTn>
                              </p:par>
                              <p:par>
                                <p:cTn id="283" presetID="1" presetClass="entr" presetSubtype="0" fill="hold" grpId="0" nodeType="withEffect">
                                  <p:stCondLst>
                                    <p:cond delay="0"/>
                                  </p:stCondLst>
                                  <p:childTnLst>
                                    <p:set>
                                      <p:cBhvr>
                                        <p:cTn id="284" dur="1" fill="hold">
                                          <p:stCondLst>
                                            <p:cond delay="0"/>
                                          </p:stCondLst>
                                        </p:cTn>
                                        <p:tgtEl>
                                          <p:spTgt spid="179"/>
                                        </p:tgtEl>
                                        <p:attrNameLst>
                                          <p:attrName>style.visibility</p:attrName>
                                        </p:attrNameLst>
                                      </p:cBhvr>
                                      <p:to>
                                        <p:strVal val="visible"/>
                                      </p:to>
                                    </p:set>
                                  </p:childTnLst>
                                </p:cTn>
                              </p:par>
                              <p:par>
                                <p:cTn id="285" presetID="1" presetClass="entr" presetSubtype="0" fill="hold" grpId="0" nodeType="withEffect">
                                  <p:stCondLst>
                                    <p:cond delay="0"/>
                                  </p:stCondLst>
                                  <p:childTnLst>
                                    <p:set>
                                      <p:cBhvr>
                                        <p:cTn id="286" dur="1" fill="hold">
                                          <p:stCondLst>
                                            <p:cond delay="0"/>
                                          </p:stCondLst>
                                        </p:cTn>
                                        <p:tgtEl>
                                          <p:spTgt spid="180"/>
                                        </p:tgtEl>
                                        <p:attrNameLst>
                                          <p:attrName>style.visibility</p:attrName>
                                        </p:attrNameLst>
                                      </p:cBhvr>
                                      <p:to>
                                        <p:strVal val="visible"/>
                                      </p:to>
                                    </p:set>
                                  </p:childTnLst>
                                </p:cTn>
                              </p:par>
                              <p:par>
                                <p:cTn id="287" presetID="1" presetClass="entr" presetSubtype="0" fill="hold" grpId="0" nodeType="withEffect">
                                  <p:stCondLst>
                                    <p:cond delay="0"/>
                                  </p:stCondLst>
                                  <p:childTnLst>
                                    <p:set>
                                      <p:cBhvr>
                                        <p:cTn id="288" dur="1" fill="hold">
                                          <p:stCondLst>
                                            <p:cond delay="0"/>
                                          </p:stCondLst>
                                        </p:cTn>
                                        <p:tgtEl>
                                          <p:spTgt spid="181"/>
                                        </p:tgtEl>
                                        <p:attrNameLst>
                                          <p:attrName>style.visibility</p:attrName>
                                        </p:attrNameLst>
                                      </p:cBhvr>
                                      <p:to>
                                        <p:strVal val="visible"/>
                                      </p:to>
                                    </p:set>
                                  </p:childTnLst>
                                </p:cTn>
                              </p:par>
                              <p:par>
                                <p:cTn id="289" presetID="1" presetClass="entr" presetSubtype="0" fill="hold" grpId="0" nodeType="withEffect">
                                  <p:stCondLst>
                                    <p:cond delay="0"/>
                                  </p:stCondLst>
                                  <p:childTnLst>
                                    <p:set>
                                      <p:cBhvr>
                                        <p:cTn id="290" dur="1" fill="hold">
                                          <p:stCondLst>
                                            <p:cond delay="0"/>
                                          </p:stCondLst>
                                        </p:cTn>
                                        <p:tgtEl>
                                          <p:spTgt spid="182"/>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183"/>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grpId="0" nodeType="clickEffect">
                                  <p:stCondLst>
                                    <p:cond delay="0"/>
                                  </p:stCondLst>
                                  <p:childTnLst>
                                    <p:set>
                                      <p:cBhvr>
                                        <p:cTn id="296" dur="1" fill="hold">
                                          <p:stCondLst>
                                            <p:cond delay="0"/>
                                          </p:stCondLst>
                                        </p:cTn>
                                        <p:tgtEl>
                                          <p:spTgt spid="184"/>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185"/>
                                        </p:tgtEl>
                                        <p:attrNameLst>
                                          <p:attrName>style.visibility</p:attrName>
                                        </p:attrNameLst>
                                      </p:cBhvr>
                                      <p:to>
                                        <p:strVal val="visible"/>
                                      </p:to>
                                    </p:set>
                                  </p:childTnLst>
                                </p:cTn>
                              </p:par>
                              <p:par>
                                <p:cTn id="299" presetID="1" presetClass="entr" presetSubtype="0" fill="hold" grpId="0" nodeType="withEffect">
                                  <p:stCondLst>
                                    <p:cond delay="0"/>
                                  </p:stCondLst>
                                  <p:childTnLst>
                                    <p:set>
                                      <p:cBhvr>
                                        <p:cTn id="300" dur="1" fill="hold">
                                          <p:stCondLst>
                                            <p:cond delay="0"/>
                                          </p:stCondLst>
                                        </p:cTn>
                                        <p:tgtEl>
                                          <p:spTgt spid="186"/>
                                        </p:tgtEl>
                                        <p:attrNameLst>
                                          <p:attrName>style.visibility</p:attrName>
                                        </p:attrNameLst>
                                      </p:cBhvr>
                                      <p:to>
                                        <p:strVal val="visible"/>
                                      </p:to>
                                    </p:set>
                                  </p:childTnLst>
                                </p:cTn>
                              </p:par>
                              <p:par>
                                <p:cTn id="301" presetID="1" presetClass="entr" presetSubtype="0" fill="hold" grpId="0" nodeType="withEffect">
                                  <p:stCondLst>
                                    <p:cond delay="0"/>
                                  </p:stCondLst>
                                  <p:childTnLst>
                                    <p:set>
                                      <p:cBhvr>
                                        <p:cTn id="302" dur="1" fill="hold">
                                          <p:stCondLst>
                                            <p:cond delay="0"/>
                                          </p:stCondLst>
                                        </p:cTn>
                                        <p:tgtEl>
                                          <p:spTgt spid="187"/>
                                        </p:tgtEl>
                                        <p:attrNameLst>
                                          <p:attrName>style.visibility</p:attrName>
                                        </p:attrNameLst>
                                      </p:cBhvr>
                                      <p:to>
                                        <p:strVal val="visible"/>
                                      </p:to>
                                    </p:set>
                                  </p:childTnLst>
                                </p:cTn>
                              </p:par>
                              <p:par>
                                <p:cTn id="303" presetID="1" presetClass="entr" presetSubtype="0" fill="hold" grpId="0" nodeType="withEffect">
                                  <p:stCondLst>
                                    <p:cond delay="0"/>
                                  </p:stCondLst>
                                  <p:childTnLst>
                                    <p:set>
                                      <p:cBhvr>
                                        <p:cTn id="304" dur="1" fill="hold">
                                          <p:stCondLst>
                                            <p:cond delay="0"/>
                                          </p:stCondLst>
                                        </p:cTn>
                                        <p:tgtEl>
                                          <p:spTgt spid="188"/>
                                        </p:tgtEl>
                                        <p:attrNameLst>
                                          <p:attrName>style.visibility</p:attrName>
                                        </p:attrNameLst>
                                      </p:cBhvr>
                                      <p:to>
                                        <p:strVal val="visible"/>
                                      </p:to>
                                    </p:set>
                                  </p:childTnLst>
                                </p:cTn>
                              </p:par>
                              <p:par>
                                <p:cTn id="305" presetID="1" presetClass="entr" presetSubtype="0" fill="hold" grpId="0" nodeType="withEffect">
                                  <p:stCondLst>
                                    <p:cond delay="0"/>
                                  </p:stCondLst>
                                  <p:childTnLst>
                                    <p:set>
                                      <p:cBhvr>
                                        <p:cTn id="306" dur="1" fill="hold">
                                          <p:stCondLst>
                                            <p:cond delay="0"/>
                                          </p:stCondLst>
                                        </p:cTn>
                                        <p:tgtEl>
                                          <p:spTgt spid="189"/>
                                        </p:tgtEl>
                                        <p:attrNameLst>
                                          <p:attrName>style.visibility</p:attrName>
                                        </p:attrNameLst>
                                      </p:cBhvr>
                                      <p:to>
                                        <p:strVal val="visible"/>
                                      </p:to>
                                    </p:set>
                                  </p:childTnLst>
                                </p:cTn>
                              </p:par>
                              <p:par>
                                <p:cTn id="307" presetID="1" presetClass="entr" presetSubtype="0" fill="hold" grpId="0" nodeType="withEffect">
                                  <p:stCondLst>
                                    <p:cond delay="0"/>
                                  </p:stCondLst>
                                  <p:childTnLst>
                                    <p:set>
                                      <p:cBhvr>
                                        <p:cTn id="308" dur="1" fill="hold">
                                          <p:stCondLst>
                                            <p:cond delay="0"/>
                                          </p:stCondLst>
                                        </p:cTn>
                                        <p:tgtEl>
                                          <p:spTgt spid="190"/>
                                        </p:tgtEl>
                                        <p:attrNameLst>
                                          <p:attrName>style.visibility</p:attrName>
                                        </p:attrNameLst>
                                      </p:cBhvr>
                                      <p:to>
                                        <p:strVal val="visible"/>
                                      </p:to>
                                    </p:set>
                                  </p:childTnLst>
                                </p:cTn>
                              </p:par>
                              <p:par>
                                <p:cTn id="309" presetID="1" presetClass="entr" presetSubtype="0" fill="hold" grpId="0" nodeType="withEffect">
                                  <p:stCondLst>
                                    <p:cond delay="0"/>
                                  </p:stCondLst>
                                  <p:childTnLst>
                                    <p:set>
                                      <p:cBhvr>
                                        <p:cTn id="310" dur="1" fill="hold">
                                          <p:stCondLst>
                                            <p:cond delay="0"/>
                                          </p:stCondLst>
                                        </p:cTn>
                                        <p:tgtEl>
                                          <p:spTgt spid="191"/>
                                        </p:tgtEl>
                                        <p:attrNameLst>
                                          <p:attrName>style.visibility</p:attrName>
                                        </p:attrNameLst>
                                      </p:cBhvr>
                                      <p:to>
                                        <p:strVal val="visible"/>
                                      </p:to>
                                    </p:set>
                                  </p:childTnLst>
                                </p:cTn>
                              </p:par>
                              <p:par>
                                <p:cTn id="311" presetID="1" presetClass="entr" presetSubtype="0" fill="hold" grpId="0" nodeType="withEffect">
                                  <p:stCondLst>
                                    <p:cond delay="0"/>
                                  </p:stCondLst>
                                  <p:childTnLst>
                                    <p:set>
                                      <p:cBhvr>
                                        <p:cTn id="312" dur="1" fill="hold">
                                          <p:stCondLst>
                                            <p:cond delay="0"/>
                                          </p:stCondLst>
                                        </p:cTn>
                                        <p:tgtEl>
                                          <p:spTgt spid="192"/>
                                        </p:tgtEl>
                                        <p:attrNameLst>
                                          <p:attrName>style.visibility</p:attrName>
                                        </p:attrNameLst>
                                      </p:cBhvr>
                                      <p:to>
                                        <p:strVal val="visible"/>
                                      </p:to>
                                    </p:set>
                                  </p:childTnLst>
                                </p:cTn>
                              </p:par>
                              <p:par>
                                <p:cTn id="313" presetID="1" presetClass="entr" presetSubtype="0" fill="hold" grpId="0" nodeType="withEffect">
                                  <p:stCondLst>
                                    <p:cond delay="0"/>
                                  </p:stCondLst>
                                  <p:childTnLst>
                                    <p:set>
                                      <p:cBhvr>
                                        <p:cTn id="314" dur="1" fill="hold">
                                          <p:stCondLst>
                                            <p:cond delay="0"/>
                                          </p:stCondLst>
                                        </p:cTn>
                                        <p:tgtEl>
                                          <p:spTgt spid="193"/>
                                        </p:tgtEl>
                                        <p:attrNameLst>
                                          <p:attrName>style.visibility</p:attrName>
                                        </p:attrNameLst>
                                      </p:cBhvr>
                                      <p:to>
                                        <p:strVal val="visible"/>
                                      </p:to>
                                    </p:set>
                                  </p:childTnLst>
                                </p:cTn>
                              </p:par>
                              <p:par>
                                <p:cTn id="315" presetID="1" presetClass="entr" presetSubtype="0" fill="hold" grpId="0" nodeType="withEffect">
                                  <p:stCondLst>
                                    <p:cond delay="0"/>
                                  </p:stCondLst>
                                  <p:childTnLst>
                                    <p:set>
                                      <p:cBhvr>
                                        <p:cTn id="316" dur="1" fill="hold">
                                          <p:stCondLst>
                                            <p:cond delay="0"/>
                                          </p:stCondLst>
                                        </p:cTn>
                                        <p:tgtEl>
                                          <p:spTgt spid="194"/>
                                        </p:tgtEl>
                                        <p:attrNameLst>
                                          <p:attrName>style.visibility</p:attrName>
                                        </p:attrNameLst>
                                      </p:cBhvr>
                                      <p:to>
                                        <p:strVal val="visible"/>
                                      </p:to>
                                    </p:set>
                                  </p:childTnLst>
                                </p:cTn>
                              </p:par>
                              <p:par>
                                <p:cTn id="317" presetID="1" presetClass="entr" presetSubtype="0" fill="hold" grpId="0" nodeType="withEffect">
                                  <p:stCondLst>
                                    <p:cond delay="0"/>
                                  </p:stCondLst>
                                  <p:childTnLst>
                                    <p:set>
                                      <p:cBhvr>
                                        <p:cTn id="318" dur="1" fill="hold">
                                          <p:stCondLst>
                                            <p:cond delay="0"/>
                                          </p:stCondLst>
                                        </p:cTn>
                                        <p:tgtEl>
                                          <p:spTgt spid="195"/>
                                        </p:tgtEl>
                                        <p:attrNameLst>
                                          <p:attrName>style.visibility</p:attrName>
                                        </p:attrNameLst>
                                      </p:cBhvr>
                                      <p:to>
                                        <p:strVal val="visible"/>
                                      </p:to>
                                    </p:set>
                                  </p:childTnLst>
                                </p:cTn>
                              </p:par>
                              <p:par>
                                <p:cTn id="319" presetID="1" presetClass="entr" presetSubtype="0" fill="hold" grpId="0" nodeType="withEffect">
                                  <p:stCondLst>
                                    <p:cond delay="0"/>
                                  </p:stCondLst>
                                  <p:childTnLst>
                                    <p:set>
                                      <p:cBhvr>
                                        <p:cTn id="320" dur="1" fill="hold">
                                          <p:stCondLst>
                                            <p:cond delay="0"/>
                                          </p:stCondLst>
                                        </p:cTn>
                                        <p:tgtEl>
                                          <p:spTgt spid="196"/>
                                        </p:tgtEl>
                                        <p:attrNameLst>
                                          <p:attrName>style.visibility</p:attrName>
                                        </p:attrNameLst>
                                      </p:cBhvr>
                                      <p:to>
                                        <p:strVal val="visible"/>
                                      </p:to>
                                    </p:set>
                                  </p:childTnLst>
                                </p:cTn>
                              </p:par>
                              <p:par>
                                <p:cTn id="321" presetID="1" presetClass="entr" presetSubtype="0" fill="hold" grpId="0" nodeType="withEffect">
                                  <p:stCondLst>
                                    <p:cond delay="0"/>
                                  </p:stCondLst>
                                  <p:childTnLst>
                                    <p:set>
                                      <p:cBhvr>
                                        <p:cTn id="322" dur="1" fill="hold">
                                          <p:stCondLst>
                                            <p:cond delay="0"/>
                                          </p:stCondLst>
                                        </p:cTn>
                                        <p:tgtEl>
                                          <p:spTgt spid="197"/>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198"/>
                                        </p:tgtEl>
                                        <p:attrNameLst>
                                          <p:attrName>style.visibility</p:attrName>
                                        </p:attrNameLst>
                                      </p:cBhvr>
                                      <p:to>
                                        <p:strVal val="visible"/>
                                      </p:to>
                                    </p:set>
                                  </p:childTnLst>
                                </p:cTn>
                              </p:par>
                              <p:par>
                                <p:cTn id="325" presetID="1" presetClass="entr" presetSubtype="0" fill="hold" grpId="0" nodeType="withEffect">
                                  <p:stCondLst>
                                    <p:cond delay="0"/>
                                  </p:stCondLst>
                                  <p:childTnLst>
                                    <p:set>
                                      <p:cBhvr>
                                        <p:cTn id="326" dur="1" fill="hold">
                                          <p:stCondLst>
                                            <p:cond delay="0"/>
                                          </p:stCondLst>
                                        </p:cTn>
                                        <p:tgtEl>
                                          <p:spTgt spid="199"/>
                                        </p:tgtEl>
                                        <p:attrNameLst>
                                          <p:attrName>style.visibility</p:attrName>
                                        </p:attrNameLst>
                                      </p:cBhvr>
                                      <p:to>
                                        <p:strVal val="visible"/>
                                      </p:to>
                                    </p:set>
                                  </p:childTnLst>
                                </p:cTn>
                              </p:par>
                              <p:par>
                                <p:cTn id="327" presetID="1" presetClass="entr" presetSubtype="0" fill="hold" grpId="0" nodeType="withEffect">
                                  <p:stCondLst>
                                    <p:cond delay="0"/>
                                  </p:stCondLst>
                                  <p:childTnLst>
                                    <p:set>
                                      <p:cBhvr>
                                        <p:cTn id="328" dur="1" fill="hold">
                                          <p:stCondLst>
                                            <p:cond delay="0"/>
                                          </p:stCondLst>
                                        </p:cTn>
                                        <p:tgtEl>
                                          <p:spTgt spid="200"/>
                                        </p:tgtEl>
                                        <p:attrNameLst>
                                          <p:attrName>style.visibility</p:attrName>
                                        </p:attrNameLst>
                                      </p:cBhvr>
                                      <p:to>
                                        <p:strVal val="visible"/>
                                      </p:to>
                                    </p:set>
                                  </p:childTnLst>
                                </p:cTn>
                              </p:par>
                              <p:par>
                                <p:cTn id="329" presetID="1" presetClass="entr" presetSubtype="0" fill="hold" grpId="0" nodeType="withEffect">
                                  <p:stCondLst>
                                    <p:cond delay="0"/>
                                  </p:stCondLst>
                                  <p:childTnLst>
                                    <p:set>
                                      <p:cBhvr>
                                        <p:cTn id="330" dur="1" fill="hold">
                                          <p:stCondLst>
                                            <p:cond delay="0"/>
                                          </p:stCondLst>
                                        </p:cTn>
                                        <p:tgtEl>
                                          <p:spTgt spid="201"/>
                                        </p:tgtEl>
                                        <p:attrNameLst>
                                          <p:attrName>style.visibility</p:attrName>
                                        </p:attrNameLst>
                                      </p:cBhvr>
                                      <p:to>
                                        <p:strVal val="visible"/>
                                      </p:to>
                                    </p:set>
                                  </p:childTnLst>
                                </p:cTn>
                              </p:par>
                              <p:par>
                                <p:cTn id="331" presetID="1" presetClass="entr" presetSubtype="0" fill="hold" grpId="0" nodeType="withEffect">
                                  <p:stCondLst>
                                    <p:cond delay="0"/>
                                  </p:stCondLst>
                                  <p:childTnLst>
                                    <p:set>
                                      <p:cBhvr>
                                        <p:cTn id="332" dur="1" fill="hold">
                                          <p:stCondLst>
                                            <p:cond delay="0"/>
                                          </p:stCondLst>
                                        </p:cTn>
                                        <p:tgtEl>
                                          <p:spTgt spid="202"/>
                                        </p:tgtEl>
                                        <p:attrNameLst>
                                          <p:attrName>style.visibility</p:attrName>
                                        </p:attrNameLst>
                                      </p:cBhvr>
                                      <p:to>
                                        <p:strVal val="visible"/>
                                      </p:to>
                                    </p:set>
                                  </p:childTnLst>
                                </p:cTn>
                              </p:par>
                              <p:par>
                                <p:cTn id="333" presetID="1" presetClass="entr" presetSubtype="0" fill="hold" grpId="0" nodeType="withEffect">
                                  <p:stCondLst>
                                    <p:cond delay="0"/>
                                  </p:stCondLst>
                                  <p:childTnLst>
                                    <p:set>
                                      <p:cBhvr>
                                        <p:cTn id="334" dur="1" fill="hold">
                                          <p:stCondLst>
                                            <p:cond delay="0"/>
                                          </p:stCondLst>
                                        </p:cTn>
                                        <p:tgtEl>
                                          <p:spTgt spid="203"/>
                                        </p:tgtEl>
                                        <p:attrNameLst>
                                          <p:attrName>style.visibility</p:attrName>
                                        </p:attrNameLst>
                                      </p:cBhvr>
                                      <p:to>
                                        <p:strVal val="visible"/>
                                      </p:to>
                                    </p:set>
                                  </p:childTnLst>
                                </p:cTn>
                              </p:par>
                              <p:par>
                                <p:cTn id="335" presetID="1" presetClass="entr" presetSubtype="0" fill="hold" grpId="0" nodeType="withEffect">
                                  <p:stCondLst>
                                    <p:cond delay="0"/>
                                  </p:stCondLst>
                                  <p:childTnLst>
                                    <p:set>
                                      <p:cBhvr>
                                        <p:cTn id="336" dur="1" fill="hold">
                                          <p:stCondLst>
                                            <p:cond delay="0"/>
                                          </p:stCondLst>
                                        </p:cTn>
                                        <p:tgtEl>
                                          <p:spTgt spid="204"/>
                                        </p:tgtEl>
                                        <p:attrNameLst>
                                          <p:attrName>style.visibility</p:attrName>
                                        </p:attrNameLst>
                                      </p:cBhvr>
                                      <p:to>
                                        <p:strVal val="visible"/>
                                      </p:to>
                                    </p:set>
                                  </p:childTnLst>
                                </p:cTn>
                              </p:par>
                              <p:par>
                                <p:cTn id="337" presetID="1" presetClass="entr" presetSubtype="0" fill="hold" grpId="0" nodeType="withEffect">
                                  <p:stCondLst>
                                    <p:cond delay="0"/>
                                  </p:stCondLst>
                                  <p:childTnLst>
                                    <p:set>
                                      <p:cBhvr>
                                        <p:cTn id="338" dur="1" fill="hold">
                                          <p:stCondLst>
                                            <p:cond delay="0"/>
                                          </p:stCondLst>
                                        </p:cTn>
                                        <p:tgtEl>
                                          <p:spTgt spid="205"/>
                                        </p:tgtEl>
                                        <p:attrNameLst>
                                          <p:attrName>style.visibility</p:attrName>
                                        </p:attrNameLst>
                                      </p:cBhvr>
                                      <p:to>
                                        <p:strVal val="visible"/>
                                      </p:to>
                                    </p:set>
                                  </p:childTnLst>
                                </p:cTn>
                              </p:par>
                              <p:par>
                                <p:cTn id="339" presetID="1" presetClass="entr" presetSubtype="0" fill="hold" grpId="0" nodeType="withEffect">
                                  <p:stCondLst>
                                    <p:cond delay="0"/>
                                  </p:stCondLst>
                                  <p:childTnLst>
                                    <p:set>
                                      <p:cBhvr>
                                        <p:cTn id="340" dur="1" fill="hold">
                                          <p:stCondLst>
                                            <p:cond delay="0"/>
                                          </p:stCondLst>
                                        </p:cTn>
                                        <p:tgtEl>
                                          <p:spTgt spid="206"/>
                                        </p:tgtEl>
                                        <p:attrNameLst>
                                          <p:attrName>style.visibility</p:attrName>
                                        </p:attrNameLst>
                                      </p:cBhvr>
                                      <p:to>
                                        <p:strVal val="visible"/>
                                      </p:to>
                                    </p:set>
                                  </p:childTnLst>
                                </p:cTn>
                              </p:par>
                              <p:par>
                                <p:cTn id="341" presetID="1" presetClass="entr" presetSubtype="0" fill="hold" grpId="0" nodeType="withEffect">
                                  <p:stCondLst>
                                    <p:cond delay="0"/>
                                  </p:stCondLst>
                                  <p:childTnLst>
                                    <p:set>
                                      <p:cBhvr>
                                        <p:cTn id="342" dur="1" fill="hold">
                                          <p:stCondLst>
                                            <p:cond delay="0"/>
                                          </p:stCondLst>
                                        </p:cTn>
                                        <p:tgtEl>
                                          <p:spTgt spid="207"/>
                                        </p:tgtEl>
                                        <p:attrNameLst>
                                          <p:attrName>style.visibility</p:attrName>
                                        </p:attrNameLst>
                                      </p:cBhvr>
                                      <p:to>
                                        <p:strVal val="visible"/>
                                      </p:to>
                                    </p:set>
                                  </p:childTnLst>
                                </p:cTn>
                              </p:par>
                              <p:par>
                                <p:cTn id="343" presetID="1" presetClass="entr" presetSubtype="0" fill="hold" grpId="0" nodeType="withEffect">
                                  <p:stCondLst>
                                    <p:cond delay="0"/>
                                  </p:stCondLst>
                                  <p:childTnLst>
                                    <p:set>
                                      <p:cBhvr>
                                        <p:cTn id="344" dur="1" fill="hold">
                                          <p:stCondLst>
                                            <p:cond delay="0"/>
                                          </p:stCondLst>
                                        </p:cTn>
                                        <p:tgtEl>
                                          <p:spTgt spid="208"/>
                                        </p:tgtEl>
                                        <p:attrNameLst>
                                          <p:attrName>style.visibility</p:attrName>
                                        </p:attrNameLst>
                                      </p:cBhvr>
                                      <p:to>
                                        <p:strVal val="visible"/>
                                      </p:to>
                                    </p:set>
                                  </p:childTnLst>
                                </p:cTn>
                              </p:par>
                              <p:par>
                                <p:cTn id="345" presetID="1" presetClass="entr" presetSubtype="0" fill="hold" grpId="0" nodeType="withEffect">
                                  <p:stCondLst>
                                    <p:cond delay="0"/>
                                  </p:stCondLst>
                                  <p:childTnLst>
                                    <p:set>
                                      <p:cBhvr>
                                        <p:cTn id="346" dur="1" fill="hold">
                                          <p:stCondLst>
                                            <p:cond delay="0"/>
                                          </p:stCondLst>
                                        </p:cTn>
                                        <p:tgtEl>
                                          <p:spTgt spid="209"/>
                                        </p:tgtEl>
                                        <p:attrNameLst>
                                          <p:attrName>style.visibility</p:attrName>
                                        </p:attrNameLst>
                                      </p:cBhvr>
                                      <p:to>
                                        <p:strVal val="visible"/>
                                      </p:to>
                                    </p:set>
                                  </p:childTnLst>
                                </p:cTn>
                              </p:par>
                              <p:par>
                                <p:cTn id="347" presetID="1" presetClass="entr" presetSubtype="0" fill="hold" grpId="0" nodeType="withEffect">
                                  <p:stCondLst>
                                    <p:cond delay="0"/>
                                  </p:stCondLst>
                                  <p:childTnLst>
                                    <p:set>
                                      <p:cBhvr>
                                        <p:cTn id="348" dur="1" fill="hold">
                                          <p:stCondLst>
                                            <p:cond delay="0"/>
                                          </p:stCondLst>
                                        </p:cTn>
                                        <p:tgtEl>
                                          <p:spTgt spid="210"/>
                                        </p:tgtEl>
                                        <p:attrNameLst>
                                          <p:attrName>style.visibility</p:attrName>
                                        </p:attrNameLst>
                                      </p:cBhvr>
                                      <p:to>
                                        <p:strVal val="visible"/>
                                      </p:to>
                                    </p:set>
                                  </p:childTnLst>
                                </p:cTn>
                              </p:par>
                              <p:par>
                                <p:cTn id="349" presetID="1" presetClass="entr" presetSubtype="0" fill="hold" grpId="0" nodeType="withEffect">
                                  <p:stCondLst>
                                    <p:cond delay="0"/>
                                  </p:stCondLst>
                                  <p:childTnLst>
                                    <p:set>
                                      <p:cBhvr>
                                        <p:cTn id="350" dur="1" fill="hold">
                                          <p:stCondLst>
                                            <p:cond delay="0"/>
                                          </p:stCondLst>
                                        </p:cTn>
                                        <p:tgtEl>
                                          <p:spTgt spid="211"/>
                                        </p:tgtEl>
                                        <p:attrNameLst>
                                          <p:attrName>style.visibility</p:attrName>
                                        </p:attrNameLst>
                                      </p:cBhvr>
                                      <p:to>
                                        <p:strVal val="visible"/>
                                      </p:to>
                                    </p:set>
                                  </p:childTnLst>
                                </p:cTn>
                              </p:par>
                              <p:par>
                                <p:cTn id="351" presetID="1" presetClass="entr" presetSubtype="0" fill="hold" grpId="0" nodeType="withEffect">
                                  <p:stCondLst>
                                    <p:cond delay="0"/>
                                  </p:stCondLst>
                                  <p:childTnLst>
                                    <p:set>
                                      <p:cBhvr>
                                        <p:cTn id="352" dur="1" fill="hold">
                                          <p:stCondLst>
                                            <p:cond delay="0"/>
                                          </p:stCondLst>
                                        </p:cTn>
                                        <p:tgtEl>
                                          <p:spTgt spid="212"/>
                                        </p:tgtEl>
                                        <p:attrNameLst>
                                          <p:attrName>style.visibility</p:attrName>
                                        </p:attrNameLst>
                                      </p:cBhvr>
                                      <p:to>
                                        <p:strVal val="visible"/>
                                      </p:to>
                                    </p:set>
                                  </p:childTnLst>
                                </p:cTn>
                              </p:par>
                              <p:par>
                                <p:cTn id="353" presetID="1" presetClass="entr" presetSubtype="0" fill="hold" grpId="0" nodeType="withEffect">
                                  <p:stCondLst>
                                    <p:cond delay="0"/>
                                  </p:stCondLst>
                                  <p:childTnLst>
                                    <p:set>
                                      <p:cBhvr>
                                        <p:cTn id="354" dur="1" fill="hold">
                                          <p:stCondLst>
                                            <p:cond delay="0"/>
                                          </p:stCondLst>
                                        </p:cTn>
                                        <p:tgtEl>
                                          <p:spTgt spid="213"/>
                                        </p:tgtEl>
                                        <p:attrNameLst>
                                          <p:attrName>style.visibility</p:attrName>
                                        </p:attrNameLst>
                                      </p:cBhvr>
                                      <p:to>
                                        <p:strVal val="visible"/>
                                      </p:to>
                                    </p:set>
                                  </p:childTnLst>
                                </p:cTn>
                              </p:par>
                              <p:par>
                                <p:cTn id="355" presetID="1" presetClass="entr" presetSubtype="0" fill="hold" grpId="0" nodeType="withEffect">
                                  <p:stCondLst>
                                    <p:cond delay="0"/>
                                  </p:stCondLst>
                                  <p:childTnLst>
                                    <p:set>
                                      <p:cBhvr>
                                        <p:cTn id="356" dur="1" fill="hold">
                                          <p:stCondLst>
                                            <p:cond delay="0"/>
                                          </p:stCondLst>
                                        </p:cTn>
                                        <p:tgtEl>
                                          <p:spTgt spid="214"/>
                                        </p:tgtEl>
                                        <p:attrNameLst>
                                          <p:attrName>style.visibility</p:attrName>
                                        </p:attrNameLst>
                                      </p:cBhvr>
                                      <p:to>
                                        <p:strVal val="visible"/>
                                      </p:to>
                                    </p:set>
                                  </p:childTnLst>
                                </p:cTn>
                              </p:par>
                              <p:par>
                                <p:cTn id="357" presetID="1" presetClass="entr" presetSubtype="0" fill="hold" grpId="0" nodeType="withEffect">
                                  <p:stCondLst>
                                    <p:cond delay="0"/>
                                  </p:stCondLst>
                                  <p:childTnLst>
                                    <p:set>
                                      <p:cBhvr>
                                        <p:cTn id="358" dur="1" fill="hold">
                                          <p:stCondLst>
                                            <p:cond delay="0"/>
                                          </p:stCondLst>
                                        </p:cTn>
                                        <p:tgtEl>
                                          <p:spTgt spid="215"/>
                                        </p:tgtEl>
                                        <p:attrNameLst>
                                          <p:attrName>style.visibility</p:attrName>
                                        </p:attrNameLst>
                                      </p:cBhvr>
                                      <p:to>
                                        <p:strVal val="visible"/>
                                      </p:to>
                                    </p:set>
                                  </p:childTnLst>
                                </p:cTn>
                              </p:par>
                              <p:par>
                                <p:cTn id="359" presetID="1" presetClass="entr" presetSubtype="0" fill="hold" grpId="0" nodeType="withEffect">
                                  <p:stCondLst>
                                    <p:cond delay="0"/>
                                  </p:stCondLst>
                                  <p:childTnLst>
                                    <p:set>
                                      <p:cBhvr>
                                        <p:cTn id="360" dur="1" fill="hold">
                                          <p:stCondLst>
                                            <p:cond delay="0"/>
                                          </p:stCondLst>
                                        </p:cTn>
                                        <p:tgtEl>
                                          <p:spTgt spid="216"/>
                                        </p:tgtEl>
                                        <p:attrNameLst>
                                          <p:attrName>style.visibility</p:attrName>
                                        </p:attrNameLst>
                                      </p:cBhvr>
                                      <p:to>
                                        <p:strVal val="visible"/>
                                      </p:to>
                                    </p:set>
                                  </p:childTnLst>
                                </p:cTn>
                              </p:par>
                              <p:par>
                                <p:cTn id="361" presetID="1" presetClass="entr" presetSubtype="0" fill="hold" grpId="0" nodeType="withEffect">
                                  <p:stCondLst>
                                    <p:cond delay="0"/>
                                  </p:stCondLst>
                                  <p:childTnLst>
                                    <p:set>
                                      <p:cBhvr>
                                        <p:cTn id="362" dur="1" fill="hold">
                                          <p:stCondLst>
                                            <p:cond delay="0"/>
                                          </p:stCondLst>
                                        </p:cTn>
                                        <p:tgtEl>
                                          <p:spTgt spid="217"/>
                                        </p:tgtEl>
                                        <p:attrNameLst>
                                          <p:attrName>style.visibility</p:attrName>
                                        </p:attrNameLst>
                                      </p:cBhvr>
                                      <p:to>
                                        <p:strVal val="visible"/>
                                      </p:to>
                                    </p:set>
                                  </p:childTnLst>
                                </p:cTn>
                              </p:par>
                              <p:par>
                                <p:cTn id="363" presetID="1" presetClass="entr" presetSubtype="0" fill="hold" grpId="0" nodeType="withEffect">
                                  <p:stCondLst>
                                    <p:cond delay="0"/>
                                  </p:stCondLst>
                                  <p:childTnLst>
                                    <p:set>
                                      <p:cBhvr>
                                        <p:cTn id="364" dur="1" fill="hold">
                                          <p:stCondLst>
                                            <p:cond delay="0"/>
                                          </p:stCondLst>
                                        </p:cTn>
                                        <p:tgtEl>
                                          <p:spTgt spid="218"/>
                                        </p:tgtEl>
                                        <p:attrNameLst>
                                          <p:attrName>style.visibility</p:attrName>
                                        </p:attrNameLst>
                                      </p:cBhvr>
                                      <p:to>
                                        <p:strVal val="visible"/>
                                      </p:to>
                                    </p:set>
                                  </p:childTnLst>
                                </p:cTn>
                              </p:par>
                              <p:par>
                                <p:cTn id="365" presetID="1" presetClass="entr" presetSubtype="0" fill="hold" grpId="0" nodeType="withEffect">
                                  <p:stCondLst>
                                    <p:cond delay="0"/>
                                  </p:stCondLst>
                                  <p:childTnLst>
                                    <p:set>
                                      <p:cBhvr>
                                        <p:cTn id="366" dur="1" fill="hold">
                                          <p:stCondLst>
                                            <p:cond delay="0"/>
                                          </p:stCondLst>
                                        </p:cTn>
                                        <p:tgtEl>
                                          <p:spTgt spid="219"/>
                                        </p:tgtEl>
                                        <p:attrNameLst>
                                          <p:attrName>style.visibility</p:attrName>
                                        </p:attrNameLst>
                                      </p:cBhvr>
                                      <p:to>
                                        <p:strVal val="visible"/>
                                      </p:to>
                                    </p:set>
                                  </p:childTnLst>
                                </p:cTn>
                              </p:par>
                              <p:par>
                                <p:cTn id="367" presetID="1" presetClass="entr" presetSubtype="0" fill="hold" grpId="0" nodeType="withEffect">
                                  <p:stCondLst>
                                    <p:cond delay="0"/>
                                  </p:stCondLst>
                                  <p:childTnLst>
                                    <p:set>
                                      <p:cBhvr>
                                        <p:cTn id="368" dur="1" fill="hold">
                                          <p:stCondLst>
                                            <p:cond delay="0"/>
                                          </p:stCondLst>
                                        </p:cTn>
                                        <p:tgtEl>
                                          <p:spTgt spid="220"/>
                                        </p:tgtEl>
                                        <p:attrNameLst>
                                          <p:attrName>style.visibility</p:attrName>
                                        </p:attrNameLst>
                                      </p:cBhvr>
                                      <p:to>
                                        <p:strVal val="visible"/>
                                      </p:to>
                                    </p:set>
                                  </p:childTnLst>
                                </p:cTn>
                              </p:par>
                              <p:par>
                                <p:cTn id="369" presetID="1" presetClass="entr" presetSubtype="0" fill="hold" grpId="0" nodeType="withEffect">
                                  <p:stCondLst>
                                    <p:cond delay="0"/>
                                  </p:stCondLst>
                                  <p:childTnLst>
                                    <p:set>
                                      <p:cBhvr>
                                        <p:cTn id="370" dur="1" fill="hold">
                                          <p:stCondLst>
                                            <p:cond delay="0"/>
                                          </p:stCondLst>
                                        </p:cTn>
                                        <p:tgtEl>
                                          <p:spTgt spid="221"/>
                                        </p:tgtEl>
                                        <p:attrNameLst>
                                          <p:attrName>style.visibility</p:attrName>
                                        </p:attrNameLst>
                                      </p:cBhvr>
                                      <p:to>
                                        <p:strVal val="visible"/>
                                      </p:to>
                                    </p:set>
                                  </p:childTnLst>
                                </p:cTn>
                              </p:par>
                              <p:par>
                                <p:cTn id="371" presetID="1" presetClass="entr" presetSubtype="0" fill="hold" grpId="0" nodeType="withEffect">
                                  <p:stCondLst>
                                    <p:cond delay="0"/>
                                  </p:stCondLst>
                                  <p:childTnLst>
                                    <p:set>
                                      <p:cBhvr>
                                        <p:cTn id="372" dur="1" fill="hold">
                                          <p:stCondLst>
                                            <p:cond delay="0"/>
                                          </p:stCondLst>
                                        </p:cTn>
                                        <p:tgtEl>
                                          <p:spTgt spid="222"/>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presetID="1" presetClass="entr" presetSubtype="0" fill="hold" grpId="0" nodeType="clickEffect">
                                  <p:stCondLst>
                                    <p:cond delay="0"/>
                                  </p:stCondLst>
                                  <p:childTnLst>
                                    <p:set>
                                      <p:cBhvr>
                                        <p:cTn id="376" dur="1" fill="hold">
                                          <p:stCondLst>
                                            <p:cond delay="0"/>
                                          </p:stCondLst>
                                        </p:cTn>
                                        <p:tgtEl>
                                          <p:spTgt spid="223"/>
                                        </p:tgtEl>
                                        <p:attrNameLst>
                                          <p:attrName>style.visibility</p:attrName>
                                        </p:attrNameLst>
                                      </p:cBhvr>
                                      <p:to>
                                        <p:strVal val="visible"/>
                                      </p:to>
                                    </p:set>
                                  </p:childTnLst>
                                </p:cTn>
                              </p:par>
                              <p:par>
                                <p:cTn id="377" presetID="1" presetClass="entr" presetSubtype="0" fill="hold" grpId="0" nodeType="withEffect">
                                  <p:stCondLst>
                                    <p:cond delay="0"/>
                                  </p:stCondLst>
                                  <p:childTnLst>
                                    <p:set>
                                      <p:cBhvr>
                                        <p:cTn id="378" dur="1" fill="hold">
                                          <p:stCondLst>
                                            <p:cond delay="0"/>
                                          </p:stCondLst>
                                        </p:cTn>
                                        <p:tgtEl>
                                          <p:spTgt spid="224"/>
                                        </p:tgtEl>
                                        <p:attrNameLst>
                                          <p:attrName>style.visibility</p:attrName>
                                        </p:attrNameLst>
                                      </p:cBhvr>
                                      <p:to>
                                        <p:strVal val="visible"/>
                                      </p:to>
                                    </p:set>
                                  </p:childTnLst>
                                </p:cTn>
                              </p:par>
                              <p:par>
                                <p:cTn id="379" presetID="1" presetClass="entr" presetSubtype="0" fill="hold" grpId="0" nodeType="withEffect">
                                  <p:stCondLst>
                                    <p:cond delay="0"/>
                                  </p:stCondLst>
                                  <p:childTnLst>
                                    <p:set>
                                      <p:cBhvr>
                                        <p:cTn id="380" dur="1" fill="hold">
                                          <p:stCondLst>
                                            <p:cond delay="0"/>
                                          </p:stCondLst>
                                        </p:cTn>
                                        <p:tgtEl>
                                          <p:spTgt spid="225"/>
                                        </p:tgtEl>
                                        <p:attrNameLst>
                                          <p:attrName>style.visibility</p:attrName>
                                        </p:attrNameLst>
                                      </p:cBhvr>
                                      <p:to>
                                        <p:strVal val="visible"/>
                                      </p:to>
                                    </p:set>
                                  </p:childTnLst>
                                </p:cTn>
                              </p:par>
                              <p:par>
                                <p:cTn id="381" presetID="1" presetClass="entr" presetSubtype="0" fill="hold" grpId="0" nodeType="withEffect">
                                  <p:stCondLst>
                                    <p:cond delay="0"/>
                                  </p:stCondLst>
                                  <p:childTnLst>
                                    <p:set>
                                      <p:cBhvr>
                                        <p:cTn id="382" dur="1" fill="hold">
                                          <p:stCondLst>
                                            <p:cond delay="0"/>
                                          </p:stCondLst>
                                        </p:cTn>
                                        <p:tgtEl>
                                          <p:spTgt spid="226"/>
                                        </p:tgtEl>
                                        <p:attrNameLst>
                                          <p:attrName>style.visibility</p:attrName>
                                        </p:attrNameLst>
                                      </p:cBhvr>
                                      <p:to>
                                        <p:strVal val="visible"/>
                                      </p:to>
                                    </p:set>
                                  </p:childTnLst>
                                </p:cTn>
                              </p:par>
                              <p:par>
                                <p:cTn id="383" presetID="1" presetClass="entr" presetSubtype="0" fill="hold" grpId="0" nodeType="withEffect">
                                  <p:stCondLst>
                                    <p:cond delay="0"/>
                                  </p:stCondLst>
                                  <p:childTnLst>
                                    <p:set>
                                      <p:cBhvr>
                                        <p:cTn id="384" dur="1" fill="hold">
                                          <p:stCondLst>
                                            <p:cond delay="0"/>
                                          </p:stCondLst>
                                        </p:cTn>
                                        <p:tgtEl>
                                          <p:spTgt spid="227"/>
                                        </p:tgtEl>
                                        <p:attrNameLst>
                                          <p:attrName>style.visibility</p:attrName>
                                        </p:attrNameLst>
                                      </p:cBhvr>
                                      <p:to>
                                        <p:strVal val="visible"/>
                                      </p:to>
                                    </p:set>
                                  </p:childTnLst>
                                </p:cTn>
                              </p:par>
                              <p:par>
                                <p:cTn id="385" presetID="1" presetClass="entr" presetSubtype="0" fill="hold" grpId="0" nodeType="withEffect">
                                  <p:stCondLst>
                                    <p:cond delay="0"/>
                                  </p:stCondLst>
                                  <p:childTnLst>
                                    <p:set>
                                      <p:cBhvr>
                                        <p:cTn id="386" dur="1" fill="hold">
                                          <p:stCondLst>
                                            <p:cond delay="0"/>
                                          </p:stCondLst>
                                        </p:cTn>
                                        <p:tgtEl>
                                          <p:spTgt spid="228"/>
                                        </p:tgtEl>
                                        <p:attrNameLst>
                                          <p:attrName>style.visibility</p:attrName>
                                        </p:attrNameLst>
                                      </p:cBhvr>
                                      <p:to>
                                        <p:strVal val="visible"/>
                                      </p:to>
                                    </p:set>
                                  </p:childTnLst>
                                </p:cTn>
                              </p:par>
                              <p:par>
                                <p:cTn id="387" presetID="1" presetClass="entr" presetSubtype="0" fill="hold" grpId="0" nodeType="withEffect">
                                  <p:stCondLst>
                                    <p:cond delay="0"/>
                                  </p:stCondLst>
                                  <p:childTnLst>
                                    <p:set>
                                      <p:cBhvr>
                                        <p:cTn id="388" dur="1" fill="hold">
                                          <p:stCondLst>
                                            <p:cond delay="0"/>
                                          </p:stCondLst>
                                        </p:cTn>
                                        <p:tgtEl>
                                          <p:spTgt spid="229"/>
                                        </p:tgtEl>
                                        <p:attrNameLst>
                                          <p:attrName>style.visibility</p:attrName>
                                        </p:attrNameLst>
                                      </p:cBhvr>
                                      <p:to>
                                        <p:strVal val="visible"/>
                                      </p:to>
                                    </p:set>
                                  </p:childTnLst>
                                </p:cTn>
                              </p:par>
                              <p:par>
                                <p:cTn id="389" presetID="1" presetClass="entr" presetSubtype="0" fill="hold" grpId="0" nodeType="withEffect">
                                  <p:stCondLst>
                                    <p:cond delay="0"/>
                                  </p:stCondLst>
                                  <p:childTnLst>
                                    <p:set>
                                      <p:cBhvr>
                                        <p:cTn id="390" dur="1" fill="hold">
                                          <p:stCondLst>
                                            <p:cond delay="0"/>
                                          </p:stCondLst>
                                        </p:cTn>
                                        <p:tgtEl>
                                          <p:spTgt spid="230"/>
                                        </p:tgtEl>
                                        <p:attrNameLst>
                                          <p:attrName>style.visibility</p:attrName>
                                        </p:attrNameLst>
                                      </p:cBhvr>
                                      <p:to>
                                        <p:strVal val="visible"/>
                                      </p:to>
                                    </p:set>
                                  </p:childTnLst>
                                </p:cTn>
                              </p:par>
                              <p:par>
                                <p:cTn id="391" presetID="1" presetClass="entr" presetSubtype="0" fill="hold" grpId="0" nodeType="withEffect">
                                  <p:stCondLst>
                                    <p:cond delay="0"/>
                                  </p:stCondLst>
                                  <p:childTnLst>
                                    <p:set>
                                      <p:cBhvr>
                                        <p:cTn id="392" dur="1" fill="hold">
                                          <p:stCondLst>
                                            <p:cond delay="0"/>
                                          </p:stCondLst>
                                        </p:cTn>
                                        <p:tgtEl>
                                          <p:spTgt spid="231"/>
                                        </p:tgtEl>
                                        <p:attrNameLst>
                                          <p:attrName>style.visibility</p:attrName>
                                        </p:attrNameLst>
                                      </p:cBhvr>
                                      <p:to>
                                        <p:strVal val="visible"/>
                                      </p:to>
                                    </p:set>
                                  </p:childTnLst>
                                </p:cTn>
                              </p:par>
                              <p:par>
                                <p:cTn id="393" presetID="1" presetClass="entr" presetSubtype="0" fill="hold" grpId="0" nodeType="withEffect">
                                  <p:stCondLst>
                                    <p:cond delay="0"/>
                                  </p:stCondLst>
                                  <p:childTnLst>
                                    <p:set>
                                      <p:cBhvr>
                                        <p:cTn id="394" dur="1" fill="hold">
                                          <p:stCondLst>
                                            <p:cond delay="0"/>
                                          </p:stCondLst>
                                        </p:cTn>
                                        <p:tgtEl>
                                          <p:spTgt spid="232"/>
                                        </p:tgtEl>
                                        <p:attrNameLst>
                                          <p:attrName>style.visibility</p:attrName>
                                        </p:attrNameLst>
                                      </p:cBhvr>
                                      <p:to>
                                        <p:strVal val="visible"/>
                                      </p:to>
                                    </p:set>
                                  </p:childTnLst>
                                </p:cTn>
                              </p:par>
                              <p:par>
                                <p:cTn id="395" presetID="1" presetClass="entr" presetSubtype="0" fill="hold" grpId="0" nodeType="withEffect">
                                  <p:stCondLst>
                                    <p:cond delay="0"/>
                                  </p:stCondLst>
                                  <p:childTnLst>
                                    <p:set>
                                      <p:cBhvr>
                                        <p:cTn id="396" dur="1" fill="hold">
                                          <p:stCondLst>
                                            <p:cond delay="0"/>
                                          </p:stCondLst>
                                        </p:cTn>
                                        <p:tgtEl>
                                          <p:spTgt spid="233"/>
                                        </p:tgtEl>
                                        <p:attrNameLst>
                                          <p:attrName>style.visibility</p:attrName>
                                        </p:attrNameLst>
                                      </p:cBhvr>
                                      <p:to>
                                        <p:strVal val="visible"/>
                                      </p:to>
                                    </p:set>
                                  </p:childTnLst>
                                </p:cTn>
                              </p:par>
                              <p:par>
                                <p:cTn id="397" presetID="1" presetClass="entr" presetSubtype="0" fill="hold" grpId="0" nodeType="withEffect">
                                  <p:stCondLst>
                                    <p:cond delay="0"/>
                                  </p:stCondLst>
                                  <p:childTnLst>
                                    <p:set>
                                      <p:cBhvr>
                                        <p:cTn id="398" dur="1" fill="hold">
                                          <p:stCondLst>
                                            <p:cond delay="0"/>
                                          </p:stCondLst>
                                        </p:cTn>
                                        <p:tgtEl>
                                          <p:spTgt spid="234"/>
                                        </p:tgtEl>
                                        <p:attrNameLst>
                                          <p:attrName>style.visibility</p:attrName>
                                        </p:attrNameLst>
                                      </p:cBhvr>
                                      <p:to>
                                        <p:strVal val="visible"/>
                                      </p:to>
                                    </p:set>
                                  </p:childTnLst>
                                </p:cTn>
                              </p:par>
                              <p:par>
                                <p:cTn id="399" presetID="1" presetClass="entr" presetSubtype="0" fill="hold" grpId="0" nodeType="withEffect">
                                  <p:stCondLst>
                                    <p:cond delay="0"/>
                                  </p:stCondLst>
                                  <p:childTnLst>
                                    <p:set>
                                      <p:cBhvr>
                                        <p:cTn id="400" dur="1" fill="hold">
                                          <p:stCondLst>
                                            <p:cond delay="0"/>
                                          </p:stCondLst>
                                        </p:cTn>
                                        <p:tgtEl>
                                          <p:spTgt spid="235"/>
                                        </p:tgtEl>
                                        <p:attrNameLst>
                                          <p:attrName>style.visibility</p:attrName>
                                        </p:attrNameLst>
                                      </p:cBhvr>
                                      <p:to>
                                        <p:strVal val="visible"/>
                                      </p:to>
                                    </p:set>
                                  </p:childTnLst>
                                </p:cTn>
                              </p:par>
                              <p:par>
                                <p:cTn id="401" presetID="1" presetClass="entr" presetSubtype="0" fill="hold" grpId="0" nodeType="withEffect">
                                  <p:stCondLst>
                                    <p:cond delay="0"/>
                                  </p:stCondLst>
                                  <p:childTnLst>
                                    <p:set>
                                      <p:cBhvr>
                                        <p:cTn id="402" dur="1" fill="hold">
                                          <p:stCondLst>
                                            <p:cond delay="0"/>
                                          </p:stCondLst>
                                        </p:cTn>
                                        <p:tgtEl>
                                          <p:spTgt spid="236"/>
                                        </p:tgtEl>
                                        <p:attrNameLst>
                                          <p:attrName>style.visibility</p:attrName>
                                        </p:attrNameLst>
                                      </p:cBhvr>
                                      <p:to>
                                        <p:strVal val="visible"/>
                                      </p:to>
                                    </p:set>
                                  </p:childTnLst>
                                </p:cTn>
                              </p:par>
                              <p:par>
                                <p:cTn id="403" presetID="1" presetClass="entr" presetSubtype="0" fill="hold" grpId="0" nodeType="withEffect">
                                  <p:stCondLst>
                                    <p:cond delay="0"/>
                                  </p:stCondLst>
                                  <p:childTnLst>
                                    <p:set>
                                      <p:cBhvr>
                                        <p:cTn id="404" dur="1" fill="hold">
                                          <p:stCondLst>
                                            <p:cond delay="0"/>
                                          </p:stCondLst>
                                        </p:cTn>
                                        <p:tgtEl>
                                          <p:spTgt spid="237"/>
                                        </p:tgtEl>
                                        <p:attrNameLst>
                                          <p:attrName>style.visibility</p:attrName>
                                        </p:attrNameLst>
                                      </p:cBhvr>
                                      <p:to>
                                        <p:strVal val="visible"/>
                                      </p:to>
                                    </p:set>
                                  </p:childTnLst>
                                </p:cTn>
                              </p:par>
                              <p:par>
                                <p:cTn id="405" presetID="1" presetClass="entr" presetSubtype="0" fill="hold" grpId="0" nodeType="withEffect">
                                  <p:stCondLst>
                                    <p:cond delay="0"/>
                                  </p:stCondLst>
                                  <p:childTnLst>
                                    <p:set>
                                      <p:cBhvr>
                                        <p:cTn id="406" dur="1" fill="hold">
                                          <p:stCondLst>
                                            <p:cond delay="0"/>
                                          </p:stCondLst>
                                        </p:cTn>
                                        <p:tgtEl>
                                          <p:spTgt spid="238"/>
                                        </p:tgtEl>
                                        <p:attrNameLst>
                                          <p:attrName>style.visibility</p:attrName>
                                        </p:attrNameLst>
                                      </p:cBhvr>
                                      <p:to>
                                        <p:strVal val="visible"/>
                                      </p:to>
                                    </p:set>
                                  </p:childTnLst>
                                </p:cTn>
                              </p:par>
                              <p:par>
                                <p:cTn id="407" presetID="1" presetClass="entr" presetSubtype="0" fill="hold" grpId="0" nodeType="withEffect">
                                  <p:stCondLst>
                                    <p:cond delay="0"/>
                                  </p:stCondLst>
                                  <p:childTnLst>
                                    <p:set>
                                      <p:cBhvr>
                                        <p:cTn id="408" dur="1" fill="hold">
                                          <p:stCondLst>
                                            <p:cond delay="0"/>
                                          </p:stCondLst>
                                        </p:cTn>
                                        <p:tgtEl>
                                          <p:spTgt spid="239"/>
                                        </p:tgtEl>
                                        <p:attrNameLst>
                                          <p:attrName>style.visibility</p:attrName>
                                        </p:attrNameLst>
                                      </p:cBhvr>
                                      <p:to>
                                        <p:strVal val="visible"/>
                                      </p:to>
                                    </p:set>
                                  </p:childTnLst>
                                </p:cTn>
                              </p:par>
                              <p:par>
                                <p:cTn id="409" presetID="1" presetClass="entr" presetSubtype="0" fill="hold" grpId="0" nodeType="withEffect">
                                  <p:stCondLst>
                                    <p:cond delay="0"/>
                                  </p:stCondLst>
                                  <p:childTnLst>
                                    <p:set>
                                      <p:cBhvr>
                                        <p:cTn id="410" dur="1" fill="hold">
                                          <p:stCondLst>
                                            <p:cond delay="0"/>
                                          </p:stCondLst>
                                        </p:cTn>
                                        <p:tgtEl>
                                          <p:spTgt spid="240"/>
                                        </p:tgtEl>
                                        <p:attrNameLst>
                                          <p:attrName>style.visibility</p:attrName>
                                        </p:attrNameLst>
                                      </p:cBhvr>
                                      <p:to>
                                        <p:strVal val="visible"/>
                                      </p:to>
                                    </p:set>
                                  </p:childTnLst>
                                </p:cTn>
                              </p:par>
                              <p:par>
                                <p:cTn id="411" presetID="1" presetClass="entr" presetSubtype="0" fill="hold" grpId="0" nodeType="withEffect">
                                  <p:stCondLst>
                                    <p:cond delay="0"/>
                                  </p:stCondLst>
                                  <p:childTnLst>
                                    <p:set>
                                      <p:cBhvr>
                                        <p:cTn id="412" dur="1" fill="hold">
                                          <p:stCondLst>
                                            <p:cond delay="0"/>
                                          </p:stCondLst>
                                        </p:cTn>
                                        <p:tgtEl>
                                          <p:spTgt spid="241"/>
                                        </p:tgtEl>
                                        <p:attrNameLst>
                                          <p:attrName>style.visibility</p:attrName>
                                        </p:attrNameLst>
                                      </p:cBhvr>
                                      <p:to>
                                        <p:strVal val="visible"/>
                                      </p:to>
                                    </p:set>
                                  </p:childTnLst>
                                </p:cTn>
                              </p:par>
                              <p:par>
                                <p:cTn id="413" presetID="1" presetClass="entr" presetSubtype="0" fill="hold" grpId="0" nodeType="withEffect">
                                  <p:stCondLst>
                                    <p:cond delay="0"/>
                                  </p:stCondLst>
                                  <p:childTnLst>
                                    <p:set>
                                      <p:cBhvr>
                                        <p:cTn id="414" dur="1" fill="hold">
                                          <p:stCondLst>
                                            <p:cond delay="0"/>
                                          </p:stCondLst>
                                        </p:cTn>
                                        <p:tgtEl>
                                          <p:spTgt spid="242"/>
                                        </p:tgtEl>
                                        <p:attrNameLst>
                                          <p:attrName>style.visibility</p:attrName>
                                        </p:attrNameLst>
                                      </p:cBhvr>
                                      <p:to>
                                        <p:strVal val="visible"/>
                                      </p:to>
                                    </p:set>
                                  </p:childTnLst>
                                </p:cTn>
                              </p:par>
                              <p:par>
                                <p:cTn id="415" presetID="1" presetClass="entr" presetSubtype="0" fill="hold" grpId="0" nodeType="withEffect">
                                  <p:stCondLst>
                                    <p:cond delay="0"/>
                                  </p:stCondLst>
                                  <p:childTnLst>
                                    <p:set>
                                      <p:cBhvr>
                                        <p:cTn id="416" dur="1" fill="hold">
                                          <p:stCondLst>
                                            <p:cond delay="0"/>
                                          </p:stCondLst>
                                        </p:cTn>
                                        <p:tgtEl>
                                          <p:spTgt spid="243"/>
                                        </p:tgtEl>
                                        <p:attrNameLst>
                                          <p:attrName>style.visibility</p:attrName>
                                        </p:attrNameLst>
                                      </p:cBhvr>
                                      <p:to>
                                        <p:strVal val="visible"/>
                                      </p:to>
                                    </p:set>
                                  </p:childTnLst>
                                </p:cTn>
                              </p:par>
                              <p:par>
                                <p:cTn id="417" presetID="1" presetClass="entr" presetSubtype="0" fill="hold" grpId="0" nodeType="withEffect">
                                  <p:stCondLst>
                                    <p:cond delay="0"/>
                                  </p:stCondLst>
                                  <p:childTnLst>
                                    <p:set>
                                      <p:cBhvr>
                                        <p:cTn id="418" dur="1" fill="hold">
                                          <p:stCondLst>
                                            <p:cond delay="0"/>
                                          </p:stCondLst>
                                        </p:cTn>
                                        <p:tgtEl>
                                          <p:spTgt spid="244"/>
                                        </p:tgtEl>
                                        <p:attrNameLst>
                                          <p:attrName>style.visibility</p:attrName>
                                        </p:attrNameLst>
                                      </p:cBhvr>
                                      <p:to>
                                        <p:strVal val="visible"/>
                                      </p:to>
                                    </p:set>
                                  </p:childTnLst>
                                </p:cTn>
                              </p:par>
                              <p:par>
                                <p:cTn id="419" presetID="1" presetClass="entr" presetSubtype="0" fill="hold" grpId="0" nodeType="withEffect">
                                  <p:stCondLst>
                                    <p:cond delay="0"/>
                                  </p:stCondLst>
                                  <p:childTnLst>
                                    <p:set>
                                      <p:cBhvr>
                                        <p:cTn id="420" dur="1" fill="hold">
                                          <p:stCondLst>
                                            <p:cond delay="0"/>
                                          </p:stCondLst>
                                        </p:cTn>
                                        <p:tgtEl>
                                          <p:spTgt spid="245"/>
                                        </p:tgtEl>
                                        <p:attrNameLst>
                                          <p:attrName>style.visibility</p:attrName>
                                        </p:attrNameLst>
                                      </p:cBhvr>
                                      <p:to>
                                        <p:strVal val="visible"/>
                                      </p:to>
                                    </p:set>
                                  </p:childTnLst>
                                </p:cTn>
                              </p:par>
                              <p:par>
                                <p:cTn id="421" presetID="1" presetClass="entr" presetSubtype="0" fill="hold" grpId="0" nodeType="withEffect">
                                  <p:stCondLst>
                                    <p:cond delay="0"/>
                                  </p:stCondLst>
                                  <p:childTnLst>
                                    <p:set>
                                      <p:cBhvr>
                                        <p:cTn id="422" dur="1" fill="hold">
                                          <p:stCondLst>
                                            <p:cond delay="0"/>
                                          </p:stCondLst>
                                        </p:cTn>
                                        <p:tgtEl>
                                          <p:spTgt spid="246"/>
                                        </p:tgtEl>
                                        <p:attrNameLst>
                                          <p:attrName>style.visibility</p:attrName>
                                        </p:attrNameLst>
                                      </p:cBhvr>
                                      <p:to>
                                        <p:strVal val="visible"/>
                                      </p:to>
                                    </p:set>
                                  </p:childTnLst>
                                </p:cTn>
                              </p:par>
                              <p:par>
                                <p:cTn id="423" presetID="1" presetClass="entr" presetSubtype="0" fill="hold" grpId="0" nodeType="withEffect">
                                  <p:stCondLst>
                                    <p:cond delay="0"/>
                                  </p:stCondLst>
                                  <p:childTnLst>
                                    <p:set>
                                      <p:cBhvr>
                                        <p:cTn id="424" dur="1" fill="hold">
                                          <p:stCondLst>
                                            <p:cond delay="0"/>
                                          </p:stCondLst>
                                        </p:cTn>
                                        <p:tgtEl>
                                          <p:spTgt spid="247"/>
                                        </p:tgtEl>
                                        <p:attrNameLst>
                                          <p:attrName>style.visibility</p:attrName>
                                        </p:attrNameLst>
                                      </p:cBhvr>
                                      <p:to>
                                        <p:strVal val="visible"/>
                                      </p:to>
                                    </p:set>
                                  </p:childTnLst>
                                </p:cTn>
                              </p:par>
                              <p:par>
                                <p:cTn id="425" presetID="1" presetClass="entr" presetSubtype="0" fill="hold" grpId="0" nodeType="withEffect">
                                  <p:stCondLst>
                                    <p:cond delay="0"/>
                                  </p:stCondLst>
                                  <p:childTnLst>
                                    <p:set>
                                      <p:cBhvr>
                                        <p:cTn id="426" dur="1" fill="hold">
                                          <p:stCondLst>
                                            <p:cond delay="0"/>
                                          </p:stCondLst>
                                        </p:cTn>
                                        <p:tgtEl>
                                          <p:spTgt spid="248"/>
                                        </p:tgtEl>
                                        <p:attrNameLst>
                                          <p:attrName>style.visibility</p:attrName>
                                        </p:attrNameLst>
                                      </p:cBhvr>
                                      <p:to>
                                        <p:strVal val="visible"/>
                                      </p:to>
                                    </p:set>
                                  </p:childTnLst>
                                </p:cTn>
                              </p:par>
                              <p:par>
                                <p:cTn id="427" presetID="1" presetClass="entr" presetSubtype="0" fill="hold" grpId="0" nodeType="withEffect">
                                  <p:stCondLst>
                                    <p:cond delay="0"/>
                                  </p:stCondLst>
                                  <p:childTnLst>
                                    <p:set>
                                      <p:cBhvr>
                                        <p:cTn id="428" dur="1" fill="hold">
                                          <p:stCondLst>
                                            <p:cond delay="0"/>
                                          </p:stCondLst>
                                        </p:cTn>
                                        <p:tgtEl>
                                          <p:spTgt spid="249"/>
                                        </p:tgtEl>
                                        <p:attrNameLst>
                                          <p:attrName>style.visibility</p:attrName>
                                        </p:attrNameLst>
                                      </p:cBhvr>
                                      <p:to>
                                        <p:strVal val="visible"/>
                                      </p:to>
                                    </p:set>
                                  </p:childTnLst>
                                </p:cTn>
                              </p:par>
                              <p:par>
                                <p:cTn id="429" presetID="1" presetClass="entr" presetSubtype="0" fill="hold" grpId="0" nodeType="withEffect">
                                  <p:stCondLst>
                                    <p:cond delay="0"/>
                                  </p:stCondLst>
                                  <p:childTnLst>
                                    <p:set>
                                      <p:cBhvr>
                                        <p:cTn id="430" dur="1" fill="hold">
                                          <p:stCondLst>
                                            <p:cond delay="0"/>
                                          </p:stCondLst>
                                        </p:cTn>
                                        <p:tgtEl>
                                          <p:spTgt spid="250"/>
                                        </p:tgtEl>
                                        <p:attrNameLst>
                                          <p:attrName>style.visibility</p:attrName>
                                        </p:attrNameLst>
                                      </p:cBhvr>
                                      <p:to>
                                        <p:strVal val="visible"/>
                                      </p:to>
                                    </p:set>
                                  </p:childTnLst>
                                </p:cTn>
                              </p:par>
                              <p:par>
                                <p:cTn id="431" presetID="1" presetClass="entr" presetSubtype="0" fill="hold" grpId="0" nodeType="withEffect">
                                  <p:stCondLst>
                                    <p:cond delay="0"/>
                                  </p:stCondLst>
                                  <p:childTnLst>
                                    <p:set>
                                      <p:cBhvr>
                                        <p:cTn id="432" dur="1" fill="hold">
                                          <p:stCondLst>
                                            <p:cond delay="0"/>
                                          </p:stCondLst>
                                        </p:cTn>
                                        <p:tgtEl>
                                          <p:spTgt spid="251"/>
                                        </p:tgtEl>
                                        <p:attrNameLst>
                                          <p:attrName>style.visibility</p:attrName>
                                        </p:attrNameLst>
                                      </p:cBhvr>
                                      <p:to>
                                        <p:strVal val="visible"/>
                                      </p:to>
                                    </p:set>
                                  </p:childTnLst>
                                </p:cTn>
                              </p:par>
                              <p:par>
                                <p:cTn id="433" presetID="1" presetClass="entr" presetSubtype="0" fill="hold" grpId="0" nodeType="withEffect">
                                  <p:stCondLst>
                                    <p:cond delay="0"/>
                                  </p:stCondLst>
                                  <p:childTnLst>
                                    <p:set>
                                      <p:cBhvr>
                                        <p:cTn id="434" dur="1" fill="hold">
                                          <p:stCondLst>
                                            <p:cond delay="0"/>
                                          </p:stCondLst>
                                        </p:cTn>
                                        <p:tgtEl>
                                          <p:spTgt spid="252"/>
                                        </p:tgtEl>
                                        <p:attrNameLst>
                                          <p:attrName>style.visibility</p:attrName>
                                        </p:attrNameLst>
                                      </p:cBhvr>
                                      <p:to>
                                        <p:strVal val="visible"/>
                                      </p:to>
                                    </p:set>
                                  </p:childTnLst>
                                </p:cTn>
                              </p:par>
                              <p:par>
                                <p:cTn id="435" presetID="1" presetClass="entr" presetSubtype="0" fill="hold" grpId="0" nodeType="withEffect">
                                  <p:stCondLst>
                                    <p:cond delay="0"/>
                                  </p:stCondLst>
                                  <p:childTnLst>
                                    <p:set>
                                      <p:cBhvr>
                                        <p:cTn id="436" dur="1" fill="hold">
                                          <p:stCondLst>
                                            <p:cond delay="0"/>
                                          </p:stCondLst>
                                        </p:cTn>
                                        <p:tgtEl>
                                          <p:spTgt spid="253"/>
                                        </p:tgtEl>
                                        <p:attrNameLst>
                                          <p:attrName>style.visibility</p:attrName>
                                        </p:attrNameLst>
                                      </p:cBhvr>
                                      <p:to>
                                        <p:strVal val="visible"/>
                                      </p:to>
                                    </p:set>
                                  </p:childTnLst>
                                </p:cTn>
                              </p:par>
                              <p:par>
                                <p:cTn id="437" presetID="1" presetClass="entr" presetSubtype="0" fill="hold" grpId="0" nodeType="withEffect">
                                  <p:stCondLst>
                                    <p:cond delay="0"/>
                                  </p:stCondLst>
                                  <p:childTnLst>
                                    <p:set>
                                      <p:cBhvr>
                                        <p:cTn id="438" dur="1" fill="hold">
                                          <p:stCondLst>
                                            <p:cond delay="0"/>
                                          </p:stCondLst>
                                        </p:cTn>
                                        <p:tgtEl>
                                          <p:spTgt spid="254"/>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presetID="1" presetClass="entr" presetSubtype="0" fill="hold" grpId="0" nodeType="clickEffect">
                                  <p:stCondLst>
                                    <p:cond delay="0"/>
                                  </p:stCondLst>
                                  <p:childTnLst>
                                    <p:set>
                                      <p:cBhvr>
                                        <p:cTn id="442" dur="1" fill="hold">
                                          <p:stCondLst>
                                            <p:cond delay="0"/>
                                          </p:stCondLst>
                                        </p:cTn>
                                        <p:tgtEl>
                                          <p:spTgt spid="255"/>
                                        </p:tgtEl>
                                        <p:attrNameLst>
                                          <p:attrName>style.visibility</p:attrName>
                                        </p:attrNameLst>
                                      </p:cBhvr>
                                      <p:to>
                                        <p:strVal val="visible"/>
                                      </p:to>
                                    </p:set>
                                  </p:childTnLst>
                                </p:cTn>
                              </p:par>
                              <p:par>
                                <p:cTn id="443" presetID="1" presetClass="entr" presetSubtype="0" fill="hold" grpId="0" nodeType="withEffect">
                                  <p:stCondLst>
                                    <p:cond delay="0"/>
                                  </p:stCondLst>
                                  <p:childTnLst>
                                    <p:set>
                                      <p:cBhvr>
                                        <p:cTn id="444" dur="1" fill="hold">
                                          <p:stCondLst>
                                            <p:cond delay="0"/>
                                          </p:stCondLst>
                                        </p:cTn>
                                        <p:tgtEl>
                                          <p:spTgt spid="256"/>
                                        </p:tgtEl>
                                        <p:attrNameLst>
                                          <p:attrName>style.visibility</p:attrName>
                                        </p:attrNameLst>
                                      </p:cBhvr>
                                      <p:to>
                                        <p:strVal val="visible"/>
                                      </p:to>
                                    </p:set>
                                  </p:childTnLst>
                                </p:cTn>
                              </p:par>
                              <p:par>
                                <p:cTn id="445" presetID="1" presetClass="entr" presetSubtype="0" fill="hold" grpId="0" nodeType="withEffect">
                                  <p:stCondLst>
                                    <p:cond delay="0"/>
                                  </p:stCondLst>
                                  <p:childTnLst>
                                    <p:set>
                                      <p:cBhvr>
                                        <p:cTn id="446" dur="1" fill="hold">
                                          <p:stCondLst>
                                            <p:cond delay="0"/>
                                          </p:stCondLst>
                                        </p:cTn>
                                        <p:tgtEl>
                                          <p:spTgt spid="257"/>
                                        </p:tgtEl>
                                        <p:attrNameLst>
                                          <p:attrName>style.visibility</p:attrName>
                                        </p:attrNameLst>
                                      </p:cBhvr>
                                      <p:to>
                                        <p:strVal val="visible"/>
                                      </p:to>
                                    </p:set>
                                  </p:childTnLst>
                                </p:cTn>
                              </p:par>
                              <p:par>
                                <p:cTn id="447" presetID="1" presetClass="entr" presetSubtype="0" fill="hold" grpId="0" nodeType="withEffect">
                                  <p:stCondLst>
                                    <p:cond delay="0"/>
                                  </p:stCondLst>
                                  <p:childTnLst>
                                    <p:set>
                                      <p:cBhvr>
                                        <p:cTn id="448" dur="1" fill="hold">
                                          <p:stCondLst>
                                            <p:cond delay="0"/>
                                          </p:stCondLst>
                                        </p:cTn>
                                        <p:tgtEl>
                                          <p:spTgt spid="258"/>
                                        </p:tgtEl>
                                        <p:attrNameLst>
                                          <p:attrName>style.visibility</p:attrName>
                                        </p:attrNameLst>
                                      </p:cBhvr>
                                      <p:to>
                                        <p:strVal val="visible"/>
                                      </p:to>
                                    </p:set>
                                  </p:childTnLst>
                                </p:cTn>
                              </p:par>
                              <p:par>
                                <p:cTn id="449" presetID="1" presetClass="entr" presetSubtype="0" fill="hold" grpId="0" nodeType="withEffect">
                                  <p:stCondLst>
                                    <p:cond delay="0"/>
                                  </p:stCondLst>
                                  <p:childTnLst>
                                    <p:set>
                                      <p:cBhvr>
                                        <p:cTn id="450" dur="1" fill="hold">
                                          <p:stCondLst>
                                            <p:cond delay="0"/>
                                          </p:stCondLst>
                                        </p:cTn>
                                        <p:tgtEl>
                                          <p:spTgt spid="259"/>
                                        </p:tgtEl>
                                        <p:attrNameLst>
                                          <p:attrName>style.visibility</p:attrName>
                                        </p:attrNameLst>
                                      </p:cBhvr>
                                      <p:to>
                                        <p:strVal val="visible"/>
                                      </p:to>
                                    </p:set>
                                  </p:childTnLst>
                                </p:cTn>
                              </p:par>
                              <p:par>
                                <p:cTn id="451" presetID="1" presetClass="entr" presetSubtype="0" fill="hold" grpId="0" nodeType="withEffect">
                                  <p:stCondLst>
                                    <p:cond delay="0"/>
                                  </p:stCondLst>
                                  <p:childTnLst>
                                    <p:set>
                                      <p:cBhvr>
                                        <p:cTn id="452" dur="1" fill="hold">
                                          <p:stCondLst>
                                            <p:cond delay="0"/>
                                          </p:stCondLst>
                                        </p:cTn>
                                        <p:tgtEl>
                                          <p:spTgt spid="260"/>
                                        </p:tgtEl>
                                        <p:attrNameLst>
                                          <p:attrName>style.visibility</p:attrName>
                                        </p:attrNameLst>
                                      </p:cBhvr>
                                      <p:to>
                                        <p:strVal val="visible"/>
                                      </p:to>
                                    </p:set>
                                  </p:childTnLst>
                                </p:cTn>
                              </p:par>
                              <p:par>
                                <p:cTn id="453" presetID="1" presetClass="entr" presetSubtype="0" fill="hold" grpId="0" nodeType="withEffect">
                                  <p:stCondLst>
                                    <p:cond delay="0"/>
                                  </p:stCondLst>
                                  <p:childTnLst>
                                    <p:set>
                                      <p:cBhvr>
                                        <p:cTn id="454" dur="1" fill="hold">
                                          <p:stCondLst>
                                            <p:cond delay="0"/>
                                          </p:stCondLst>
                                        </p:cTn>
                                        <p:tgtEl>
                                          <p:spTgt spid="261"/>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0"/>
                                          </p:stCondLst>
                                        </p:cTn>
                                        <p:tgtEl>
                                          <p:spTgt spid="262"/>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0"/>
                                          </p:stCondLst>
                                        </p:cTn>
                                        <p:tgtEl>
                                          <p:spTgt spid="263"/>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0"/>
                                          </p:stCondLst>
                                        </p:cTn>
                                        <p:tgtEl>
                                          <p:spTgt spid="264"/>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0"/>
                                          </p:stCondLst>
                                        </p:cTn>
                                        <p:tgtEl>
                                          <p:spTgt spid="265"/>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0"/>
                                          </p:stCondLst>
                                        </p:cTn>
                                        <p:tgtEl>
                                          <p:spTgt spid="266"/>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0"/>
                                          </p:stCondLst>
                                        </p:cTn>
                                        <p:tgtEl>
                                          <p:spTgt spid="267"/>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0"/>
                                          </p:stCondLst>
                                        </p:cTn>
                                        <p:tgtEl>
                                          <p:spTgt spid="268"/>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0"/>
                                          </p:stCondLst>
                                        </p:cTn>
                                        <p:tgtEl>
                                          <p:spTgt spid="269"/>
                                        </p:tgtEl>
                                        <p:attrNameLst>
                                          <p:attrName>style.visibility</p:attrName>
                                        </p:attrNameLst>
                                      </p:cBhvr>
                                      <p:to>
                                        <p:strVal val="visible"/>
                                      </p:to>
                                    </p:set>
                                  </p:childTnLst>
                                </p:cTn>
                              </p:par>
                              <p:par>
                                <p:cTn id="471" presetID="1" presetClass="entr" presetSubtype="0" fill="hold" grpId="0" nodeType="withEffect">
                                  <p:stCondLst>
                                    <p:cond delay="0"/>
                                  </p:stCondLst>
                                  <p:childTnLst>
                                    <p:set>
                                      <p:cBhvr>
                                        <p:cTn id="472" dur="1" fill="hold">
                                          <p:stCondLst>
                                            <p:cond delay="0"/>
                                          </p:stCondLst>
                                        </p:cTn>
                                        <p:tgtEl>
                                          <p:spTgt spid="270"/>
                                        </p:tgtEl>
                                        <p:attrNameLst>
                                          <p:attrName>style.visibility</p:attrName>
                                        </p:attrNameLst>
                                      </p:cBhvr>
                                      <p:to>
                                        <p:strVal val="visible"/>
                                      </p:to>
                                    </p:set>
                                  </p:childTnLst>
                                </p:cTn>
                              </p:par>
                              <p:par>
                                <p:cTn id="473" presetID="1" presetClass="entr" presetSubtype="0" fill="hold" grpId="0" nodeType="withEffect">
                                  <p:stCondLst>
                                    <p:cond delay="0"/>
                                  </p:stCondLst>
                                  <p:childTnLst>
                                    <p:set>
                                      <p:cBhvr>
                                        <p:cTn id="474" dur="1" fill="hold">
                                          <p:stCondLst>
                                            <p:cond delay="0"/>
                                          </p:stCondLst>
                                        </p:cTn>
                                        <p:tgtEl>
                                          <p:spTgt spid="271"/>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0"/>
                                          </p:stCondLst>
                                        </p:cTn>
                                        <p:tgtEl>
                                          <p:spTgt spid="272"/>
                                        </p:tgtEl>
                                        <p:attrNameLst>
                                          <p:attrName>style.visibility</p:attrName>
                                        </p:attrNameLst>
                                      </p:cBhvr>
                                      <p:to>
                                        <p:strVal val="visible"/>
                                      </p:to>
                                    </p:set>
                                  </p:childTnLst>
                                </p:cTn>
                              </p:par>
                              <p:par>
                                <p:cTn id="477" presetID="1" presetClass="entr" presetSubtype="0" fill="hold" grpId="0" nodeType="withEffect">
                                  <p:stCondLst>
                                    <p:cond delay="0"/>
                                  </p:stCondLst>
                                  <p:childTnLst>
                                    <p:set>
                                      <p:cBhvr>
                                        <p:cTn id="478" dur="1" fill="hold">
                                          <p:stCondLst>
                                            <p:cond delay="0"/>
                                          </p:stCondLst>
                                        </p:cTn>
                                        <p:tgtEl>
                                          <p:spTgt spid="273"/>
                                        </p:tgtEl>
                                        <p:attrNameLst>
                                          <p:attrName>style.visibility</p:attrName>
                                        </p:attrNameLst>
                                      </p:cBhvr>
                                      <p:to>
                                        <p:strVal val="visible"/>
                                      </p:to>
                                    </p:set>
                                  </p:childTnLst>
                                </p:cTn>
                              </p:par>
                              <p:par>
                                <p:cTn id="479" presetID="1" presetClass="entr" presetSubtype="0" fill="hold" grpId="0" nodeType="withEffect">
                                  <p:stCondLst>
                                    <p:cond delay="0"/>
                                  </p:stCondLst>
                                  <p:childTnLst>
                                    <p:set>
                                      <p:cBhvr>
                                        <p:cTn id="480" dur="1" fill="hold">
                                          <p:stCondLst>
                                            <p:cond delay="0"/>
                                          </p:stCondLst>
                                        </p:cTn>
                                        <p:tgtEl>
                                          <p:spTgt spid="274"/>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0"/>
                                          </p:stCondLst>
                                        </p:cTn>
                                        <p:tgtEl>
                                          <p:spTgt spid="275"/>
                                        </p:tgtEl>
                                        <p:attrNameLst>
                                          <p:attrName>style.visibility</p:attrName>
                                        </p:attrNameLst>
                                      </p:cBhvr>
                                      <p:to>
                                        <p:strVal val="visible"/>
                                      </p:to>
                                    </p:set>
                                  </p:childTnLst>
                                </p:cTn>
                              </p:par>
                              <p:par>
                                <p:cTn id="483" presetID="1" presetClass="entr" presetSubtype="0" fill="hold" grpId="0" nodeType="withEffect">
                                  <p:stCondLst>
                                    <p:cond delay="0"/>
                                  </p:stCondLst>
                                  <p:childTnLst>
                                    <p:set>
                                      <p:cBhvr>
                                        <p:cTn id="484" dur="1" fill="hold">
                                          <p:stCondLst>
                                            <p:cond delay="0"/>
                                          </p:stCondLst>
                                        </p:cTn>
                                        <p:tgtEl>
                                          <p:spTgt spid="276"/>
                                        </p:tgtEl>
                                        <p:attrNameLst>
                                          <p:attrName>style.visibility</p:attrName>
                                        </p:attrNameLst>
                                      </p:cBhvr>
                                      <p:to>
                                        <p:strVal val="visible"/>
                                      </p:to>
                                    </p:set>
                                  </p:childTnLst>
                                </p:cTn>
                              </p:par>
                              <p:par>
                                <p:cTn id="485" presetID="1" presetClass="entr" presetSubtype="0" fill="hold" grpId="0" nodeType="withEffect">
                                  <p:stCondLst>
                                    <p:cond delay="0"/>
                                  </p:stCondLst>
                                  <p:childTnLst>
                                    <p:set>
                                      <p:cBhvr>
                                        <p:cTn id="486" dur="1" fill="hold">
                                          <p:stCondLst>
                                            <p:cond delay="0"/>
                                          </p:stCondLst>
                                        </p:cTn>
                                        <p:tgtEl>
                                          <p:spTgt spid="277"/>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0"/>
                                          </p:stCondLst>
                                        </p:cTn>
                                        <p:tgtEl>
                                          <p:spTgt spid="278"/>
                                        </p:tgtEl>
                                        <p:attrNameLst>
                                          <p:attrName>style.visibility</p:attrName>
                                        </p:attrNameLst>
                                      </p:cBhvr>
                                      <p:to>
                                        <p:strVal val="visible"/>
                                      </p:to>
                                    </p:set>
                                  </p:childTnLst>
                                </p:cTn>
                              </p:par>
                              <p:par>
                                <p:cTn id="489" presetID="1" presetClass="entr" presetSubtype="0" fill="hold" grpId="0" nodeType="withEffect">
                                  <p:stCondLst>
                                    <p:cond delay="0"/>
                                  </p:stCondLst>
                                  <p:childTnLst>
                                    <p:set>
                                      <p:cBhvr>
                                        <p:cTn id="490" dur="1" fill="hold">
                                          <p:stCondLst>
                                            <p:cond delay="0"/>
                                          </p:stCondLst>
                                        </p:cTn>
                                        <p:tgtEl>
                                          <p:spTgt spid="279"/>
                                        </p:tgtEl>
                                        <p:attrNameLst>
                                          <p:attrName>style.visibility</p:attrName>
                                        </p:attrNameLst>
                                      </p:cBhvr>
                                      <p:to>
                                        <p:strVal val="visible"/>
                                      </p:to>
                                    </p:set>
                                  </p:childTnLst>
                                </p:cTn>
                              </p:par>
                              <p:par>
                                <p:cTn id="491" presetID="1" presetClass="entr" presetSubtype="0" fill="hold" grpId="0" nodeType="withEffect">
                                  <p:stCondLst>
                                    <p:cond delay="0"/>
                                  </p:stCondLst>
                                  <p:childTnLst>
                                    <p:set>
                                      <p:cBhvr>
                                        <p:cTn id="492" dur="1" fill="hold">
                                          <p:stCondLst>
                                            <p:cond delay="0"/>
                                          </p:stCondLst>
                                        </p:cTn>
                                        <p:tgtEl>
                                          <p:spTgt spid="280"/>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0"/>
                                          </p:stCondLst>
                                        </p:cTn>
                                        <p:tgtEl>
                                          <p:spTgt spid="281"/>
                                        </p:tgtEl>
                                        <p:attrNameLst>
                                          <p:attrName>style.visibility</p:attrName>
                                        </p:attrNameLst>
                                      </p:cBhvr>
                                      <p:to>
                                        <p:strVal val="visible"/>
                                      </p:to>
                                    </p:set>
                                  </p:childTnLst>
                                </p:cTn>
                              </p:par>
                              <p:par>
                                <p:cTn id="495" presetID="1" presetClass="entr" presetSubtype="0" fill="hold" grpId="0" nodeType="withEffect">
                                  <p:stCondLst>
                                    <p:cond delay="0"/>
                                  </p:stCondLst>
                                  <p:childTnLst>
                                    <p:set>
                                      <p:cBhvr>
                                        <p:cTn id="496" dur="1" fill="hold">
                                          <p:stCondLst>
                                            <p:cond delay="0"/>
                                          </p:stCondLst>
                                        </p:cTn>
                                        <p:tgtEl>
                                          <p:spTgt spid="282"/>
                                        </p:tgtEl>
                                        <p:attrNameLst>
                                          <p:attrName>style.visibility</p:attrName>
                                        </p:attrNameLst>
                                      </p:cBhvr>
                                      <p:to>
                                        <p:strVal val="visible"/>
                                      </p:to>
                                    </p:set>
                                  </p:childTnLst>
                                </p:cTn>
                              </p:par>
                              <p:par>
                                <p:cTn id="497" presetID="1" presetClass="entr" presetSubtype="0" fill="hold" grpId="0" nodeType="withEffect">
                                  <p:stCondLst>
                                    <p:cond delay="0"/>
                                  </p:stCondLst>
                                  <p:childTnLst>
                                    <p:set>
                                      <p:cBhvr>
                                        <p:cTn id="498" dur="1" fill="hold">
                                          <p:stCondLst>
                                            <p:cond delay="0"/>
                                          </p:stCondLst>
                                        </p:cTn>
                                        <p:tgtEl>
                                          <p:spTgt spid="283"/>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0"/>
                                          </p:stCondLst>
                                        </p:cTn>
                                        <p:tgtEl>
                                          <p:spTgt spid="284"/>
                                        </p:tgtEl>
                                        <p:attrNameLst>
                                          <p:attrName>style.visibility</p:attrName>
                                        </p:attrNameLst>
                                      </p:cBhvr>
                                      <p:to>
                                        <p:strVal val="visible"/>
                                      </p:to>
                                    </p:set>
                                  </p:childTnLst>
                                </p:cTn>
                              </p:par>
                              <p:par>
                                <p:cTn id="501" presetID="1" presetClass="entr" presetSubtype="0" fill="hold" grpId="0" nodeType="withEffect">
                                  <p:stCondLst>
                                    <p:cond delay="0"/>
                                  </p:stCondLst>
                                  <p:childTnLst>
                                    <p:set>
                                      <p:cBhvr>
                                        <p:cTn id="502" dur="1" fill="hold">
                                          <p:stCondLst>
                                            <p:cond delay="0"/>
                                          </p:stCondLst>
                                        </p:cTn>
                                        <p:tgtEl>
                                          <p:spTgt spid="285"/>
                                        </p:tgtEl>
                                        <p:attrNameLst>
                                          <p:attrName>style.visibility</p:attrName>
                                        </p:attrNameLst>
                                      </p:cBhvr>
                                      <p:to>
                                        <p:strVal val="visible"/>
                                      </p:to>
                                    </p:set>
                                  </p:childTnLst>
                                </p:cTn>
                              </p:par>
                              <p:par>
                                <p:cTn id="503" presetID="1" presetClass="entr" presetSubtype="0" fill="hold" grpId="0" nodeType="withEffect">
                                  <p:stCondLst>
                                    <p:cond delay="0"/>
                                  </p:stCondLst>
                                  <p:childTnLst>
                                    <p:set>
                                      <p:cBhvr>
                                        <p:cTn id="504" dur="1" fill="hold">
                                          <p:stCondLst>
                                            <p:cond delay="0"/>
                                          </p:stCondLst>
                                        </p:cTn>
                                        <p:tgtEl>
                                          <p:spTgt spid="286"/>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0"/>
                                          </p:stCondLst>
                                        </p:cTn>
                                        <p:tgtEl>
                                          <p:spTgt spid="287"/>
                                        </p:tgtEl>
                                        <p:attrNameLst>
                                          <p:attrName>style.visibility</p:attrName>
                                        </p:attrNameLst>
                                      </p:cBhvr>
                                      <p:to>
                                        <p:strVal val="visible"/>
                                      </p:to>
                                    </p:set>
                                  </p:childTnLst>
                                </p:cTn>
                              </p:par>
                              <p:par>
                                <p:cTn id="507" presetID="1" presetClass="entr" presetSubtype="0" fill="hold" grpId="0" nodeType="withEffect">
                                  <p:stCondLst>
                                    <p:cond delay="0"/>
                                  </p:stCondLst>
                                  <p:childTnLst>
                                    <p:set>
                                      <p:cBhvr>
                                        <p:cTn id="508" dur="1" fill="hold">
                                          <p:stCondLst>
                                            <p:cond delay="0"/>
                                          </p:stCondLst>
                                        </p:cTn>
                                        <p:tgtEl>
                                          <p:spTgt spid="288"/>
                                        </p:tgtEl>
                                        <p:attrNameLst>
                                          <p:attrName>style.visibility</p:attrName>
                                        </p:attrNameLst>
                                      </p:cBhvr>
                                      <p:to>
                                        <p:strVal val="visible"/>
                                      </p:to>
                                    </p:set>
                                  </p:childTnLst>
                                </p:cTn>
                              </p:par>
                            </p:childTnLst>
                          </p:cTn>
                        </p:par>
                      </p:childTnLst>
                    </p:cTn>
                  </p:par>
                  <p:par>
                    <p:cTn id="509" fill="hold">
                      <p:stCondLst>
                        <p:cond delay="indefinite"/>
                      </p:stCondLst>
                      <p:childTnLst>
                        <p:par>
                          <p:cTn id="510" fill="hold">
                            <p:stCondLst>
                              <p:cond delay="0"/>
                            </p:stCondLst>
                            <p:childTnLst>
                              <p:par>
                                <p:cTn id="511" presetID="1" presetClass="entr" presetSubtype="0" fill="hold" grpId="0" nodeType="clickEffect">
                                  <p:stCondLst>
                                    <p:cond delay="0"/>
                                  </p:stCondLst>
                                  <p:childTnLst>
                                    <p:set>
                                      <p:cBhvr>
                                        <p:cTn id="512" dur="1" fill="hold">
                                          <p:stCondLst>
                                            <p:cond delay="0"/>
                                          </p:stCondLst>
                                        </p:cTn>
                                        <p:tgtEl>
                                          <p:spTgt spid="289"/>
                                        </p:tgtEl>
                                        <p:attrNameLst>
                                          <p:attrName>style.visibility</p:attrName>
                                        </p:attrNameLst>
                                      </p:cBhvr>
                                      <p:to>
                                        <p:strVal val="visible"/>
                                      </p:to>
                                    </p:set>
                                  </p:childTnLst>
                                </p:cTn>
                              </p:par>
                              <p:par>
                                <p:cTn id="513" presetID="1" presetClass="entr" presetSubtype="0" fill="hold" grpId="0" nodeType="withEffect">
                                  <p:stCondLst>
                                    <p:cond delay="0"/>
                                  </p:stCondLst>
                                  <p:childTnLst>
                                    <p:set>
                                      <p:cBhvr>
                                        <p:cTn id="514" dur="1" fill="hold">
                                          <p:stCondLst>
                                            <p:cond delay="0"/>
                                          </p:stCondLst>
                                        </p:cTn>
                                        <p:tgtEl>
                                          <p:spTgt spid="290"/>
                                        </p:tgtEl>
                                        <p:attrNameLst>
                                          <p:attrName>style.visibility</p:attrName>
                                        </p:attrNameLst>
                                      </p:cBhvr>
                                      <p:to>
                                        <p:strVal val="visible"/>
                                      </p:to>
                                    </p:set>
                                  </p:childTnLst>
                                </p:cTn>
                              </p:par>
                              <p:par>
                                <p:cTn id="515" presetID="1" presetClass="entr" presetSubtype="0" fill="hold" grpId="0" nodeType="withEffect">
                                  <p:stCondLst>
                                    <p:cond delay="0"/>
                                  </p:stCondLst>
                                  <p:childTnLst>
                                    <p:set>
                                      <p:cBhvr>
                                        <p:cTn id="516" dur="1" fill="hold">
                                          <p:stCondLst>
                                            <p:cond delay="0"/>
                                          </p:stCondLst>
                                        </p:cTn>
                                        <p:tgtEl>
                                          <p:spTgt spid="291"/>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0"/>
                                          </p:stCondLst>
                                        </p:cTn>
                                        <p:tgtEl>
                                          <p:spTgt spid="292"/>
                                        </p:tgtEl>
                                        <p:attrNameLst>
                                          <p:attrName>style.visibility</p:attrName>
                                        </p:attrNameLst>
                                      </p:cBhvr>
                                      <p:to>
                                        <p:strVal val="visible"/>
                                      </p:to>
                                    </p:set>
                                  </p:childTnLst>
                                </p:cTn>
                              </p:par>
                              <p:par>
                                <p:cTn id="519" presetID="1" presetClass="entr" presetSubtype="0" fill="hold" grpId="0" nodeType="withEffect">
                                  <p:stCondLst>
                                    <p:cond delay="0"/>
                                  </p:stCondLst>
                                  <p:childTnLst>
                                    <p:set>
                                      <p:cBhvr>
                                        <p:cTn id="520" dur="1" fill="hold">
                                          <p:stCondLst>
                                            <p:cond delay="0"/>
                                          </p:stCondLst>
                                        </p:cTn>
                                        <p:tgtEl>
                                          <p:spTgt spid="293"/>
                                        </p:tgtEl>
                                        <p:attrNameLst>
                                          <p:attrName>style.visibility</p:attrName>
                                        </p:attrNameLst>
                                      </p:cBhvr>
                                      <p:to>
                                        <p:strVal val="visible"/>
                                      </p:to>
                                    </p:set>
                                  </p:childTnLst>
                                </p:cTn>
                              </p:par>
                              <p:par>
                                <p:cTn id="521" presetID="1" presetClass="entr" presetSubtype="0" fill="hold" grpId="0" nodeType="withEffect">
                                  <p:stCondLst>
                                    <p:cond delay="0"/>
                                  </p:stCondLst>
                                  <p:childTnLst>
                                    <p:set>
                                      <p:cBhvr>
                                        <p:cTn id="522" dur="1" fill="hold">
                                          <p:stCondLst>
                                            <p:cond delay="0"/>
                                          </p:stCondLst>
                                        </p:cTn>
                                        <p:tgtEl>
                                          <p:spTgt spid="294"/>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0"/>
                                          </p:stCondLst>
                                        </p:cTn>
                                        <p:tgtEl>
                                          <p:spTgt spid="295"/>
                                        </p:tgtEl>
                                        <p:attrNameLst>
                                          <p:attrName>style.visibility</p:attrName>
                                        </p:attrNameLst>
                                      </p:cBhvr>
                                      <p:to>
                                        <p:strVal val="visible"/>
                                      </p:to>
                                    </p:set>
                                  </p:childTnLst>
                                </p:cTn>
                              </p:par>
                              <p:par>
                                <p:cTn id="525" presetID="1" presetClass="entr" presetSubtype="0" fill="hold" grpId="0" nodeType="withEffect">
                                  <p:stCondLst>
                                    <p:cond delay="0"/>
                                  </p:stCondLst>
                                  <p:childTnLst>
                                    <p:set>
                                      <p:cBhvr>
                                        <p:cTn id="526" dur="1" fill="hold">
                                          <p:stCondLst>
                                            <p:cond delay="0"/>
                                          </p:stCondLst>
                                        </p:cTn>
                                        <p:tgtEl>
                                          <p:spTgt spid="296"/>
                                        </p:tgtEl>
                                        <p:attrNameLst>
                                          <p:attrName>style.visibility</p:attrName>
                                        </p:attrNameLst>
                                      </p:cBhvr>
                                      <p:to>
                                        <p:strVal val="visible"/>
                                      </p:to>
                                    </p:set>
                                  </p:childTnLst>
                                </p:cTn>
                              </p:par>
                              <p:par>
                                <p:cTn id="527" presetID="1" presetClass="entr" presetSubtype="0" fill="hold" grpId="0" nodeType="withEffect">
                                  <p:stCondLst>
                                    <p:cond delay="0"/>
                                  </p:stCondLst>
                                  <p:childTnLst>
                                    <p:set>
                                      <p:cBhvr>
                                        <p:cTn id="528" dur="1" fill="hold">
                                          <p:stCondLst>
                                            <p:cond delay="0"/>
                                          </p:stCondLst>
                                        </p:cTn>
                                        <p:tgtEl>
                                          <p:spTgt spid="297"/>
                                        </p:tgtEl>
                                        <p:attrNameLst>
                                          <p:attrName>style.visibility</p:attrName>
                                        </p:attrNameLst>
                                      </p:cBhvr>
                                      <p:to>
                                        <p:strVal val="visible"/>
                                      </p:to>
                                    </p:set>
                                  </p:childTnLst>
                                </p:cTn>
                              </p:par>
                              <p:par>
                                <p:cTn id="529" presetID="1" presetClass="entr" presetSubtype="0" fill="hold" grpId="0" nodeType="withEffect">
                                  <p:stCondLst>
                                    <p:cond delay="0"/>
                                  </p:stCondLst>
                                  <p:childTnLst>
                                    <p:set>
                                      <p:cBhvr>
                                        <p:cTn id="530" dur="1" fill="hold">
                                          <p:stCondLst>
                                            <p:cond delay="0"/>
                                          </p:stCondLst>
                                        </p:cTn>
                                        <p:tgtEl>
                                          <p:spTgt spid="298"/>
                                        </p:tgtEl>
                                        <p:attrNameLst>
                                          <p:attrName>style.visibility</p:attrName>
                                        </p:attrNameLst>
                                      </p:cBhvr>
                                      <p:to>
                                        <p:strVal val="visible"/>
                                      </p:to>
                                    </p:set>
                                  </p:childTnLst>
                                </p:cTn>
                              </p:par>
                              <p:par>
                                <p:cTn id="531" presetID="1" presetClass="entr" presetSubtype="0" fill="hold" grpId="0" nodeType="withEffect">
                                  <p:stCondLst>
                                    <p:cond delay="0"/>
                                  </p:stCondLst>
                                  <p:childTnLst>
                                    <p:set>
                                      <p:cBhvr>
                                        <p:cTn id="532" dur="1" fill="hold">
                                          <p:stCondLst>
                                            <p:cond delay="0"/>
                                          </p:stCondLst>
                                        </p:cTn>
                                        <p:tgtEl>
                                          <p:spTgt spid="299"/>
                                        </p:tgtEl>
                                        <p:attrNameLst>
                                          <p:attrName>style.visibility</p:attrName>
                                        </p:attrNameLst>
                                      </p:cBhvr>
                                      <p:to>
                                        <p:strVal val="visible"/>
                                      </p:to>
                                    </p:set>
                                  </p:childTnLst>
                                </p:cTn>
                              </p:par>
                              <p:par>
                                <p:cTn id="533" presetID="1" presetClass="entr" presetSubtype="0" fill="hold" grpId="0" nodeType="withEffect">
                                  <p:stCondLst>
                                    <p:cond delay="0"/>
                                  </p:stCondLst>
                                  <p:childTnLst>
                                    <p:set>
                                      <p:cBhvr>
                                        <p:cTn id="534" dur="1" fill="hold">
                                          <p:stCondLst>
                                            <p:cond delay="0"/>
                                          </p:stCondLst>
                                        </p:cTn>
                                        <p:tgtEl>
                                          <p:spTgt spid="300"/>
                                        </p:tgtEl>
                                        <p:attrNameLst>
                                          <p:attrName>style.visibility</p:attrName>
                                        </p:attrNameLst>
                                      </p:cBhvr>
                                      <p:to>
                                        <p:strVal val="visible"/>
                                      </p:to>
                                    </p:set>
                                  </p:childTnLst>
                                </p:cTn>
                              </p:par>
                              <p:par>
                                <p:cTn id="535" presetID="1" presetClass="entr" presetSubtype="0" fill="hold" grpId="0" nodeType="withEffect">
                                  <p:stCondLst>
                                    <p:cond delay="0"/>
                                  </p:stCondLst>
                                  <p:childTnLst>
                                    <p:set>
                                      <p:cBhvr>
                                        <p:cTn id="536" dur="1" fill="hold">
                                          <p:stCondLst>
                                            <p:cond delay="0"/>
                                          </p:stCondLst>
                                        </p:cTn>
                                        <p:tgtEl>
                                          <p:spTgt spid="301"/>
                                        </p:tgtEl>
                                        <p:attrNameLst>
                                          <p:attrName>style.visibility</p:attrName>
                                        </p:attrNameLst>
                                      </p:cBhvr>
                                      <p:to>
                                        <p:strVal val="visible"/>
                                      </p:to>
                                    </p:set>
                                  </p:childTnLst>
                                </p:cTn>
                              </p:par>
                              <p:par>
                                <p:cTn id="537" presetID="1" presetClass="entr" presetSubtype="0" fill="hold" grpId="0" nodeType="withEffect">
                                  <p:stCondLst>
                                    <p:cond delay="0"/>
                                  </p:stCondLst>
                                  <p:childTnLst>
                                    <p:set>
                                      <p:cBhvr>
                                        <p:cTn id="538" dur="1" fill="hold">
                                          <p:stCondLst>
                                            <p:cond delay="0"/>
                                          </p:stCondLst>
                                        </p:cTn>
                                        <p:tgtEl>
                                          <p:spTgt spid="302"/>
                                        </p:tgtEl>
                                        <p:attrNameLst>
                                          <p:attrName>style.visibility</p:attrName>
                                        </p:attrNameLst>
                                      </p:cBhvr>
                                      <p:to>
                                        <p:strVal val="visible"/>
                                      </p:to>
                                    </p:set>
                                  </p:childTnLst>
                                </p:cTn>
                              </p:par>
                              <p:par>
                                <p:cTn id="539" presetID="1" presetClass="entr" presetSubtype="0" fill="hold" grpId="0" nodeType="withEffect">
                                  <p:stCondLst>
                                    <p:cond delay="0"/>
                                  </p:stCondLst>
                                  <p:childTnLst>
                                    <p:set>
                                      <p:cBhvr>
                                        <p:cTn id="540" dur="1" fill="hold">
                                          <p:stCondLst>
                                            <p:cond delay="0"/>
                                          </p:stCondLst>
                                        </p:cTn>
                                        <p:tgtEl>
                                          <p:spTgt spid="303"/>
                                        </p:tgtEl>
                                        <p:attrNameLst>
                                          <p:attrName>style.visibility</p:attrName>
                                        </p:attrNameLst>
                                      </p:cBhvr>
                                      <p:to>
                                        <p:strVal val="visible"/>
                                      </p:to>
                                    </p:set>
                                  </p:childTnLst>
                                </p:cTn>
                              </p:par>
                              <p:par>
                                <p:cTn id="541" presetID="1" presetClass="entr" presetSubtype="0" fill="hold" grpId="0" nodeType="withEffect">
                                  <p:stCondLst>
                                    <p:cond delay="0"/>
                                  </p:stCondLst>
                                  <p:childTnLst>
                                    <p:set>
                                      <p:cBhvr>
                                        <p:cTn id="542" dur="1" fill="hold">
                                          <p:stCondLst>
                                            <p:cond delay="0"/>
                                          </p:stCondLst>
                                        </p:cTn>
                                        <p:tgtEl>
                                          <p:spTgt spid="304"/>
                                        </p:tgtEl>
                                        <p:attrNameLst>
                                          <p:attrName>style.visibility</p:attrName>
                                        </p:attrNameLst>
                                      </p:cBhvr>
                                      <p:to>
                                        <p:strVal val="visible"/>
                                      </p:to>
                                    </p:set>
                                  </p:childTnLst>
                                </p:cTn>
                              </p:par>
                              <p:par>
                                <p:cTn id="543" presetID="1" presetClass="entr" presetSubtype="0" fill="hold" grpId="0" nodeType="withEffect">
                                  <p:stCondLst>
                                    <p:cond delay="0"/>
                                  </p:stCondLst>
                                  <p:childTnLst>
                                    <p:set>
                                      <p:cBhvr>
                                        <p:cTn id="544" dur="1" fill="hold">
                                          <p:stCondLst>
                                            <p:cond delay="0"/>
                                          </p:stCondLst>
                                        </p:cTn>
                                        <p:tgtEl>
                                          <p:spTgt spid="305"/>
                                        </p:tgtEl>
                                        <p:attrNameLst>
                                          <p:attrName>style.visibility</p:attrName>
                                        </p:attrNameLst>
                                      </p:cBhvr>
                                      <p:to>
                                        <p:strVal val="visible"/>
                                      </p:to>
                                    </p:set>
                                  </p:childTnLst>
                                </p:cTn>
                              </p:par>
                              <p:par>
                                <p:cTn id="545" presetID="1" presetClass="entr" presetSubtype="0" fill="hold" grpId="0" nodeType="withEffect">
                                  <p:stCondLst>
                                    <p:cond delay="0"/>
                                  </p:stCondLst>
                                  <p:childTnLst>
                                    <p:set>
                                      <p:cBhvr>
                                        <p:cTn id="546" dur="1" fill="hold">
                                          <p:stCondLst>
                                            <p:cond delay="0"/>
                                          </p:stCondLst>
                                        </p:cTn>
                                        <p:tgtEl>
                                          <p:spTgt spid="306"/>
                                        </p:tgtEl>
                                        <p:attrNameLst>
                                          <p:attrName>style.visibility</p:attrName>
                                        </p:attrNameLst>
                                      </p:cBhvr>
                                      <p:to>
                                        <p:strVal val="visible"/>
                                      </p:to>
                                    </p:set>
                                  </p:childTnLst>
                                </p:cTn>
                              </p:par>
                              <p:par>
                                <p:cTn id="547" presetID="1" presetClass="entr" presetSubtype="0" fill="hold" grpId="0" nodeType="withEffect">
                                  <p:stCondLst>
                                    <p:cond delay="0"/>
                                  </p:stCondLst>
                                  <p:childTnLst>
                                    <p:set>
                                      <p:cBhvr>
                                        <p:cTn id="548" dur="1" fill="hold">
                                          <p:stCondLst>
                                            <p:cond delay="0"/>
                                          </p:stCondLst>
                                        </p:cTn>
                                        <p:tgtEl>
                                          <p:spTgt spid="307"/>
                                        </p:tgtEl>
                                        <p:attrNameLst>
                                          <p:attrName>style.visibility</p:attrName>
                                        </p:attrNameLst>
                                      </p:cBhvr>
                                      <p:to>
                                        <p:strVal val="visible"/>
                                      </p:to>
                                    </p:set>
                                  </p:childTnLst>
                                </p:cTn>
                              </p:par>
                              <p:par>
                                <p:cTn id="549" presetID="1" presetClass="entr" presetSubtype="0" fill="hold" grpId="0" nodeType="withEffect">
                                  <p:stCondLst>
                                    <p:cond delay="0"/>
                                  </p:stCondLst>
                                  <p:childTnLst>
                                    <p:set>
                                      <p:cBhvr>
                                        <p:cTn id="550" dur="1" fill="hold">
                                          <p:stCondLst>
                                            <p:cond delay="0"/>
                                          </p:stCondLst>
                                        </p:cTn>
                                        <p:tgtEl>
                                          <p:spTgt spid="308"/>
                                        </p:tgtEl>
                                        <p:attrNameLst>
                                          <p:attrName>style.visibility</p:attrName>
                                        </p:attrNameLst>
                                      </p:cBhvr>
                                      <p:to>
                                        <p:strVal val="visible"/>
                                      </p:to>
                                    </p:set>
                                  </p:childTnLst>
                                </p:cTn>
                              </p:par>
                              <p:par>
                                <p:cTn id="551" presetID="1" presetClass="entr" presetSubtype="0" fill="hold" grpId="0" nodeType="withEffect">
                                  <p:stCondLst>
                                    <p:cond delay="0"/>
                                  </p:stCondLst>
                                  <p:childTnLst>
                                    <p:set>
                                      <p:cBhvr>
                                        <p:cTn id="552" dur="1" fill="hold">
                                          <p:stCondLst>
                                            <p:cond delay="0"/>
                                          </p:stCondLst>
                                        </p:cTn>
                                        <p:tgtEl>
                                          <p:spTgt spid="309"/>
                                        </p:tgtEl>
                                        <p:attrNameLst>
                                          <p:attrName>style.visibility</p:attrName>
                                        </p:attrNameLst>
                                      </p:cBhvr>
                                      <p:to>
                                        <p:strVal val="visible"/>
                                      </p:to>
                                    </p:set>
                                  </p:childTnLst>
                                </p:cTn>
                              </p:par>
                              <p:par>
                                <p:cTn id="553" presetID="1" presetClass="entr" presetSubtype="0" fill="hold" grpId="0" nodeType="withEffect">
                                  <p:stCondLst>
                                    <p:cond delay="0"/>
                                  </p:stCondLst>
                                  <p:childTnLst>
                                    <p:set>
                                      <p:cBhvr>
                                        <p:cTn id="554" dur="1" fill="hold">
                                          <p:stCondLst>
                                            <p:cond delay="0"/>
                                          </p:stCondLst>
                                        </p:cTn>
                                        <p:tgtEl>
                                          <p:spTgt spid="310"/>
                                        </p:tgtEl>
                                        <p:attrNameLst>
                                          <p:attrName>style.visibility</p:attrName>
                                        </p:attrNameLst>
                                      </p:cBhvr>
                                      <p:to>
                                        <p:strVal val="visible"/>
                                      </p:to>
                                    </p:set>
                                  </p:childTnLst>
                                </p:cTn>
                              </p:par>
                              <p:par>
                                <p:cTn id="555" presetID="1" presetClass="entr" presetSubtype="0" fill="hold" grpId="0" nodeType="withEffect">
                                  <p:stCondLst>
                                    <p:cond delay="0"/>
                                  </p:stCondLst>
                                  <p:childTnLst>
                                    <p:set>
                                      <p:cBhvr>
                                        <p:cTn id="556" dur="1" fill="hold">
                                          <p:stCondLst>
                                            <p:cond delay="0"/>
                                          </p:stCondLst>
                                        </p:cTn>
                                        <p:tgtEl>
                                          <p:spTgt spid="311"/>
                                        </p:tgtEl>
                                        <p:attrNameLst>
                                          <p:attrName>style.visibility</p:attrName>
                                        </p:attrNameLst>
                                      </p:cBhvr>
                                      <p:to>
                                        <p:strVal val="visible"/>
                                      </p:to>
                                    </p:set>
                                  </p:childTnLst>
                                </p:cTn>
                              </p:par>
                              <p:par>
                                <p:cTn id="557" presetID="1" presetClass="entr" presetSubtype="0" fill="hold" grpId="0" nodeType="withEffect">
                                  <p:stCondLst>
                                    <p:cond delay="0"/>
                                  </p:stCondLst>
                                  <p:childTnLst>
                                    <p:set>
                                      <p:cBhvr>
                                        <p:cTn id="558" dur="1" fill="hold">
                                          <p:stCondLst>
                                            <p:cond delay="0"/>
                                          </p:stCondLst>
                                        </p:cTn>
                                        <p:tgtEl>
                                          <p:spTgt spid="312"/>
                                        </p:tgtEl>
                                        <p:attrNameLst>
                                          <p:attrName>style.visibility</p:attrName>
                                        </p:attrNameLst>
                                      </p:cBhvr>
                                      <p:to>
                                        <p:strVal val="visible"/>
                                      </p:to>
                                    </p:set>
                                  </p:childTnLst>
                                </p:cTn>
                              </p:par>
                              <p:par>
                                <p:cTn id="559" presetID="1" presetClass="entr" presetSubtype="0" fill="hold" grpId="0" nodeType="withEffect">
                                  <p:stCondLst>
                                    <p:cond delay="0"/>
                                  </p:stCondLst>
                                  <p:childTnLst>
                                    <p:set>
                                      <p:cBhvr>
                                        <p:cTn id="560" dur="1" fill="hold">
                                          <p:stCondLst>
                                            <p:cond delay="0"/>
                                          </p:stCondLst>
                                        </p:cTn>
                                        <p:tgtEl>
                                          <p:spTgt spid="313"/>
                                        </p:tgtEl>
                                        <p:attrNameLst>
                                          <p:attrName>style.visibility</p:attrName>
                                        </p:attrNameLst>
                                      </p:cBhvr>
                                      <p:to>
                                        <p:strVal val="visible"/>
                                      </p:to>
                                    </p:set>
                                  </p:childTnLst>
                                </p:cTn>
                              </p:par>
                              <p:par>
                                <p:cTn id="561" presetID="1" presetClass="entr" presetSubtype="0" fill="hold" grpId="0" nodeType="withEffect">
                                  <p:stCondLst>
                                    <p:cond delay="0"/>
                                  </p:stCondLst>
                                  <p:childTnLst>
                                    <p:set>
                                      <p:cBhvr>
                                        <p:cTn id="562" dur="1" fill="hold">
                                          <p:stCondLst>
                                            <p:cond delay="0"/>
                                          </p:stCondLst>
                                        </p:cTn>
                                        <p:tgtEl>
                                          <p:spTgt spid="314"/>
                                        </p:tgtEl>
                                        <p:attrNameLst>
                                          <p:attrName>style.visibility</p:attrName>
                                        </p:attrNameLst>
                                      </p:cBhvr>
                                      <p:to>
                                        <p:strVal val="visible"/>
                                      </p:to>
                                    </p:set>
                                  </p:childTnLst>
                                </p:cTn>
                              </p:par>
                              <p:par>
                                <p:cTn id="563" presetID="1" presetClass="entr" presetSubtype="0" fill="hold" grpId="0" nodeType="withEffect">
                                  <p:stCondLst>
                                    <p:cond delay="0"/>
                                  </p:stCondLst>
                                  <p:childTnLst>
                                    <p:set>
                                      <p:cBhvr>
                                        <p:cTn id="564" dur="1" fill="hold">
                                          <p:stCondLst>
                                            <p:cond delay="0"/>
                                          </p:stCondLst>
                                        </p:cTn>
                                        <p:tgtEl>
                                          <p:spTgt spid="315"/>
                                        </p:tgtEl>
                                        <p:attrNameLst>
                                          <p:attrName>style.visibility</p:attrName>
                                        </p:attrNameLst>
                                      </p:cBhvr>
                                      <p:to>
                                        <p:strVal val="visible"/>
                                      </p:to>
                                    </p:set>
                                  </p:childTnLst>
                                </p:cTn>
                              </p:par>
                              <p:par>
                                <p:cTn id="565" presetID="1" presetClass="entr" presetSubtype="0" fill="hold" grpId="0" nodeType="withEffect">
                                  <p:stCondLst>
                                    <p:cond delay="0"/>
                                  </p:stCondLst>
                                  <p:childTnLst>
                                    <p:set>
                                      <p:cBhvr>
                                        <p:cTn id="566" dur="1" fill="hold">
                                          <p:stCondLst>
                                            <p:cond delay="0"/>
                                          </p:stCondLst>
                                        </p:cTn>
                                        <p:tgtEl>
                                          <p:spTgt spid="316"/>
                                        </p:tgtEl>
                                        <p:attrNameLst>
                                          <p:attrName>style.visibility</p:attrName>
                                        </p:attrNameLst>
                                      </p:cBhvr>
                                      <p:to>
                                        <p:strVal val="visible"/>
                                      </p:to>
                                    </p:set>
                                  </p:childTnLst>
                                </p:cTn>
                              </p:par>
                              <p:par>
                                <p:cTn id="567" presetID="1" presetClass="entr" presetSubtype="0" fill="hold" grpId="0" nodeType="withEffect">
                                  <p:stCondLst>
                                    <p:cond delay="0"/>
                                  </p:stCondLst>
                                  <p:childTnLst>
                                    <p:set>
                                      <p:cBhvr>
                                        <p:cTn id="568" dur="1" fill="hold">
                                          <p:stCondLst>
                                            <p:cond delay="0"/>
                                          </p:stCondLst>
                                        </p:cTn>
                                        <p:tgtEl>
                                          <p:spTgt spid="317"/>
                                        </p:tgtEl>
                                        <p:attrNameLst>
                                          <p:attrName>style.visibility</p:attrName>
                                        </p:attrNameLst>
                                      </p:cBhvr>
                                      <p:to>
                                        <p:strVal val="visible"/>
                                      </p:to>
                                    </p:set>
                                  </p:childTnLst>
                                </p:cTn>
                              </p:par>
                              <p:par>
                                <p:cTn id="569" presetID="1" presetClass="entr" presetSubtype="0" fill="hold" grpId="0" nodeType="withEffect">
                                  <p:stCondLst>
                                    <p:cond delay="0"/>
                                  </p:stCondLst>
                                  <p:childTnLst>
                                    <p:set>
                                      <p:cBhvr>
                                        <p:cTn id="570" dur="1" fill="hold">
                                          <p:stCondLst>
                                            <p:cond delay="0"/>
                                          </p:stCondLst>
                                        </p:cTn>
                                        <p:tgtEl>
                                          <p:spTgt spid="318"/>
                                        </p:tgtEl>
                                        <p:attrNameLst>
                                          <p:attrName>style.visibility</p:attrName>
                                        </p:attrNameLst>
                                      </p:cBhvr>
                                      <p:to>
                                        <p:strVal val="visible"/>
                                      </p:to>
                                    </p:set>
                                  </p:childTnLst>
                                </p:cTn>
                              </p:par>
                              <p:par>
                                <p:cTn id="571" presetID="1" presetClass="entr" presetSubtype="0" fill="hold" grpId="0" nodeType="withEffect">
                                  <p:stCondLst>
                                    <p:cond delay="0"/>
                                  </p:stCondLst>
                                  <p:childTnLst>
                                    <p:set>
                                      <p:cBhvr>
                                        <p:cTn id="572" dur="1" fill="hold">
                                          <p:stCondLst>
                                            <p:cond delay="0"/>
                                          </p:stCondLst>
                                        </p:cTn>
                                        <p:tgtEl>
                                          <p:spTgt spid="319"/>
                                        </p:tgtEl>
                                        <p:attrNameLst>
                                          <p:attrName>style.visibility</p:attrName>
                                        </p:attrNameLst>
                                      </p:cBhvr>
                                      <p:to>
                                        <p:strVal val="visible"/>
                                      </p:to>
                                    </p:set>
                                  </p:childTnLst>
                                </p:cTn>
                              </p:par>
                              <p:par>
                                <p:cTn id="573" presetID="1" presetClass="entr" presetSubtype="0" fill="hold" grpId="0" nodeType="withEffect">
                                  <p:stCondLst>
                                    <p:cond delay="0"/>
                                  </p:stCondLst>
                                  <p:childTnLst>
                                    <p:set>
                                      <p:cBhvr>
                                        <p:cTn id="574" dur="1" fill="hold">
                                          <p:stCondLst>
                                            <p:cond delay="0"/>
                                          </p:stCondLst>
                                        </p:cTn>
                                        <p:tgtEl>
                                          <p:spTgt spid="320"/>
                                        </p:tgtEl>
                                        <p:attrNameLst>
                                          <p:attrName>style.visibility</p:attrName>
                                        </p:attrNameLst>
                                      </p:cBhvr>
                                      <p:to>
                                        <p:strVal val="visible"/>
                                      </p:to>
                                    </p:set>
                                  </p:childTnLst>
                                </p:cTn>
                              </p:par>
                              <p:par>
                                <p:cTn id="575" presetID="1" presetClass="entr" presetSubtype="0" fill="hold" grpId="0" nodeType="withEffect">
                                  <p:stCondLst>
                                    <p:cond delay="0"/>
                                  </p:stCondLst>
                                  <p:childTnLst>
                                    <p:set>
                                      <p:cBhvr>
                                        <p:cTn id="576" dur="1" fill="hold">
                                          <p:stCondLst>
                                            <p:cond delay="0"/>
                                          </p:stCondLst>
                                        </p:cTn>
                                        <p:tgtEl>
                                          <p:spTgt spid="321"/>
                                        </p:tgtEl>
                                        <p:attrNameLst>
                                          <p:attrName>style.visibility</p:attrName>
                                        </p:attrNameLst>
                                      </p:cBhvr>
                                      <p:to>
                                        <p:strVal val="visible"/>
                                      </p:to>
                                    </p:set>
                                  </p:childTnLst>
                                </p:cTn>
                              </p:par>
                              <p:par>
                                <p:cTn id="577" presetID="1" presetClass="entr" presetSubtype="0" fill="hold" grpId="0" nodeType="withEffect">
                                  <p:stCondLst>
                                    <p:cond delay="0"/>
                                  </p:stCondLst>
                                  <p:childTnLst>
                                    <p:set>
                                      <p:cBhvr>
                                        <p:cTn id="578" dur="1" fill="hold">
                                          <p:stCondLst>
                                            <p:cond delay="0"/>
                                          </p:stCondLst>
                                        </p:cTn>
                                        <p:tgtEl>
                                          <p:spTgt spid="322"/>
                                        </p:tgtEl>
                                        <p:attrNameLst>
                                          <p:attrName>style.visibility</p:attrName>
                                        </p:attrNameLst>
                                      </p:cBhvr>
                                      <p:to>
                                        <p:strVal val="visible"/>
                                      </p:to>
                                    </p:set>
                                  </p:childTnLst>
                                </p:cTn>
                              </p:par>
                              <p:par>
                                <p:cTn id="579" presetID="1" presetClass="entr" presetSubtype="0" fill="hold" grpId="0" nodeType="withEffect">
                                  <p:stCondLst>
                                    <p:cond delay="0"/>
                                  </p:stCondLst>
                                  <p:childTnLst>
                                    <p:set>
                                      <p:cBhvr>
                                        <p:cTn id="580" dur="1" fill="hold">
                                          <p:stCondLst>
                                            <p:cond delay="0"/>
                                          </p:stCondLst>
                                        </p:cTn>
                                        <p:tgtEl>
                                          <p:spTgt spid="323"/>
                                        </p:tgtEl>
                                        <p:attrNameLst>
                                          <p:attrName>style.visibility</p:attrName>
                                        </p:attrNameLst>
                                      </p:cBhvr>
                                      <p:to>
                                        <p:strVal val="visible"/>
                                      </p:to>
                                    </p:set>
                                  </p:childTnLst>
                                </p:cTn>
                              </p:par>
                              <p:par>
                                <p:cTn id="581" presetID="1" presetClass="entr" presetSubtype="0" fill="hold" grpId="0" nodeType="withEffect">
                                  <p:stCondLst>
                                    <p:cond delay="0"/>
                                  </p:stCondLst>
                                  <p:childTnLst>
                                    <p:set>
                                      <p:cBhvr>
                                        <p:cTn id="582" dur="1" fill="hold">
                                          <p:stCondLst>
                                            <p:cond delay="0"/>
                                          </p:stCondLst>
                                        </p:cTn>
                                        <p:tgtEl>
                                          <p:spTgt spid="324"/>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presetID="1" presetClass="entr" presetSubtype="0" fill="hold" grpId="0" nodeType="clickEffect">
                                  <p:stCondLst>
                                    <p:cond delay="0"/>
                                  </p:stCondLst>
                                  <p:childTnLst>
                                    <p:set>
                                      <p:cBhvr>
                                        <p:cTn id="586" dur="1" fill="hold">
                                          <p:stCondLst>
                                            <p:cond delay="0"/>
                                          </p:stCondLst>
                                        </p:cTn>
                                        <p:tgtEl>
                                          <p:spTgt spid="325"/>
                                        </p:tgtEl>
                                        <p:attrNameLst>
                                          <p:attrName>style.visibility</p:attrName>
                                        </p:attrNameLst>
                                      </p:cBhvr>
                                      <p:to>
                                        <p:strVal val="visible"/>
                                      </p:to>
                                    </p:set>
                                  </p:childTnLst>
                                </p:cTn>
                              </p:par>
                              <p:par>
                                <p:cTn id="587" presetID="1" presetClass="entr" presetSubtype="0" fill="hold" grpId="0" nodeType="withEffect">
                                  <p:stCondLst>
                                    <p:cond delay="0"/>
                                  </p:stCondLst>
                                  <p:childTnLst>
                                    <p:set>
                                      <p:cBhvr>
                                        <p:cTn id="588" dur="1" fill="hold">
                                          <p:stCondLst>
                                            <p:cond delay="0"/>
                                          </p:stCondLst>
                                        </p:cTn>
                                        <p:tgtEl>
                                          <p:spTgt spid="326"/>
                                        </p:tgtEl>
                                        <p:attrNameLst>
                                          <p:attrName>style.visibility</p:attrName>
                                        </p:attrNameLst>
                                      </p:cBhvr>
                                      <p:to>
                                        <p:strVal val="visible"/>
                                      </p:to>
                                    </p:set>
                                  </p:childTnLst>
                                </p:cTn>
                              </p:par>
                              <p:par>
                                <p:cTn id="589" presetID="1" presetClass="entr" presetSubtype="0" fill="hold" grpId="0" nodeType="withEffect">
                                  <p:stCondLst>
                                    <p:cond delay="0"/>
                                  </p:stCondLst>
                                  <p:childTnLst>
                                    <p:set>
                                      <p:cBhvr>
                                        <p:cTn id="590" dur="1" fill="hold">
                                          <p:stCondLst>
                                            <p:cond delay="0"/>
                                          </p:stCondLst>
                                        </p:cTn>
                                        <p:tgtEl>
                                          <p:spTgt spid="327"/>
                                        </p:tgtEl>
                                        <p:attrNameLst>
                                          <p:attrName>style.visibility</p:attrName>
                                        </p:attrNameLst>
                                      </p:cBhvr>
                                      <p:to>
                                        <p:strVal val="visible"/>
                                      </p:to>
                                    </p:set>
                                  </p:childTnLst>
                                </p:cTn>
                              </p:par>
                              <p:par>
                                <p:cTn id="591" presetID="1" presetClass="entr" presetSubtype="0" fill="hold" grpId="0" nodeType="withEffect">
                                  <p:stCondLst>
                                    <p:cond delay="0"/>
                                  </p:stCondLst>
                                  <p:childTnLst>
                                    <p:set>
                                      <p:cBhvr>
                                        <p:cTn id="592" dur="1" fill="hold">
                                          <p:stCondLst>
                                            <p:cond delay="0"/>
                                          </p:stCondLst>
                                        </p:cTn>
                                        <p:tgtEl>
                                          <p:spTgt spid="328"/>
                                        </p:tgtEl>
                                        <p:attrNameLst>
                                          <p:attrName>style.visibility</p:attrName>
                                        </p:attrNameLst>
                                      </p:cBhvr>
                                      <p:to>
                                        <p:strVal val="visible"/>
                                      </p:to>
                                    </p:set>
                                  </p:childTnLst>
                                </p:cTn>
                              </p:par>
                              <p:par>
                                <p:cTn id="593" presetID="1" presetClass="entr" presetSubtype="0" fill="hold" grpId="0" nodeType="withEffect">
                                  <p:stCondLst>
                                    <p:cond delay="0"/>
                                  </p:stCondLst>
                                  <p:childTnLst>
                                    <p:set>
                                      <p:cBhvr>
                                        <p:cTn id="594" dur="1" fill="hold">
                                          <p:stCondLst>
                                            <p:cond delay="0"/>
                                          </p:stCondLst>
                                        </p:cTn>
                                        <p:tgtEl>
                                          <p:spTgt spid="329"/>
                                        </p:tgtEl>
                                        <p:attrNameLst>
                                          <p:attrName>style.visibility</p:attrName>
                                        </p:attrNameLst>
                                      </p:cBhvr>
                                      <p:to>
                                        <p:strVal val="visible"/>
                                      </p:to>
                                    </p:set>
                                  </p:childTnLst>
                                </p:cTn>
                              </p:par>
                              <p:par>
                                <p:cTn id="595" presetID="1" presetClass="entr" presetSubtype="0" fill="hold" grpId="0" nodeType="withEffect">
                                  <p:stCondLst>
                                    <p:cond delay="0"/>
                                  </p:stCondLst>
                                  <p:childTnLst>
                                    <p:set>
                                      <p:cBhvr>
                                        <p:cTn id="596" dur="1" fill="hold">
                                          <p:stCondLst>
                                            <p:cond delay="0"/>
                                          </p:stCondLst>
                                        </p:cTn>
                                        <p:tgtEl>
                                          <p:spTgt spid="330"/>
                                        </p:tgtEl>
                                        <p:attrNameLst>
                                          <p:attrName>style.visibility</p:attrName>
                                        </p:attrNameLst>
                                      </p:cBhvr>
                                      <p:to>
                                        <p:strVal val="visible"/>
                                      </p:to>
                                    </p:set>
                                  </p:childTnLst>
                                </p:cTn>
                              </p:par>
                              <p:par>
                                <p:cTn id="597" presetID="1" presetClass="entr" presetSubtype="0" fill="hold" grpId="0" nodeType="withEffect">
                                  <p:stCondLst>
                                    <p:cond delay="0"/>
                                  </p:stCondLst>
                                  <p:childTnLst>
                                    <p:set>
                                      <p:cBhvr>
                                        <p:cTn id="598" dur="1" fill="hold">
                                          <p:stCondLst>
                                            <p:cond delay="0"/>
                                          </p:stCondLst>
                                        </p:cTn>
                                        <p:tgtEl>
                                          <p:spTgt spid="331"/>
                                        </p:tgtEl>
                                        <p:attrNameLst>
                                          <p:attrName>style.visibility</p:attrName>
                                        </p:attrNameLst>
                                      </p:cBhvr>
                                      <p:to>
                                        <p:strVal val="visible"/>
                                      </p:to>
                                    </p:set>
                                  </p:childTnLst>
                                </p:cTn>
                              </p:par>
                              <p:par>
                                <p:cTn id="599" presetID="1" presetClass="entr" presetSubtype="0" fill="hold" grpId="0" nodeType="withEffect">
                                  <p:stCondLst>
                                    <p:cond delay="0"/>
                                  </p:stCondLst>
                                  <p:childTnLst>
                                    <p:set>
                                      <p:cBhvr>
                                        <p:cTn id="600" dur="1" fill="hold">
                                          <p:stCondLst>
                                            <p:cond delay="0"/>
                                          </p:stCondLst>
                                        </p:cTn>
                                        <p:tgtEl>
                                          <p:spTgt spid="332"/>
                                        </p:tgtEl>
                                        <p:attrNameLst>
                                          <p:attrName>style.visibility</p:attrName>
                                        </p:attrNameLst>
                                      </p:cBhvr>
                                      <p:to>
                                        <p:strVal val="visible"/>
                                      </p:to>
                                    </p:set>
                                  </p:childTnLst>
                                </p:cTn>
                              </p:par>
                              <p:par>
                                <p:cTn id="601" presetID="1" presetClass="entr" presetSubtype="0" fill="hold" grpId="0" nodeType="withEffect">
                                  <p:stCondLst>
                                    <p:cond delay="0"/>
                                  </p:stCondLst>
                                  <p:childTnLst>
                                    <p:set>
                                      <p:cBhvr>
                                        <p:cTn id="602" dur="1" fill="hold">
                                          <p:stCondLst>
                                            <p:cond delay="0"/>
                                          </p:stCondLst>
                                        </p:cTn>
                                        <p:tgtEl>
                                          <p:spTgt spid="333"/>
                                        </p:tgtEl>
                                        <p:attrNameLst>
                                          <p:attrName>style.visibility</p:attrName>
                                        </p:attrNameLst>
                                      </p:cBhvr>
                                      <p:to>
                                        <p:strVal val="visible"/>
                                      </p:to>
                                    </p:set>
                                  </p:childTnLst>
                                </p:cTn>
                              </p:par>
                              <p:par>
                                <p:cTn id="603" presetID="1" presetClass="entr" presetSubtype="0" fill="hold" grpId="0" nodeType="withEffect">
                                  <p:stCondLst>
                                    <p:cond delay="0"/>
                                  </p:stCondLst>
                                  <p:childTnLst>
                                    <p:set>
                                      <p:cBhvr>
                                        <p:cTn id="604" dur="1" fill="hold">
                                          <p:stCondLst>
                                            <p:cond delay="0"/>
                                          </p:stCondLst>
                                        </p:cTn>
                                        <p:tgtEl>
                                          <p:spTgt spid="334"/>
                                        </p:tgtEl>
                                        <p:attrNameLst>
                                          <p:attrName>style.visibility</p:attrName>
                                        </p:attrNameLst>
                                      </p:cBhvr>
                                      <p:to>
                                        <p:strVal val="visible"/>
                                      </p:to>
                                    </p:set>
                                  </p:childTnLst>
                                </p:cTn>
                              </p:par>
                              <p:par>
                                <p:cTn id="605" presetID="1" presetClass="entr" presetSubtype="0" fill="hold" grpId="0" nodeType="withEffect">
                                  <p:stCondLst>
                                    <p:cond delay="0"/>
                                  </p:stCondLst>
                                  <p:childTnLst>
                                    <p:set>
                                      <p:cBhvr>
                                        <p:cTn id="606" dur="1" fill="hold">
                                          <p:stCondLst>
                                            <p:cond delay="0"/>
                                          </p:stCondLst>
                                        </p:cTn>
                                        <p:tgtEl>
                                          <p:spTgt spid="335"/>
                                        </p:tgtEl>
                                        <p:attrNameLst>
                                          <p:attrName>style.visibility</p:attrName>
                                        </p:attrNameLst>
                                      </p:cBhvr>
                                      <p:to>
                                        <p:strVal val="visible"/>
                                      </p:to>
                                    </p:set>
                                  </p:childTnLst>
                                </p:cTn>
                              </p:par>
                              <p:par>
                                <p:cTn id="607" presetID="1" presetClass="entr" presetSubtype="0" fill="hold" grpId="0" nodeType="withEffect">
                                  <p:stCondLst>
                                    <p:cond delay="0"/>
                                  </p:stCondLst>
                                  <p:childTnLst>
                                    <p:set>
                                      <p:cBhvr>
                                        <p:cTn id="608" dur="1" fill="hold">
                                          <p:stCondLst>
                                            <p:cond delay="0"/>
                                          </p:stCondLst>
                                        </p:cTn>
                                        <p:tgtEl>
                                          <p:spTgt spid="336"/>
                                        </p:tgtEl>
                                        <p:attrNameLst>
                                          <p:attrName>style.visibility</p:attrName>
                                        </p:attrNameLst>
                                      </p:cBhvr>
                                      <p:to>
                                        <p:strVal val="visible"/>
                                      </p:to>
                                    </p:set>
                                  </p:childTnLst>
                                </p:cTn>
                              </p:par>
                              <p:par>
                                <p:cTn id="609" presetID="1" presetClass="entr" presetSubtype="0" fill="hold" grpId="0" nodeType="withEffect">
                                  <p:stCondLst>
                                    <p:cond delay="0"/>
                                  </p:stCondLst>
                                  <p:childTnLst>
                                    <p:set>
                                      <p:cBhvr>
                                        <p:cTn id="610" dur="1" fill="hold">
                                          <p:stCondLst>
                                            <p:cond delay="0"/>
                                          </p:stCondLst>
                                        </p:cTn>
                                        <p:tgtEl>
                                          <p:spTgt spid="337"/>
                                        </p:tgtEl>
                                        <p:attrNameLst>
                                          <p:attrName>style.visibility</p:attrName>
                                        </p:attrNameLst>
                                      </p:cBhvr>
                                      <p:to>
                                        <p:strVal val="visible"/>
                                      </p:to>
                                    </p:set>
                                  </p:childTnLst>
                                </p:cTn>
                              </p:par>
                              <p:par>
                                <p:cTn id="611" presetID="1" presetClass="entr" presetSubtype="0" fill="hold" grpId="0" nodeType="withEffect">
                                  <p:stCondLst>
                                    <p:cond delay="0"/>
                                  </p:stCondLst>
                                  <p:childTnLst>
                                    <p:set>
                                      <p:cBhvr>
                                        <p:cTn id="612" dur="1" fill="hold">
                                          <p:stCondLst>
                                            <p:cond delay="0"/>
                                          </p:stCondLst>
                                        </p:cTn>
                                        <p:tgtEl>
                                          <p:spTgt spid="338"/>
                                        </p:tgtEl>
                                        <p:attrNameLst>
                                          <p:attrName>style.visibility</p:attrName>
                                        </p:attrNameLst>
                                      </p:cBhvr>
                                      <p:to>
                                        <p:strVal val="visible"/>
                                      </p:to>
                                    </p:set>
                                  </p:childTnLst>
                                </p:cTn>
                              </p:par>
                              <p:par>
                                <p:cTn id="613" presetID="1" presetClass="entr" presetSubtype="0" fill="hold" grpId="0" nodeType="withEffect">
                                  <p:stCondLst>
                                    <p:cond delay="0"/>
                                  </p:stCondLst>
                                  <p:childTnLst>
                                    <p:set>
                                      <p:cBhvr>
                                        <p:cTn id="614" dur="1" fill="hold">
                                          <p:stCondLst>
                                            <p:cond delay="0"/>
                                          </p:stCondLst>
                                        </p:cTn>
                                        <p:tgtEl>
                                          <p:spTgt spid="339"/>
                                        </p:tgtEl>
                                        <p:attrNameLst>
                                          <p:attrName>style.visibility</p:attrName>
                                        </p:attrNameLst>
                                      </p:cBhvr>
                                      <p:to>
                                        <p:strVal val="visible"/>
                                      </p:to>
                                    </p:set>
                                  </p:childTnLst>
                                </p:cTn>
                              </p:par>
                              <p:par>
                                <p:cTn id="615" presetID="1" presetClass="entr" presetSubtype="0" fill="hold" grpId="0" nodeType="withEffect">
                                  <p:stCondLst>
                                    <p:cond delay="0"/>
                                  </p:stCondLst>
                                  <p:childTnLst>
                                    <p:set>
                                      <p:cBhvr>
                                        <p:cTn id="616" dur="1" fill="hold">
                                          <p:stCondLst>
                                            <p:cond delay="0"/>
                                          </p:stCondLst>
                                        </p:cTn>
                                        <p:tgtEl>
                                          <p:spTgt spid="340"/>
                                        </p:tgtEl>
                                        <p:attrNameLst>
                                          <p:attrName>style.visibility</p:attrName>
                                        </p:attrNameLst>
                                      </p:cBhvr>
                                      <p:to>
                                        <p:strVal val="visible"/>
                                      </p:to>
                                    </p:set>
                                  </p:childTnLst>
                                </p:cTn>
                              </p:par>
                              <p:par>
                                <p:cTn id="617" presetID="1" presetClass="entr" presetSubtype="0" fill="hold" grpId="0" nodeType="withEffect">
                                  <p:stCondLst>
                                    <p:cond delay="0"/>
                                  </p:stCondLst>
                                  <p:childTnLst>
                                    <p:set>
                                      <p:cBhvr>
                                        <p:cTn id="618" dur="1" fill="hold">
                                          <p:stCondLst>
                                            <p:cond delay="0"/>
                                          </p:stCondLst>
                                        </p:cTn>
                                        <p:tgtEl>
                                          <p:spTgt spid="341"/>
                                        </p:tgtEl>
                                        <p:attrNameLst>
                                          <p:attrName>style.visibility</p:attrName>
                                        </p:attrNameLst>
                                      </p:cBhvr>
                                      <p:to>
                                        <p:strVal val="visible"/>
                                      </p:to>
                                    </p:set>
                                  </p:childTnLst>
                                </p:cTn>
                              </p:par>
                              <p:par>
                                <p:cTn id="619" presetID="1" presetClass="entr" presetSubtype="0" fill="hold" grpId="0" nodeType="withEffect">
                                  <p:stCondLst>
                                    <p:cond delay="0"/>
                                  </p:stCondLst>
                                  <p:childTnLst>
                                    <p:set>
                                      <p:cBhvr>
                                        <p:cTn id="620" dur="1" fill="hold">
                                          <p:stCondLst>
                                            <p:cond delay="0"/>
                                          </p:stCondLst>
                                        </p:cTn>
                                        <p:tgtEl>
                                          <p:spTgt spid="342"/>
                                        </p:tgtEl>
                                        <p:attrNameLst>
                                          <p:attrName>style.visibility</p:attrName>
                                        </p:attrNameLst>
                                      </p:cBhvr>
                                      <p:to>
                                        <p:strVal val="visible"/>
                                      </p:to>
                                    </p:set>
                                  </p:childTnLst>
                                </p:cTn>
                              </p:par>
                              <p:par>
                                <p:cTn id="621" presetID="1" presetClass="entr" presetSubtype="0" fill="hold" grpId="0" nodeType="withEffect">
                                  <p:stCondLst>
                                    <p:cond delay="0"/>
                                  </p:stCondLst>
                                  <p:childTnLst>
                                    <p:set>
                                      <p:cBhvr>
                                        <p:cTn id="622" dur="1" fill="hold">
                                          <p:stCondLst>
                                            <p:cond delay="0"/>
                                          </p:stCondLst>
                                        </p:cTn>
                                        <p:tgtEl>
                                          <p:spTgt spid="343"/>
                                        </p:tgtEl>
                                        <p:attrNameLst>
                                          <p:attrName>style.visibility</p:attrName>
                                        </p:attrNameLst>
                                      </p:cBhvr>
                                      <p:to>
                                        <p:strVal val="visible"/>
                                      </p:to>
                                    </p:set>
                                  </p:childTnLst>
                                </p:cTn>
                              </p:par>
                              <p:par>
                                <p:cTn id="623" presetID="1" presetClass="entr" presetSubtype="0" fill="hold" grpId="0" nodeType="withEffect">
                                  <p:stCondLst>
                                    <p:cond delay="0"/>
                                  </p:stCondLst>
                                  <p:childTnLst>
                                    <p:set>
                                      <p:cBhvr>
                                        <p:cTn id="624" dur="1" fill="hold">
                                          <p:stCondLst>
                                            <p:cond delay="0"/>
                                          </p:stCondLst>
                                        </p:cTn>
                                        <p:tgtEl>
                                          <p:spTgt spid="344"/>
                                        </p:tgtEl>
                                        <p:attrNameLst>
                                          <p:attrName>style.visibility</p:attrName>
                                        </p:attrNameLst>
                                      </p:cBhvr>
                                      <p:to>
                                        <p:strVal val="visible"/>
                                      </p:to>
                                    </p:set>
                                  </p:childTnLst>
                                </p:cTn>
                              </p:par>
                              <p:par>
                                <p:cTn id="625" presetID="1" presetClass="entr" presetSubtype="0" fill="hold" grpId="0" nodeType="withEffect">
                                  <p:stCondLst>
                                    <p:cond delay="0"/>
                                  </p:stCondLst>
                                  <p:childTnLst>
                                    <p:set>
                                      <p:cBhvr>
                                        <p:cTn id="626" dur="1" fill="hold">
                                          <p:stCondLst>
                                            <p:cond delay="0"/>
                                          </p:stCondLst>
                                        </p:cTn>
                                        <p:tgtEl>
                                          <p:spTgt spid="345"/>
                                        </p:tgtEl>
                                        <p:attrNameLst>
                                          <p:attrName>style.visibility</p:attrName>
                                        </p:attrNameLst>
                                      </p:cBhvr>
                                      <p:to>
                                        <p:strVal val="visible"/>
                                      </p:to>
                                    </p:set>
                                  </p:childTnLst>
                                </p:cTn>
                              </p:par>
                              <p:par>
                                <p:cTn id="627" presetID="1" presetClass="entr" presetSubtype="0" fill="hold" grpId="0" nodeType="withEffect">
                                  <p:stCondLst>
                                    <p:cond delay="0"/>
                                  </p:stCondLst>
                                  <p:childTnLst>
                                    <p:set>
                                      <p:cBhvr>
                                        <p:cTn id="628" dur="1" fill="hold">
                                          <p:stCondLst>
                                            <p:cond delay="0"/>
                                          </p:stCondLst>
                                        </p:cTn>
                                        <p:tgtEl>
                                          <p:spTgt spid="346"/>
                                        </p:tgtEl>
                                        <p:attrNameLst>
                                          <p:attrName>style.visibility</p:attrName>
                                        </p:attrNameLst>
                                      </p:cBhvr>
                                      <p:to>
                                        <p:strVal val="visible"/>
                                      </p:to>
                                    </p:set>
                                  </p:childTnLst>
                                </p:cTn>
                              </p:par>
                              <p:par>
                                <p:cTn id="629" presetID="1" presetClass="entr" presetSubtype="0" fill="hold" grpId="0" nodeType="withEffect">
                                  <p:stCondLst>
                                    <p:cond delay="0"/>
                                  </p:stCondLst>
                                  <p:childTnLst>
                                    <p:set>
                                      <p:cBhvr>
                                        <p:cTn id="630" dur="1" fill="hold">
                                          <p:stCondLst>
                                            <p:cond delay="0"/>
                                          </p:stCondLst>
                                        </p:cTn>
                                        <p:tgtEl>
                                          <p:spTgt spid="347"/>
                                        </p:tgtEl>
                                        <p:attrNameLst>
                                          <p:attrName>style.visibility</p:attrName>
                                        </p:attrNameLst>
                                      </p:cBhvr>
                                      <p:to>
                                        <p:strVal val="visible"/>
                                      </p:to>
                                    </p:set>
                                  </p:childTnLst>
                                </p:cTn>
                              </p:par>
                              <p:par>
                                <p:cTn id="631" presetID="1" presetClass="entr" presetSubtype="0" fill="hold" grpId="0" nodeType="withEffect">
                                  <p:stCondLst>
                                    <p:cond delay="0"/>
                                  </p:stCondLst>
                                  <p:childTnLst>
                                    <p:set>
                                      <p:cBhvr>
                                        <p:cTn id="632" dur="1" fill="hold">
                                          <p:stCondLst>
                                            <p:cond delay="0"/>
                                          </p:stCondLst>
                                        </p:cTn>
                                        <p:tgtEl>
                                          <p:spTgt spid="348"/>
                                        </p:tgtEl>
                                        <p:attrNameLst>
                                          <p:attrName>style.visibility</p:attrName>
                                        </p:attrNameLst>
                                      </p:cBhvr>
                                      <p:to>
                                        <p:strVal val="visible"/>
                                      </p:to>
                                    </p:set>
                                  </p:childTnLst>
                                </p:cTn>
                              </p:par>
                              <p:par>
                                <p:cTn id="633" presetID="1" presetClass="entr" presetSubtype="0" fill="hold" grpId="0" nodeType="withEffect">
                                  <p:stCondLst>
                                    <p:cond delay="0"/>
                                  </p:stCondLst>
                                  <p:childTnLst>
                                    <p:set>
                                      <p:cBhvr>
                                        <p:cTn id="634" dur="1" fill="hold">
                                          <p:stCondLst>
                                            <p:cond delay="0"/>
                                          </p:stCondLst>
                                        </p:cTn>
                                        <p:tgtEl>
                                          <p:spTgt spid="349"/>
                                        </p:tgtEl>
                                        <p:attrNameLst>
                                          <p:attrName>style.visibility</p:attrName>
                                        </p:attrNameLst>
                                      </p:cBhvr>
                                      <p:to>
                                        <p:strVal val="visible"/>
                                      </p:to>
                                    </p:set>
                                  </p:childTnLst>
                                </p:cTn>
                              </p:par>
                              <p:par>
                                <p:cTn id="635" presetID="1" presetClass="entr" presetSubtype="0" fill="hold" grpId="0" nodeType="withEffect">
                                  <p:stCondLst>
                                    <p:cond delay="0"/>
                                  </p:stCondLst>
                                  <p:childTnLst>
                                    <p:set>
                                      <p:cBhvr>
                                        <p:cTn id="636" dur="1" fill="hold">
                                          <p:stCondLst>
                                            <p:cond delay="0"/>
                                          </p:stCondLst>
                                        </p:cTn>
                                        <p:tgtEl>
                                          <p:spTgt spid="350"/>
                                        </p:tgtEl>
                                        <p:attrNameLst>
                                          <p:attrName>style.visibility</p:attrName>
                                        </p:attrNameLst>
                                      </p:cBhvr>
                                      <p:to>
                                        <p:strVal val="visible"/>
                                      </p:to>
                                    </p:set>
                                  </p:childTnLst>
                                </p:cTn>
                              </p:par>
                              <p:par>
                                <p:cTn id="637" presetID="1" presetClass="entr" presetSubtype="0" fill="hold" grpId="0" nodeType="withEffect">
                                  <p:stCondLst>
                                    <p:cond delay="0"/>
                                  </p:stCondLst>
                                  <p:childTnLst>
                                    <p:set>
                                      <p:cBhvr>
                                        <p:cTn id="638" dur="1" fill="hold">
                                          <p:stCondLst>
                                            <p:cond delay="0"/>
                                          </p:stCondLst>
                                        </p:cTn>
                                        <p:tgtEl>
                                          <p:spTgt spid="351"/>
                                        </p:tgtEl>
                                        <p:attrNameLst>
                                          <p:attrName>style.visibility</p:attrName>
                                        </p:attrNameLst>
                                      </p:cBhvr>
                                      <p:to>
                                        <p:strVal val="visible"/>
                                      </p:to>
                                    </p:set>
                                  </p:childTnLst>
                                </p:cTn>
                              </p:par>
                              <p:par>
                                <p:cTn id="639" presetID="1" presetClass="entr" presetSubtype="0" fill="hold" grpId="0" nodeType="withEffect">
                                  <p:stCondLst>
                                    <p:cond delay="0"/>
                                  </p:stCondLst>
                                  <p:childTnLst>
                                    <p:set>
                                      <p:cBhvr>
                                        <p:cTn id="640" dur="1" fill="hold">
                                          <p:stCondLst>
                                            <p:cond delay="0"/>
                                          </p:stCondLst>
                                        </p:cTn>
                                        <p:tgtEl>
                                          <p:spTgt spid="352"/>
                                        </p:tgtEl>
                                        <p:attrNameLst>
                                          <p:attrName>style.visibility</p:attrName>
                                        </p:attrNameLst>
                                      </p:cBhvr>
                                      <p:to>
                                        <p:strVal val="visible"/>
                                      </p:to>
                                    </p:set>
                                  </p:childTnLst>
                                </p:cTn>
                              </p:par>
                              <p:par>
                                <p:cTn id="641" presetID="1" presetClass="entr" presetSubtype="0" fill="hold" grpId="0" nodeType="withEffect">
                                  <p:stCondLst>
                                    <p:cond delay="0"/>
                                  </p:stCondLst>
                                  <p:childTnLst>
                                    <p:set>
                                      <p:cBhvr>
                                        <p:cTn id="642" dur="1" fill="hold">
                                          <p:stCondLst>
                                            <p:cond delay="0"/>
                                          </p:stCondLst>
                                        </p:cTn>
                                        <p:tgtEl>
                                          <p:spTgt spid="353"/>
                                        </p:tgtEl>
                                        <p:attrNameLst>
                                          <p:attrName>style.visibility</p:attrName>
                                        </p:attrNameLst>
                                      </p:cBhvr>
                                      <p:to>
                                        <p:strVal val="visible"/>
                                      </p:to>
                                    </p:set>
                                  </p:childTnLst>
                                </p:cTn>
                              </p:par>
                              <p:par>
                                <p:cTn id="643" presetID="1" presetClass="entr" presetSubtype="0" fill="hold" grpId="0" nodeType="withEffect">
                                  <p:stCondLst>
                                    <p:cond delay="0"/>
                                  </p:stCondLst>
                                  <p:childTnLst>
                                    <p:set>
                                      <p:cBhvr>
                                        <p:cTn id="644" dur="1" fill="hold">
                                          <p:stCondLst>
                                            <p:cond delay="0"/>
                                          </p:stCondLst>
                                        </p:cTn>
                                        <p:tgtEl>
                                          <p:spTgt spid="354"/>
                                        </p:tgtEl>
                                        <p:attrNameLst>
                                          <p:attrName>style.visibility</p:attrName>
                                        </p:attrNameLst>
                                      </p:cBhvr>
                                      <p:to>
                                        <p:strVal val="visible"/>
                                      </p:to>
                                    </p:set>
                                  </p:childTnLst>
                                </p:cTn>
                              </p:par>
                              <p:par>
                                <p:cTn id="645" presetID="1" presetClass="entr" presetSubtype="0" fill="hold" grpId="0" nodeType="withEffect">
                                  <p:stCondLst>
                                    <p:cond delay="0"/>
                                  </p:stCondLst>
                                  <p:childTnLst>
                                    <p:set>
                                      <p:cBhvr>
                                        <p:cTn id="646" dur="1" fill="hold">
                                          <p:stCondLst>
                                            <p:cond delay="0"/>
                                          </p:stCondLst>
                                        </p:cTn>
                                        <p:tgtEl>
                                          <p:spTgt spid="355"/>
                                        </p:tgtEl>
                                        <p:attrNameLst>
                                          <p:attrName>style.visibility</p:attrName>
                                        </p:attrNameLst>
                                      </p:cBhvr>
                                      <p:to>
                                        <p:strVal val="visible"/>
                                      </p:to>
                                    </p:set>
                                  </p:childTnLst>
                                </p:cTn>
                              </p:par>
                              <p:par>
                                <p:cTn id="647" presetID="1" presetClass="entr" presetSubtype="0" fill="hold" grpId="0" nodeType="withEffect">
                                  <p:stCondLst>
                                    <p:cond delay="0"/>
                                  </p:stCondLst>
                                  <p:childTnLst>
                                    <p:set>
                                      <p:cBhvr>
                                        <p:cTn id="648" dur="1" fill="hold">
                                          <p:stCondLst>
                                            <p:cond delay="0"/>
                                          </p:stCondLst>
                                        </p:cTn>
                                        <p:tgtEl>
                                          <p:spTgt spid="356"/>
                                        </p:tgtEl>
                                        <p:attrNameLst>
                                          <p:attrName>style.visibility</p:attrName>
                                        </p:attrNameLst>
                                      </p:cBhvr>
                                      <p:to>
                                        <p:strVal val="visible"/>
                                      </p:to>
                                    </p:set>
                                  </p:childTnLst>
                                </p:cTn>
                              </p:par>
                              <p:par>
                                <p:cTn id="649" presetID="1" presetClass="entr" presetSubtype="0" fill="hold" grpId="0" nodeType="withEffect">
                                  <p:stCondLst>
                                    <p:cond delay="0"/>
                                  </p:stCondLst>
                                  <p:childTnLst>
                                    <p:set>
                                      <p:cBhvr>
                                        <p:cTn id="650" dur="1" fill="hold">
                                          <p:stCondLst>
                                            <p:cond delay="0"/>
                                          </p:stCondLst>
                                        </p:cTn>
                                        <p:tgtEl>
                                          <p:spTgt spid="357"/>
                                        </p:tgtEl>
                                        <p:attrNameLst>
                                          <p:attrName>style.visibility</p:attrName>
                                        </p:attrNameLst>
                                      </p:cBhvr>
                                      <p:to>
                                        <p:strVal val="visible"/>
                                      </p:to>
                                    </p:set>
                                  </p:childTnLst>
                                </p:cTn>
                              </p:par>
                              <p:par>
                                <p:cTn id="651" presetID="1" presetClass="entr" presetSubtype="0" fill="hold" grpId="0" nodeType="withEffect">
                                  <p:stCondLst>
                                    <p:cond delay="0"/>
                                  </p:stCondLst>
                                  <p:childTnLst>
                                    <p:set>
                                      <p:cBhvr>
                                        <p:cTn id="652" dur="1" fill="hold">
                                          <p:stCondLst>
                                            <p:cond delay="0"/>
                                          </p:stCondLst>
                                        </p:cTn>
                                        <p:tgtEl>
                                          <p:spTgt spid="358"/>
                                        </p:tgtEl>
                                        <p:attrNameLst>
                                          <p:attrName>style.visibility</p:attrName>
                                        </p:attrNameLst>
                                      </p:cBhvr>
                                      <p:to>
                                        <p:strVal val="visible"/>
                                      </p:to>
                                    </p:set>
                                  </p:childTnLst>
                                </p:cTn>
                              </p:par>
                              <p:par>
                                <p:cTn id="653" presetID="1" presetClass="entr" presetSubtype="0" fill="hold" grpId="0" nodeType="withEffect">
                                  <p:stCondLst>
                                    <p:cond delay="0"/>
                                  </p:stCondLst>
                                  <p:childTnLst>
                                    <p:set>
                                      <p:cBhvr>
                                        <p:cTn id="654" dur="1" fill="hold">
                                          <p:stCondLst>
                                            <p:cond delay="0"/>
                                          </p:stCondLst>
                                        </p:cTn>
                                        <p:tgtEl>
                                          <p:spTgt spid="359"/>
                                        </p:tgtEl>
                                        <p:attrNameLst>
                                          <p:attrName>style.visibility</p:attrName>
                                        </p:attrNameLst>
                                      </p:cBhvr>
                                      <p:to>
                                        <p:strVal val="visible"/>
                                      </p:to>
                                    </p:set>
                                  </p:childTnLst>
                                </p:cTn>
                              </p:par>
                              <p:par>
                                <p:cTn id="655" presetID="1" presetClass="entr" presetSubtype="0" fill="hold" grpId="0" nodeType="withEffect">
                                  <p:stCondLst>
                                    <p:cond delay="0"/>
                                  </p:stCondLst>
                                  <p:childTnLst>
                                    <p:set>
                                      <p:cBhvr>
                                        <p:cTn id="656" dur="1" fill="hold">
                                          <p:stCondLst>
                                            <p:cond delay="0"/>
                                          </p:stCondLst>
                                        </p:cTn>
                                        <p:tgtEl>
                                          <p:spTgt spid="360"/>
                                        </p:tgtEl>
                                        <p:attrNameLst>
                                          <p:attrName>style.visibility</p:attrName>
                                        </p:attrNameLst>
                                      </p:cBhvr>
                                      <p:to>
                                        <p:strVal val="visible"/>
                                      </p:to>
                                    </p:set>
                                  </p:childTnLst>
                                </p:cTn>
                              </p:par>
                              <p:par>
                                <p:cTn id="657" presetID="1" presetClass="entr" presetSubtype="0" fill="hold" grpId="0" nodeType="withEffect">
                                  <p:stCondLst>
                                    <p:cond delay="0"/>
                                  </p:stCondLst>
                                  <p:childTnLst>
                                    <p:set>
                                      <p:cBhvr>
                                        <p:cTn id="658" dur="1" fill="hold">
                                          <p:stCondLst>
                                            <p:cond delay="0"/>
                                          </p:stCondLst>
                                        </p:cTn>
                                        <p:tgtEl>
                                          <p:spTgt spid="361"/>
                                        </p:tgtEl>
                                        <p:attrNameLst>
                                          <p:attrName>style.visibility</p:attrName>
                                        </p:attrNameLst>
                                      </p:cBhvr>
                                      <p:to>
                                        <p:strVal val="visible"/>
                                      </p:to>
                                    </p:set>
                                  </p:childTnLst>
                                </p:cTn>
                              </p:par>
                              <p:par>
                                <p:cTn id="659" presetID="1" presetClass="entr" presetSubtype="0" fill="hold" grpId="0" nodeType="withEffect">
                                  <p:stCondLst>
                                    <p:cond delay="0"/>
                                  </p:stCondLst>
                                  <p:childTnLst>
                                    <p:set>
                                      <p:cBhvr>
                                        <p:cTn id="660" dur="1" fill="hold">
                                          <p:stCondLst>
                                            <p:cond delay="0"/>
                                          </p:stCondLst>
                                        </p:cTn>
                                        <p:tgtEl>
                                          <p:spTgt spid="362"/>
                                        </p:tgtEl>
                                        <p:attrNameLst>
                                          <p:attrName>style.visibility</p:attrName>
                                        </p:attrNameLst>
                                      </p:cBhvr>
                                      <p:to>
                                        <p:strVal val="visible"/>
                                      </p:to>
                                    </p:set>
                                  </p:childTnLst>
                                </p:cTn>
                              </p:par>
                            </p:childTnLst>
                          </p:cTn>
                        </p:par>
                      </p:childTnLst>
                    </p:cTn>
                  </p:par>
                  <p:par>
                    <p:cTn id="661" fill="hold">
                      <p:stCondLst>
                        <p:cond delay="indefinite"/>
                      </p:stCondLst>
                      <p:childTnLst>
                        <p:par>
                          <p:cTn id="662" fill="hold">
                            <p:stCondLst>
                              <p:cond delay="0"/>
                            </p:stCondLst>
                            <p:childTnLst>
                              <p:par>
                                <p:cTn id="663" presetID="1" presetClass="entr" presetSubtype="0" fill="hold" grpId="0" nodeType="clickEffect">
                                  <p:stCondLst>
                                    <p:cond delay="0"/>
                                  </p:stCondLst>
                                  <p:childTnLst>
                                    <p:set>
                                      <p:cBhvr>
                                        <p:cTn id="664" dur="1" fill="hold">
                                          <p:stCondLst>
                                            <p:cond delay="0"/>
                                          </p:stCondLst>
                                        </p:cTn>
                                        <p:tgtEl>
                                          <p:spTgt spid="403"/>
                                        </p:tgtEl>
                                        <p:attrNameLst>
                                          <p:attrName>style.visibility</p:attrName>
                                        </p:attrNameLst>
                                      </p:cBhvr>
                                      <p:to>
                                        <p:strVal val="visible"/>
                                      </p:to>
                                    </p:set>
                                  </p:childTnLst>
                                </p:cTn>
                              </p:par>
                              <p:par>
                                <p:cTn id="665" presetID="1" presetClass="entr" presetSubtype="0" fill="hold" grpId="0" nodeType="withEffect">
                                  <p:stCondLst>
                                    <p:cond delay="0"/>
                                  </p:stCondLst>
                                  <p:childTnLst>
                                    <p:set>
                                      <p:cBhvr>
                                        <p:cTn id="666" dur="1" fill="hold">
                                          <p:stCondLst>
                                            <p:cond delay="0"/>
                                          </p:stCondLst>
                                        </p:cTn>
                                        <p:tgtEl>
                                          <p:spTgt spid="404"/>
                                        </p:tgtEl>
                                        <p:attrNameLst>
                                          <p:attrName>style.visibility</p:attrName>
                                        </p:attrNameLst>
                                      </p:cBhvr>
                                      <p:to>
                                        <p:strVal val="visible"/>
                                      </p:to>
                                    </p:set>
                                  </p:childTnLst>
                                </p:cTn>
                              </p:par>
                              <p:par>
                                <p:cTn id="667" presetID="1" presetClass="entr" presetSubtype="0" fill="hold" grpId="0" nodeType="withEffect">
                                  <p:stCondLst>
                                    <p:cond delay="0"/>
                                  </p:stCondLst>
                                  <p:childTnLst>
                                    <p:set>
                                      <p:cBhvr>
                                        <p:cTn id="668" dur="1" fill="hold">
                                          <p:stCondLst>
                                            <p:cond delay="0"/>
                                          </p:stCondLst>
                                        </p:cTn>
                                        <p:tgtEl>
                                          <p:spTgt spid="405"/>
                                        </p:tgtEl>
                                        <p:attrNameLst>
                                          <p:attrName>style.visibility</p:attrName>
                                        </p:attrNameLst>
                                      </p:cBhvr>
                                      <p:to>
                                        <p:strVal val="visible"/>
                                      </p:to>
                                    </p:set>
                                  </p:childTnLst>
                                </p:cTn>
                              </p:par>
                              <p:par>
                                <p:cTn id="669" presetID="1" presetClass="entr" presetSubtype="0" fill="hold" grpId="0" nodeType="withEffect">
                                  <p:stCondLst>
                                    <p:cond delay="0"/>
                                  </p:stCondLst>
                                  <p:childTnLst>
                                    <p:set>
                                      <p:cBhvr>
                                        <p:cTn id="670" dur="1" fill="hold">
                                          <p:stCondLst>
                                            <p:cond delay="0"/>
                                          </p:stCondLst>
                                        </p:cTn>
                                        <p:tgtEl>
                                          <p:spTgt spid="406"/>
                                        </p:tgtEl>
                                        <p:attrNameLst>
                                          <p:attrName>style.visibility</p:attrName>
                                        </p:attrNameLst>
                                      </p:cBhvr>
                                      <p:to>
                                        <p:strVal val="visible"/>
                                      </p:to>
                                    </p:set>
                                  </p:childTnLst>
                                </p:cTn>
                              </p:par>
                              <p:par>
                                <p:cTn id="671" presetID="1" presetClass="entr" presetSubtype="0" fill="hold" grpId="0" nodeType="withEffect">
                                  <p:stCondLst>
                                    <p:cond delay="0"/>
                                  </p:stCondLst>
                                  <p:childTnLst>
                                    <p:set>
                                      <p:cBhvr>
                                        <p:cTn id="672" dur="1" fill="hold">
                                          <p:stCondLst>
                                            <p:cond delay="0"/>
                                          </p:stCondLst>
                                        </p:cTn>
                                        <p:tgtEl>
                                          <p:spTgt spid="407"/>
                                        </p:tgtEl>
                                        <p:attrNameLst>
                                          <p:attrName>style.visibility</p:attrName>
                                        </p:attrNameLst>
                                      </p:cBhvr>
                                      <p:to>
                                        <p:strVal val="visible"/>
                                      </p:to>
                                    </p:set>
                                  </p:childTnLst>
                                </p:cTn>
                              </p:par>
                              <p:par>
                                <p:cTn id="673" presetID="1" presetClass="entr" presetSubtype="0" fill="hold" grpId="0" nodeType="withEffect">
                                  <p:stCondLst>
                                    <p:cond delay="0"/>
                                  </p:stCondLst>
                                  <p:childTnLst>
                                    <p:set>
                                      <p:cBhvr>
                                        <p:cTn id="674" dur="1" fill="hold">
                                          <p:stCondLst>
                                            <p:cond delay="0"/>
                                          </p:stCondLst>
                                        </p:cTn>
                                        <p:tgtEl>
                                          <p:spTgt spid="408"/>
                                        </p:tgtEl>
                                        <p:attrNameLst>
                                          <p:attrName>style.visibility</p:attrName>
                                        </p:attrNameLst>
                                      </p:cBhvr>
                                      <p:to>
                                        <p:strVal val="visible"/>
                                      </p:to>
                                    </p:set>
                                  </p:childTnLst>
                                </p:cTn>
                              </p:par>
                              <p:par>
                                <p:cTn id="675" presetID="1" presetClass="entr" presetSubtype="0" fill="hold" grpId="0" nodeType="withEffect">
                                  <p:stCondLst>
                                    <p:cond delay="0"/>
                                  </p:stCondLst>
                                  <p:childTnLst>
                                    <p:set>
                                      <p:cBhvr>
                                        <p:cTn id="676" dur="1" fill="hold">
                                          <p:stCondLst>
                                            <p:cond delay="0"/>
                                          </p:stCondLst>
                                        </p:cTn>
                                        <p:tgtEl>
                                          <p:spTgt spid="409"/>
                                        </p:tgtEl>
                                        <p:attrNameLst>
                                          <p:attrName>style.visibility</p:attrName>
                                        </p:attrNameLst>
                                      </p:cBhvr>
                                      <p:to>
                                        <p:strVal val="visible"/>
                                      </p:to>
                                    </p:set>
                                  </p:childTnLst>
                                </p:cTn>
                              </p:par>
                              <p:par>
                                <p:cTn id="677" presetID="1" presetClass="entr" presetSubtype="0" fill="hold" grpId="0" nodeType="withEffect">
                                  <p:stCondLst>
                                    <p:cond delay="0"/>
                                  </p:stCondLst>
                                  <p:childTnLst>
                                    <p:set>
                                      <p:cBhvr>
                                        <p:cTn id="678" dur="1" fill="hold">
                                          <p:stCondLst>
                                            <p:cond delay="0"/>
                                          </p:stCondLst>
                                        </p:cTn>
                                        <p:tgtEl>
                                          <p:spTgt spid="410"/>
                                        </p:tgtEl>
                                        <p:attrNameLst>
                                          <p:attrName>style.visibility</p:attrName>
                                        </p:attrNameLst>
                                      </p:cBhvr>
                                      <p:to>
                                        <p:strVal val="visible"/>
                                      </p:to>
                                    </p:set>
                                  </p:childTnLst>
                                </p:cTn>
                              </p:par>
                              <p:par>
                                <p:cTn id="679" presetID="1" presetClass="entr" presetSubtype="0" fill="hold" grpId="0" nodeType="withEffect">
                                  <p:stCondLst>
                                    <p:cond delay="0"/>
                                  </p:stCondLst>
                                  <p:childTnLst>
                                    <p:set>
                                      <p:cBhvr>
                                        <p:cTn id="680" dur="1" fill="hold">
                                          <p:stCondLst>
                                            <p:cond delay="0"/>
                                          </p:stCondLst>
                                        </p:cTn>
                                        <p:tgtEl>
                                          <p:spTgt spid="411"/>
                                        </p:tgtEl>
                                        <p:attrNameLst>
                                          <p:attrName>style.visibility</p:attrName>
                                        </p:attrNameLst>
                                      </p:cBhvr>
                                      <p:to>
                                        <p:strVal val="visible"/>
                                      </p:to>
                                    </p:set>
                                  </p:childTnLst>
                                </p:cTn>
                              </p:par>
                              <p:par>
                                <p:cTn id="681" presetID="1" presetClass="entr" presetSubtype="0" fill="hold" grpId="0" nodeType="withEffect">
                                  <p:stCondLst>
                                    <p:cond delay="0"/>
                                  </p:stCondLst>
                                  <p:childTnLst>
                                    <p:set>
                                      <p:cBhvr>
                                        <p:cTn id="682" dur="1" fill="hold">
                                          <p:stCondLst>
                                            <p:cond delay="0"/>
                                          </p:stCondLst>
                                        </p:cTn>
                                        <p:tgtEl>
                                          <p:spTgt spid="412"/>
                                        </p:tgtEl>
                                        <p:attrNameLst>
                                          <p:attrName>style.visibility</p:attrName>
                                        </p:attrNameLst>
                                      </p:cBhvr>
                                      <p:to>
                                        <p:strVal val="visible"/>
                                      </p:to>
                                    </p:set>
                                  </p:childTnLst>
                                </p:cTn>
                              </p:par>
                              <p:par>
                                <p:cTn id="683" presetID="1" presetClass="entr" presetSubtype="0" fill="hold" grpId="0" nodeType="withEffect">
                                  <p:stCondLst>
                                    <p:cond delay="0"/>
                                  </p:stCondLst>
                                  <p:childTnLst>
                                    <p:set>
                                      <p:cBhvr>
                                        <p:cTn id="684" dur="1" fill="hold">
                                          <p:stCondLst>
                                            <p:cond delay="0"/>
                                          </p:stCondLst>
                                        </p:cTn>
                                        <p:tgtEl>
                                          <p:spTgt spid="413"/>
                                        </p:tgtEl>
                                        <p:attrNameLst>
                                          <p:attrName>style.visibility</p:attrName>
                                        </p:attrNameLst>
                                      </p:cBhvr>
                                      <p:to>
                                        <p:strVal val="visible"/>
                                      </p:to>
                                    </p:set>
                                  </p:childTnLst>
                                </p:cTn>
                              </p:par>
                              <p:par>
                                <p:cTn id="685" presetID="1" presetClass="entr" presetSubtype="0" fill="hold" grpId="0" nodeType="withEffect">
                                  <p:stCondLst>
                                    <p:cond delay="0"/>
                                  </p:stCondLst>
                                  <p:childTnLst>
                                    <p:set>
                                      <p:cBhvr>
                                        <p:cTn id="686" dur="1" fill="hold">
                                          <p:stCondLst>
                                            <p:cond delay="0"/>
                                          </p:stCondLst>
                                        </p:cTn>
                                        <p:tgtEl>
                                          <p:spTgt spid="414"/>
                                        </p:tgtEl>
                                        <p:attrNameLst>
                                          <p:attrName>style.visibility</p:attrName>
                                        </p:attrNameLst>
                                      </p:cBhvr>
                                      <p:to>
                                        <p:strVal val="visible"/>
                                      </p:to>
                                    </p:set>
                                  </p:childTnLst>
                                </p:cTn>
                              </p:par>
                              <p:par>
                                <p:cTn id="687" presetID="1" presetClass="entr" presetSubtype="0" fill="hold" grpId="0" nodeType="withEffect">
                                  <p:stCondLst>
                                    <p:cond delay="0"/>
                                  </p:stCondLst>
                                  <p:childTnLst>
                                    <p:set>
                                      <p:cBhvr>
                                        <p:cTn id="688" dur="1" fill="hold">
                                          <p:stCondLst>
                                            <p:cond delay="0"/>
                                          </p:stCondLst>
                                        </p:cTn>
                                        <p:tgtEl>
                                          <p:spTgt spid="415"/>
                                        </p:tgtEl>
                                        <p:attrNameLst>
                                          <p:attrName>style.visibility</p:attrName>
                                        </p:attrNameLst>
                                      </p:cBhvr>
                                      <p:to>
                                        <p:strVal val="visible"/>
                                      </p:to>
                                    </p:set>
                                  </p:childTnLst>
                                </p:cTn>
                              </p:par>
                              <p:par>
                                <p:cTn id="689" presetID="1" presetClass="entr" presetSubtype="0" fill="hold" grpId="0" nodeType="withEffect">
                                  <p:stCondLst>
                                    <p:cond delay="0"/>
                                  </p:stCondLst>
                                  <p:childTnLst>
                                    <p:set>
                                      <p:cBhvr>
                                        <p:cTn id="690" dur="1" fill="hold">
                                          <p:stCondLst>
                                            <p:cond delay="0"/>
                                          </p:stCondLst>
                                        </p:cTn>
                                        <p:tgtEl>
                                          <p:spTgt spid="416"/>
                                        </p:tgtEl>
                                        <p:attrNameLst>
                                          <p:attrName>style.visibility</p:attrName>
                                        </p:attrNameLst>
                                      </p:cBhvr>
                                      <p:to>
                                        <p:strVal val="visible"/>
                                      </p:to>
                                    </p:set>
                                  </p:childTnLst>
                                </p:cTn>
                              </p:par>
                              <p:par>
                                <p:cTn id="691" presetID="1" presetClass="entr" presetSubtype="0" fill="hold" grpId="0" nodeType="withEffect">
                                  <p:stCondLst>
                                    <p:cond delay="0"/>
                                  </p:stCondLst>
                                  <p:childTnLst>
                                    <p:set>
                                      <p:cBhvr>
                                        <p:cTn id="692" dur="1" fill="hold">
                                          <p:stCondLst>
                                            <p:cond delay="0"/>
                                          </p:stCondLst>
                                        </p:cTn>
                                        <p:tgtEl>
                                          <p:spTgt spid="417"/>
                                        </p:tgtEl>
                                        <p:attrNameLst>
                                          <p:attrName>style.visibility</p:attrName>
                                        </p:attrNameLst>
                                      </p:cBhvr>
                                      <p:to>
                                        <p:strVal val="visible"/>
                                      </p:to>
                                    </p:set>
                                  </p:childTnLst>
                                </p:cTn>
                              </p:par>
                              <p:par>
                                <p:cTn id="693" presetID="1" presetClass="entr" presetSubtype="0" fill="hold" grpId="0" nodeType="withEffect">
                                  <p:stCondLst>
                                    <p:cond delay="0"/>
                                  </p:stCondLst>
                                  <p:childTnLst>
                                    <p:set>
                                      <p:cBhvr>
                                        <p:cTn id="694" dur="1" fill="hold">
                                          <p:stCondLst>
                                            <p:cond delay="0"/>
                                          </p:stCondLst>
                                        </p:cTn>
                                        <p:tgtEl>
                                          <p:spTgt spid="418"/>
                                        </p:tgtEl>
                                        <p:attrNameLst>
                                          <p:attrName>style.visibility</p:attrName>
                                        </p:attrNameLst>
                                      </p:cBhvr>
                                      <p:to>
                                        <p:strVal val="visible"/>
                                      </p:to>
                                    </p:set>
                                  </p:childTnLst>
                                </p:cTn>
                              </p:par>
                              <p:par>
                                <p:cTn id="695" presetID="1" presetClass="entr" presetSubtype="0" fill="hold" grpId="0" nodeType="withEffect">
                                  <p:stCondLst>
                                    <p:cond delay="0"/>
                                  </p:stCondLst>
                                  <p:childTnLst>
                                    <p:set>
                                      <p:cBhvr>
                                        <p:cTn id="696" dur="1" fill="hold">
                                          <p:stCondLst>
                                            <p:cond delay="0"/>
                                          </p:stCondLst>
                                        </p:cTn>
                                        <p:tgtEl>
                                          <p:spTgt spid="419"/>
                                        </p:tgtEl>
                                        <p:attrNameLst>
                                          <p:attrName>style.visibility</p:attrName>
                                        </p:attrNameLst>
                                      </p:cBhvr>
                                      <p:to>
                                        <p:strVal val="visible"/>
                                      </p:to>
                                    </p:set>
                                  </p:childTnLst>
                                </p:cTn>
                              </p:par>
                              <p:par>
                                <p:cTn id="697" presetID="1" presetClass="entr" presetSubtype="0" fill="hold" grpId="0" nodeType="withEffect">
                                  <p:stCondLst>
                                    <p:cond delay="0"/>
                                  </p:stCondLst>
                                  <p:childTnLst>
                                    <p:set>
                                      <p:cBhvr>
                                        <p:cTn id="698" dur="1" fill="hold">
                                          <p:stCondLst>
                                            <p:cond delay="0"/>
                                          </p:stCondLst>
                                        </p:cTn>
                                        <p:tgtEl>
                                          <p:spTgt spid="420"/>
                                        </p:tgtEl>
                                        <p:attrNameLst>
                                          <p:attrName>style.visibility</p:attrName>
                                        </p:attrNameLst>
                                      </p:cBhvr>
                                      <p:to>
                                        <p:strVal val="visible"/>
                                      </p:to>
                                    </p:set>
                                  </p:childTnLst>
                                </p:cTn>
                              </p:par>
                              <p:par>
                                <p:cTn id="699" presetID="1" presetClass="entr" presetSubtype="0" fill="hold" grpId="0" nodeType="withEffect">
                                  <p:stCondLst>
                                    <p:cond delay="0"/>
                                  </p:stCondLst>
                                  <p:childTnLst>
                                    <p:set>
                                      <p:cBhvr>
                                        <p:cTn id="700" dur="1" fill="hold">
                                          <p:stCondLst>
                                            <p:cond delay="0"/>
                                          </p:stCondLst>
                                        </p:cTn>
                                        <p:tgtEl>
                                          <p:spTgt spid="421"/>
                                        </p:tgtEl>
                                        <p:attrNameLst>
                                          <p:attrName>style.visibility</p:attrName>
                                        </p:attrNameLst>
                                      </p:cBhvr>
                                      <p:to>
                                        <p:strVal val="visible"/>
                                      </p:to>
                                    </p:set>
                                  </p:childTnLst>
                                </p:cTn>
                              </p:par>
                              <p:par>
                                <p:cTn id="701" presetID="1" presetClass="entr" presetSubtype="0" fill="hold" grpId="0" nodeType="withEffect">
                                  <p:stCondLst>
                                    <p:cond delay="0"/>
                                  </p:stCondLst>
                                  <p:childTnLst>
                                    <p:set>
                                      <p:cBhvr>
                                        <p:cTn id="702" dur="1" fill="hold">
                                          <p:stCondLst>
                                            <p:cond delay="0"/>
                                          </p:stCondLst>
                                        </p:cTn>
                                        <p:tgtEl>
                                          <p:spTgt spid="422"/>
                                        </p:tgtEl>
                                        <p:attrNameLst>
                                          <p:attrName>style.visibility</p:attrName>
                                        </p:attrNameLst>
                                      </p:cBhvr>
                                      <p:to>
                                        <p:strVal val="visible"/>
                                      </p:to>
                                    </p:set>
                                  </p:childTnLst>
                                </p:cTn>
                              </p:par>
                              <p:par>
                                <p:cTn id="703" presetID="1" presetClass="entr" presetSubtype="0" fill="hold" grpId="0" nodeType="withEffect">
                                  <p:stCondLst>
                                    <p:cond delay="0"/>
                                  </p:stCondLst>
                                  <p:childTnLst>
                                    <p:set>
                                      <p:cBhvr>
                                        <p:cTn id="704" dur="1" fill="hold">
                                          <p:stCondLst>
                                            <p:cond delay="0"/>
                                          </p:stCondLst>
                                        </p:cTn>
                                        <p:tgtEl>
                                          <p:spTgt spid="423"/>
                                        </p:tgtEl>
                                        <p:attrNameLst>
                                          <p:attrName>style.visibility</p:attrName>
                                        </p:attrNameLst>
                                      </p:cBhvr>
                                      <p:to>
                                        <p:strVal val="visible"/>
                                      </p:to>
                                    </p:set>
                                  </p:childTnLst>
                                </p:cTn>
                              </p:par>
                              <p:par>
                                <p:cTn id="705" presetID="1" presetClass="entr" presetSubtype="0" fill="hold" grpId="0" nodeType="withEffect">
                                  <p:stCondLst>
                                    <p:cond delay="0"/>
                                  </p:stCondLst>
                                  <p:childTnLst>
                                    <p:set>
                                      <p:cBhvr>
                                        <p:cTn id="706" dur="1" fill="hold">
                                          <p:stCondLst>
                                            <p:cond delay="0"/>
                                          </p:stCondLst>
                                        </p:cTn>
                                        <p:tgtEl>
                                          <p:spTgt spid="424"/>
                                        </p:tgtEl>
                                        <p:attrNameLst>
                                          <p:attrName>style.visibility</p:attrName>
                                        </p:attrNameLst>
                                      </p:cBhvr>
                                      <p:to>
                                        <p:strVal val="visible"/>
                                      </p:to>
                                    </p:set>
                                  </p:childTnLst>
                                </p:cTn>
                              </p:par>
                              <p:par>
                                <p:cTn id="707" presetID="1" presetClass="entr" presetSubtype="0" fill="hold" grpId="0" nodeType="withEffect">
                                  <p:stCondLst>
                                    <p:cond delay="0"/>
                                  </p:stCondLst>
                                  <p:childTnLst>
                                    <p:set>
                                      <p:cBhvr>
                                        <p:cTn id="708" dur="1" fill="hold">
                                          <p:stCondLst>
                                            <p:cond delay="0"/>
                                          </p:stCondLst>
                                        </p:cTn>
                                        <p:tgtEl>
                                          <p:spTgt spid="425"/>
                                        </p:tgtEl>
                                        <p:attrNameLst>
                                          <p:attrName>style.visibility</p:attrName>
                                        </p:attrNameLst>
                                      </p:cBhvr>
                                      <p:to>
                                        <p:strVal val="visible"/>
                                      </p:to>
                                    </p:set>
                                  </p:childTnLst>
                                </p:cTn>
                              </p:par>
                              <p:par>
                                <p:cTn id="709" presetID="1" presetClass="entr" presetSubtype="0" fill="hold" grpId="0" nodeType="withEffect">
                                  <p:stCondLst>
                                    <p:cond delay="0"/>
                                  </p:stCondLst>
                                  <p:childTnLst>
                                    <p:set>
                                      <p:cBhvr>
                                        <p:cTn id="710" dur="1" fill="hold">
                                          <p:stCondLst>
                                            <p:cond delay="0"/>
                                          </p:stCondLst>
                                        </p:cTn>
                                        <p:tgtEl>
                                          <p:spTgt spid="426"/>
                                        </p:tgtEl>
                                        <p:attrNameLst>
                                          <p:attrName>style.visibility</p:attrName>
                                        </p:attrNameLst>
                                      </p:cBhvr>
                                      <p:to>
                                        <p:strVal val="visible"/>
                                      </p:to>
                                    </p:set>
                                  </p:childTnLst>
                                </p:cTn>
                              </p:par>
                              <p:par>
                                <p:cTn id="711" presetID="1" presetClass="entr" presetSubtype="0" fill="hold" grpId="0" nodeType="withEffect">
                                  <p:stCondLst>
                                    <p:cond delay="0"/>
                                  </p:stCondLst>
                                  <p:childTnLst>
                                    <p:set>
                                      <p:cBhvr>
                                        <p:cTn id="712" dur="1" fill="hold">
                                          <p:stCondLst>
                                            <p:cond delay="0"/>
                                          </p:stCondLst>
                                        </p:cTn>
                                        <p:tgtEl>
                                          <p:spTgt spid="427"/>
                                        </p:tgtEl>
                                        <p:attrNameLst>
                                          <p:attrName>style.visibility</p:attrName>
                                        </p:attrNameLst>
                                      </p:cBhvr>
                                      <p:to>
                                        <p:strVal val="visible"/>
                                      </p:to>
                                    </p:set>
                                  </p:childTnLst>
                                </p:cTn>
                              </p:par>
                              <p:par>
                                <p:cTn id="713" presetID="1" presetClass="entr" presetSubtype="0" fill="hold" grpId="0" nodeType="withEffect">
                                  <p:stCondLst>
                                    <p:cond delay="0"/>
                                  </p:stCondLst>
                                  <p:childTnLst>
                                    <p:set>
                                      <p:cBhvr>
                                        <p:cTn id="714" dur="1" fill="hold">
                                          <p:stCondLst>
                                            <p:cond delay="0"/>
                                          </p:stCondLst>
                                        </p:cTn>
                                        <p:tgtEl>
                                          <p:spTgt spid="428"/>
                                        </p:tgtEl>
                                        <p:attrNameLst>
                                          <p:attrName>style.visibility</p:attrName>
                                        </p:attrNameLst>
                                      </p:cBhvr>
                                      <p:to>
                                        <p:strVal val="visible"/>
                                      </p:to>
                                    </p:set>
                                  </p:childTnLst>
                                </p:cTn>
                              </p:par>
                              <p:par>
                                <p:cTn id="715" presetID="1" presetClass="entr" presetSubtype="0" fill="hold" grpId="0" nodeType="withEffect">
                                  <p:stCondLst>
                                    <p:cond delay="0"/>
                                  </p:stCondLst>
                                  <p:childTnLst>
                                    <p:set>
                                      <p:cBhvr>
                                        <p:cTn id="716" dur="1" fill="hold">
                                          <p:stCondLst>
                                            <p:cond delay="0"/>
                                          </p:stCondLst>
                                        </p:cTn>
                                        <p:tgtEl>
                                          <p:spTgt spid="429"/>
                                        </p:tgtEl>
                                        <p:attrNameLst>
                                          <p:attrName>style.visibility</p:attrName>
                                        </p:attrNameLst>
                                      </p:cBhvr>
                                      <p:to>
                                        <p:strVal val="visible"/>
                                      </p:to>
                                    </p:set>
                                  </p:childTnLst>
                                </p:cTn>
                              </p:par>
                              <p:par>
                                <p:cTn id="717" presetID="1" presetClass="entr" presetSubtype="0" fill="hold" grpId="0" nodeType="withEffect">
                                  <p:stCondLst>
                                    <p:cond delay="0"/>
                                  </p:stCondLst>
                                  <p:childTnLst>
                                    <p:set>
                                      <p:cBhvr>
                                        <p:cTn id="718" dur="1" fill="hold">
                                          <p:stCondLst>
                                            <p:cond delay="0"/>
                                          </p:stCondLst>
                                        </p:cTn>
                                        <p:tgtEl>
                                          <p:spTgt spid="430"/>
                                        </p:tgtEl>
                                        <p:attrNameLst>
                                          <p:attrName>style.visibility</p:attrName>
                                        </p:attrNameLst>
                                      </p:cBhvr>
                                      <p:to>
                                        <p:strVal val="visible"/>
                                      </p:to>
                                    </p:set>
                                  </p:childTnLst>
                                </p:cTn>
                              </p:par>
                              <p:par>
                                <p:cTn id="719" presetID="1" presetClass="entr" presetSubtype="0" fill="hold" grpId="0" nodeType="withEffect">
                                  <p:stCondLst>
                                    <p:cond delay="0"/>
                                  </p:stCondLst>
                                  <p:childTnLst>
                                    <p:set>
                                      <p:cBhvr>
                                        <p:cTn id="720" dur="1" fill="hold">
                                          <p:stCondLst>
                                            <p:cond delay="0"/>
                                          </p:stCondLst>
                                        </p:cTn>
                                        <p:tgtEl>
                                          <p:spTgt spid="431"/>
                                        </p:tgtEl>
                                        <p:attrNameLst>
                                          <p:attrName>style.visibility</p:attrName>
                                        </p:attrNameLst>
                                      </p:cBhvr>
                                      <p:to>
                                        <p:strVal val="visible"/>
                                      </p:to>
                                    </p:set>
                                  </p:childTnLst>
                                </p:cTn>
                              </p:par>
                              <p:par>
                                <p:cTn id="721" presetID="1" presetClass="entr" presetSubtype="0" fill="hold" grpId="0" nodeType="withEffect">
                                  <p:stCondLst>
                                    <p:cond delay="0"/>
                                  </p:stCondLst>
                                  <p:childTnLst>
                                    <p:set>
                                      <p:cBhvr>
                                        <p:cTn id="722" dur="1" fill="hold">
                                          <p:stCondLst>
                                            <p:cond delay="0"/>
                                          </p:stCondLst>
                                        </p:cTn>
                                        <p:tgtEl>
                                          <p:spTgt spid="432"/>
                                        </p:tgtEl>
                                        <p:attrNameLst>
                                          <p:attrName>style.visibility</p:attrName>
                                        </p:attrNameLst>
                                      </p:cBhvr>
                                      <p:to>
                                        <p:strVal val="visible"/>
                                      </p:to>
                                    </p:set>
                                  </p:childTnLst>
                                </p:cTn>
                              </p:par>
                              <p:par>
                                <p:cTn id="723" presetID="1" presetClass="entr" presetSubtype="0" fill="hold" grpId="0" nodeType="withEffect">
                                  <p:stCondLst>
                                    <p:cond delay="0"/>
                                  </p:stCondLst>
                                  <p:childTnLst>
                                    <p:set>
                                      <p:cBhvr>
                                        <p:cTn id="724" dur="1" fill="hold">
                                          <p:stCondLst>
                                            <p:cond delay="0"/>
                                          </p:stCondLst>
                                        </p:cTn>
                                        <p:tgtEl>
                                          <p:spTgt spid="433"/>
                                        </p:tgtEl>
                                        <p:attrNameLst>
                                          <p:attrName>style.visibility</p:attrName>
                                        </p:attrNameLst>
                                      </p:cBhvr>
                                      <p:to>
                                        <p:strVal val="visible"/>
                                      </p:to>
                                    </p:set>
                                  </p:childTnLst>
                                </p:cTn>
                              </p:par>
                              <p:par>
                                <p:cTn id="725" presetID="1" presetClass="entr" presetSubtype="0" fill="hold" grpId="0" nodeType="withEffect">
                                  <p:stCondLst>
                                    <p:cond delay="0"/>
                                  </p:stCondLst>
                                  <p:childTnLst>
                                    <p:set>
                                      <p:cBhvr>
                                        <p:cTn id="726" dur="1" fill="hold">
                                          <p:stCondLst>
                                            <p:cond delay="0"/>
                                          </p:stCondLst>
                                        </p:cTn>
                                        <p:tgtEl>
                                          <p:spTgt spid="434"/>
                                        </p:tgtEl>
                                        <p:attrNameLst>
                                          <p:attrName>style.visibility</p:attrName>
                                        </p:attrNameLst>
                                      </p:cBhvr>
                                      <p:to>
                                        <p:strVal val="visible"/>
                                      </p:to>
                                    </p:set>
                                  </p:childTnLst>
                                </p:cTn>
                              </p:par>
                              <p:par>
                                <p:cTn id="727" presetID="1" presetClass="entr" presetSubtype="0" fill="hold" grpId="0" nodeType="withEffect">
                                  <p:stCondLst>
                                    <p:cond delay="0"/>
                                  </p:stCondLst>
                                  <p:childTnLst>
                                    <p:set>
                                      <p:cBhvr>
                                        <p:cTn id="728" dur="1" fill="hold">
                                          <p:stCondLst>
                                            <p:cond delay="0"/>
                                          </p:stCondLst>
                                        </p:cTn>
                                        <p:tgtEl>
                                          <p:spTgt spid="435"/>
                                        </p:tgtEl>
                                        <p:attrNameLst>
                                          <p:attrName>style.visibility</p:attrName>
                                        </p:attrNameLst>
                                      </p:cBhvr>
                                      <p:to>
                                        <p:strVal val="visible"/>
                                      </p:to>
                                    </p:set>
                                  </p:childTnLst>
                                </p:cTn>
                              </p:par>
                              <p:par>
                                <p:cTn id="729" presetID="1" presetClass="entr" presetSubtype="0" fill="hold" grpId="0" nodeType="withEffect">
                                  <p:stCondLst>
                                    <p:cond delay="0"/>
                                  </p:stCondLst>
                                  <p:childTnLst>
                                    <p:set>
                                      <p:cBhvr>
                                        <p:cTn id="730" dur="1" fill="hold">
                                          <p:stCondLst>
                                            <p:cond delay="0"/>
                                          </p:stCondLst>
                                        </p:cTn>
                                        <p:tgtEl>
                                          <p:spTgt spid="436"/>
                                        </p:tgtEl>
                                        <p:attrNameLst>
                                          <p:attrName>style.visibility</p:attrName>
                                        </p:attrNameLst>
                                      </p:cBhvr>
                                      <p:to>
                                        <p:strVal val="visible"/>
                                      </p:to>
                                    </p:set>
                                  </p:childTnLst>
                                </p:cTn>
                              </p:par>
                              <p:par>
                                <p:cTn id="731" presetID="1" presetClass="entr" presetSubtype="0" fill="hold" grpId="0" nodeType="withEffect">
                                  <p:stCondLst>
                                    <p:cond delay="0"/>
                                  </p:stCondLst>
                                  <p:childTnLst>
                                    <p:set>
                                      <p:cBhvr>
                                        <p:cTn id="732" dur="1" fill="hold">
                                          <p:stCondLst>
                                            <p:cond delay="0"/>
                                          </p:stCondLst>
                                        </p:cTn>
                                        <p:tgtEl>
                                          <p:spTgt spid="437"/>
                                        </p:tgtEl>
                                        <p:attrNameLst>
                                          <p:attrName>style.visibility</p:attrName>
                                        </p:attrNameLst>
                                      </p:cBhvr>
                                      <p:to>
                                        <p:strVal val="visible"/>
                                      </p:to>
                                    </p:set>
                                  </p:childTnLst>
                                </p:cTn>
                              </p:par>
                              <p:par>
                                <p:cTn id="733" presetID="1" presetClass="entr" presetSubtype="0" fill="hold" grpId="0" nodeType="withEffect">
                                  <p:stCondLst>
                                    <p:cond delay="0"/>
                                  </p:stCondLst>
                                  <p:childTnLst>
                                    <p:set>
                                      <p:cBhvr>
                                        <p:cTn id="734" dur="1" fill="hold">
                                          <p:stCondLst>
                                            <p:cond delay="0"/>
                                          </p:stCondLst>
                                        </p:cTn>
                                        <p:tgtEl>
                                          <p:spTgt spid="438"/>
                                        </p:tgtEl>
                                        <p:attrNameLst>
                                          <p:attrName>style.visibility</p:attrName>
                                        </p:attrNameLst>
                                      </p:cBhvr>
                                      <p:to>
                                        <p:strVal val="visible"/>
                                      </p:to>
                                    </p:set>
                                  </p:childTnLst>
                                </p:cTn>
                              </p:par>
                              <p:par>
                                <p:cTn id="735" presetID="1" presetClass="entr" presetSubtype="0" fill="hold" grpId="0" nodeType="withEffect">
                                  <p:stCondLst>
                                    <p:cond delay="0"/>
                                  </p:stCondLst>
                                  <p:childTnLst>
                                    <p:set>
                                      <p:cBhvr>
                                        <p:cTn id="736" dur="1" fill="hold">
                                          <p:stCondLst>
                                            <p:cond delay="0"/>
                                          </p:stCondLst>
                                        </p:cTn>
                                        <p:tgtEl>
                                          <p:spTgt spid="439"/>
                                        </p:tgtEl>
                                        <p:attrNameLst>
                                          <p:attrName>style.visibility</p:attrName>
                                        </p:attrNameLst>
                                      </p:cBhvr>
                                      <p:to>
                                        <p:strVal val="visible"/>
                                      </p:to>
                                    </p:set>
                                  </p:childTnLst>
                                </p:cTn>
                              </p:par>
                              <p:par>
                                <p:cTn id="737" presetID="1" presetClass="entr" presetSubtype="0" fill="hold" grpId="0" nodeType="withEffect">
                                  <p:stCondLst>
                                    <p:cond delay="0"/>
                                  </p:stCondLst>
                                  <p:childTnLst>
                                    <p:set>
                                      <p:cBhvr>
                                        <p:cTn id="738" dur="1" fill="hold">
                                          <p:stCondLst>
                                            <p:cond delay="0"/>
                                          </p:stCondLst>
                                        </p:cTn>
                                        <p:tgtEl>
                                          <p:spTgt spid="440"/>
                                        </p:tgtEl>
                                        <p:attrNameLst>
                                          <p:attrName>style.visibility</p:attrName>
                                        </p:attrNameLst>
                                      </p:cBhvr>
                                      <p:to>
                                        <p:strVal val="visible"/>
                                      </p:to>
                                    </p:set>
                                  </p:childTnLst>
                                </p:cTn>
                              </p:par>
                              <p:par>
                                <p:cTn id="739" presetID="1" presetClass="entr" presetSubtype="0" fill="hold" grpId="0" nodeType="withEffect">
                                  <p:stCondLst>
                                    <p:cond delay="0"/>
                                  </p:stCondLst>
                                  <p:childTnLst>
                                    <p:set>
                                      <p:cBhvr>
                                        <p:cTn id="740" dur="1" fill="hold">
                                          <p:stCondLst>
                                            <p:cond delay="0"/>
                                          </p:stCondLst>
                                        </p:cTn>
                                        <p:tgtEl>
                                          <p:spTgt spid="441"/>
                                        </p:tgtEl>
                                        <p:attrNameLst>
                                          <p:attrName>style.visibility</p:attrName>
                                        </p:attrNameLst>
                                      </p:cBhvr>
                                      <p:to>
                                        <p:strVal val="visible"/>
                                      </p:to>
                                    </p:set>
                                  </p:childTnLst>
                                </p:cTn>
                              </p:par>
                              <p:par>
                                <p:cTn id="741" presetID="1" presetClass="entr" presetSubtype="0" fill="hold" grpId="0" nodeType="withEffect">
                                  <p:stCondLst>
                                    <p:cond delay="0"/>
                                  </p:stCondLst>
                                  <p:childTnLst>
                                    <p:set>
                                      <p:cBhvr>
                                        <p:cTn id="742" dur="1" fill="hold">
                                          <p:stCondLst>
                                            <p:cond delay="0"/>
                                          </p:stCondLst>
                                        </p:cTn>
                                        <p:tgtEl>
                                          <p:spTgt spid="442"/>
                                        </p:tgtEl>
                                        <p:attrNameLst>
                                          <p:attrName>style.visibility</p:attrName>
                                        </p:attrNameLst>
                                      </p:cBhvr>
                                      <p:to>
                                        <p:strVal val="visible"/>
                                      </p:to>
                                    </p:set>
                                  </p:childTnLst>
                                </p:cTn>
                              </p:par>
                              <p:par>
                                <p:cTn id="743" presetID="1" presetClass="entr" presetSubtype="0" fill="hold" grpId="0" nodeType="withEffect">
                                  <p:stCondLst>
                                    <p:cond delay="0"/>
                                  </p:stCondLst>
                                  <p:childTnLst>
                                    <p:set>
                                      <p:cBhvr>
                                        <p:cTn id="744"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p:bldP spid="45" grpId="0" animBg="1"/>
      <p:bldP spid="46" grpId="0"/>
      <p:bldP spid="47" grpId="0" animBg="1"/>
      <p:bldP spid="48" grpId="0" animBg="1"/>
      <p:bldP spid="49" grpId="0"/>
      <p:bldP spid="50" grpId="0"/>
      <p:bldP spid="51" grpId="0"/>
      <p:bldP spid="52" grpId="0" animBg="1"/>
      <p:bldP spid="53" grpId="0" animBg="1"/>
      <p:bldP spid="54" grpId="0"/>
      <p:bldP spid="55" grpId="0"/>
      <p:bldP spid="56" grpId="0"/>
      <p:bldP spid="57" grpId="0" animBg="1"/>
      <p:bldP spid="58" grpId="0"/>
      <p:bldP spid="59" grpId="0" animBg="1"/>
      <p:bldP spid="60" grpId="0" animBg="1"/>
      <p:bldP spid="61" grpId="0"/>
      <p:bldP spid="62" grpId="0"/>
      <p:bldP spid="63" grpId="0"/>
      <p:bldP spid="64" grpId="0" animBg="1"/>
      <p:bldP spid="65" grpId="0" animBg="1"/>
      <p:bldP spid="66" grpId="0"/>
      <p:bldP spid="67" grpId="0"/>
      <p:bldP spid="68" grpId="0"/>
      <p:bldP spid="69" grpId="0" animBg="1"/>
      <p:bldP spid="70" grpId="0" animBg="1"/>
      <p:bldP spid="71" grpId="0"/>
      <p:bldP spid="72" grpId="0" animBg="1"/>
      <p:bldP spid="73" grpId="0"/>
      <p:bldP spid="74" grpId="0"/>
      <p:bldP spid="75" grpId="0" animBg="1"/>
      <p:bldP spid="76" grpId="0"/>
      <p:bldP spid="77" grpId="0" animBg="1"/>
      <p:bldP spid="78" grpId="0"/>
      <p:bldP spid="79" grpId="0" animBg="1"/>
      <p:bldP spid="80" grpId="0" animBg="1"/>
      <p:bldP spid="81" grpId="0"/>
      <p:bldP spid="82" grpId="0"/>
      <p:bldP spid="83" grpId="0"/>
      <p:bldP spid="84" grpId="0" animBg="1"/>
      <p:bldP spid="85" grpId="0" animBg="1"/>
      <p:bldP spid="86" grpId="0"/>
      <p:bldP spid="87" grpId="0"/>
      <p:bldP spid="88" grpId="0"/>
      <p:bldP spid="89" grpId="0" animBg="1"/>
      <p:bldP spid="90" grpId="0"/>
      <p:bldP spid="91" grpId="0" animBg="1"/>
      <p:bldP spid="92" grpId="0" animBg="1"/>
      <p:bldP spid="93" grpId="0"/>
      <p:bldP spid="94" grpId="0"/>
      <p:bldP spid="95" grpId="0"/>
      <p:bldP spid="96" grpId="0" animBg="1"/>
      <p:bldP spid="97" grpId="0" animBg="1"/>
      <p:bldP spid="98" grpId="0"/>
      <p:bldP spid="99" grpId="0"/>
      <p:bldP spid="100" grpId="0"/>
      <p:bldP spid="101" grpId="0" animBg="1"/>
      <p:bldP spid="102" grpId="0" animBg="1"/>
      <p:bldP spid="103" grpId="0"/>
      <p:bldP spid="104" grpId="0" animBg="1"/>
      <p:bldP spid="105" grpId="0"/>
      <p:bldP spid="106" grpId="0" animBg="1"/>
      <p:bldP spid="107" grpId="0"/>
      <p:bldP spid="108" grpId="0"/>
      <p:bldP spid="109" grpId="0" animBg="1"/>
      <p:bldP spid="110" grpId="0"/>
      <p:bldP spid="111" grpId="0" animBg="1"/>
      <p:bldP spid="112" grpId="0"/>
      <p:bldP spid="113" grpId="0" animBg="1"/>
      <p:bldP spid="114" grpId="0" animBg="1"/>
      <p:bldP spid="115" grpId="0"/>
      <p:bldP spid="116" grpId="0"/>
      <p:bldP spid="117" grpId="0"/>
      <p:bldP spid="118" grpId="0" animBg="1"/>
      <p:bldP spid="119" grpId="0" animBg="1"/>
      <p:bldP spid="120" grpId="0"/>
      <p:bldP spid="121" grpId="0"/>
      <p:bldP spid="122" grpId="0"/>
      <p:bldP spid="123" grpId="0" animBg="1"/>
      <p:bldP spid="124" grpId="0"/>
      <p:bldP spid="125" grpId="0" animBg="1"/>
      <p:bldP spid="126" grpId="0" animBg="1"/>
      <p:bldP spid="127" grpId="0"/>
      <p:bldP spid="128" grpId="0"/>
      <p:bldP spid="129" grpId="0"/>
      <p:bldP spid="130" grpId="0" animBg="1"/>
      <p:bldP spid="131" grpId="0" animBg="1"/>
      <p:bldP spid="132" grpId="0"/>
      <p:bldP spid="133" grpId="0"/>
      <p:bldP spid="134" grpId="0"/>
      <p:bldP spid="135" grpId="0" animBg="1"/>
      <p:bldP spid="136" grpId="0" animBg="1"/>
      <p:bldP spid="137" grpId="0"/>
      <p:bldP spid="138" grpId="0" animBg="1"/>
      <p:bldP spid="139" grpId="0"/>
      <p:bldP spid="140" grpId="0" animBg="1"/>
      <p:bldP spid="141" grpId="0"/>
      <p:bldP spid="142" grpId="0"/>
      <p:bldP spid="143" grpId="0" animBg="1"/>
      <p:bldP spid="144" grpId="0"/>
      <p:bldP spid="145" grpId="0"/>
      <p:bldP spid="146" grpId="0" animBg="1"/>
      <p:bldP spid="147" grpId="0"/>
      <p:bldP spid="148" grpId="0" animBg="1"/>
      <p:bldP spid="149" grpId="0"/>
      <p:bldP spid="150" grpId="0" animBg="1"/>
      <p:bldP spid="151" grpId="0" animBg="1"/>
      <p:bldP spid="152" grpId="0"/>
      <p:bldP spid="153" grpId="0"/>
      <p:bldP spid="154" grpId="0"/>
      <p:bldP spid="155" grpId="0" animBg="1"/>
      <p:bldP spid="156" grpId="0" animBg="1"/>
      <p:bldP spid="157" grpId="0"/>
      <p:bldP spid="158" grpId="0"/>
      <p:bldP spid="159" grpId="0"/>
      <p:bldP spid="160" grpId="0" animBg="1"/>
      <p:bldP spid="161" grpId="0"/>
      <p:bldP spid="162" grpId="0" animBg="1"/>
      <p:bldP spid="163" grpId="0" animBg="1"/>
      <p:bldP spid="164" grpId="0"/>
      <p:bldP spid="165" grpId="0"/>
      <p:bldP spid="166" grpId="0"/>
      <p:bldP spid="167" grpId="0" animBg="1"/>
      <p:bldP spid="168" grpId="0" animBg="1"/>
      <p:bldP spid="169" grpId="0"/>
      <p:bldP spid="170" grpId="0"/>
      <p:bldP spid="171" grpId="0"/>
      <p:bldP spid="172" grpId="0" animBg="1"/>
      <p:bldP spid="173" grpId="0" animBg="1"/>
      <p:bldP spid="174" grpId="0"/>
      <p:bldP spid="175" grpId="0" animBg="1"/>
      <p:bldP spid="176" grpId="0"/>
      <p:bldP spid="177" grpId="0" animBg="1"/>
      <p:bldP spid="178" grpId="0"/>
      <p:bldP spid="179" grpId="0"/>
      <p:bldP spid="180" grpId="0" animBg="1"/>
      <p:bldP spid="181" grpId="0"/>
      <p:bldP spid="182" grpId="0"/>
      <p:bldP spid="183" grpId="0"/>
      <p:bldP spid="184" grpId="0" animBg="1"/>
      <p:bldP spid="185" grpId="0"/>
      <p:bldP spid="186" grpId="0" animBg="1"/>
      <p:bldP spid="187" grpId="0"/>
      <p:bldP spid="188" grpId="0" animBg="1"/>
      <p:bldP spid="189" grpId="0" animBg="1"/>
      <p:bldP spid="190" grpId="0"/>
      <p:bldP spid="191" grpId="0"/>
      <p:bldP spid="192" grpId="0"/>
      <p:bldP spid="193" grpId="0" animBg="1"/>
      <p:bldP spid="194" grpId="0" animBg="1"/>
      <p:bldP spid="195" grpId="0"/>
      <p:bldP spid="196" grpId="0"/>
      <p:bldP spid="197" grpId="0"/>
      <p:bldP spid="198" grpId="0" animBg="1"/>
      <p:bldP spid="199" grpId="0"/>
      <p:bldP spid="200" grpId="0" animBg="1"/>
      <p:bldP spid="201" grpId="0" animBg="1"/>
      <p:bldP spid="202" grpId="0"/>
      <p:bldP spid="203" grpId="0"/>
      <p:bldP spid="204" grpId="0"/>
      <p:bldP spid="205" grpId="0" animBg="1"/>
      <p:bldP spid="206" grpId="0" animBg="1"/>
      <p:bldP spid="207" grpId="0"/>
      <p:bldP spid="208" grpId="0"/>
      <p:bldP spid="209" grpId="0"/>
      <p:bldP spid="210" grpId="0" animBg="1"/>
      <p:bldP spid="211" grpId="0" animBg="1"/>
      <p:bldP spid="212" grpId="0"/>
      <p:bldP spid="213" grpId="0" animBg="1"/>
      <p:bldP spid="214" grpId="0"/>
      <p:bldP spid="215" grpId="0" animBg="1"/>
      <p:bldP spid="216" grpId="0"/>
      <p:bldP spid="217" grpId="0"/>
      <p:bldP spid="218" grpId="0" animBg="1"/>
      <p:bldP spid="219" grpId="0"/>
      <p:bldP spid="220" grpId="0"/>
      <p:bldP spid="221" grpId="0"/>
      <p:bldP spid="222" grpId="0"/>
      <p:bldP spid="223" grpId="0" animBg="1"/>
      <p:bldP spid="224" grpId="0"/>
      <p:bldP spid="225" grpId="0" animBg="1"/>
      <p:bldP spid="226" grpId="0"/>
      <p:bldP spid="227" grpId="0" animBg="1"/>
      <p:bldP spid="228" grpId="0" animBg="1"/>
      <p:bldP spid="229" grpId="0"/>
      <p:bldP spid="230" grpId="0"/>
      <p:bldP spid="231" grpId="0"/>
      <p:bldP spid="232" grpId="0" animBg="1"/>
      <p:bldP spid="233" grpId="0" animBg="1"/>
      <p:bldP spid="234" grpId="0"/>
      <p:bldP spid="235" grpId="0"/>
      <p:bldP spid="236" grpId="0"/>
      <p:bldP spid="237" grpId="0" animBg="1"/>
      <p:bldP spid="238" grpId="0"/>
      <p:bldP spid="239" grpId="0" animBg="1"/>
      <p:bldP spid="240" grpId="0" animBg="1"/>
      <p:bldP spid="241" grpId="0"/>
      <p:bldP spid="242" grpId="0"/>
      <p:bldP spid="243" grpId="0"/>
      <p:bldP spid="244" grpId="0" animBg="1"/>
      <p:bldP spid="245" grpId="0" animBg="1"/>
      <p:bldP spid="246" grpId="0"/>
      <p:bldP spid="247" grpId="0"/>
      <p:bldP spid="248" grpId="0"/>
      <p:bldP spid="249" grpId="0" animBg="1"/>
      <p:bldP spid="250" grpId="0" animBg="1"/>
      <p:bldP spid="251" grpId="0"/>
      <p:bldP spid="252" grpId="0"/>
      <p:bldP spid="253" grpId="0"/>
      <p:bldP spid="254" grpId="0"/>
      <p:bldP spid="255" grpId="0" animBg="1"/>
      <p:bldP spid="256" grpId="0"/>
      <p:bldP spid="257" grpId="0" animBg="1"/>
      <p:bldP spid="258" grpId="0"/>
      <p:bldP spid="259" grpId="0" animBg="1"/>
      <p:bldP spid="260" grpId="0" animBg="1"/>
      <p:bldP spid="261" grpId="0"/>
      <p:bldP spid="262" grpId="0"/>
      <p:bldP spid="263" grpId="0"/>
      <p:bldP spid="264" grpId="0" animBg="1"/>
      <p:bldP spid="265" grpId="0" animBg="1"/>
      <p:bldP spid="266" grpId="0"/>
      <p:bldP spid="267" grpId="0"/>
      <p:bldP spid="268" grpId="0"/>
      <p:bldP spid="269" grpId="0" animBg="1"/>
      <p:bldP spid="270" grpId="0"/>
      <p:bldP spid="271" grpId="0" animBg="1"/>
      <p:bldP spid="272" grpId="0" animBg="1"/>
      <p:bldP spid="273" grpId="0"/>
      <p:bldP spid="274" grpId="0"/>
      <p:bldP spid="275" grpId="0"/>
      <p:bldP spid="276" grpId="0" animBg="1"/>
      <p:bldP spid="277" grpId="0" animBg="1"/>
      <p:bldP spid="278" grpId="0"/>
      <p:bldP spid="279" grpId="0"/>
      <p:bldP spid="280" grpId="0"/>
      <p:bldP spid="281" grpId="0" animBg="1"/>
      <p:bldP spid="282" grpId="0" animBg="1"/>
      <p:bldP spid="283" grpId="0"/>
      <p:bldP spid="284" grpId="0" animBg="1"/>
      <p:bldP spid="285" grpId="0"/>
      <p:bldP spid="286" grpId="0"/>
      <p:bldP spid="287" grpId="0"/>
      <p:bldP spid="288" grpId="0"/>
      <p:bldP spid="289" grpId="0" animBg="1"/>
      <p:bldP spid="290" grpId="0"/>
      <p:bldP spid="291" grpId="0" animBg="1"/>
      <p:bldP spid="292" grpId="0"/>
      <p:bldP spid="293" grpId="0" animBg="1"/>
      <p:bldP spid="294" grpId="0" animBg="1"/>
      <p:bldP spid="295" grpId="0"/>
      <p:bldP spid="296" grpId="0"/>
      <p:bldP spid="297" grpId="0"/>
      <p:bldP spid="298" grpId="0" animBg="1"/>
      <p:bldP spid="299" grpId="0" animBg="1"/>
      <p:bldP spid="300" grpId="0"/>
      <p:bldP spid="301" grpId="0"/>
      <p:bldP spid="302" grpId="0"/>
      <p:bldP spid="303" grpId="0" animBg="1"/>
      <p:bldP spid="304" grpId="0"/>
      <p:bldP spid="305" grpId="0" animBg="1"/>
      <p:bldP spid="306" grpId="0" animBg="1"/>
      <p:bldP spid="307" grpId="0"/>
      <p:bldP spid="308" grpId="0"/>
      <p:bldP spid="309" grpId="0"/>
      <p:bldP spid="310" grpId="0" animBg="1"/>
      <p:bldP spid="311" grpId="0" animBg="1"/>
      <p:bldP spid="312" grpId="0"/>
      <p:bldP spid="313" grpId="0"/>
      <p:bldP spid="314" grpId="0"/>
      <p:bldP spid="315" grpId="0" animBg="1"/>
      <p:bldP spid="316" grpId="0" animBg="1"/>
      <p:bldP spid="317" grpId="0"/>
      <p:bldP spid="318" grpId="0" animBg="1"/>
      <p:bldP spid="319" grpId="0"/>
      <p:bldP spid="320" grpId="0" animBg="1"/>
      <p:bldP spid="321" grpId="0"/>
      <p:bldP spid="322" grpId="0"/>
      <p:bldP spid="323" grpId="0"/>
      <p:bldP spid="324" grpId="0"/>
      <p:bldP spid="325" grpId="0" animBg="1"/>
      <p:bldP spid="326" grpId="0"/>
      <p:bldP spid="327" grpId="0" animBg="1"/>
      <p:bldP spid="328" grpId="0"/>
      <p:bldP spid="329" grpId="0" animBg="1"/>
      <p:bldP spid="330" grpId="0" animBg="1"/>
      <p:bldP spid="331" grpId="0"/>
      <p:bldP spid="332" grpId="0"/>
      <p:bldP spid="333" grpId="0"/>
      <p:bldP spid="334" grpId="0" animBg="1"/>
      <p:bldP spid="335" grpId="0" animBg="1"/>
      <p:bldP spid="336" grpId="0"/>
      <p:bldP spid="337" grpId="0"/>
      <p:bldP spid="338" grpId="0"/>
      <p:bldP spid="339" grpId="0" animBg="1"/>
      <p:bldP spid="340" grpId="0"/>
      <p:bldP spid="341" grpId="0" animBg="1"/>
      <p:bldP spid="342" grpId="0" animBg="1"/>
      <p:bldP spid="343" grpId="0"/>
      <p:bldP spid="344" grpId="0"/>
      <p:bldP spid="345" grpId="0"/>
      <p:bldP spid="346" grpId="0" animBg="1"/>
      <p:bldP spid="347" grpId="0" animBg="1"/>
      <p:bldP spid="348" grpId="0"/>
      <p:bldP spid="349" grpId="0"/>
      <p:bldP spid="350" grpId="0"/>
      <p:bldP spid="351" grpId="0" animBg="1"/>
      <p:bldP spid="352" grpId="0" animBg="1"/>
      <p:bldP spid="353" grpId="0"/>
      <p:bldP spid="354" grpId="0" animBg="1"/>
      <p:bldP spid="355" grpId="0"/>
      <p:bldP spid="356" grpId="0" animBg="1"/>
      <p:bldP spid="357" grpId="0"/>
      <p:bldP spid="358" grpId="0" animBg="1"/>
      <p:bldP spid="359" grpId="0"/>
      <p:bldP spid="360" grpId="0"/>
      <p:bldP spid="361" grpId="0"/>
      <p:bldP spid="362" grpId="0"/>
      <p:bldP spid="403" grpId="0" animBg="1"/>
      <p:bldP spid="404" grpId="0"/>
      <p:bldP spid="405" grpId="0" animBg="1"/>
      <p:bldP spid="406" grpId="0"/>
      <p:bldP spid="407" grpId="0" animBg="1"/>
      <p:bldP spid="408" grpId="0" animBg="1"/>
      <p:bldP spid="409" grpId="0"/>
      <p:bldP spid="410" grpId="0"/>
      <p:bldP spid="411" grpId="0"/>
      <p:bldP spid="412" grpId="0" animBg="1"/>
      <p:bldP spid="413" grpId="0" animBg="1"/>
      <p:bldP spid="414" grpId="0"/>
      <p:bldP spid="415" grpId="0"/>
      <p:bldP spid="416" grpId="0"/>
      <p:bldP spid="417" grpId="0" animBg="1"/>
      <p:bldP spid="418" grpId="0"/>
      <p:bldP spid="419" grpId="0" animBg="1"/>
      <p:bldP spid="420" grpId="0" animBg="1"/>
      <p:bldP spid="421" grpId="0"/>
      <p:bldP spid="422" grpId="0"/>
      <p:bldP spid="423" grpId="0"/>
      <p:bldP spid="424" grpId="0" animBg="1"/>
      <p:bldP spid="425" grpId="0" animBg="1"/>
      <p:bldP spid="426" grpId="0"/>
      <p:bldP spid="427" grpId="0"/>
      <p:bldP spid="428" grpId="0"/>
      <p:bldP spid="429" grpId="0" animBg="1"/>
      <p:bldP spid="430" grpId="0" animBg="1"/>
      <p:bldP spid="431" grpId="0"/>
      <p:bldP spid="432" grpId="0" animBg="1"/>
      <p:bldP spid="433" grpId="0"/>
      <p:bldP spid="434" grpId="0" animBg="1"/>
      <p:bldP spid="435" grpId="0"/>
      <p:bldP spid="436" grpId="0" animBg="1"/>
      <p:bldP spid="437" grpId="0"/>
      <p:bldP spid="438" grpId="0" animBg="1"/>
      <p:bldP spid="439" grpId="0"/>
      <p:bldP spid="440" grpId="0"/>
      <p:bldP spid="441" grpId="0"/>
      <p:bldP spid="442" grpId="0"/>
      <p:bldP spid="44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narrative_s41_text1">
            <a:extLst>
              <a:ext uri="{FF2B5EF4-FFF2-40B4-BE49-F238E27FC236}">
                <a16:creationId xmlns:a16="http://schemas.microsoft.com/office/drawing/2014/main" id="{26C07F11-C794-40F6-AD81-20A4BC23E2D9}"/>
              </a:ext>
            </a:extLst>
          </p:cNvPr>
          <p:cNvSpPr>
            <a:spLocks noGrp="1"/>
          </p:cNvSpPr>
          <p:nvPr/>
        </p:nvSpPr>
        <p:spPr>
          <a:xfrm>
            <a:off x="609600" y="361950"/>
            <a:ext cx="10953750" cy="723900"/>
          </a:xfrm>
          <a:prstGeom prst="rect">
            <a:avLst/>
          </a:prstGeom>
          <a:noFill/>
          <a:ln w="0">
            <a:noFill/>
          </a:ln>
        </p:spPr>
        <p:txBody>
          <a:bodyPr wrap="square" lIns="0" tIns="0" rIns="0" bIns="0" anchor="t">
            <a:noAutofit/>
          </a:bodyPr>
          <a:lstStyle/>
          <a:p>
            <a:pPr algn="l">
              <a:defRPr sz="3150" b="1">
                <a:solidFill>
                  <a:srgbClr val="182D45"/>
                </a:solidFill>
                <a:latin typeface="DejaVu Sans"/>
                <a:ea typeface="DejaVu Sans"/>
                <a:cs typeface="DejaVu Sans"/>
              </a:defRPr>
            </a:pPr>
            <a:r>
              <a:rPr sz="3150" b="1">
                <a:solidFill>
                  <a:srgbClr val="182D45"/>
                </a:solidFill>
                <a:latin typeface="DejaVu Sans"/>
                <a:ea typeface="DejaVu Sans"/>
                <a:cs typeface="DejaVu Sans"/>
              </a:rPr>
              <a:t>Lecture notes and exercises</a:t>
            </a:r>
          </a:p>
        </p:txBody>
      </p:sp>
      <p:sp>
        <p:nvSpPr>
          <p:cNvPr id="2" name="page_number">
            <a:extLst>
              <a:ext uri="{FF2B5EF4-FFF2-40B4-BE49-F238E27FC236}">
                <a16:creationId xmlns:a16="http://schemas.microsoft.com/office/drawing/2014/main" id="{875CA721-60E0-4B83-AAC6-02AB9F5CE585}"/>
              </a:ext>
            </a:extLst>
          </p:cNvPr>
          <p:cNvSpPr>
            <a:spLocks noGrp="1"/>
          </p:cNvSpPr>
          <p:nvPr/>
        </p:nvSpPr>
        <p:spPr>
          <a:xfrm>
            <a:off x="11239500" y="6457950"/>
            <a:ext cx="400050" cy="238125"/>
          </a:xfrm>
          <a:prstGeom prst="rect">
            <a:avLst/>
          </a:prstGeom>
          <a:noFill/>
          <a:ln w="0">
            <a:noFill/>
          </a:ln>
        </p:spPr>
        <p:txBody>
          <a:bodyPr wrap="square" lIns="0" tIns="0" rIns="0" bIns="0" anchor="t">
            <a:noAutofit/>
          </a:bodyPr>
          <a:lstStyle/>
          <a:p>
            <a:pPr algn="l">
              <a:defRPr sz="1350" b="0">
                <a:solidFill>
                  <a:srgbClr val="526276"/>
                </a:solidFill>
                <a:latin typeface="DejaVu Sans"/>
                <a:ea typeface="DejaVu Sans"/>
                <a:cs typeface="DejaVu Sans"/>
              </a:defRPr>
            </a:pPr>
            <a:r>
              <a:rPr lang="en-GB" sz="1350" b="0" dirty="0">
                <a:solidFill>
                  <a:srgbClr val="526276"/>
                </a:solidFill>
                <a:latin typeface="DejaVu Sans"/>
                <a:ea typeface="DejaVu Sans"/>
                <a:cs typeface="DejaVu Sans"/>
              </a:rPr>
              <a:t>40</a:t>
            </a:r>
            <a:endParaRPr sz="1350" b="0" dirty="0">
              <a:solidFill>
                <a:srgbClr val="526276"/>
              </a:solidFill>
              <a:latin typeface="DejaVu Sans"/>
              <a:ea typeface="DejaVu Sans"/>
              <a:cs typeface="DejaVu Sans"/>
            </a:endParaRPr>
          </a:p>
        </p:txBody>
      </p:sp>
      <p:sp>
        <p:nvSpPr>
          <p:cNvPr id="5" name="Lecture notes"/>
          <p:cNvSpPr txBox="1"/>
          <p:nvPr/>
        </p:nvSpPr>
        <p:spPr>
          <a:xfrm>
            <a:off x="609600" y="171450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 notes for today's lecture are available</a:t>
            </a:r>
            <a:endParaRPr lang="en-GB" sz="2100"/>
          </a:p>
          <a:p>
            <a:pPr algn="l">
              <a:lnSpc>
                <a:spcPct val="115000"/>
              </a:lnSpc>
              <a:spcAft>
                <a:spcPts val="0"/>
              </a:spcAft>
            </a:pPr>
            <a:r>
              <a:rPr lang="en-GB" sz="2100" b="0" i="0">
                <a:solidFill>
                  <a:srgbClr val="182D45"/>
                </a:solidFill>
                <a:latin typeface="DejaVu Sans"/>
                <a:ea typeface="DejaVu Sans"/>
                <a:cs typeface="DejaVu Sans"/>
              </a:rPr>
              <a:t>on the course GitHub page.</a:t>
            </a:r>
            <a:endParaRPr lang="en-GB" sz="2100"/>
          </a:p>
        </p:txBody>
      </p:sp>
      <p:sp>
        <p:nvSpPr>
          <p:cNvPr id="6" name="More detail and exercises"/>
          <p:cNvSpPr txBox="1"/>
          <p:nvPr/>
        </p:nvSpPr>
        <p:spPr>
          <a:xfrm>
            <a:off x="609600" y="2952750"/>
            <a:ext cx="7067550" cy="904875"/>
          </a:xfrm>
          <a:prstGeom prst="rect">
            <a:avLst/>
          </a:prstGeom>
          <a:noFill/>
          <a:ln w="0">
            <a:noFill/>
          </a:ln>
        </p:spPr>
        <p:txBody>
          <a:bodyPr wrap="square" lIns="0" tIns="0" rIns="0" bIns="0" anchor="t">
            <a:noAutofit/>
          </a:bodyPr>
          <a:lstStyle/>
          <a:p>
            <a:pPr algn="l">
              <a:lnSpc>
                <a:spcPct val="115000"/>
              </a:lnSpc>
              <a:spcAft>
                <a:spcPts val="0"/>
              </a:spcAft>
            </a:pPr>
            <a:r>
              <a:rPr lang="en-GB" sz="2100" b="0" i="0">
                <a:solidFill>
                  <a:srgbClr val="182D45"/>
                </a:solidFill>
                <a:latin typeface="DejaVu Sans"/>
                <a:ea typeface="DejaVu Sans"/>
                <a:cs typeface="DejaVu Sans"/>
              </a:rPr>
              <a:t>They explain the material in more detail</a:t>
            </a:r>
            <a:endParaRPr lang="en-GB" sz="2100"/>
          </a:p>
          <a:p>
            <a:pPr algn="l">
              <a:lnSpc>
                <a:spcPct val="115000"/>
              </a:lnSpc>
              <a:spcAft>
                <a:spcPts val="0"/>
              </a:spcAft>
            </a:pPr>
            <a:r>
              <a:rPr lang="en-GB" sz="2100" b="0" i="0">
                <a:solidFill>
                  <a:srgbClr val="182D45"/>
                </a:solidFill>
                <a:latin typeface="DejaVu Sans"/>
                <a:ea typeface="DejaVu Sans"/>
                <a:cs typeface="DejaVu Sans"/>
              </a:rPr>
              <a:t>and include exercises.</a:t>
            </a:r>
            <a:endParaRPr lang="en-GB" sz="2100"/>
          </a:p>
        </p:txBody>
      </p:sp>
      <p:sp>
        <p:nvSpPr>
          <p:cNvPr id="7" name="Weekly solutions"/>
          <p:cNvSpPr txBox="1"/>
          <p:nvPr/>
        </p:nvSpPr>
        <p:spPr>
          <a:xfrm>
            <a:off x="609600" y="4191000"/>
            <a:ext cx="7067550" cy="904875"/>
          </a:xfrm>
          <a:prstGeom prst="rect">
            <a:avLst/>
          </a:prstGeom>
          <a:noFill/>
          <a:ln w="0">
            <a:noFill/>
          </a:ln>
        </p:spPr>
        <p:txBody>
          <a:bodyPr wrap="square" lIns="0" tIns="0" rIns="0" bIns="0" anchor="t">
            <a:noAutofit/>
          </a:bodyPr>
          <a:lstStyle/>
          <a:p>
            <a:pPr>
              <a:lnSpc>
                <a:spcPct val="115000"/>
              </a:lnSpc>
            </a:pPr>
            <a:r>
              <a:rPr lang="en-GB" sz="2100" dirty="0">
                <a:solidFill>
                  <a:srgbClr val="182D45"/>
                </a:solidFill>
                <a:latin typeface="DejaVu Sans"/>
                <a:ea typeface="DejaVu Sans"/>
                <a:cs typeface="DejaVu Sans"/>
              </a:rPr>
              <a:t>I will post the exercise solutions</a:t>
            </a:r>
            <a:endParaRPr lang="en-GB" sz="2100" dirty="0"/>
          </a:p>
          <a:p>
            <a:pPr>
              <a:lnSpc>
                <a:spcPct val="115000"/>
              </a:lnSpc>
            </a:pPr>
            <a:r>
              <a:rPr lang="en-GB" sz="2100" dirty="0">
                <a:solidFill>
                  <a:srgbClr val="182D45"/>
                </a:solidFill>
                <a:latin typeface="DejaVu Sans"/>
                <a:ea typeface="DejaVu Sans"/>
                <a:cs typeface="DejaVu Sans"/>
              </a:rPr>
              <a:t>before the next lecture.</a:t>
            </a:r>
            <a:endParaRPr lang="en-GB" sz="2100" dirty="0"/>
          </a:p>
        </p:txBody>
      </p:sp>
      <p:sp>
        <p:nvSpPr>
          <p:cNvPr id="8" name="Course GitHub link"/>
          <p:cNvSpPr txBox="1"/>
          <p:nvPr/>
        </p:nvSpPr>
        <p:spPr>
          <a:xfrm>
            <a:off x="609600" y="5638800"/>
            <a:ext cx="7239000" cy="495300"/>
          </a:xfrm>
          <a:prstGeom prst="rect">
            <a:avLst/>
          </a:prstGeom>
          <a:noFill/>
          <a:ln w="0">
            <a:noFill/>
          </a:ln>
        </p:spPr>
        <p:txBody>
          <a:bodyPr wrap="square" lIns="0" tIns="0" rIns="0" bIns="0" anchor="t">
            <a:noAutofit/>
          </a:bodyPr>
          <a:lstStyle/>
          <a:p>
            <a:pPr algn="l">
              <a:lnSpc>
                <a:spcPct val="115000"/>
              </a:lnSpc>
              <a:spcAft>
                <a:spcPts val="0"/>
              </a:spcAft>
            </a:pPr>
            <a:r>
              <a:rPr lang="en-GB" sz="2250" b="1" i="0" u="sng">
                <a:solidFill>
                  <a:srgbClr val="008C95"/>
                </a:solidFill>
                <a:latin typeface="DejaVu Sans"/>
                <a:ea typeface="DejaVu Sans"/>
                <a:cs typeface="DejaVu Sans"/>
                <a:hlinkClick r:id="rId3" tooltip="Open the course GitHub page"/>
              </a:rPr>
              <a:t>github.com/semtm0051/2026_27</a:t>
            </a:r>
            <a:endParaRPr lang="en-GB" sz="2250"/>
          </a:p>
        </p:txBody>
      </p:sp>
      <p:pic>
        <p:nvPicPr>
          <p:cNvPr id="9" name="Course GitHub QR code" descr="QR code linking to https://github.com/semtm0051/2026_27">
            <a:hlinkClick r:id="rId3" tooltip="Open the course GitHub page"/>
          </p:cNvPr>
          <p:cNvPicPr>
            <a:picLocks noChangeAspect="1"/>
          </p:cNvPicPr>
          <p:nvPr/>
        </p:nvPicPr>
        <p:blipFill>
          <a:blip r:embed="rId4"/>
          <a:stretch>
            <a:fillRect/>
          </a:stretch>
        </p:blipFill>
        <p:spPr>
          <a:xfrm>
            <a:off x="8210550" y="2143125"/>
            <a:ext cx="3371850" cy="3371850"/>
          </a:xfrm>
          <a:prstGeom prst="rect">
            <a:avLst/>
          </a:prstGeom>
        </p:spPr>
      </p:pic>
      <p:sp>
        <p:nvSpPr>
          <p:cNvPr id="10" name="QR caption"/>
          <p:cNvSpPr txBox="1"/>
          <p:nvPr/>
        </p:nvSpPr>
        <p:spPr>
          <a:xfrm>
            <a:off x="7953375" y="5676900"/>
            <a:ext cx="3886200" cy="400050"/>
          </a:xfrm>
          <a:prstGeom prst="rect">
            <a:avLst/>
          </a:prstGeom>
          <a:noFill/>
          <a:ln w="0">
            <a:noFill/>
          </a:ln>
        </p:spPr>
        <p:txBody>
          <a:bodyPr wrap="square" lIns="0" tIns="0" rIns="0" bIns="0" anchor="t">
            <a:noAutofit/>
          </a:bodyPr>
          <a:lstStyle/>
          <a:p>
            <a:pPr algn="ctr">
              <a:lnSpc>
                <a:spcPct val="115000"/>
              </a:lnSpc>
              <a:spcAft>
                <a:spcPts val="0"/>
              </a:spcAft>
            </a:pPr>
            <a:r>
              <a:rPr lang="en-GB" sz="1725" b="0" i="0">
                <a:solidFill>
                  <a:srgbClr val="526276"/>
                </a:solidFill>
                <a:latin typeface="DejaVu Sans"/>
                <a:ea typeface="DejaVu Sans"/>
                <a:cs typeface="DejaVu Sans"/>
              </a:rPr>
              <a:t>Scan for course materials</a:t>
            </a:r>
            <a:endParaRPr lang="en-GB" sz="1725"/>
          </a:p>
        </p:txBody>
      </p:sp>
    </p:spTree>
    <p:extLst>
      <p:ext uri="{BB962C8B-B14F-4D97-AF65-F5344CB8AC3E}">
        <p14:creationId xmlns:p14="http://schemas.microsoft.com/office/powerpoint/2010/main" val="202885578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TotalTime>
  <Words>15735</Words>
  <Application>Microsoft Office PowerPoint</Application>
  <DocSecurity>0</DocSecurity>
  <PresentationFormat>Widescreen</PresentationFormat>
  <Paragraphs>2706</Paragraphs>
  <Slides>40</Slides>
  <Notes>40</Notes>
  <HiddenSlides>0</HiddenSlides>
  <MMClips>0</MMClips>
  <ScaleCrop>false</ScaleCrop>
  <HeadingPairs>
    <vt:vector size="6" baseType="variant">
      <vt:variant>
        <vt:lpstr>Caratteri utilizzati</vt:lpstr>
      </vt:variant>
      <vt:variant>
        <vt:i4>5</vt:i4>
      </vt:variant>
      <vt:variant>
        <vt:lpstr>Tema</vt:lpstr>
      </vt:variant>
      <vt:variant>
        <vt:i4>3</vt:i4>
      </vt:variant>
      <vt:variant>
        <vt:lpstr>Titoli diapositive</vt:lpstr>
      </vt:variant>
      <vt:variant>
        <vt:i4>40</vt:i4>
      </vt:variant>
    </vt:vector>
  </HeadingPairs>
  <TitlesOfParts>
    <vt:vector size="48" baseType="lpstr">
      <vt:lpstr>Aptos</vt:lpstr>
      <vt:lpstr>Arial</vt:lpstr>
      <vt:lpstr>Calibri</vt:lpstr>
      <vt:lpstr>Cambria Math</vt:lpstr>
      <vt:lpstr>DejaVu Sans</vt:lpstr>
      <vt:lpstr>ChatGPT</vt:lpstr>
      <vt:lpstr>ChatGPT</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Roberto Colomboni</cp:lastModifiedBy>
  <cp:revision>39</cp:revision>
  <dcterms:created xsi:type="dcterms:W3CDTF">2026-10-18T16:31:13Z</dcterms:created>
  <dcterms:modified xsi:type="dcterms:W3CDTF">2026-10-23T00:15:56Z</dcterms:modified>
</cp:coreProperties>
</file>