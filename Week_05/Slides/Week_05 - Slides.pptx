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7"/>
  </p:notesMasterIdLst>
  <p:sldIdLst>
    <p:sldId id="256" r:id="rId4"/>
    <p:sldId id="257" r:id="rId5"/>
    <p:sldId id="258" r:id="rId6"/>
    <p:sldId id="259" r:id="rId7"/>
    <p:sldId id="260" r:id="rId8"/>
    <p:sldId id="261" r:id="rId9"/>
    <p:sldId id="265" r:id="rId10"/>
    <p:sldId id="266" r:id="rId11"/>
    <p:sldId id="267" r:id="rId12"/>
    <p:sldId id="300" r:id="rId13"/>
    <p:sldId id="262" r:id="rId14"/>
    <p:sldId id="303" r:id="rId15"/>
    <p:sldId id="270" r:id="rId16"/>
    <p:sldId id="263" r:id="rId17"/>
    <p:sldId id="269" r:id="rId18"/>
    <p:sldId id="302" r:id="rId19"/>
    <p:sldId id="301" r:id="rId20"/>
    <p:sldId id="264" r:id="rId21"/>
    <p:sldId id="272" r:id="rId22"/>
    <p:sldId id="273" r:id="rId23"/>
    <p:sldId id="274" r:id="rId24"/>
    <p:sldId id="271" r:id="rId25"/>
    <p:sldId id="275" r:id="rId26"/>
    <p:sldId id="276" r:id="rId27"/>
    <p:sldId id="277" r:id="rId28"/>
    <p:sldId id="278" r:id="rId29"/>
    <p:sldId id="279" r:id="rId30"/>
    <p:sldId id="282" r:id="rId31"/>
    <p:sldId id="298" r:id="rId32"/>
    <p:sldId id="299" r:id="rId33"/>
    <p:sldId id="283" r:id="rId34"/>
    <p:sldId id="284" r:id="rId35"/>
    <p:sldId id="285" r:id="rId36"/>
    <p:sldId id="286" r:id="rId37"/>
    <p:sldId id="288" r:id="rId38"/>
    <p:sldId id="289" r:id="rId39"/>
    <p:sldId id="290" r:id="rId40"/>
    <p:sldId id="291" r:id="rId41"/>
    <p:sldId id="292" r:id="rId42"/>
    <p:sldId id="293" r:id="rId43"/>
    <p:sldId id="294" r:id="rId44"/>
    <p:sldId id="295" r:id="rId45"/>
    <p:sldId id="297"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2"/>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a preactivation</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[CLICK 1]</a:t>
            </a:r>
          </a:p>
          <a:p>
            <a:r>
              <a:rPr lang="en-GB"/>
              <a:t>Notation on the slides: write J_r for J_{r,θ,y}, leaving dependence on the parameters and target implicit. The lecture notes retain the full notation.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appear together. J_{3,θ,y}(u)=(u-y)^2 is the squared loss as a function of a possible output preactivation. Substituting the actual forward value a_3(x) gives L_sq(θ)=J_{3,θ,y}(a_3(x)).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When the definition appears, 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Keep the J_{3,θ,y} region already introduced on the preceding slide. Starting at a_2(x), which operations still remain before we obtain the loss? Identify ReLU, the output affine operation and the final loss.</a:t>
            </a:r>
          </a:p>
          <a:p>
            <a:r>
              <a:rPr lang="en-GB"/>
              <a:t>[CLICK 1]</a:t>
            </a:r>
          </a:p>
          <a:p>
            <a:r>
              <a:rPr lang="en-GB"/>
              <a:t>The J_{2,θ,y} boundary appears with its definition and the loss composition. Apply ReLU to a possible preactivation u, then the output affine operation. Use J_{3,θ,y} for the remaining squared-loss operation. This function uses only w_3, b_3 and y. The earlier boundary remains visible.</a:t>
            </a:r>
          </a:p>
          <a:p>
            <a:r>
              <a:rPr lang="en-GB"/>
              <a:t>[CLICK 2]</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J_{3,θ,y} and J_{2,θ,y}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Keep the J_{3,θ,y} and J_{2,θ,y} regions from the preceding slide. Start at a_1(x). Which operations are needed before we can use the already-defined function J_{2,θ,y}?</a:t>
            </a:r>
          </a:p>
          <a:p>
            <a:r>
              <a:rPr lang="en-GB"/>
              <a:t>[CLICK 1]</a:t>
            </a:r>
          </a:p>
          <a:p>
            <a:r>
              <a:rPr lang="en-GB"/>
              <a:t>The J_{1,θ,y} boundary appears together with its definition and the loss composition. The red equality states L_sq(θ)=J_{1,θ,y}(a_1(x)). The definition has the same color as the new boundary and uses J_{2,θ,y} for the remaining computation. Read the fixed-parameter statement below. The earlier boundaries remain visible.</a:t>
            </a:r>
          </a:p>
          <a:p>
            <a:r>
              <a:rPr lang="en-GB"/>
              <a:t>[CLICK 2]</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Place the three representations of the same loss side by side, then recall the chain rule before differentiating with respect to the output parameters.</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0.55 minutes</a:t>
            </a:r>
          </a:p>
          <a:p>
            <a:r>
              <a:t>Target interval: 09:30–10:03 (including pauses).</a:t>
            </a:r>
          </a:p>
          <a:p>
            <a:r>
              <a:t>The same loss, three compositions</a:t>
            </a:r>
          </a:p>
          <a:p>
            <a:r>
              <a:t>[ON ENTRY]</a:t>
            </a:r>
          </a:p>
          <a:p>
            <a:r>
              <a:t>The definitions describe the same completed computation. Keep the input and target fixed. Starting from the output preactivation, J_{3,θ,y} gives the loss.</a:t>
            </a:r>
          </a:p>
          <a:p>
            <a:r>
              <a:t>Starting from a_2(x), J_{2,θ,y} completes the same calculation and gives the same loss. Keep the previous identity visible.</a:t>
            </a:r>
          </a:p>
          <a:p>
            <a:r>
              <a:t>Starting from a_1(x), J_{1,θ,y} also gives the same loss. These are three representations of one objective, not three different objectives.</a:t>
            </a:r>
          </a:p>
          <a:p>
            <a:r>
              <a:t>Recall the ordinary chain rule. We will choose the representation in which the parameter we vary changes the inner argument while the outer remaining function stays fixed.</a:t>
            </a:r>
          </a:p>
          <a:p>
            <a:r>
              <a:t>[NEXT SLIDE]</a:t>
            </a:r>
          </a:p>
          <a:p>
            <a:r>
              <a:t>Begin with the output parameters. Which factor does the chain rule require?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J_{3,theta,y}(a3(x)). Keep the input, target and all other parameters fixed. J_{3,theta,y}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J'_{3,theta,y}(a3(x)). We now calculate it once.</a:t>
            </a:r>
          </a:p>
          <a:p>
            <a:r>
              <a:rPr lang="en-GB"/>
              <a:t>[NEXT SLIDE]</a:t>
            </a:r>
          </a:p>
          <a:p>
            <a:r>
              <a:rPr lang="en-GB"/>
              <a:t>Return to the definition of J_{3,theta,y}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a:t>
            </a:r>
          </a:p>
          <a:p>
            <a:r>
              <a:t>Target interval: 11:18–12:18 (including pauses).</a:t>
            </a:r>
          </a:p>
          <a:p>
            <a:r>
              <a:t>The second-layer parameter derivatives</a:t>
            </a:r>
          </a:p>
          <a:p>
            <a:r>
              <a:t>[ON ENTRY]</a:t>
            </a:r>
          </a:p>
          <a:p>
            <a:r>
              <a:t>First point to the loss composition L_sq(theta)=J_{2,theta,y}(a_2(x)). The two definitions underneath identify the outer remaining-loss function and the inner affine preactivation. J_{2,theta,y} does not use w_2 or b_2; the input phi_1(x)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b_2. The prime always denotes differentiation with respect to the supplied scalar argument.</a:t>
            </a:r>
          </a:p>
          <a:p>
            <a:r>
              <a:t>[CLICK 2]</a:t>
            </a:r>
          </a:p>
          <a:p>
            <a:r>
              <a:t>Append the local derivative, one. Keep the chain-rule product visible.</a:t>
            </a:r>
          </a:p>
          <a:p>
            <a:r>
              <a:t>[CLICK 3]</a:t>
            </a:r>
          </a:p>
          <a:p>
            <a:r>
              <a:t>Repeat for w_2. The same outer derivative appears again.</a:t>
            </a:r>
          </a:p>
          <a:p>
            <a:r>
              <a:t>[CLICK 4]</a:t>
            </a:r>
          </a:p>
          <a:p>
            <a:r>
              <a:t>The local derivative is phi_1(x), the input to this layer saved during the forward pass.</a:t>
            </a:r>
          </a:p>
          <a:p>
            <a:r>
              <a:t>[CLICK 5]</a:t>
            </a:r>
          </a:p>
          <a:p>
            <a:r>
              <a:t>Both parameter derivatives require the same evaluated factor J'_{2,θ,y}(a_2(x)). We now calculate it once, starting from the definition of J_{2,θ,y}.</a:t>
            </a:r>
          </a:p>
          <a:p>
            <a:r>
              <a:t>[NEXT SLIDE]</a:t>
            </a:r>
          </a:p>
          <a:p>
            <a:r>
              <a:t>We have identified J'_{2,θ,y}(a_2(x)) as the missing factor. Return to the definition of J_{2,θ,y}: can the derivative we already calculated help us find it?</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Reusing the output derivative</a:t>
            </a:r>
          </a:p>
          <a:p>
            <a:r>
              <a:t>Suggested time: 1.3 minutes</a:t>
            </a:r>
          </a:p>
          <a:p>
            <a:r>
              <a:t>Target interval: 12:18–13:36 (including pauses).</a:t>
            </a:r>
          </a:p>
          <a:p>
            <a:r>
              <a:t>[ON ENTRY]</a:t>
            </a:r>
          </a:p>
          <a:p>
            <a:r>
              <a:t>The second-layer parameter derivatives require J'_{2,theta,y}(a_2(x)). Begin with that target at the top of the slide. Underneath, recall the definition J_{2,theta,y}(u)=J_{3,theta,y}(ReLU(u)w_3+b_3).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t>[CLICK 1]</a:t>
            </a:r>
          </a:p>
          <a:p>
            <a:r>
              <a:t>Apply the chain rule to this definition. The outer derivative is J'_{3,θ,y} at the inner argument. The derivative of the affine expression contributes w_3, and the ReLU contributes ReLU'(u). This identity holds for u nonzero.</a:t>
            </a:r>
          </a:p>
          <a:p>
            <a:r>
              <a:t>[CLICK 2]</a:t>
            </a:r>
          </a:p>
          <a:p>
            <a:r>
              <a:t>Evaluate at the saved a_2(x). Look at the underbrace inside J'_{3,θ,y}: ReLU(a_2(x))w_3+b_3 is exactly a_3(x), the output preactivation already computed during the forward pass. We need the outer derivative at that same point.</a:t>
            </a:r>
          </a:p>
          <a:p>
            <a:r>
              <a:t>[CLICK 3]</a:t>
            </a:r>
          </a:p>
          <a:p>
            <a:r>
              <a:t>We have already obtained J'_{3,θ,y}(a_3(x))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t>[NEXT SLIDE]</a:t>
            </a:r>
          </a:p>
          <a:p>
            <a:r>
              <a:t>Calculate the remaining local derivative, then use the resulting shared factor in the two parameter derivatives already established.</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J'_{3,theta,y}(a3(x)) is already available, w3 is a known fixed weight, and the remaining factor is ReLU'(a2(x)).</a:t>
            </a:r>
          </a:p>
          <a:p>
            <a:r>
              <a:rPr lang="en-GB"/>
              <a:t>[CLICK 1]</a:t>
            </a:r>
          </a:p>
          <a:p>
            <a:r>
              <a:rPr lang="en-GB"/>
              <a:t>For the nonzero preactivation in this calculation, replace ReLU'(a2(x)) by step(a2(x)). We have now obtained J'_{2,theta,y}(a2(x))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0.9 minutes</a:t>
            </a:r>
          </a:p>
          <a:p>
            <a:r>
              <a:t>Target interval: 14:39–15:33 (including pauses).</a:t>
            </a:r>
          </a:p>
          <a:p>
            <a:r>
              <a:t>The first-layer parameter derivatives</a:t>
            </a:r>
          </a:p>
          <a:p>
            <a:r>
              <a:t>[ON ENTRY]</a:t>
            </a:r>
          </a:p>
          <a:p>
            <a:r>
              <a:t>First point to the loss composition L_sq(theta)=J_{1,theta,y}(a_1(x)). The two definitions underneath identify the outer remaining-loss function and the inner affine preactivation. J_{1,theta,y} does not use w_1 or b_1; the input phi_0(x)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b_1. The prime always denotes differentiation with respect to the supplied scalar argument.</a:t>
            </a:r>
          </a:p>
          <a:p>
            <a:r>
              <a:t>[CLICK 2]</a:t>
            </a:r>
          </a:p>
          <a:p>
            <a:r>
              <a:t>Append the local derivative, one. Keep the chain-rule product visible.</a:t>
            </a:r>
          </a:p>
          <a:p>
            <a:r>
              <a:t>[CLICK 3]</a:t>
            </a:r>
          </a:p>
          <a:p>
            <a:r>
              <a:t>Repeat for w_1. The same outer derivative appears again.</a:t>
            </a:r>
          </a:p>
          <a:p>
            <a:r>
              <a:t>[CLICK 4]</a:t>
            </a:r>
          </a:p>
          <a:p>
            <a:r>
              <a:t>The local derivative is phi_0(x), the input to this layer saved during the forward pass.</a:t>
            </a:r>
          </a:p>
          <a:p>
            <a:r>
              <a:t>[CLICK 5]</a:t>
            </a:r>
          </a:p>
          <a:p>
            <a:r>
              <a:t>Both parameter derivatives require the same evaluated factor J'_{1,θ,y}(a_1(x)). We now calculate it once, starting from the definition of J_{1,θ,y}.</a:t>
            </a:r>
          </a:p>
          <a:p>
            <a:r>
              <a:t>[NEXT SLIDE]</a:t>
            </a:r>
          </a:p>
          <a:p>
            <a:r>
              <a:t>The missing factor is J'_{1,θ,y}(a_1(x)). Its definition uses J_{2,θ,y}, whose evaluated derivative is now available.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J'_{1,theta,y}(a1(x)). Begin with that target, exactly as we did for the second layer. Recall the definition of J_{1,theta,y} in terms of J_{2,theta,y}.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J'_{2,theta,y}(a2(x)).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endParaRPr lang="en-GB"/>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Before collecting them into the gradient, use one diagram to summarise the calculation we have just repeated at each layer.</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backward step</a:t>
            </a:r>
          </a:p>
          <a:p>
            <a:r>
              <a:t>Suggested time: 2.55 minutes</a:t>
            </a:r>
          </a:p>
          <a:p>
            <a:r>
              <a:t>Target interval: 20:36–23:09 (including pauses).</a:t>
            </a:r>
          </a:p>
          <a:p>
            <a:endParaRPr/>
          </a:p>
          <a:p>
            <a:r>
              <a:t>[ON ENTRY]</a:t>
            </a:r>
          </a:p>
          <a:p>
            <a:r>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t>[CLICK 1]</a:t>
            </a:r>
          </a:p>
          <a:p>
            <a:r>
              <a:t>First, use the known blue derivative to calculate both parameter derivatives for layer r. For the weight, multiply it by the saved layer input. For the bias, use it directly. These are separate branches: the bias derivative does not depend on the weight derivative.</a:t>
            </a:r>
          </a:p>
          <a:p>
            <a:r>
              <a:t>[CLICK 2]</a:t>
            </a:r>
          </a:p>
          <a:p>
            <a:r>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t>[NEXT SLIDE]</a:t>
            </a:r>
          </a:p>
          <a:p>
            <a:r>
              <a:t>Collect the six numerical parameter derivatives in the order of the parameter column. Only after the whole backward pass is complete will we update the parameters.</a:t>
            </a:r>
          </a:p>
          <a:p>
            <a:r>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have the complete gradient</a:t>
            </a:r>
          </a:p>
          <a:p>
            <a:r>
              <a:t>Suggested time: 1.1 minutes</a:t>
            </a:r>
          </a:p>
          <a:p>
            <a:r>
              <a:t>Target interval: 23:09–24:15 (including pauses).</a:t>
            </a:r>
          </a:p>
          <a:p>
            <a:r>
              <a:t>[ON ENTRY]</a:t>
            </a:r>
          </a:p>
          <a:p>
            <a:r>
              <a:t>Our order was bias, weight, bias, weight, bias, weight, working forwards through the layers. In that order the gradient is 4, 8, 2, 6, minus 2, minus 10.</a:t>
            </a:r>
          </a:p>
          <a:p>
            <a:r>
              <a:t>We calculated the entries in reverse layer order, but place them in the column according to their corresponding parameters. All six derivatives are evaluated at the same current parameter column theta^(t) and use the same observation.</a:t>
            </a:r>
          </a:p>
          <a:p>
            <a:r>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t>[NEXT SLIDE]</a:t>
            </a:r>
          </a:p>
          <a:p>
            <a:r>
              <a:t>We now have the complete scalar calculation. Next, we keep this organisation and allow several neurons per layer.</a:t>
            </a:r>
          </a:p>
          <a:p>
            <a:r>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backward step</a:t>
            </a:r>
          </a:p>
          <a:p>
            <a:r>
              <a:t>Suggested time: 0.42 minutes</a:t>
            </a:r>
          </a:p>
          <a:p>
            <a:r>
              <a:t>Target interval: 29:35–30:00 (including pauses).</a:t>
            </a:r>
          </a:p>
          <a:p>
            <a:r>
              <a:t>[ON ENTRY]</a:t>
            </a:r>
          </a:p>
          <a:p>
            <a:r>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t>[NEXT SLIDE]</a:t>
            </a:r>
          </a:p>
          <a:p>
            <a:r>
              <a:t>The diagram gives the complete backward step. We now return to the network from Lecture 4 and carry out a numerical example. First calculate and save its forward values, then use them to calculate the output and hidden-layer gradients.</a:t>
            </a:r>
          </a:p>
          <a:p>
            <a:r>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J_L,theta,y(u)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endParaRPr lang="en-GB"/>
          </a:p>
          <a:p>
            <a:r>
              <a:rPr lang="en-GB" dirty="0"/>
              <a:t>Suggested time: 1.25 minutes</a:t>
            </a:r>
            <a:endParaRPr lang="en-GB"/>
          </a:p>
          <a:p>
            <a:r>
              <a:rPr lang="en-GB" dirty="0"/>
              <a:t>Target interval: 43:18–44:33 (including pauses).</a:t>
            </a:r>
            <a:endParaRPr lang="en-GB"/>
          </a:p>
          <a:p>
            <a:endParaRPr lang="en-GB"/>
          </a:p>
          <a:p>
            <a:r>
              <a:rPr lang="en-GB" dirty="0"/>
              <a:t>[ON ENTRY]</a:t>
            </a:r>
            <a:endParaRPr lang="en-GB"/>
          </a:p>
          <a:p>
            <a:r>
              <a:rPr lang="en-GB" dirty="0"/>
              <a:t>Until now, we have differentiated the loss associated with one observation. Our empirical loss for the whole dataset is the sum of those individual losses. Each observation has its own input and target, but the network parameters are shared.</a:t>
            </a:r>
            <a:endParaRPr lang="en-GB"/>
          </a:p>
          <a:p>
            <a:endParaRPr lang="en-GB"/>
          </a:p>
          <a:p>
            <a:r>
              <a:rPr lang="en-GB" dirty="0"/>
              <a:t>[CLICK1]</a:t>
            </a:r>
            <a:endParaRPr lang="en-GB"/>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endParaRPr lang="en-GB"/>
          </a:p>
          <a:p>
            <a:endParaRPr lang="en-GB"/>
          </a:p>
          <a:p>
            <a:r>
              <a:rPr lang="en-GB" dirty="0"/>
              <a:t>[PAUSE: 4 seconds.]</a:t>
            </a:r>
            <a:endParaRPr lang="en-GB"/>
          </a:p>
          <a:p>
            <a:r>
              <a:rPr lang="en-GB" dirty="0"/>
              <a:t>We use a sum here, consistently with our empirical-loss convention. We can accumulate it without keeping every observation's intermediate values simultaneously. Here is the complete procedure.</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endParaRPr lang="en-GB"/>
          </a:p>
          <a:p>
            <a:r>
              <a:rPr lang="en-GB" dirty="0"/>
              <a:t>Suggested time: 1.15 minutes</a:t>
            </a:r>
            <a:endParaRPr lang="en-GB"/>
          </a:p>
          <a:p>
            <a:r>
              <a:rPr lang="en-GB" dirty="0"/>
              <a:t>Target interval: 44:33–45:42 (including pauses).</a:t>
            </a:r>
            <a:endParaRPr lang="en-GB"/>
          </a:p>
          <a:p>
            <a:endParaRPr lang="en-GB"/>
          </a:p>
          <a:p>
            <a:r>
              <a:rPr lang="en-GB" dirty="0"/>
              <a:t>[ON ENTRY]</a:t>
            </a:r>
            <a:endParaRPr lang="en-GB"/>
          </a:p>
          <a:p>
            <a:r>
              <a:rPr lang="en-GB" dirty="0"/>
              <a:t>Begin with a zero accumulator, with an entry for every parameter. Keep the current parameters fixed.</a:t>
            </a:r>
            <a:endParaRPr lang="en-GB"/>
          </a:p>
          <a:p>
            <a:endParaRPr lang="en-GB"/>
          </a:p>
          <a:p>
            <a:r>
              <a:rPr lang="en-GB" dirty="0"/>
              <a:t>[CLICK1]</a:t>
            </a:r>
            <a:endParaRPr lang="en-GB"/>
          </a:p>
          <a:p>
            <a:r>
              <a:rPr lang="en-GB" dirty="0"/>
              <a:t>For each observation, perform the forward pass, save its intermediate values, perform the backward pass, and add its parameter derivatives to the accumulator. Once added, that observation's saved intermediate values can be discarded.</a:t>
            </a:r>
            <a:endParaRPr lang="en-GB"/>
          </a:p>
          <a:p>
            <a:endParaRPr lang="en-GB"/>
          </a:p>
          <a:p>
            <a:r>
              <a:rPr lang="en-GB" dirty="0"/>
              <a:t>[CLICK2]</a:t>
            </a:r>
            <a:endParaRPr lang="en-GB"/>
          </a:p>
          <a:p>
            <a:r>
              <a:rPr lang="en-GB" dirty="0"/>
              <a:t>After every observation has contributed, the accumulator contains the empirical-loss gradient. We then update all parameters together, using our chosen learning rate.</a:t>
            </a:r>
            <a:endParaRPr lang="en-GB"/>
          </a:p>
          <a:p>
            <a:endParaRPr lang="en-GB"/>
          </a:p>
          <a:p>
            <a:r>
              <a:rPr lang="en-GB" dirty="0"/>
              <a:t>Would updating between observations implement this same procedure?</a:t>
            </a:r>
            <a:endParaRPr lang="en-GB"/>
          </a:p>
          <a:p>
            <a:endParaRPr lang="en-GB"/>
          </a:p>
          <a:p>
            <a:r>
              <a:rPr lang="en-GB" dirty="0"/>
              <a:t>[PAUSE: 4 seconds.]</a:t>
            </a:r>
            <a:endParaRPr lang="en-GB"/>
          </a:p>
          <a:p>
            <a:r>
              <a:rPr lang="en-GB" dirty="0"/>
              <a:t>No. It would use changing parameter values and therefore be a different procedure. Backpropagation supplies the derivatives; the update rule specifies how and when to use them.</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Cost for the networks we have studied</a:t>
            </a:r>
            <a:endParaRPr lang="en-GB"/>
          </a:p>
          <a:p>
            <a:r>
              <a:rPr lang="en-GB" dirty="0"/>
              <a:t>Suggested time: 1 minutes</a:t>
            </a:r>
            <a:endParaRPr lang="en-GB"/>
          </a:p>
          <a:p>
            <a:r>
              <a:rPr lang="en-GB" dirty="0"/>
              <a:t>Target interval: 46:54–47:54 (including pauses).</a:t>
            </a:r>
            <a:endParaRPr lang="en-GB"/>
          </a:p>
          <a:p>
            <a:endParaRPr lang="en-GB"/>
          </a:p>
          <a:p>
            <a:r>
              <a:rPr lang="en-GB" dirty="0"/>
              <a:t>[ON ENTRY]</a:t>
            </a:r>
            <a:endParaRPr lang="en-GB"/>
          </a:p>
          <a:p>
            <a:r>
              <a:rPr lang="en-GB" dirty="0"/>
              <a:t>For the networks we have studied, one observation takes order P time and order P working memory. The memory includes the parameters, the saved forward values and the parameter gradients.</a:t>
            </a:r>
            <a:endParaRPr lang="en-GB"/>
          </a:p>
          <a:p>
            <a:endParaRPr lang="en-GB"/>
          </a:p>
          <a:p>
            <a:r>
              <a:rPr lang="en-GB" dirty="0"/>
              <a:t>[CLICK1]</a:t>
            </a:r>
            <a:endParaRPr lang="en-GB"/>
          </a:p>
          <a:p>
            <a:r>
              <a:rPr lang="en-GB" dirty="0"/>
              <a:t>With N observations processed one at a time, the time becomes order N P. Working memory can remain order P: we accumulate gradients and reuse the space for each observation's intermediate values. The stored dataset itself is excluded from this memory count.</a:t>
            </a:r>
            <a:endParaRPr lang="en-GB"/>
          </a:p>
          <a:p>
            <a:endParaRPr lang="en-GB"/>
          </a:p>
          <a:p>
            <a:r>
              <a:rPr lang="en-GB" dirty="0"/>
              <a:t>Writing down all P gradient entries already requires work proportional to P.</a:t>
            </a:r>
            <a:endParaRPr lang="en-GB"/>
          </a:p>
          <a:p>
            <a:endParaRPr lang="en-GB"/>
          </a:p>
          <a:p>
            <a:r>
              <a:rPr lang="en-GB" dirty="0"/>
              <a:t>These are scaling statements, not exact operation counts. They explain why obtaining a full gradient need not require a separate full network calculation for every parameter.</a:t>
            </a:r>
            <a:endParaRPr lang="en-GB"/>
          </a:p>
          <a:p>
            <a:endParaRPr lang="en-GB"/>
          </a:p>
          <a:p>
            <a:r>
              <a:rPr lang="en-GB" dirty="0"/>
              <a:t>[NEXT SLIDE]</a:t>
            </a:r>
            <a:endParaRPr lang="en-GB"/>
          </a:p>
          <a:p>
            <a:r>
              <a:rPr lang="en-GB" dirty="0"/>
              <a:t>Source: Week 5 lecture notes, pages 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Take-home messages from backpropagation</a:t>
            </a:r>
          </a:p>
          <a:p>
            <a:r>
              <a:rPr lang="en-GB"/>
              <a:t>Suggested time: 1.1 minutes.</a:t>
            </a:r>
          </a:p>
          <a:p>
            <a:r>
              <a:rPr lang="en-GB"/>
              <a:t>[ON ENTRY] Backpropagation calculates the gradient efficiently. Summarise the three stages, revealing one line per click.</a:t>
            </a:r>
          </a:p>
          <a:p>
            <a:r>
              <a:rPr lang="en-GB"/>
              <a:t>[CLICK 1] Forward: calculate the output and loss, saving the preactivations and inputs to each layer that the backward calculation will use.</a:t>
            </a:r>
          </a:p>
          <a:p>
            <a:r>
              <a:rPr lang="en-GB"/>
              <a:t>[CLICK 2] Backward: start at the loss and reuse intermediate derivatives, layer by layer, to obtain all parameter derivatives.</a:t>
            </a:r>
          </a:p>
          <a:p>
            <a:r>
              <a:rPr lang="en-GB"/>
              <a:t>[CLICK 3] Update: use the computed gradient to update the parameters. Backpropagation computes the gradient; the optimiser then uses it to choose an update. These are separate steps.</a:t>
            </a:r>
          </a:p>
          <a:p>
            <a:r>
              <a:rPr lang="en-GB"/>
              <a:t>[PAUSE] Let the three take-home messages remain visible.</a:t>
            </a:r>
          </a:p>
          <a:p>
            <a:r>
              <a:rPr lang="en-GB"/>
              <a:t>[NEXT SLIDE] Point to the course materials.</a:t>
            </a:r>
          </a:p>
          <a:p>
            <a:r>
              <a:rPr lang="en-GB"/>
              <a:t>Source: Week 5 lecture notes, pages 1,21–22.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5.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9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1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7.png"/></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99.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70.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FullJ67" Type="http://schemas.openxmlformats.org/officeDocument/2006/relationships/image" Target="../media/full_j_7_67.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51" Type="http://schemas.openxmlformats.org/officeDocument/2006/relationships/image" Target="../media/image100.png"/><Relationship Id="rId12" Type="http://schemas.openxmlformats.org/officeDocument/2006/relationships/image" Target="../media/image114.png"/><Relationship Id="rId17" Type="http://schemas.openxmlformats.org/officeDocument/2006/relationships/image" Target="../media/image119.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FullJ191" Type="http://schemas.openxmlformats.org/officeDocument/2006/relationships/image" Target="../media/full_j_8_191.png"/><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3.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FullJ249" Type="http://schemas.openxmlformats.org/officeDocument/2006/relationships/image" Target="../media/full_j_8_249.png"/><Relationship Id="rId28" Type="http://schemas.openxmlformats.org/officeDocument/2006/relationships/image" Target="../media/image102.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05.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FullJ251" Type="http://schemas.openxmlformats.org/officeDocument/2006/relationships/image" Target="../media/full_j_8_251.png"/><Relationship Id="rId27" Type="http://schemas.openxmlformats.org/officeDocument/2006/relationships/image" Target="../media/image1000.png"/><Relationship Id="rId30" Type="http://schemas.openxmlformats.org/officeDocument/2006/relationships/image" Target="../media/image104.png"/></Relationships>
</file>

<file path=ppt/slides/_rels/slide9.xml.rels><?xml version="1.0" encoding="UTF-8" standalone="yes"?>
<Relationships xmlns="http://schemas.openxmlformats.org/package/2006/relationships"><Relationship Id="rId13" Type="http://schemas.openxmlformats.org/officeDocument/2006/relationships/image" Target="../media/image137.png"/><Relationship Id="rId18" Type="http://schemas.openxmlformats.org/officeDocument/2006/relationships/image" Target="../media/image142.png"/><Relationship Id="rId3" Type="http://schemas.openxmlformats.org/officeDocument/2006/relationships/image" Target="../media/image1041.png"/><Relationship Id="rId21" Type="http://schemas.openxmlformats.org/officeDocument/2006/relationships/image" Target="../media/image145.png"/><Relationship Id="rId7" Type="http://schemas.openxmlformats.org/officeDocument/2006/relationships/image" Target="../media/image131.png"/><Relationship Id="rId12" Type="http://schemas.openxmlformats.org/officeDocument/2006/relationships/image" Target="../media/image136.png"/><Relationship Id="rId17" Type="http://schemas.openxmlformats.org/officeDocument/2006/relationships/image" Target="../media/image141.png"/><Relationship Id="rIdFullJ254" Type="http://schemas.openxmlformats.org/officeDocument/2006/relationships/image" Target="../media/full_j_9_254.png"/><Relationship Id="rId2" Type="http://schemas.openxmlformats.org/officeDocument/2006/relationships/notesSlide" Target="../notesSlides/notesSlide9.xml"/><Relationship Id="rId16" Type="http://schemas.openxmlformats.org/officeDocument/2006/relationships/image" Target="../media/image140.png"/><Relationship Id="rId20" Type="http://schemas.openxmlformats.org/officeDocument/2006/relationships/image" Target="../media/image144.png"/><Relationship Id="rId29" Type="http://schemas.openxmlformats.org/officeDocument/2006/relationships/image" Target="../media/image1050.png"/><Relationship Id="rId1" Type="http://schemas.openxmlformats.org/officeDocument/2006/relationships/slideLayout" Target="../slideLayouts/slideLayout6.xml"/><Relationship Id="rIdFullJ193" Type="http://schemas.openxmlformats.org/officeDocument/2006/relationships/image" Target="../media/full_j_9_193.png"/><Relationship Id="rId6" Type="http://schemas.openxmlformats.org/officeDocument/2006/relationships/image" Target="../media/image130.png"/><Relationship Id="rId11" Type="http://schemas.openxmlformats.org/officeDocument/2006/relationships/image" Target="../media/image135.png"/><Relationship Id="rId24" Type="http://schemas.openxmlformats.org/officeDocument/2006/relationships/image" Target="../media/image148.png"/><Relationship Id="rId5" Type="http://schemas.openxmlformats.org/officeDocument/2006/relationships/image" Target="../media/image129.png"/><Relationship Id="rId15" Type="http://schemas.openxmlformats.org/officeDocument/2006/relationships/image" Target="../media/image139.png"/><Relationship Id="rId23" Type="http://schemas.openxmlformats.org/officeDocument/2006/relationships/image" Target="../media/image147.png"/><Relationship Id="rIdFullJ252" Type="http://schemas.openxmlformats.org/officeDocument/2006/relationships/image" Target="../media/full_j_9_252.png"/><Relationship Id="rId28" Type="http://schemas.openxmlformats.org/officeDocument/2006/relationships/image" Target="../media/image1030.png"/><Relationship Id="rId10" Type="http://schemas.openxmlformats.org/officeDocument/2006/relationships/image" Target="../media/image134.png"/><Relationship Id="rId19" Type="http://schemas.openxmlformats.org/officeDocument/2006/relationships/image" Target="../media/image143.png"/><Relationship Id="rId31" Type="http://schemas.openxmlformats.org/officeDocument/2006/relationships/image" Target="../media/image149.png"/><Relationship Id="rId4" Type="http://schemas.openxmlformats.org/officeDocument/2006/relationships/image" Target="../media/image128.png"/><Relationship Id="rId9" Type="http://schemas.openxmlformats.org/officeDocument/2006/relationships/image" Target="../media/image133.png"/><Relationship Id="rId14" Type="http://schemas.openxmlformats.org/officeDocument/2006/relationships/image" Target="../media/image138.png"/><Relationship Id="rId22" Type="http://schemas.openxmlformats.org/officeDocument/2006/relationships/image" Target="../media/image146.png"/><Relationship Id="rId27" Type="http://schemas.openxmlformats.org/officeDocument/2006/relationships/image" Target="../media/image1040.png"/><Relationship Id="rIdFullJ256" Type="http://schemas.openxmlformats.org/officeDocument/2006/relationships/image" Target="../media/full_j_9_256.png"/><Relationship Id="rId30" Type="http://schemas.openxmlformats.org/officeDocument/2006/relationships/image" Target="../media/image127.png"/><Relationship Id="rIdFullJ191" Type="http://schemas.openxmlformats.org/officeDocument/2006/relationships/image" Target="../media/full_j_9_191.png"/><Relationship Id="rId8" Type="http://schemas.openxmlformats.org/officeDocument/2006/relationships/image" Target="../media/image132.png"/></Relationships>
</file>

<file path=ppt/slides/_rels/slide10.xml.rels><?xml version="1.0" encoding="UTF-8" standalone="yes"?>
<Relationships xmlns="http://schemas.openxmlformats.org/package/2006/relationships"><Relationship Id="rId3" Type="http://schemas.openxmlformats.org/officeDocument/2006/relationships/image" Target="../media/image1490.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511.png"/><Relationship Id="rId3" Type="http://schemas.openxmlformats.org/officeDocument/2006/relationships/image" Target="../media/image153.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56.png"/><Relationship Id="rId11" Type="http://schemas.openxmlformats.org/officeDocument/2006/relationships/image" Target="../media/image158.png"/><Relationship Id="rId5" Type="http://schemas.openxmlformats.org/officeDocument/2006/relationships/image" Target="../media/image155.png"/><Relationship Id="rId10" Type="http://schemas.openxmlformats.org/officeDocument/2006/relationships/image" Target="../media/image1530.png"/><Relationship Id="rId4" Type="http://schemas.openxmlformats.org/officeDocument/2006/relationships/image" Target="../media/image154.png"/><Relationship Id="rId9" Type="http://schemas.openxmlformats.org/officeDocument/2006/relationships/image" Target="../media/image157.png"/></Relationships>
</file>

<file path=ppt/slides/_rels/slide12.xml.rels><?xml version="1.0" encoding="UTF-8" standalone="yes"?>
<Relationships xmlns="http://schemas.openxmlformats.org/package/2006/relationships"><Relationship Id="rId8" Type="http://schemas.openxmlformats.org/officeDocument/2006/relationships/image" Target="../media/image163.png"/><Relationship Id="rId3" Type="http://schemas.openxmlformats.org/officeDocument/2006/relationships/image" Target="../media/image1270.png"/><Relationship Id="rId7" Type="http://schemas.openxmlformats.org/officeDocument/2006/relationships/image" Target="../media/image162.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61.png"/><Relationship Id="rId5" Type="http://schemas.openxmlformats.org/officeDocument/2006/relationships/image" Target="../media/image160.png"/><Relationship Id="rId4" Type="http://schemas.openxmlformats.org/officeDocument/2006/relationships/image" Target="../media/image159.png"/></Relationships>
</file>

<file path=ppt/slides/_rels/slide13.xml.rels><?xml version="1.0" encoding="UTF-8" standalone="yes"?>
<Relationships xmlns="http://schemas.openxmlformats.org/package/2006/relationships"><Relationship Id="rId8" Type="http://schemas.openxmlformats.org/officeDocument/2006/relationships/image" Target="../media/image1640.png"/><Relationship Id="rId3" Type="http://schemas.openxmlformats.org/officeDocument/2006/relationships/image" Target="../media/image1590.png"/><Relationship Id="rId7" Type="http://schemas.openxmlformats.org/officeDocument/2006/relationships/image" Target="../media/image163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64.png"/><Relationship Id="rId11" Type="http://schemas.openxmlformats.org/officeDocument/2006/relationships/image" Target="../media/image167.png"/><Relationship Id="rId5" Type="http://schemas.openxmlformats.org/officeDocument/2006/relationships/image" Target="../media/image1610.png"/><Relationship Id="rId10" Type="http://schemas.openxmlformats.org/officeDocument/2006/relationships/image" Target="../media/image166.png"/><Relationship Id="rId4" Type="http://schemas.openxmlformats.org/officeDocument/2006/relationships/image" Target="../media/image1600.png"/><Relationship Id="rId9" Type="http://schemas.openxmlformats.org/officeDocument/2006/relationships/image" Target="../media/image165.png"/></Relationships>
</file>

<file path=ppt/slides/_rels/slide14.xml.rels><?xml version="1.0" encoding="UTF-8" standalone="yes"?>
<Relationships xmlns="http://schemas.openxmlformats.org/package/2006/relationships"><Relationship Id="rId8" Type="http://schemas.openxmlformats.org/officeDocument/2006/relationships/image" Target="../media/image173.png"/><Relationship Id="rId3" Type="http://schemas.openxmlformats.org/officeDocument/2006/relationships/image" Target="../media/image168.png"/><Relationship Id="rId7" Type="http://schemas.openxmlformats.org/officeDocument/2006/relationships/image" Target="../media/image172.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69.png"/></Relationships>
</file>

<file path=ppt/slides/_rels/slide15.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png"/><Relationship Id="rId7"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77.png"/><Relationship Id="rId5" Type="http://schemas.openxmlformats.org/officeDocument/2006/relationships/image" Target="../media/image176.png"/><Relationship Id="rId4" Type="http://schemas.openxmlformats.org/officeDocument/2006/relationships/image" Target="../media/image175.png"/></Relationships>
</file>

<file path=ppt/slides/_rels/slide16.xml.rels><?xml version="1.0" encoding="UTF-8" standalone="yes"?>
<Relationships xmlns="http://schemas.openxmlformats.org/package/2006/relationships"><Relationship Id="rId8" Type="http://schemas.openxmlformats.org/officeDocument/2006/relationships/image" Target="../media/image179.png"/><Relationship Id="rId3" Type="http://schemas.openxmlformats.org/officeDocument/2006/relationships/image" Target="../media/image174.png"/><Relationship Id="rId7" Type="http://schemas.openxmlformats.org/officeDocument/2006/relationships/image" Target="../media/image178.png"/><Relationship Id="rId2" Type="http://schemas.openxmlformats.org/officeDocument/2006/relationships/notesSlide" Target="../notesSlides/notesSlide16.xml"/><Relationship Id="rId1" Type="http://schemas.openxmlformats.org/officeDocument/2006/relationships/slideLayout" Target="../slideLayouts/slideLayout6.xml"/><Relationship Id="rId11" Type="http://schemas.openxmlformats.org/officeDocument/2006/relationships/image" Target="../media/image182.png"/><Relationship Id="rId10" Type="http://schemas.openxmlformats.org/officeDocument/2006/relationships/image" Target="../media/image181.png"/><Relationship Id="rId9" Type="http://schemas.openxmlformats.org/officeDocument/2006/relationships/image" Target="../media/image180.png"/></Relationships>
</file>

<file path=ppt/slides/_rels/slide17.xml.rels><?xml version="1.0" encoding="UTF-8" standalone="yes"?>
<Relationships xmlns="http://schemas.openxmlformats.org/package/2006/relationships"><Relationship Id="rId8" Type="http://schemas.openxmlformats.org/officeDocument/2006/relationships/image" Target="../media/image186.png"/><Relationship Id="rId3" Type="http://schemas.openxmlformats.org/officeDocument/2006/relationships/image" Target="../media/image1811.png"/><Relationship Id="rId7" Type="http://schemas.openxmlformats.org/officeDocument/2006/relationships/image" Target="../media/image185.png"/><Relationship Id="rId12" Type="http://schemas.openxmlformats.org/officeDocument/2006/relationships/image" Target="../media/image19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4.png"/><Relationship Id="rId11" Type="http://schemas.openxmlformats.org/officeDocument/2006/relationships/image" Target="../media/image189.png"/><Relationship Id="rId5" Type="http://schemas.openxmlformats.org/officeDocument/2006/relationships/image" Target="../media/image183.png"/><Relationship Id="rId10" Type="http://schemas.openxmlformats.org/officeDocument/2006/relationships/image" Target="../media/image188.png"/><Relationship Id="rId4" Type="http://schemas.openxmlformats.org/officeDocument/2006/relationships/image" Target="../media/image1821.png"/><Relationship Id="rId9" Type="http://schemas.openxmlformats.org/officeDocument/2006/relationships/image" Target="../media/image187.png"/></Relationships>
</file>

<file path=ppt/slides/_rels/slide18.xml.rels><?xml version="1.0" encoding="UTF-8" standalone="yes"?>
<Relationships xmlns="http://schemas.openxmlformats.org/package/2006/relationships"><Relationship Id="rId8" Type="http://schemas.openxmlformats.org/officeDocument/2006/relationships/image" Target="../media/image196.png"/><Relationship Id="rId7" Type="http://schemas.openxmlformats.org/officeDocument/2006/relationships/image" Target="../media/image195.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94.png"/><Relationship Id="rId11" Type="http://schemas.openxmlformats.org/officeDocument/2006/relationships/image" Target="../media/image198.png"/><Relationship Id="rId5" Type="http://schemas.openxmlformats.org/officeDocument/2006/relationships/image" Target="../media/image193.png"/><Relationship Id="rId10" Type="http://schemas.openxmlformats.org/officeDocument/2006/relationships/image" Target="../media/image191.png"/><Relationship Id="rId4" Type="http://schemas.openxmlformats.org/officeDocument/2006/relationships/image" Target="../media/image192.png"/><Relationship Id="rId9" Type="http://schemas.openxmlformats.org/officeDocument/2006/relationships/image" Target="../media/image197.png"/></Relationships>
</file>

<file path=ppt/slides/_rels/slide19.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2" Type="http://schemas.openxmlformats.org/officeDocument/2006/relationships/notesSlide" Target="../notesSlides/notesSlide19.xml"/><Relationship Id="rId16" Type="http://schemas.openxmlformats.org/officeDocument/2006/relationships/image" Target="../media/image1900.png"/><Relationship Id="rIdFullJ127" Type="http://schemas.openxmlformats.org/officeDocument/2006/relationships/image" Target="../media/full_j_16_127.png"/><Relationship Id="rId29" Type="http://schemas.openxmlformats.org/officeDocument/2006/relationships/image" Target="../media/image199.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FullJ56" Type="http://schemas.openxmlformats.org/officeDocument/2006/relationships/image" Target="../media/full_j_16_56.png"/><Relationship Id="rId24" Type="http://schemas.openxmlformats.org/officeDocument/2006/relationships/image" Target="../media/image1980.png"/><Relationship Id="rIdFullJ118" Type="http://schemas.openxmlformats.org/officeDocument/2006/relationships/image" Target="../media/full_j_16_118.png"/><Relationship Id="rIdFit_16_equation_128" Type="http://schemas.openxmlformats.org/officeDocument/2006/relationships/image" Target="../media/animation_fit_16_equation_128.png"/><Relationship Id="rId5" Type="http://schemas.openxmlformats.org/officeDocument/2006/relationships/image" Target="../media/image1790.png"/><Relationship Id="rId15" Type="http://schemas.openxmlformats.org/officeDocument/2006/relationships/image" Target="../media/image1890.png"/><Relationship Id="rIdFullJ47" Type="http://schemas.openxmlformats.org/officeDocument/2006/relationships/image" Target="../media/full_j_16_47.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FullJ215" Type="http://schemas.openxmlformats.org/officeDocument/2006/relationships/image" Target="../media/full_j_16_215.png"/><Relationship Id="rId10" Type="http://schemas.openxmlformats.org/officeDocument/2006/relationships/image" Target="../media/image1840.png"/><Relationship Id="rIdFullJ197" Type="http://schemas.openxmlformats.org/officeDocument/2006/relationships/image" Target="../media/full_j_16_197.png"/><Relationship Id="rIdFit_16_equation_198" Type="http://schemas.openxmlformats.org/officeDocument/2006/relationships/image" Target="../media/animation_fit_16_equation_198.png"/><Relationship Id="rIdFullJ206" Type="http://schemas.openxmlformats.org/officeDocument/2006/relationships/image" Target="../media/full_j_16_206.png"/><Relationship Id="rIdFullJ219" Type="http://schemas.openxmlformats.org/officeDocument/2006/relationships/image" Target="../media/full_j_16_219.png"/><Relationship Id="rId31" Type="http://schemas.openxmlformats.org/officeDocument/2006/relationships/image" Target="../media/image201.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0.png"/><Relationship Id="rIdFullJ222" Type="http://schemas.openxmlformats.org/officeDocument/2006/relationships/image" Target="../media/full_j_16_222.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 Id="rId12" Type="http://schemas.openxmlformats.org/officeDocument/2006/relationships/image" Target="../media/image1860.png"/><Relationship Id="rIdFullJ65" Type="http://schemas.openxmlformats.org/officeDocument/2006/relationships/image" Target="../media/full_j_16_65.png"/><Relationship Id="rIdFullJ136" Type="http://schemas.openxmlformats.org/officeDocument/2006/relationships/image" Target="../media/full_j_16_136.png"/></Relationships>
</file>

<file path=ppt/slides/_rels/slide20.xml.rels><?xml version="1.0" encoding="UTF-8" standalone="yes"?>
<Relationships xmlns="http://schemas.openxmlformats.org/package/2006/relationships"><Relationship Id="rId13" Type="http://schemas.openxmlformats.org/officeDocument/2006/relationships/image" Target="../media/image2100.png"/><Relationship Id="rIdFit_17_equation_57" Type="http://schemas.openxmlformats.org/officeDocument/2006/relationships/image" Target="../media/animation_fit_17_equation_57.png"/><Relationship Id="rIdFullJ129" Type="http://schemas.openxmlformats.org/officeDocument/2006/relationships/image" Target="../media/full_j_17_129.png"/><Relationship Id="rIdFullJ209" Type="http://schemas.openxmlformats.org/officeDocument/2006/relationships/image" Target="../media/full_j_17_209.png"/><Relationship Id="rId7" Type="http://schemas.openxmlformats.org/officeDocument/2006/relationships/image" Target="../media/image2060.png"/><Relationship Id="rIdFullJ212" Type="http://schemas.openxmlformats.org/officeDocument/2006/relationships/image" Target="../media/full_j_17_212.png"/><Relationship Id="rIdFit_17_equation_220" Type="http://schemas.openxmlformats.org/officeDocument/2006/relationships/image" Target="../media/animation_fit_17_equation_220.png"/><Relationship Id="rId2" Type="http://schemas.openxmlformats.org/officeDocument/2006/relationships/notesSlide" Target="../notesSlides/notesSlide20.xml"/><Relationship Id="rId16" Type="http://schemas.openxmlformats.org/officeDocument/2006/relationships/image" Target="../media/image1890.png"/><Relationship Id="rIdFullJ119" Type="http://schemas.openxmlformats.org/officeDocument/2006/relationships/image" Target="../media/full_j_17_119.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ullJ56" Type="http://schemas.openxmlformats.org/officeDocument/2006/relationships/image" Target="../media/full_j_17_56.png"/><Relationship Id="rIdFit_17_equation_130" Type="http://schemas.openxmlformats.org/officeDocument/2006/relationships/image" Target="../media/animation_fit_17_equation_130.png"/><Relationship Id="rId32" Type="http://schemas.openxmlformats.org/officeDocument/2006/relationships/image" Target="../media/image203.png"/><Relationship Id="rId5" Type="http://schemas.openxmlformats.org/officeDocument/2006/relationships/image" Target="../media/image1790.png"/><Relationship Id="rId15" Type="http://schemas.openxmlformats.org/officeDocument/2006/relationships/image" Target="../media/image1880.png"/><Relationship Id="rIdFullJ47" Type="http://schemas.openxmlformats.org/officeDocument/2006/relationships/image" Target="../media/full_j_17_47.png"/><Relationship Id="rIdFit_17_equation_139" Type="http://schemas.openxmlformats.org/officeDocument/2006/relationships/image" Target="../media/animation_fit_17_equation_139.png"/><Relationship Id="rIdFullJ215" Type="http://schemas.openxmlformats.org/officeDocument/2006/relationships/image" Target="../media/full_j_17_215.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FullJ138" Type="http://schemas.openxmlformats.org/officeDocument/2006/relationships/image" Target="../media/full_j_17_138.png"/><Relationship Id="rId31" Type="http://schemas.openxmlformats.org/officeDocument/2006/relationships/image" Target="../media/image202.png"/><Relationship Id="rIdFullJ219" Type="http://schemas.openxmlformats.org/officeDocument/2006/relationships/image" Target="../media/full_j_17_21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FullJ128" Type="http://schemas.openxmlformats.org/officeDocument/2006/relationships/image" Target="../media/full_j_17_128.png"/><Relationship Id="rId12" Type="http://schemas.openxmlformats.org/officeDocument/2006/relationships/image" Target="../media/image1830.png"/><Relationship Id="rId17" Type="http://schemas.openxmlformats.org/officeDocument/2006/relationships/image" Target="../media/image2120.png"/><Relationship Id="rIdFullJ65" Type="http://schemas.openxmlformats.org/officeDocument/2006/relationships/image" Target="../media/full_j_17_65.png"/><Relationship Id="rId25" Type="http://schemas.openxmlformats.org/officeDocument/2006/relationships/image" Target="../media/image2140.png"/><Relationship Id="rIdFullJ199" Type="http://schemas.openxmlformats.org/officeDocument/2006/relationships/image" Target="../media/full_j_17_199.png"/><Relationship Id="rIdFullJ208" Type="http://schemas.openxmlformats.org/officeDocument/2006/relationships/image" Target="../media/full_j_17_208.png"/></Relationships>
</file>

<file path=ppt/slides/_rels/slide21.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FullJ129" Type="http://schemas.openxmlformats.org/officeDocument/2006/relationships/image" Target="../media/full_j_18_129.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1.xml"/><Relationship Id="rId16" Type="http://schemas.openxmlformats.org/officeDocument/2006/relationships/image" Target="../media/image2250.png"/><Relationship Id="rIdFullJ119" Type="http://schemas.openxmlformats.org/officeDocument/2006/relationships/image" Target="../media/full_j_18_119.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FullJ203" Type="http://schemas.openxmlformats.org/officeDocument/2006/relationships/image" Target="../media/full_j_18_20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FullJ56" Type="http://schemas.openxmlformats.org/officeDocument/2006/relationships/image" Target="../media/full_j_18_56.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5" Type="http://schemas.openxmlformats.org/officeDocument/2006/relationships/image" Target="../media/image2240.png"/><Relationship Id="rId15" Type="http://schemas.openxmlformats.org/officeDocument/2006/relationships/image" Target="../media/image1890.png"/><Relationship Id="rIdFullJ47" Type="http://schemas.openxmlformats.org/officeDocument/2006/relationships/image" Target="../media/full_j_18_47.png"/><Relationship Id="rId28" Type="http://schemas.openxmlformats.org/officeDocument/2006/relationships/image" Target="../media/image2320.png"/><Relationship Id="rIdFullJ210" Type="http://schemas.openxmlformats.org/officeDocument/2006/relationships/image" Target="../media/full_j_18_210.png"/><Relationship Id="rId10" Type="http://schemas.openxmlformats.org/officeDocument/2006/relationships/image" Target="../media/image1830.png"/><Relationship Id="rIdFullJ138" Type="http://schemas.openxmlformats.org/officeDocument/2006/relationships/image" Target="../media/full_j_18_138.png"/><Relationship Id="rIdFullJ206" Type="http://schemas.openxmlformats.org/officeDocument/2006/relationships/image" Target="../media/full_j_18_206.png"/><Relationship Id="rIdFullJ219" Type="http://schemas.openxmlformats.org/officeDocument/2006/relationships/image" Target="../media/full_j_18_219.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FullJ120" Type="http://schemas.openxmlformats.org/officeDocument/2006/relationships/image" Target="../media/full_j_18_120.png"/><Relationship Id="rId30" Type="http://schemas.openxmlformats.org/officeDocument/2006/relationships/image" Target="../media/image204.png"/><Relationship Id="rId8" Type="http://schemas.openxmlformats.org/officeDocument/2006/relationships/image" Target="../media/image1800.png"/><Relationship Id="rIdFullJ200" Type="http://schemas.openxmlformats.org/officeDocument/2006/relationships/image" Target="../media/full_j_18_2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FullJ65" Type="http://schemas.openxmlformats.org/officeDocument/2006/relationships/image" Target="../media/full_j_18_65.png"/><Relationship Id="rIdFullJ199" Type="http://schemas.openxmlformats.org/officeDocument/2006/relationships/image" Target="../media/full_j_18_199.png"/><Relationship Id="rIdFit_18_equation_211" Type="http://schemas.openxmlformats.org/officeDocument/2006/relationships/image" Target="../media/animation_fit_18_equation_211.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9.png"/><Relationship Id="rId2" Type="http://schemas.openxmlformats.org/officeDocument/2006/relationships/notesSlide" Target="../notesSlides/notesSlide22.xml"/><Relationship Id="rIdFullJ19" Type="http://schemas.openxmlformats.org/officeDocument/2006/relationships/image" Target="../media/full_j_15_19.png"/><Relationship Id="rIdFullJ27" Type="http://schemas.openxmlformats.org/officeDocument/2006/relationships/image" Target="../media/full_j_15_27.png"/><Relationship Id="rId1" Type="http://schemas.openxmlformats.org/officeDocument/2006/relationships/slideLayout" Target="../slideLayouts/slideLayout6.xml"/><Relationship Id="rId6" Type="http://schemas.openxmlformats.org/officeDocument/2006/relationships/image" Target="../media/image230.png"/><Relationship Id="rId5" Type="http://schemas.openxmlformats.org/officeDocument/2006/relationships/image" Target="../media/image1700.png"/><Relationship Id="rIdFullJ13" Type="http://schemas.openxmlformats.org/officeDocument/2006/relationships/image" Target="../media/full_j_15_13.png"/><Relationship Id="rId15" Type="http://schemas.openxmlformats.org/officeDocument/2006/relationships/image" Target="../media/image233.png"/><Relationship Id="rId10" Type="http://schemas.openxmlformats.org/officeDocument/2006/relationships/image" Target="../media/image232.png"/><Relationship Id="rIdFullJ25" Type="http://schemas.openxmlformats.org/officeDocument/2006/relationships/image" Target="../media/full_j_15_25.png"/><Relationship Id="rId4" Type="http://schemas.openxmlformats.org/officeDocument/2006/relationships/image" Target="../media/image1690.png"/><Relationship Id="rId9" Type="http://schemas.openxmlformats.org/officeDocument/2006/relationships/image" Target="../media/image1720.png"/><Relationship Id="rIdFullJ20" Type="http://schemas.openxmlformats.org/officeDocument/2006/relationships/image" Target="../media/full_j_15_20.png"/></Relationships>
</file>

<file path=ppt/slides/_rels/slide23.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238.png"/><Relationship Id="rId4" Type="http://schemas.openxmlformats.org/officeDocument/2006/relationships/image" Target="../media/image23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6.xml.rels><?xml version="1.0" encoding="UTF-8" standalone="yes"?>
<Relationships xmlns="http://schemas.openxmlformats.org/package/2006/relationships"><Relationship Id="rId3" Type="http://schemas.openxmlformats.org/officeDocument/2006/relationships/image" Target="../media/image205.png"/><Relationship Id="rIdFullJ10" Type="http://schemas.openxmlformats.org/officeDocument/2006/relationships/image" Target="../media/full_j_22_10.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07.png"/><Relationship Id="rIdFullJ9" Type="http://schemas.openxmlformats.org/officeDocument/2006/relationships/image" Target="../media/full_j_22_9.png"/><Relationship Id="rId10" Type="http://schemas.openxmlformats.org/officeDocument/2006/relationships/image" Target="../media/image208.png"/><Relationship Id="rId4" Type="http://schemas.openxmlformats.org/officeDocument/2006/relationships/image" Target="../media/image206.png"/><Relationship Id="rIdFullJ12" Type="http://schemas.openxmlformats.org/officeDocument/2006/relationships/image" Target="../media/full_j_22_12.png"/><Relationship Id="rId9" Type="http://schemas.openxmlformats.org/officeDocument/2006/relationships/image" Target="../media/image257.png"/></Relationships>
</file>

<file path=ppt/slides/_rels/slide27.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8.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4_15.png"/><Relationship Id="rId12" Type="http://schemas.openxmlformats.org/officeDocument/2006/relationships/image" Target="../media/image1720.png"/><Relationship Id="rIdFullJ23" Type="http://schemas.openxmlformats.org/officeDocument/2006/relationships/image" Target="../media/full_j_24_23.png"/><Relationship Id="rId2" Type="http://schemas.openxmlformats.org/officeDocument/2006/relationships/notesSlide" Target="../notesSlides/notesSlide28.xml"/><Relationship Id="rIdFullJ14" Type="http://schemas.openxmlformats.org/officeDocument/2006/relationships/image" Target="../media/full_j_24_14.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4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4_25.png"/><Relationship Id="rId4" Type="http://schemas.openxmlformats.org/officeDocument/2006/relationships/image" Target="../media/image1690.png"/><Relationship Id="rId9" Type="http://schemas.openxmlformats.org/officeDocument/2006/relationships/image" Target="../media/image230.png"/></Relationships>
</file>

<file path=ppt/slides/_rels/slide29.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5_15.png"/><Relationship Id="rId12" Type="http://schemas.openxmlformats.org/officeDocument/2006/relationships/image" Target="../media/image1720.png"/><Relationship Id="rIdFullJ23" Type="http://schemas.openxmlformats.org/officeDocument/2006/relationships/image" Target="../media/full_j_25_23.png"/><Relationship Id="rId17" Type="http://schemas.openxmlformats.org/officeDocument/2006/relationships/image" Target="../media/image277.png"/><Relationship Id="rId2" Type="http://schemas.openxmlformats.org/officeDocument/2006/relationships/notesSlide" Target="../notesSlides/notesSlide29.xml"/><Relationship Id="rIdFullJ14" Type="http://schemas.openxmlformats.org/officeDocument/2006/relationships/image" Target="../media/full_j_25_14.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5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5_25.png"/><Relationship Id="rId4" Type="http://schemas.openxmlformats.org/officeDocument/2006/relationships/image" Target="../media/image1690.png"/><Relationship Id="rId9" Type="http://schemas.openxmlformats.org/officeDocument/2006/relationships/image" Target="../media/image230.png"/></Relationships>
</file>

<file path=ppt/slides/_rels/slide30.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FullJ49" Type="http://schemas.openxmlformats.org/officeDocument/2006/relationships/image" Target="../media/full_j_26_49.png"/><Relationship Id="rIdFullJ52" Type="http://schemas.openxmlformats.org/officeDocument/2006/relationships/image" Target="../media/full_j_26_52.png"/><Relationship Id="rIdFullJ57" Type="http://schemas.openxmlformats.org/officeDocument/2006/relationships/image" Target="../media/full_j_26_57.png"/><Relationship Id="rId17" Type="http://schemas.openxmlformats.org/officeDocument/2006/relationships/image" Target="../media/image277.png"/><Relationship Id="rId2" Type="http://schemas.openxmlformats.org/officeDocument/2006/relationships/notesSlide" Target="../notesSlides/notesSlide30.xml"/><Relationship Id="rIdFullJ48" Type="http://schemas.openxmlformats.org/officeDocument/2006/relationships/image" Target="../media/full_j_26_48.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FullJ59" Type="http://schemas.openxmlformats.org/officeDocument/2006/relationships/image" Target="../media/full_j_26_59.png"/><Relationship Id="rId9" Type="http://schemas.openxmlformats.org/officeDocument/2006/relationships/image" Target="../media/image230.png"/></Relationships>
</file>

<file path=ppt/slides/_rels/slide31.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1.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2.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3" Type="http://schemas.openxmlformats.org/officeDocument/2006/relationships/image" Target="../media/image33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FullJ152" Type="http://schemas.openxmlformats.org/officeDocument/2006/relationships/image" Target="../media/full_j_30_152.png"/><Relationship Id="rId25" Type="http://schemas.openxmlformats.org/officeDocument/2006/relationships/image" Target="../media/image214.png"/><Relationship Id="rId2" Type="http://schemas.openxmlformats.org/officeDocument/2006/relationships/notesSlide" Target="../notesSlides/notesSlide32.xml"/><Relationship Id="rId16" Type="http://schemas.openxmlformats.org/officeDocument/2006/relationships/image" Target="../media/image343.png"/><Relationship Id="rId20" Type="http://schemas.openxmlformats.org/officeDocument/2006/relationships/image" Target="../media/image347.png"/><Relationship Id="rIdFullJ94" Type="http://schemas.openxmlformats.org/officeDocument/2006/relationships/image" Target="../media/full_j_30_94.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FullJ43" Type="http://schemas.openxmlformats.org/officeDocument/2006/relationships/image" Target="../media/full_j_30_43.png"/><Relationship Id="rIdFullJ85" Type="http://schemas.openxmlformats.org/officeDocument/2006/relationships/image" Target="../media/full_j_30_85.png"/><Relationship Id="rId24" Type="http://schemas.openxmlformats.org/officeDocument/2006/relationships/image" Target="../media/image351.png"/><Relationship Id="rId5" Type="http://schemas.openxmlformats.org/officeDocument/2006/relationships/image" Target="../media/image332.png"/><Relationship Id="rIdFullJ34" Type="http://schemas.openxmlformats.org/officeDocument/2006/relationships/image" Target="../media/full_j_30_34.png"/><Relationship Id="rId23" Type="http://schemas.openxmlformats.org/officeDocument/2006/relationships/image" Target="../media/image213.png"/><Relationship Id="rIdFullJ147" Type="http://schemas.openxmlformats.org/officeDocument/2006/relationships/image" Target="../media/full_j_30_147.png"/><Relationship Id="rIdFullJ155" Type="http://schemas.openxmlformats.org/officeDocument/2006/relationships/image" Target="../media/full_j_30_155.png"/><Relationship Id="rId10" Type="http://schemas.openxmlformats.org/officeDocument/2006/relationships/image" Target="../media/image337.png"/><Relationship Id="rId19" Type="http://schemas.openxmlformats.org/officeDocument/2006/relationships/image" Target="../media/image346.png"/><Relationship Id="rIdFullJ138" Type="http://schemas.openxmlformats.org/officeDocument/2006/relationships/image" Target="../media/full_j_30_138.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s>
</file>

<file path=ppt/slides/_rels/slide33.xml.rels><?xml version="1.0" encoding="UTF-8" standalone="yes"?>
<Relationships xmlns="http://schemas.openxmlformats.org/package/2006/relationships"><Relationship Id="rId13" Type="http://schemas.openxmlformats.org/officeDocument/2006/relationships/image" Target="../media/image359.png"/><Relationship Id="rIdFullJ37" Type="http://schemas.openxmlformats.org/officeDocument/2006/relationships/image" Target="../media/full_j_31_37.png"/><Relationship Id="rId3" Type="http://schemas.openxmlformats.org/officeDocument/2006/relationships/image" Target="../media/image3310.png"/><Relationship Id="rIdFullJ40" Type="http://schemas.openxmlformats.org/officeDocument/2006/relationships/image" Target="../media/full_j_31_40.png"/><Relationship Id="rId21" Type="http://schemas.openxmlformats.org/officeDocument/2006/relationships/image" Target="../media/image344.png"/><Relationship Id="rIdFullJ87" Type="http://schemas.openxmlformats.org/officeDocument/2006/relationships/image" Target="../media/full_j_31_87.png"/><Relationship Id="rIdFullJ95" Type="http://schemas.openxmlformats.org/officeDocument/2006/relationships/image" Target="../media/full_j_31_95.png"/><Relationship Id="rIdFit_31_equation_92" Type="http://schemas.openxmlformats.org/officeDocument/2006/relationships/image" Target="../media/animation_fit_31_equation_92.png"/><Relationship Id="rId7" Type="http://schemas.openxmlformats.org/officeDocument/2006/relationships/image" Target="../media/image355.png"/><Relationship Id="rId12" Type="http://schemas.openxmlformats.org/officeDocument/2006/relationships/image" Target="../media/image340.png"/><Relationship Id="rIdFullJ90" Type="http://schemas.openxmlformats.org/officeDocument/2006/relationships/image" Target="../media/full_j_31_90.png"/><Relationship Id="rIdFullJ144" Type="http://schemas.openxmlformats.org/officeDocument/2006/relationships/image" Target="../media/full_j_31_144.png"/><Relationship Id="rIdFullJ149" Type="http://schemas.openxmlformats.org/officeDocument/2006/relationships/image" Target="../media/full_j_31_149.png"/><Relationship Id="rId2" Type="http://schemas.openxmlformats.org/officeDocument/2006/relationships/notesSlide" Target="../notesSlides/notesSlide33.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FullJ93" Type="http://schemas.openxmlformats.org/officeDocument/2006/relationships/image" Target="../media/full_j_31_93.png"/><Relationship Id="rId5" Type="http://schemas.openxmlformats.org/officeDocument/2006/relationships/image" Target="../media/image353.png"/><Relationship Id="rIdFullJ34" Type="http://schemas.openxmlformats.org/officeDocument/2006/relationships/image" Target="../media/full_j_31_34.png"/><Relationship Id="rIdFullJ42" Type="http://schemas.openxmlformats.org/officeDocument/2006/relationships/image" Target="../media/full_j_31_42.png"/><Relationship Id="rIdFullJ147" Type="http://schemas.openxmlformats.org/officeDocument/2006/relationships/image" Target="../media/full_j_31_147.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4" Type="http://schemas.openxmlformats.org/officeDocument/2006/relationships/image" Target="../media/image332.png"/><Relationship Id="rId9" Type="http://schemas.openxmlformats.org/officeDocument/2006/relationships/image" Target="../media/image357.png"/><Relationship Id="rIdFit_31_equation_39" Type="http://schemas.openxmlformats.org/officeDocument/2006/relationships/image" Target="../media/animation_fit_31_equation_39.png"/><Relationship Id="rId22" Type="http://schemas.openxmlformats.org/officeDocument/2006/relationships/image" Target="../media/image215.png"/><Relationship Id="rIdFit_31_equation_93" Type="http://schemas.openxmlformats.org/officeDocument/2006/relationships/image" Target="../media/animation_fit_31_equation_93.png"/><Relationship Id="rIdFullJ141" Type="http://schemas.openxmlformats.org/officeDocument/2006/relationships/image" Target="../media/full_j_31_141.png"/><Relationship Id="rIdFit_31_equation_146" Type="http://schemas.openxmlformats.org/officeDocument/2006/relationships/image" Target="../media/animation_fit_31_equation_146.png"/><Relationship Id="rId8" Type="http://schemas.openxmlformats.org/officeDocument/2006/relationships/image" Target="../media/image356.png"/></Relationships>
</file>

<file path=ppt/slides/_rels/slide34.xml.rels><?xml version="1.0" encoding="UTF-8" standalone="yes"?>
<Relationships xmlns="http://schemas.openxmlformats.org/package/2006/relationships"><Relationship Id="rId13" Type="http://schemas.openxmlformats.org/officeDocument/2006/relationships/image" Target="../media/image340.png"/><Relationship Id="rIdFullJ37" Type="http://schemas.openxmlformats.org/officeDocument/2006/relationships/image" Target="../media/full_j_32_37.png"/><Relationship Id="rIdFullJ145" Type="http://schemas.openxmlformats.org/officeDocument/2006/relationships/image" Target="../media/full_j_32_145.png"/><Relationship Id="rId26" Type="http://schemas.openxmlformats.org/officeDocument/2006/relationships/image" Target="../media/image379.png"/><Relationship Id="rIdFullJ40" Type="http://schemas.openxmlformats.org/officeDocument/2006/relationships/image" Target="../media/full_j_32_40.png"/><Relationship Id="rIdFit_32_equation_39" Type="http://schemas.openxmlformats.org/officeDocument/2006/relationships/image" Target="../media/animation_fit_32_equation_39.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4.xml"/><Relationship Id="rIdPhi0_32_lead" Type="http://schemas.openxmlformats.org/officeDocument/2006/relationships/image" Target="../media/phi0_consistent_32_lead.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ullJ85" Type="http://schemas.openxmlformats.org/officeDocument/2006/relationships/image" Target="../media/full_j_32_85.png"/><Relationship Id="rIdFullJ93" Type="http://schemas.openxmlformats.org/officeDocument/2006/relationships/image" Target="../media/full_j_32_93.png"/><Relationship Id="rIdFit_32_equation_91" Type="http://schemas.openxmlformats.org/officeDocument/2006/relationships/image" Target="../media/animation_fit_32_equation_91.png"/><Relationship Id="rIdFullJ151" Type="http://schemas.openxmlformats.org/officeDocument/2006/relationships/image" Target="../media/full_j_32_151.png"/><Relationship Id="rId5" Type="http://schemas.openxmlformats.org/officeDocument/2006/relationships/image" Target="../media/image371.png"/><Relationship Id="rIdFullJ34" Type="http://schemas.openxmlformats.org/officeDocument/2006/relationships/image" Target="../media/full_j_32_34.png"/><Relationship Id="rIdFullJ42" Type="http://schemas.openxmlformats.org/officeDocument/2006/relationships/image" Target="../media/full_j_32_4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Fit_32_equation_90" Type="http://schemas.openxmlformats.org/officeDocument/2006/relationships/image" Target="../media/animation_fit_32_equation_90.png"/><Relationship Id="rIdFullJ139" Type="http://schemas.openxmlformats.org/officeDocument/2006/relationships/image" Target="../media/full_j_32_139.png"/><Relationship Id="rIdFullJ142" Type="http://schemas.openxmlformats.org/officeDocument/2006/relationships/image" Target="../media/full_j_32_142.png"/><Relationship Id="rIdFullJ147" Type="http://schemas.openxmlformats.org/officeDocument/2006/relationships/image" Target="../media/full_j_32_147.png"/><Relationship Id="rId10" Type="http://schemas.openxmlformats.org/officeDocument/2006/relationships/image" Target="../media/image357.png"/><Relationship Id="rIdFullJ97" Type="http://schemas.openxmlformats.org/officeDocument/2006/relationships/image" Target="../media/full_j_32_97.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ullJ88" Type="http://schemas.openxmlformats.org/officeDocument/2006/relationships/image" Target="../media/full_j_32_88.png"/><Relationship Id="rIdFit_32_equation_145" Type="http://schemas.openxmlformats.org/officeDocument/2006/relationships/image" Target="../media/animation_fit_32_equation_145.png"/><Relationship Id="rId8" Type="http://schemas.openxmlformats.org/officeDocument/2006/relationships/image" Target="../media/image355.png"/><Relationship Id="rIdFullJ91" Type="http://schemas.openxmlformats.org/officeDocument/2006/relationships/image" Target="../media/full_j_32_91.png"/><Relationship Id="rIdFit_32_equation_144" Type="http://schemas.openxmlformats.org/officeDocument/2006/relationships/image" Target="../media/animation_fit_32_equation_144.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8" Type="http://schemas.openxmlformats.org/officeDocument/2006/relationships/image" Target="../media/image221.png"/><Relationship Id="rId3" Type="http://schemas.openxmlformats.org/officeDocument/2006/relationships/image" Target="../media/image216.png"/><Relationship Id="rId7" Type="http://schemas.openxmlformats.org/officeDocument/2006/relationships/image" Target="../media/image220.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219.png"/><Relationship Id="rId5" Type="http://schemas.openxmlformats.org/officeDocument/2006/relationships/image" Target="../media/image218.png"/><Relationship Id="rId10" Type="http://schemas.openxmlformats.org/officeDocument/2006/relationships/image" Target="../media/image223.png"/><Relationship Id="rId4" Type="http://schemas.openxmlformats.org/officeDocument/2006/relationships/image" Target="../media/image217.png"/><Relationship Id="rId9" Type="http://schemas.openxmlformats.org/officeDocument/2006/relationships/image" Target="../media/image222.png"/></Relationships>
</file>

<file path=ppt/slides/_rels/slide37.xml.rels><?xml version="1.0" encoding="UTF-8" standalone="yes"?>
<Relationships xmlns="http://schemas.openxmlformats.org/package/2006/relationships"><Relationship Id="rId8" Type="http://schemas.openxmlformats.org/officeDocument/2006/relationships/image" Target="../media/image234.png"/><Relationship Id="rId3" Type="http://schemas.openxmlformats.org/officeDocument/2006/relationships/image" Target="../media/image224.png"/><Relationship Id="rId7" Type="http://schemas.openxmlformats.org/officeDocument/2006/relationships/image" Target="../media/image228.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227.png"/><Relationship Id="rId5" Type="http://schemas.openxmlformats.org/officeDocument/2006/relationships/image" Target="../media/image226.png"/><Relationship Id="rId4" Type="http://schemas.openxmlformats.org/officeDocument/2006/relationships/image" Target="../media/image225.png"/></Relationships>
</file>

<file path=ppt/slides/_rels/slide38.xml.rels><?xml version="1.0" encoding="UTF-8" standalone="yes"?>
<Relationships xmlns="http://schemas.openxmlformats.org/package/2006/relationships"><Relationship Id="rId3" Type="http://schemas.openxmlformats.org/officeDocument/2006/relationships/image" Target="../media/image396.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39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3" Type="http://schemas.openxmlformats.org/officeDocument/2006/relationships/image" Target="../media/image262.png"/><Relationship Id="rId18" Type="http://schemas.openxmlformats.org/officeDocument/2006/relationships/image" Target="../media/image267.png"/><Relationship Id="rId26" Type="http://schemas.openxmlformats.org/officeDocument/2006/relationships/image" Target="../media/image279.png"/><Relationship Id="rId3" Type="http://schemas.openxmlformats.org/officeDocument/2006/relationships/image" Target="../media/image398.png"/><Relationship Id="rId21" Type="http://schemas.openxmlformats.org/officeDocument/2006/relationships/image" Target="../media/image270.png"/><Relationship Id="rId7" Type="http://schemas.openxmlformats.org/officeDocument/2006/relationships/image" Target="../media/image251.png"/><Relationship Id="rId12" Type="http://schemas.openxmlformats.org/officeDocument/2006/relationships/image" Target="../media/image256.png"/><Relationship Id="rId17" Type="http://schemas.openxmlformats.org/officeDocument/2006/relationships/image" Target="../media/image266.png"/><Relationship Id="rId25" Type="http://schemas.openxmlformats.org/officeDocument/2006/relationships/image" Target="../media/image278.png"/><Relationship Id="rId33" Type="http://schemas.openxmlformats.org/officeDocument/2006/relationships/image" Target="../media/image352.png"/><Relationship Id="rId2" Type="http://schemas.openxmlformats.org/officeDocument/2006/relationships/notesSlide" Target="../notesSlides/notesSlide40.xml"/><Relationship Id="rId16" Type="http://schemas.openxmlformats.org/officeDocument/2006/relationships/image" Target="../media/image265.png"/><Relationship Id="rId20" Type="http://schemas.openxmlformats.org/officeDocument/2006/relationships/image" Target="../media/image269.png"/><Relationship Id="rId29" Type="http://schemas.openxmlformats.org/officeDocument/2006/relationships/image" Target="../media/image342.png"/><Relationship Id="rId1" Type="http://schemas.openxmlformats.org/officeDocument/2006/relationships/slideLayout" Target="../slideLayouts/slideLayout6.xml"/><Relationship Id="rId6" Type="http://schemas.openxmlformats.org/officeDocument/2006/relationships/image" Target="../media/image235.png"/><Relationship Id="rId11" Type="http://schemas.openxmlformats.org/officeDocument/2006/relationships/image" Target="../media/image255.png"/><Relationship Id="rId24" Type="http://schemas.openxmlformats.org/officeDocument/2006/relationships/image" Target="../media/image273.png"/><Relationship Id="rId32" Type="http://schemas.openxmlformats.org/officeDocument/2006/relationships/image" Target="../media/image350.png"/><Relationship Id="rId5" Type="http://schemas.openxmlformats.org/officeDocument/2006/relationships/image" Target="../media/image2340.png"/><Relationship Id="rId15" Type="http://schemas.openxmlformats.org/officeDocument/2006/relationships/image" Target="../media/image264.png"/><Relationship Id="rId23" Type="http://schemas.openxmlformats.org/officeDocument/2006/relationships/image" Target="../media/image272.png"/><Relationship Id="rId28" Type="http://schemas.openxmlformats.org/officeDocument/2006/relationships/image" Target="../media/image282.png"/><Relationship Id="rId10" Type="http://schemas.openxmlformats.org/officeDocument/2006/relationships/image" Target="../media/image254.png"/><Relationship Id="rId19" Type="http://schemas.openxmlformats.org/officeDocument/2006/relationships/image" Target="../media/image268.png"/><Relationship Id="rId31" Type="http://schemas.openxmlformats.org/officeDocument/2006/relationships/image" Target="../media/image348.png"/><Relationship Id="rId4" Type="http://schemas.openxmlformats.org/officeDocument/2006/relationships/image" Target="../media/image2280.png"/><Relationship Id="rId9" Type="http://schemas.openxmlformats.org/officeDocument/2006/relationships/image" Target="../media/image253.png"/><Relationship Id="rId14" Type="http://schemas.openxmlformats.org/officeDocument/2006/relationships/image" Target="../media/image263.png"/><Relationship Id="rId22" Type="http://schemas.openxmlformats.org/officeDocument/2006/relationships/image" Target="../media/image271.png"/><Relationship Id="rId27" Type="http://schemas.openxmlformats.org/officeDocument/2006/relationships/image" Target="../media/image281.png"/><Relationship Id="rId30" Type="http://schemas.openxmlformats.org/officeDocument/2006/relationships/image" Target="../media/image345.png"/><Relationship Id="rId8" Type="http://schemas.openxmlformats.org/officeDocument/2006/relationships/image" Target="../media/image252.png"/></Relationships>
</file>

<file path=ppt/slides/_rels/slide41.xml.rels><?xml version="1.0" encoding="UTF-8" standalone="yes"?>
<Relationships xmlns="http://schemas.openxmlformats.org/package/2006/relationships"><Relationship Id="rId8" Type="http://schemas.openxmlformats.org/officeDocument/2006/relationships/image" Target="../media/image2221.png"/><Relationship Id="rId3" Type="http://schemas.openxmlformats.org/officeDocument/2006/relationships/image" Target="../media/image401.png"/><Relationship Id="rId7" Type="http://schemas.openxmlformats.org/officeDocument/2006/relationships/image" Target="../media/image2210.png"/><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4020.png"/><Relationship Id="rId5" Type="http://schemas.openxmlformats.org/officeDocument/2006/relationships/image" Target="../media/image402.png"/><Relationship Id="rId10" Type="http://schemas.openxmlformats.org/officeDocument/2006/relationships/image" Target="../media/image2241.png"/><Relationship Id="rId4" Type="http://schemas.openxmlformats.org/officeDocument/2006/relationships/image" Target="../media/image4010.png"/><Relationship Id="rId9" Type="http://schemas.openxmlformats.org/officeDocument/2006/relationships/image" Target="../media/image2231.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36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mc:Choice xmlns:a14="http://schemas.microsoft.com/office/drawing/2010/main"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a:p>
            </p:txBody>
          </p:sp>
        </mc:Choice>
        <mc:Fallback>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sz="2300" b="0">
                    <a:solidFill>
                      <a:srgbClr val="526276"/>
                    </a:solidFill>
                    <a:latin typeface="DejaVu Sans"/>
                    <a:ea typeface="DejaVu Sans"/>
                    <a:cs typeface="DejaVu Sans"/>
                  </a:rPr>
                  <a:t>For example, consider </a:t>
                </a:r>
                <a14:m>
                  <m:oMath xmlns:m="http://schemas.openxmlformats.org/officeDocument/2006/math">
                    <m:r>
                      <a:rPr lang="en-GB" sz="2300">
                        <a:solidFill>
                          <a:srgbClr val="087F83"/>
                        </a:solidFill>
                        <a:latin typeface="Cambria Math"/>
                        <a:ea typeface="Cambria Math"/>
                        <a:cs typeface="Cambria Math"/>
                      </a:rPr>
                      <m:t>𝛉</m:t>
                    </m:r>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3</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3</m:t>
                                </m:r>
                              </m:sub>
                            </m:sSub>
                          </m:e>
                        </m:d>
                      </m:e>
                      <m:sup>
                        <m:r>
                          <a:rPr lang="en-GB" sz="2300">
                            <a:solidFill>
                              <a:srgbClr val="087F83"/>
                            </a:solidFill>
                            <a:latin typeface="Cambria Math"/>
                            <a:ea typeface="Cambria Math"/>
                            <a:cs typeface="Cambria Math"/>
                          </a:rPr>
                          <m:t>𝖳</m:t>
                        </m:r>
                      </m:sup>
                    </m:sSup>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1,1,−1,2,2,−1</m:t>
                            </m:r>
                          </m:e>
                        </m:d>
                      </m:e>
                      <m:sup>
                        <m:r>
                          <a:rPr lang="en-GB" sz="2300">
                            <a:solidFill>
                              <a:srgbClr val="087F83"/>
                            </a:solidFill>
                            <a:latin typeface="Cambria Math"/>
                            <a:ea typeface="Cambria Math"/>
                            <a:cs typeface="Cambria Math"/>
                          </a:rPr>
                          <m:t>𝖳</m:t>
                        </m:r>
                      </m:sup>
                    </m:sSup>
                  </m:oMath>
                </a14:m>
                <a:r>
                  <a:rPr sz="2300" b="0">
                    <a:solidFill>
                      <a:srgbClr val="526276"/>
                    </a:solidFill>
                    <a:latin typeface="DejaVu Sans"/>
                    <a:ea typeface="DejaVu Sans"/>
                    <a:cs typeface="DejaVu Sans"/>
                  </a:rPr>
                  <a:t>.</a:t>
                </a:r>
                <a:endParaRPr lang="en-GB" sz="230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t="-2353" b="-1882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2" name="lead">
            <a:extLst>
              <a:ext uri="{FF2B5EF4-FFF2-40B4-BE49-F238E27FC236}">
                <a16:creationId xmlns:a16="http://schemas.microsoft.com/office/drawing/2014/main" id="{61B39439-CC14-4405-9D1A-5E9C5A1C0F0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input and target stay fixed while we differentiate the loss.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p:cNvSpPr>
              <p:nvPr/>
            </p:nvSpPr>
            <p:spPr>
              <a:xfrm>
                <a:off x="666750" y="2319338"/>
                <a:ext cx="10858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𝛉</m:t>
                      </m:r>
                      <m:r>
                        <a:rPr lang="en-GB" sz="3200">
                          <a:solidFill>
                            <a:srgbClr val="087F83"/>
                          </a:solidFill>
                          <a:latin typeface="Cambria Math"/>
                          <a:ea typeface="Cambria Math"/>
                          <a:cs typeface="Cambria Math"/>
                        </a:rPr>
                        <m:t>=</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3</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3</m:t>
                                  </m:r>
                                </m:sub>
                              </m:sSub>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noRot="1" noChangeAspect="1" noMove="1" noResize="1" noEditPoints="1" noAdjustHandles="1" noChangeArrowheads="1" noChangeShapeType="1" noTextEdit="1"/>
              </p:cNvSpPr>
              <p:nvPr/>
            </p:nvSpPr>
            <p:spPr>
              <a:xfrm>
                <a:off x="666750" y="2319338"/>
                <a:ext cx="10858500" cy="7620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3684952"/>
                <a:ext cx="11144250" cy="1381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e>
                          </m:d>
                        </m:e>
                        <m:sup>
                          <m:r>
                            <a:rPr lang="en-GB" sz="2900">
                              <a:solidFill>
                                <a:srgbClr val="087F83"/>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3684952"/>
                <a:ext cx="11144250" cy="1381125"/>
              </a:xfrm>
              <a:prstGeom prst="rect">
                <a:avLst/>
              </a:prstGeom>
              <a:blipFill>
                <a:blip r:embed="rId4"/>
                <a:stretch>
                  <a:fillRect/>
                </a:stretch>
              </a:blipFill>
              <a:ln w="0">
                <a:noFill/>
              </a:ln>
            </p:spPr>
            <p:txBody>
              <a:bodyPr/>
              <a:lstStyle/>
              <a:p>
                <a:r>
                  <a:rPr lang="it-IT">
                    <a:noFill/>
                  </a:rPr>
                  <a:t> </a:t>
                </a:r>
              </a:p>
            </p:txBody>
          </p:sp>
        </mc:Fallback>
      </mc:AlternateContent>
      <p:sp>
        <p:nvSpPr>
          <p:cNvPr id="10" name="CasellaDiTesto 9">
            <a:extLst>
              <a:ext uri="{FF2B5EF4-FFF2-40B4-BE49-F238E27FC236}">
                <a16:creationId xmlns:a16="http://schemas.microsoft.com/office/drawing/2014/main" id="{B2726046-1735-2EA4-1A85-36DBD934D6C3}"/>
              </a:ext>
            </a:extLst>
          </p:cNvPr>
          <p:cNvSpPr txBox="1"/>
          <p:nvPr/>
        </p:nvSpPr>
        <p:spPr>
          <a:xfrm>
            <a:off x="3048762" y="1907808"/>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parameters of our neural network</a:t>
            </a:r>
          </a:p>
        </p:txBody>
      </p:sp>
      <p:sp>
        <p:nvSpPr>
          <p:cNvPr id="12" name="CasellaDiTesto 11">
            <a:extLst>
              <a:ext uri="{FF2B5EF4-FFF2-40B4-BE49-F238E27FC236}">
                <a16:creationId xmlns:a16="http://schemas.microsoft.com/office/drawing/2014/main" id="{8DC71CCE-3890-A37B-8DCF-6CBE4063A45B}"/>
              </a:ext>
            </a:extLst>
          </p:cNvPr>
          <p:cNvSpPr txBox="1"/>
          <p:nvPr/>
        </p:nvSpPr>
        <p:spPr>
          <a:xfrm>
            <a:off x="3048762" y="3355689"/>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5514975"/>
            <a:ext cx="11144250" cy="895350"/>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 </a:t>
            </a:r>
            <a:r>
              <a:rPr lang="it-IT" sz="1850" b="1" dirty="0" err="1">
                <a:solidFill>
                  <a:srgbClr val="182D45"/>
                </a:solidFill>
                <a:latin typeface="DejaVu Sans"/>
              </a:rPr>
              <a:t>reusing</a:t>
            </a:r>
            <a:r>
              <a:rPr lang="it-IT" sz="1850" b="1" dirty="0">
                <a:solidFill>
                  <a:srgbClr val="182D45"/>
                </a:solidFill>
                <a:latin typeface="DejaVu Sans"/>
              </a:rPr>
              <a:t> the derivative </a:t>
            </a:r>
            <a:r>
              <a:rPr lang="it-IT" sz="1850" b="1" dirty="0" err="1">
                <a:solidFill>
                  <a:srgbClr val="182D45"/>
                </a:solidFill>
                <a:latin typeface="DejaVu Sans"/>
              </a:rPr>
              <a:t>factors</a:t>
            </a:r>
            <a:r>
              <a:rPr lang="it-IT" sz="1850" b="1" dirty="0">
                <a:solidFill>
                  <a:srgbClr val="182D45"/>
                </a:solidFill>
                <a:latin typeface="DejaVu Sans"/>
              </a:rPr>
              <a:t> </a:t>
            </a:r>
            <a:r>
              <a:rPr lang="it-IT" sz="1850" b="1" dirty="0" err="1">
                <a:solidFill>
                  <a:srgbClr val="182D45"/>
                </a:solidFill>
                <a:latin typeface="DejaVu Sans"/>
              </a:rPr>
              <a:t>that</a:t>
            </a:r>
            <a:r>
              <a:rPr lang="it-IT" sz="1850" b="1" dirty="0">
                <a:solidFill>
                  <a:srgbClr val="182D45"/>
                </a:solidFill>
                <a:latin typeface="DejaVu Sans"/>
              </a:rPr>
              <a:t> </a:t>
            </a:r>
            <a:r>
              <a:rPr lang="it-IT" sz="1850" b="1" dirty="0" err="1">
                <a:solidFill>
                  <a:srgbClr val="182D45"/>
                </a:solidFill>
                <a:latin typeface="DejaVu Sans"/>
              </a:rPr>
              <a:t>appear</a:t>
            </a:r>
            <a:r>
              <a:rPr lang="it-IT" sz="1850" b="1" dirty="0">
                <a:solidFill>
                  <a:srgbClr val="182D45"/>
                </a:solidFill>
                <a:latin typeface="DejaVu Sans"/>
              </a:rPr>
              <a:t> in the </a:t>
            </a:r>
            <a:r>
              <a:rPr lang="it-IT" sz="1850" b="1" dirty="0">
                <a:solidFill>
                  <a:srgbClr val="FF0000"/>
                </a:solidFill>
                <a:latin typeface="DejaVu Sans"/>
              </a:rPr>
              <a:t>chain rule.</a:t>
            </a:r>
          </a:p>
        </p:txBody>
      </p:sp>
    </p:spTree>
    <p:extLst>
      <p:ext uri="{BB962C8B-B14F-4D97-AF65-F5344CB8AC3E}">
        <p14:creationId xmlns:p14="http://schemas.microsoft.com/office/powerpoint/2010/main" val="195595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p:sp>
        <p:nvSpPr>
          <p:cNvPr id="5" name="note_box_1">
            <a:extLst>
              <a:ext uri="{FF2B5EF4-FFF2-40B4-BE49-F238E27FC236}">
                <a16:creationId xmlns:a16="http://schemas.microsoft.com/office/drawing/2014/main" id="{328E08D8-36F3-4966-8A4D-237FAEA730A5}"/>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32803342-8106-48AF-B5A9-477CFBA284B6}"/>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0</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6" name="equation_2" descr="\phi_0(x)">
                <a:extLst>
                  <a:ext uri="{FF2B5EF4-FFF2-40B4-BE49-F238E27FC236}">
                    <a16:creationId xmlns:a16="http://schemas.microsoft.com/office/drawing/2014/main" id="{32803342-8106-48AF-B5A9-477CFBA284B6}"/>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943706E8-CDEA-4106-B6DA-46EE68456AA3}"/>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2</m:t>
                      </m:r>
                    </m:oMath>
                  </m:oMathPara>
                </a14:m>
                <a:endParaRPr lang="en-GB" sz="2100"/>
              </a:p>
            </p:txBody>
          </p:sp>
        </mc:Choice>
        <mc:Fallback xmlns="">
          <p:sp>
            <p:nvSpPr>
              <p:cNvPr id="7" name="equation_3" descr="2">
                <a:extLst>
                  <a:ext uri="{FF2B5EF4-FFF2-40B4-BE49-F238E27FC236}">
                    <a16:creationId xmlns:a16="http://schemas.microsoft.com/office/drawing/2014/main" id="{943706E8-CDEA-4106-B6DA-46EE68456AA3}"/>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6DC06932-BAC7-4CDF-9D89-3D062A30DABF}"/>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D5C150AD-3ACC-41F2-B1C1-03FE3A3AF7F3}"/>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9" name="equation_5" descr="a_1(x)">
                <a:extLst>
                  <a:ext uri="{FF2B5EF4-FFF2-40B4-BE49-F238E27FC236}">
                    <a16:creationId xmlns:a16="http://schemas.microsoft.com/office/drawing/2014/main" id="{D5C150AD-3ACC-41F2-B1C1-03FE3A3AF7F3}"/>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3">
                <a:extLst>
                  <a:ext uri="{FF2B5EF4-FFF2-40B4-BE49-F238E27FC236}">
                    <a16:creationId xmlns:a16="http://schemas.microsoft.com/office/drawing/2014/main" id="{8148C647-8927-4489-B857-CC94A7D6FE6F}"/>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0" name="equation_6" descr="3">
                <a:extLst>
                  <a:ext uri="{FF2B5EF4-FFF2-40B4-BE49-F238E27FC236}">
                    <a16:creationId xmlns:a16="http://schemas.microsoft.com/office/drawing/2014/main" id="{8148C647-8927-4489-B857-CC94A7D6FE6F}"/>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00EA034-BCA0-4154-A300-D1848633AF46}"/>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4F414924-0C31-4161-A59A-A387CBF374B3}"/>
              </a:ext>
            </a:extLst>
          </p:cNvPr>
          <p:cNvSpPr>
            <a:spLocks noGrp="1"/>
          </p:cNvSpPr>
          <p:nvPr/>
        </p:nvSpPr>
        <p:spPr>
          <a:xfrm>
            <a:off x="1377553"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AFCC86B4-14E6-44FE-AA00-C23340F395F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2E9AE472-2975-49A4-AE8C-E94D7D7C8FDF}"/>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4" name="equation_10" descr="\phi_1(x)">
                <a:extLst>
                  <a:ext uri="{FF2B5EF4-FFF2-40B4-BE49-F238E27FC236}">
                    <a16:creationId xmlns:a16="http://schemas.microsoft.com/office/drawing/2014/main" id="{2E9AE472-2975-49A4-AE8C-E94D7D7C8FDF}"/>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3">
                <a:extLst>
                  <a:ext uri="{FF2B5EF4-FFF2-40B4-BE49-F238E27FC236}">
                    <a16:creationId xmlns:a16="http://schemas.microsoft.com/office/drawing/2014/main" id="{EE06E0E6-1839-4A36-9103-639D3BD5BCD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5" name="equation_11" descr="3">
                <a:extLst>
                  <a:ext uri="{FF2B5EF4-FFF2-40B4-BE49-F238E27FC236}">
                    <a16:creationId xmlns:a16="http://schemas.microsoft.com/office/drawing/2014/main" id="{EE06E0E6-1839-4A36-9103-639D3BD5BCD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FB9A6D5-5C58-4E8A-9DE8-17478069456A}"/>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A5BDB9B8-AF5D-4F94-8B3B-FB7FBF0912FA}"/>
              </a:ext>
            </a:extLst>
          </p:cNvPr>
          <p:cNvSpPr>
            <a:spLocks noGrp="1"/>
          </p:cNvSpPr>
          <p:nvPr/>
        </p:nvSpPr>
        <p:spPr>
          <a:xfrm>
            <a:off x="2974181"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0EBBC021-5A69-4A53-9126-CE5EC3834EA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8DD9AAAA-B91B-4092-90BB-7D707CD675C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9" name="equation_15" descr="a_2(x)">
                <a:extLst>
                  <a:ext uri="{FF2B5EF4-FFF2-40B4-BE49-F238E27FC236}">
                    <a16:creationId xmlns:a16="http://schemas.microsoft.com/office/drawing/2014/main" id="{8DD9AAAA-B91B-4092-90BB-7D707CD675C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5">
                <a:extLst>
                  <a:ext uri="{FF2B5EF4-FFF2-40B4-BE49-F238E27FC236}">
                    <a16:creationId xmlns:a16="http://schemas.microsoft.com/office/drawing/2014/main" id="{EC3177C5-8660-4537-841C-4B67D143C600}"/>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0" name="equation_16" descr="5">
                <a:extLst>
                  <a:ext uri="{FF2B5EF4-FFF2-40B4-BE49-F238E27FC236}">
                    <a16:creationId xmlns:a16="http://schemas.microsoft.com/office/drawing/2014/main" id="{EC3177C5-8660-4537-841C-4B67D143C600}"/>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33D5835C-79E3-48CC-828C-AA289E4F2833}"/>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4A765FC4-95A9-4E6E-AD57-786DC13E4FC3}"/>
              </a:ext>
            </a:extLst>
          </p:cNvPr>
          <p:cNvSpPr>
            <a:spLocks noGrp="1"/>
          </p:cNvSpPr>
          <p:nvPr/>
        </p:nvSpPr>
        <p:spPr>
          <a:xfrm>
            <a:off x="4570809"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AE84547A-4E38-472B-B906-8D9A3A039479}"/>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9CD2286E-68B2-4D96-99C9-8E999D1B32D5}"/>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4" name="equation_20" descr="\phi_2(x)">
                <a:extLst>
                  <a:ext uri="{FF2B5EF4-FFF2-40B4-BE49-F238E27FC236}">
                    <a16:creationId xmlns:a16="http://schemas.microsoft.com/office/drawing/2014/main" id="{9CD2286E-68B2-4D96-99C9-8E999D1B32D5}"/>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5">
                <a:extLst>
                  <a:ext uri="{FF2B5EF4-FFF2-40B4-BE49-F238E27FC236}">
                    <a16:creationId xmlns:a16="http://schemas.microsoft.com/office/drawing/2014/main" id="{E9A090E3-99C3-45E0-9363-7AA5CEB02426}"/>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5" name="equation_21" descr="5">
                <a:extLst>
                  <a:ext uri="{FF2B5EF4-FFF2-40B4-BE49-F238E27FC236}">
                    <a16:creationId xmlns:a16="http://schemas.microsoft.com/office/drawing/2014/main" id="{E9A090E3-99C3-45E0-9363-7AA5CEB02426}"/>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BB9815B-8E90-452D-9B75-03E036CB5F8A}"/>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FDDCF1E4-ED6B-4725-9C17-6B9B38340716}"/>
              </a:ext>
            </a:extLst>
          </p:cNvPr>
          <p:cNvSpPr>
            <a:spLocks noGrp="1"/>
          </p:cNvSpPr>
          <p:nvPr/>
        </p:nvSpPr>
        <p:spPr>
          <a:xfrm>
            <a:off x="6167438"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F471D17F-C04F-45B9-B22E-D9AA7403BD28}"/>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419C7946-2B46-4ED9-9756-E11A06A15A5E}"/>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3</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9" name="equation_25" descr="a_3(x)">
                <a:extLst>
                  <a:ext uri="{FF2B5EF4-FFF2-40B4-BE49-F238E27FC236}">
                    <a16:creationId xmlns:a16="http://schemas.microsoft.com/office/drawing/2014/main" id="{419C7946-2B46-4ED9-9756-E11A06A15A5E}"/>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3">
                <a:extLst>
                  <a:ext uri="{FF2B5EF4-FFF2-40B4-BE49-F238E27FC236}">
                    <a16:creationId xmlns:a16="http://schemas.microsoft.com/office/drawing/2014/main" id="{9F34C34C-DC72-4E26-BA89-82FEE794F99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30" name="equation_26" descr="-3">
                <a:extLst>
                  <a:ext uri="{FF2B5EF4-FFF2-40B4-BE49-F238E27FC236}">
                    <a16:creationId xmlns:a16="http://schemas.microsoft.com/office/drawing/2014/main" id="{9F34C34C-DC72-4E26-BA89-82FEE794F99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5062839B-EB41-4959-A99D-BFCF09F95912}"/>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AB10ABE3-951F-4255-84C8-C9D7BE52C1B4}"/>
              </a:ext>
            </a:extLst>
          </p:cNvPr>
          <p:cNvSpPr>
            <a:spLocks noGrp="1"/>
          </p:cNvSpPr>
          <p:nvPr/>
        </p:nvSpPr>
        <p:spPr>
          <a:xfrm>
            <a:off x="7764066"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E6E93D4-F719-43F1-9914-FB4BA123F8C4}"/>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F9D5AB54-08DB-4F5A-86E9-959056AC5751}"/>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ℒ</m:t>
                          </m:r>
                        </m:e>
                        <m:sub>
                          <m:r>
                            <m:rPr>
                              <m:sty m:val="p"/>
                            </m:rPr>
                            <a:rPr lang="en-GB" sz="1900">
                              <a:solidFill>
                                <a:srgbClr val="235C99"/>
                              </a:solidFill>
                              <a:latin typeface="Cambria Math"/>
                              <a:ea typeface="Cambria Math"/>
                              <a:cs typeface="Cambria Math"/>
                            </a:rPr>
                            <m:t>sq</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𝛉</m:t>
                          </m:r>
                        </m:e>
                      </m:d>
                    </m:oMath>
                  </m:oMathPara>
                </a14:m>
                <a:endParaRPr lang="en-GB" sz="1900"/>
              </a:p>
            </p:txBody>
          </p:sp>
        </mc:Choice>
        <mc:Fallback xmlns="">
          <p:sp>
            <p:nvSpPr>
              <p:cNvPr id="34" name="equation_30" descr="\mathcal{L}_{\mathrm{sq}}">
                <a:extLst>
                  <a:ext uri="{FF2B5EF4-FFF2-40B4-BE49-F238E27FC236}">
                    <a16:creationId xmlns:a16="http://schemas.microsoft.com/office/drawing/2014/main" id="{F9D5AB54-08DB-4F5A-86E9-959056AC5751}"/>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1">
                <a:extLst>
                  <a:ext uri="{FF2B5EF4-FFF2-40B4-BE49-F238E27FC236}">
                    <a16:creationId xmlns:a16="http://schemas.microsoft.com/office/drawing/2014/main" id="{FEDF04FE-93AB-46FB-B586-01A2C7ED27AA}"/>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1</m:t>
                      </m:r>
                    </m:oMath>
                  </m:oMathPara>
                </a14:m>
                <a:endParaRPr lang="en-GB" sz="2100"/>
              </a:p>
            </p:txBody>
          </p:sp>
        </mc:Choice>
        <mc:Fallback xmlns="">
          <p:sp>
            <p:nvSpPr>
              <p:cNvPr id="35" name="equation_31" descr="1">
                <a:extLst>
                  <a:ext uri="{FF2B5EF4-FFF2-40B4-BE49-F238E27FC236}">
                    <a16:creationId xmlns:a16="http://schemas.microsoft.com/office/drawing/2014/main" id="{FEDF04FE-93AB-46FB-B586-01A2C7ED27AA}"/>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DA1A4F37-D7AE-41B1-8881-FBF49A5698F4}"/>
              </a:ext>
            </a:extLst>
          </p:cNvPr>
          <p:cNvSpPr>
            <a:spLocks noGrp="1"/>
          </p:cNvSpPr>
          <p:nvPr/>
        </p:nvSpPr>
        <p:spPr>
          <a:xfrm>
            <a:off x="9554766" y="3333750"/>
            <a:ext cx="358378" cy="476"/>
          </a:xfrm>
          <a:prstGeom prst="line">
            <a:avLst/>
          </a:prstGeom>
          <a:noFill/>
          <a:ln w="13335">
            <a:solidFill>
              <a:srgbClr val="AB4910"/>
            </a:solidFill>
            <a:tailEnd type="triangle" w="sm" len="sm"/>
          </a:ln>
        </p:spPr>
        <p:txBody>
          <a:bodyPr/>
          <a:lstStyle/>
          <a:p>
            <a:endParaRPr lang="it-IT"/>
          </a:p>
        </p:txBody>
      </p:sp>
      <p:sp>
        <p:nvSpPr>
          <p:cNvPr id="37" name="text_33">
            <a:extLst>
              <a:ext uri="{FF2B5EF4-FFF2-40B4-BE49-F238E27FC236}">
                <a16:creationId xmlns:a16="http://schemas.microsoft.com/office/drawing/2014/main" id="{67F36F90-CA11-4186-AFE2-F92569A8F667}"/>
              </a:ext>
            </a:extLst>
          </p:cNvPr>
          <p:cNvSpPr>
            <a:spLocks noGrp="1"/>
          </p:cNvSpPr>
          <p:nvPr/>
        </p:nvSpPr>
        <p:spPr>
          <a:xfrm>
            <a:off x="9360694"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D5020BFE-11BE-469A-A70D-F1EBB13D7873}"/>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ECF66607-C1DB-4609-915F-FB073792A67C}"/>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ECF66607-C1DB-4609-915F-FB073792A67C}"/>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BEF3D129-8BCD-43CB-B00B-9C659DF8482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FE897944-11CC-4282-A862-159BFC6C5FB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D4FEADFD-C141-4B5D-BC2A-05A60A1F97D3}"/>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D4FEADFD-C141-4B5D-BC2A-05A60A1F97D3}"/>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A283918E-898F-4B74-B5F2-7C945C91C03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28E3677C-0755-4CAD-AA60-0550585731A4}"/>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D693ADB7-B589-4FC0-82CB-012E36974DA1}"/>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D693ADB7-B589-4FC0-82CB-012E36974DA1}"/>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FDB3318E-8D2C-47B7-B771-91C2DF4731D5}"/>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11577FF-D4FB-450B-8ABD-BF1E00F7C9A9}"/>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C59C0840-E091-4816-8BF9-3F17E05D9AF1}"/>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C59C0840-E091-4816-8BF9-3F17E05D9AF1}"/>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C367D37B-1800-46B6-B14D-9C5F9C5549A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1FCFCCAD-86D1-42EE-A5B6-B419375E9AF9}"/>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8FA309F3-E957-4380-B764-33DFA24E5FD4}"/>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8FA309F3-E957-4380-B764-33DFA24E5FD4}"/>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1A12180A-A4FB-47D5-99AC-E2524E522F8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1456181F-BB17-4469-A965-356A882C05B4}"/>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5A2E70D6-2C54-48A1-AD71-5A7F6962FFC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5A2E70D6-2C54-48A1-AD71-5A7F6962FFC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145C11BA-8F32-44B7-ADB2-CEF016C12EE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5FE885F8-F9CB-4237-A185-D80FB1E44DA7}"/>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5FE885F8-F9CB-4237-A185-D80FB1E44DA7}"/>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9F3D6F00-A896-4B48-9D53-FA00D1FC2CCD}"/>
              </a:ext>
            </a:extLst>
          </p:cNvPr>
          <p:cNvSpPr>
            <a:spLocks noGrp="1"/>
          </p:cNvSpPr>
          <p:nvPr/>
        </p:nvSpPr>
        <p:spPr>
          <a:xfrm flipV="1">
            <a:off x="10532269" y="3667125"/>
            <a:ext cx="476" cy="139065"/>
          </a:xfrm>
          <a:prstGeom prst="line">
            <a:avLst/>
          </a:prstGeom>
          <a:noFill/>
          <a:ln w="12383">
            <a:solidFill>
              <a:srgbClr val="235C99"/>
            </a:solidFill>
            <a:tailEnd type="triangle" w="sm" len="sm"/>
          </a:ln>
        </p:spPr>
        <p:txBody>
          <a:bodyPr/>
          <a:lstStyle/>
          <a:p>
            <a:endParaRPr lang="it-IT"/>
          </a:p>
        </p:txBody>
      </p:sp>
      <p:sp>
        <p:nvSpPr>
          <p:cNvPr id="58" name="note_brace_54">
            <a:extLst>
              <a:ext uri="{FF2B5EF4-FFF2-40B4-BE49-F238E27FC236}">
                <a16:creationId xmlns:a16="http://schemas.microsoft.com/office/drawing/2014/main" id="{F52887A0-020A-4360-B4B4-E8EFB272727E}"/>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DDA3D254-5996-4585-9039-20C9977E78BC}"/>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A6CA051C-1E20-4F4C-86D8-73EE9F898F44}"/>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AAEB411-8B43-44A0-B322-2179B8D59C5A}"/>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0A7009BB-B6C1-47D9-9193-5CE65FB9E59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65771E3C-3378-4BD8-A6FC-4B5331ED88F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4" name="text_60">
                <a:extLst>
                  <a:ext uri="{FF2B5EF4-FFF2-40B4-BE49-F238E27FC236}">
                    <a16:creationId xmlns:a16="http://schemas.microsoft.com/office/drawing/2014/main" id="{35246236-A0EA-4EA4-9687-752F7C637555}"/>
                  </a:ext>
                </a:extLst>
              </p:cNvPr>
              <p:cNvSpPr>
                <a:spLocks noGrp="1"/>
              </p:cNvSpPr>
              <p:nvPr/>
            </p:nvSpPr>
            <p:spPr>
              <a:xfrm>
                <a:off x="571500" y="5199380"/>
                <a:ext cx="11049000" cy="68834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output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3</m:t>
                        </m:r>
                      </m:sub>
                    </m:sSub>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r>
                      <a:rPr lang="en-GB" sz="2175">
                        <a:solidFill>
                          <a:srgbClr val="526276"/>
                        </a:solidFill>
                        <a:latin typeface="Cambria Math"/>
                        <a:ea typeface="Cambria Math"/>
                        <a:cs typeface="Cambria Math"/>
                      </a:rPr>
                      <m:t>)</m:t>
                    </m:r>
                  </m:oMath>
                </a14:m>
                <a:r>
                  <a:rPr sz="2175" b="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Then move backwards one layer at a time.</a:t>
                </a:r>
              </a:p>
            </p:txBody>
          </p:sp>
        </mc:Choice>
        <mc:Fallback xmlns="">
          <p:sp>
            <p:nvSpPr>
              <p:cNvPr id="64" name="text_60">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571500" y="5199380"/>
                <a:ext cx="11049000" cy="688340"/>
              </a:xfrm>
              <a:prstGeom prst="rect">
                <a:avLst/>
              </a:prstGeom>
              <a:blipFill>
                <a:blip r:embed="rIdFullJ64"/>
                <a:stretch>
                  <a:fillRect/>
                </a:stretch>
              </a:blipFill>
              <a:ln w="0">
                <a:noFill/>
              </a:ln>
            </p:spPr>
            <p:txBody>
              <a:bodyPr/>
              <a:lstStyle/>
              <a:p>
                <a:r>
                  <a:rPr lang="it-IT">
                    <a:noFill/>
                  </a:rPr>
                  <a:t> </a:t>
                </a:r>
              </a:p>
            </p:txBody>
          </p:sp>
        </mc:Fallback>
      </mc:AlternateContent>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p:sp xmlns:a14="http://schemas.microsoft.com/office/drawing/2010/main">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xmlns:a14="http://schemas.microsoft.com/office/drawing/2010/main">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p:sp xmlns:a14="http://schemas.microsoft.com/office/drawing/2010/main">
        <p:nvSpPr>
          <p:cNvPr id="123" name="text_119">
            <a:extLst>
              <a:ext uri="{FF2B5EF4-FFF2-40B4-BE49-F238E27FC236}">
                <a16:creationId xmlns:a16="http://schemas.microsoft.com/office/drawing/2014/main" id="{EC2ECB5D-DAE8-4A2F-A71E-6ED4D1FE0425}"/>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AlternateContent xmlns:mc="http://schemas.openxmlformats.org/markup-compatibility/2006" xmlns:a14="http://schemas.microsoft.com/office/drawing/2010/main">
        <mc:Choice Requires="a14">
          <p:sp>
            <p:nvSpPr>
              <p:cNvPr id="127" name="lead">
                <a:extLst>
                  <a:ext uri="{FF2B5EF4-FFF2-40B4-BE49-F238E27FC236}">
                    <a16:creationId xmlns:a16="http://schemas.microsoft.com/office/drawing/2014/main" id="{94EA83E3-057F-5F32-0AF4-F97733D64CDB}"/>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7" name="lead">
                <a:extLst>
                  <a:ext uri="{FF2B5EF4-FFF2-40B4-BE49-F238E27FC236}">
                    <a16:creationId xmlns:a16="http://schemas.microsoft.com/office/drawing/2014/main" id="{94EA83E3-057F-5F32-0AF4-F97733D64CDB}"/>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50"/>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preactivation_argument">
                <a:extLst>
                  <a:ext uri="{FF2B5EF4-FFF2-40B4-BE49-F238E27FC236}">
                    <a16:creationId xmlns:a16="http://schemas.microsoft.com/office/drawing/2014/main" id="{10871B27-9DEC-49B7-B05A-F6665E4200FC}"/>
                  </a:ext>
                </a:extLst>
              </p:cNvPr>
              <p:cNvSpPr>
                <a:spLocks noGrp="1"/>
              </p:cNvSpPr>
              <p:nvPr/>
            </p:nvSpPr>
            <p:spPr>
              <a:xfrm>
                <a:off x="666750" y="6096000"/>
                <a:ext cx="10858500" cy="276225"/>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Here </a:t>
                </a:r>
                <a14:m>
                  <m:oMath xmlns:m="http://schemas.openxmlformats.org/officeDocument/2006/math">
                    <m:r>
                      <a:rPr lang="en-GB" sz="1650">
                        <a:solidFill>
                          <a:srgbClr val="526276"/>
                        </a:solidFill>
                        <a:latin typeface="Cambria Math"/>
                        <a:ea typeface="Cambria Math"/>
                        <a:cs typeface="Cambria Math"/>
                      </a:rPr>
                      <m:t>𝑢</m:t>
                    </m:r>
                  </m:oMath>
                </a14:m>
                <a:r>
                  <a:rPr sz="1650" b="0">
                    <a:solidFill>
                      <a:srgbClr val="526276"/>
                    </a:solidFill>
                    <a:latin typeface="DejaVu Sans"/>
                    <a:ea typeface="DejaVu Sans"/>
                    <a:cs typeface="DejaVu Sans"/>
                  </a:rPr>
                  <a:t> is a possible preactivation value.</a:t>
                </a:r>
                <a:endParaRPr lang="en-GB" sz="1650"/>
              </a:p>
            </p:txBody>
          </p:sp>
        </mc:Choice>
        <mc:Fallback xmlns="">
          <p:sp>
            <p:nvSpPr>
              <p:cNvPr id="184" name="preactivation_argument">
                <a:extLst>
                  <a:ext uri="{FF2B5EF4-FFF2-40B4-BE49-F238E27FC236}">
                    <a16:creationId xmlns:a16="http://schemas.microsoft.com/office/drawing/2014/main" id="{10871B27-9DEC-49B7-B05A-F6665E4200FC}"/>
                  </a:ext>
                </a:extLst>
              </p:cNvPr>
              <p:cNvSpPr>
                <a:spLocks noGrp="1" noRot="1" noChangeAspect="1" noMove="1" noResize="1" noEditPoints="1" noAdjustHandles="1" noChangeArrowheads="1" noChangeShapeType="1" noTextEdit="1"/>
              </p:cNvSpPr>
              <p:nvPr/>
            </p:nvSpPr>
            <p:spPr>
              <a:xfrm>
                <a:off x="666750" y="6096000"/>
                <a:ext cx="10858500" cy="276225"/>
              </a:xfrm>
              <a:prstGeom prst="rect">
                <a:avLst/>
              </a:prstGeom>
              <a:blipFill>
                <a:blip r:embed="rId51"/>
                <a:stretch>
                  <a:fillRect t="-20000" b="-42222"/>
                </a:stretch>
              </a:blipFill>
              <a:ln w="0">
                <a:noFill/>
              </a:ln>
            </p:spPr>
            <p:txBody>
              <a:bodyPr/>
              <a:lstStyle/>
              <a:p>
                <a:r>
                  <a:rPr lang="it-IT">
                    <a:noFill/>
                  </a:rPr>
                  <a:t> </a:t>
                </a:r>
              </a:p>
            </p:txBody>
          </p:sp>
        </mc:Fallback>
      </mc:AlternateContent>
      <p:sp>
        <p:nvSpPr>
          <p:cNvPr id="185" name="implicit_J_dependence">
            <a:extLst>
              <a:ext uri="{FF2B5EF4-FFF2-40B4-BE49-F238E27FC236}">
                <a16:creationId xmlns:a16="http://schemas.microsoft.com/office/drawing/2014/main" id="{D2A56140-D939-4BAE-BEE3-E69DBDADB4BA}"/>
              </a:ext>
            </a:extLst>
          </p:cNvPr>
          <p:cNvSpPr>
            <a:spLocks noGrp="1"/>
          </p:cNvSpPr>
          <p:nvPr/>
        </p:nvSpPr>
        <p:spPr>
          <a:xfrm>
            <a:off x="571500" y="1809750"/>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xmlns:m="http://schemas.openxmlformats.org/officeDocument/2006/math" xmlns:a14="http://schemas.microsoft.com/office/drawing/2010/main">
              <m:o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J</m:t>
                    </m:r>
                  </m:e>
                  <m:sub>
                    <m:r>
                      <a:rPr lang="en-GB" sz="1650">
                        <a:solidFill>
                          <a:srgbClr val="526276"/>
                        </a:solidFill>
                        <a:latin typeface="Cambria Math"/>
                        <a:ea typeface="Cambria Math"/>
                        <a:cs typeface="Cambria Math"/>
                      </a:rPr>
                      <m:t>r</m:t>
                    </m:r>
                  </m:sub>
                </m:sSub>
              </m:oMath>
            </a14:m>
            <a:r>
              <a:rPr lang="en-GB" sz="1650">
                <a:solidFill>
                  <a:srgbClr val="526276"/>
                </a:solidFill>
                <a:latin typeface="DejaVu Sans"/>
              </a:rPr>
              <a:t>.</a:t>
            </a:r>
          </a:p>
        </p:txBody>
      </p:sp>
    </p:spTree>
    <p:extLst>
      <p:ext uri="{BB962C8B-B14F-4D97-AF65-F5344CB8AC3E}">
        <p14:creationId xmlns:p14="http://schemas.microsoft.com/office/powerpoint/2010/main" val="1863284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8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animBg="1"/>
      <p:bldP spid="69" grpId="0"/>
      <p:bldP spid="70" grpId="0"/>
      <p:bldP spid="71" grpId="0" animBg="1"/>
      <p:bldP spid="72" grpId="0"/>
      <p:bldP spid="73" grpId="0"/>
      <p:bldP spid="74" grpId="0" animBg="1"/>
      <p:bldP spid="75" grpId="0" animBg="1"/>
      <p:bldP spid="76" grpId="0"/>
      <p:bldP spid="77" grpId="0"/>
      <p:bldP spid="78" grpId="0" animBg="1"/>
      <p:bldP spid="79" grpId="0" animBg="1"/>
      <p:bldP spid="80" grpId="0"/>
      <p:bldP spid="81" grpId="0"/>
      <p:bldP spid="82" grpId="0" animBg="1"/>
      <p:bldP spid="83" grpId="0" animBg="1"/>
      <p:bldP spid="84" grpId="0"/>
      <p:bldP spid="85" grpId="0"/>
      <p:bldP spid="86" grpId="0" animBg="1"/>
      <p:bldP spid="87" grpId="0"/>
      <p:bldP spid="88" grpId="0" animBg="1"/>
      <p:bldP spid="89" grpId="0"/>
      <p:bldP spid="90" grpId="0"/>
      <p:bldP spid="91" grpId="0" animBg="1"/>
      <p:bldP spid="92" grpId="0" animBg="1"/>
      <p:bldP spid="93" grpId="0"/>
      <p:bldP spid="94" grpId="0"/>
      <p:bldP spid="95" grpId="0" animBg="1"/>
      <p:bldP spid="96" grpId="0" animBg="1"/>
      <p:bldP spid="97" grpId="0"/>
      <p:bldP spid="98" grpId="0" animBg="1"/>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p:bldP spid="115" grpId="0" animBg="1"/>
      <p:bldP spid="116" grpId="0" animBg="1"/>
      <p:bldP spid="117" grpId="0"/>
      <p:bldP spid="118" grpId="0" animBg="1"/>
      <p:bldP spid="119" grpId="0"/>
      <p:bldP spid="120" grpId="0" animBg="1"/>
      <p:bldP spid="121" grpId="0"/>
      <p:bldP spid="122" grpId="0"/>
      <p:bldP spid="123" grpId="0"/>
      <p:bldP spid="184" grpId="0"/>
      <p:bldP spid="185"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sp>
        <p:nvSpPr>
          <p:cNvPr id="190" name="continuity_8_0_190">
            <a:extLst>
              <a:ext uri="{FF2B5EF4-FFF2-40B4-BE49-F238E27FC236}">
                <a16:creationId xmlns:a16="http://schemas.microsoft.com/office/drawing/2014/main" id="{FF472A8C-08D5-4413-B72C-71EB402437D3}"/>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p:sp xmlns:a14="http://schemas.microsoft.com/office/drawing/2010/main">
        <p:nvSpPr>
          <p:cNvPr id="191" name="continuity_8_0_191" descr="J_{3}">
            <a:extLst>
              <a:ext uri="{FF2B5EF4-FFF2-40B4-BE49-F238E27FC236}">
                <a16:creationId xmlns:a16="http://schemas.microsoft.com/office/drawing/2014/main" id="{5475EC27-0519-4426-8A0B-772C03136D04}"/>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p:sp>
        <p:nvSpPr>
          <p:cNvPr id="192" name="continuity_8_0_192">
            <a:extLst>
              <a:ext uri="{FF2B5EF4-FFF2-40B4-BE49-F238E27FC236}">
                <a16:creationId xmlns:a16="http://schemas.microsoft.com/office/drawing/2014/main" id="{58BDEAB0-0209-4782-A4E5-4AFFEC99F96C}"/>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3" name="continuity_8_0_193" descr="\phi_0(x)">
                <a:extLst>
                  <a:ext uri="{FF2B5EF4-FFF2-40B4-BE49-F238E27FC236}">
                    <a16:creationId xmlns:a16="http://schemas.microsoft.com/office/drawing/2014/main" id="{2339531E-E90C-406F-AB35-DDE416582A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3" name="continuity_8_0_193" descr="\phi_0(x)">
                <a:extLst>
                  <a:ext uri="{FF2B5EF4-FFF2-40B4-BE49-F238E27FC236}">
                    <a16:creationId xmlns:a16="http://schemas.microsoft.com/office/drawing/2014/main" id="{2339531E-E90C-406F-AB35-DDE416582A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continuity_8_0_194" descr="2">
                <a:extLst>
                  <a:ext uri="{FF2B5EF4-FFF2-40B4-BE49-F238E27FC236}">
                    <a16:creationId xmlns:a16="http://schemas.microsoft.com/office/drawing/2014/main" id="{1D48FD7D-8437-45F3-8A56-2F780AFC73A7}"/>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4" name="continuity_8_0_194" descr="2">
                <a:extLst>
                  <a:ext uri="{FF2B5EF4-FFF2-40B4-BE49-F238E27FC236}">
                    <a16:creationId xmlns:a16="http://schemas.microsoft.com/office/drawing/2014/main" id="{1D48FD7D-8437-45F3-8A56-2F780AFC73A7}"/>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5" name="continuity_8_0_195">
            <a:extLst>
              <a:ext uri="{FF2B5EF4-FFF2-40B4-BE49-F238E27FC236}">
                <a16:creationId xmlns:a16="http://schemas.microsoft.com/office/drawing/2014/main" id="{CE7C512E-3233-48D9-B3A1-D55BD60CA57C}"/>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6" name="continuity_8_0_196" descr="a_1(x)">
                <a:extLst>
                  <a:ext uri="{FF2B5EF4-FFF2-40B4-BE49-F238E27FC236}">
                    <a16:creationId xmlns:a16="http://schemas.microsoft.com/office/drawing/2014/main" id="{8A4790D2-3496-4318-BBB8-51639DE7A39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6" name="continuity_8_0_196" descr="a_1(x)">
                <a:extLst>
                  <a:ext uri="{FF2B5EF4-FFF2-40B4-BE49-F238E27FC236}">
                    <a16:creationId xmlns:a16="http://schemas.microsoft.com/office/drawing/2014/main" id="{8A4790D2-3496-4318-BBB8-51639DE7A39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continuity_8_0_197" descr="3">
                <a:extLst>
                  <a:ext uri="{FF2B5EF4-FFF2-40B4-BE49-F238E27FC236}">
                    <a16:creationId xmlns:a16="http://schemas.microsoft.com/office/drawing/2014/main" id="{4CF87E67-39D8-4171-B7EC-275E4516736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7" name="continuity_8_0_197" descr="3">
                <a:extLst>
                  <a:ext uri="{FF2B5EF4-FFF2-40B4-BE49-F238E27FC236}">
                    <a16:creationId xmlns:a16="http://schemas.microsoft.com/office/drawing/2014/main" id="{4CF87E67-39D8-4171-B7EC-275E4516736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198" name="continuity_8_0_198">
            <a:extLst>
              <a:ext uri="{FF2B5EF4-FFF2-40B4-BE49-F238E27FC236}">
                <a16:creationId xmlns:a16="http://schemas.microsoft.com/office/drawing/2014/main" id="{3C09B668-B864-438A-B11F-73BA3C984F3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99" name="continuity_8_0_199">
            <a:extLst>
              <a:ext uri="{FF2B5EF4-FFF2-40B4-BE49-F238E27FC236}">
                <a16:creationId xmlns:a16="http://schemas.microsoft.com/office/drawing/2014/main" id="{08230F7D-9D45-43BA-A736-73FDD6B36676}"/>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continuity_8_0_200" descr="\phi_1(x)">
                <a:extLst>
                  <a:ext uri="{FF2B5EF4-FFF2-40B4-BE49-F238E27FC236}">
                    <a16:creationId xmlns:a16="http://schemas.microsoft.com/office/drawing/2014/main" id="{98306F8B-B030-4FCC-BC0A-57F1334EB6F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0" name="continuity_8_0_200" descr="\phi_1(x)">
                <a:extLst>
                  <a:ext uri="{FF2B5EF4-FFF2-40B4-BE49-F238E27FC236}">
                    <a16:creationId xmlns:a16="http://schemas.microsoft.com/office/drawing/2014/main" id="{98306F8B-B030-4FCC-BC0A-57F1334EB6F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continuity_8_0_201" descr="3">
                <a:extLst>
                  <a:ext uri="{FF2B5EF4-FFF2-40B4-BE49-F238E27FC236}">
                    <a16:creationId xmlns:a16="http://schemas.microsoft.com/office/drawing/2014/main" id="{3B74632D-E92E-49A4-8057-FEA3783D170B}"/>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1" name="continuity_8_0_201" descr="3">
                <a:extLst>
                  <a:ext uri="{FF2B5EF4-FFF2-40B4-BE49-F238E27FC236}">
                    <a16:creationId xmlns:a16="http://schemas.microsoft.com/office/drawing/2014/main" id="{3B74632D-E92E-49A4-8057-FEA3783D170B}"/>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2" name="continuity_8_0_202">
            <a:extLst>
              <a:ext uri="{FF2B5EF4-FFF2-40B4-BE49-F238E27FC236}">
                <a16:creationId xmlns:a16="http://schemas.microsoft.com/office/drawing/2014/main" id="{7380FE58-A602-4F9A-8803-89754876F3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3" name="continuity_8_0_203">
            <a:extLst>
              <a:ext uri="{FF2B5EF4-FFF2-40B4-BE49-F238E27FC236}">
                <a16:creationId xmlns:a16="http://schemas.microsoft.com/office/drawing/2014/main" id="{D627F2DA-C1C1-4C7C-910B-618D6B35A429}"/>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continuity_8_0_204" descr="a_2(x)">
                <a:extLst>
                  <a:ext uri="{FF2B5EF4-FFF2-40B4-BE49-F238E27FC236}">
                    <a16:creationId xmlns:a16="http://schemas.microsoft.com/office/drawing/2014/main" id="{22703617-446D-476A-BD19-9DB19B141B0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4" name="continuity_8_0_204" descr="a_2(x)">
                <a:extLst>
                  <a:ext uri="{FF2B5EF4-FFF2-40B4-BE49-F238E27FC236}">
                    <a16:creationId xmlns:a16="http://schemas.microsoft.com/office/drawing/2014/main" id="{22703617-446D-476A-BD19-9DB19B141B0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5" name="continuity_8_0_205" descr="5">
                <a:extLst>
                  <a:ext uri="{FF2B5EF4-FFF2-40B4-BE49-F238E27FC236}">
                    <a16:creationId xmlns:a16="http://schemas.microsoft.com/office/drawing/2014/main" id="{66B97A7E-98D4-4409-9250-163D68B642B7}"/>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5" name="continuity_8_0_205" descr="5">
                <a:extLst>
                  <a:ext uri="{FF2B5EF4-FFF2-40B4-BE49-F238E27FC236}">
                    <a16:creationId xmlns:a16="http://schemas.microsoft.com/office/drawing/2014/main" id="{66B97A7E-98D4-4409-9250-163D68B642B7}"/>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6" name="continuity_8_0_206">
            <a:extLst>
              <a:ext uri="{FF2B5EF4-FFF2-40B4-BE49-F238E27FC236}">
                <a16:creationId xmlns:a16="http://schemas.microsoft.com/office/drawing/2014/main" id="{21211FEB-512B-4244-ACFA-D563D8C03CA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07" name="continuity_8_0_207">
            <a:extLst>
              <a:ext uri="{FF2B5EF4-FFF2-40B4-BE49-F238E27FC236}">
                <a16:creationId xmlns:a16="http://schemas.microsoft.com/office/drawing/2014/main" id="{B65DAF30-04D3-4ADC-98A4-9098E110E5DF}"/>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continuity_8_0_208" descr="\phi_2(x)">
                <a:extLst>
                  <a:ext uri="{FF2B5EF4-FFF2-40B4-BE49-F238E27FC236}">
                    <a16:creationId xmlns:a16="http://schemas.microsoft.com/office/drawing/2014/main" id="{0CBD3094-0BA2-4CB5-9537-D0FED3F54158}"/>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8" name="continuity_8_0_208" descr="\phi_2(x)">
                <a:extLst>
                  <a:ext uri="{FF2B5EF4-FFF2-40B4-BE49-F238E27FC236}">
                    <a16:creationId xmlns:a16="http://schemas.microsoft.com/office/drawing/2014/main" id="{0CBD3094-0BA2-4CB5-9537-D0FED3F54158}"/>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continuity_8_0_209" descr="5">
                <a:extLst>
                  <a:ext uri="{FF2B5EF4-FFF2-40B4-BE49-F238E27FC236}">
                    <a16:creationId xmlns:a16="http://schemas.microsoft.com/office/drawing/2014/main" id="{6FEB3D99-43F5-444B-BF05-4E50B6F9EDC2}"/>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9" name="continuity_8_0_209" descr="5">
                <a:extLst>
                  <a:ext uri="{FF2B5EF4-FFF2-40B4-BE49-F238E27FC236}">
                    <a16:creationId xmlns:a16="http://schemas.microsoft.com/office/drawing/2014/main" id="{6FEB3D99-43F5-444B-BF05-4E50B6F9EDC2}"/>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0" name="continuity_8_0_210">
            <a:extLst>
              <a:ext uri="{FF2B5EF4-FFF2-40B4-BE49-F238E27FC236}">
                <a16:creationId xmlns:a16="http://schemas.microsoft.com/office/drawing/2014/main" id="{509CED5D-25D1-4FFE-A620-FF532C7AFCC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1" name="continuity_8_0_211">
            <a:extLst>
              <a:ext uri="{FF2B5EF4-FFF2-40B4-BE49-F238E27FC236}">
                <a16:creationId xmlns:a16="http://schemas.microsoft.com/office/drawing/2014/main" id="{143613EC-C077-43DB-ABDA-D11C6B50E479}"/>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2" name="continuity_8_0_212">
            <a:extLst>
              <a:ext uri="{FF2B5EF4-FFF2-40B4-BE49-F238E27FC236}">
                <a16:creationId xmlns:a16="http://schemas.microsoft.com/office/drawing/2014/main" id="{AB7EAEEE-E995-4232-B37A-8645F000C4B2}"/>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3" name="continuity_8_0_213" descr="a_3(x)">
                <a:extLst>
                  <a:ext uri="{FF2B5EF4-FFF2-40B4-BE49-F238E27FC236}">
                    <a16:creationId xmlns:a16="http://schemas.microsoft.com/office/drawing/2014/main" id="{B9A3E492-69B6-4FFC-8B47-51972011DAC4}"/>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3" name="continuity_8_0_213" descr="a_3(x)">
                <a:extLst>
                  <a:ext uri="{FF2B5EF4-FFF2-40B4-BE49-F238E27FC236}">
                    <a16:creationId xmlns:a16="http://schemas.microsoft.com/office/drawing/2014/main" id="{B9A3E492-69B6-4FFC-8B47-51972011DAC4}"/>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continuity_8_0_214" descr="-3">
                <a:extLst>
                  <a:ext uri="{FF2B5EF4-FFF2-40B4-BE49-F238E27FC236}">
                    <a16:creationId xmlns:a16="http://schemas.microsoft.com/office/drawing/2014/main" id="{D0175451-4727-4A8A-ABDD-D15650F85F7A}"/>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4" name="continuity_8_0_214" descr="-3">
                <a:extLst>
                  <a:ext uri="{FF2B5EF4-FFF2-40B4-BE49-F238E27FC236}">
                    <a16:creationId xmlns:a16="http://schemas.microsoft.com/office/drawing/2014/main" id="{D0175451-4727-4A8A-ABDD-D15650F85F7A}"/>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5" name="continuity_8_0_215">
            <a:extLst>
              <a:ext uri="{FF2B5EF4-FFF2-40B4-BE49-F238E27FC236}">
                <a16:creationId xmlns:a16="http://schemas.microsoft.com/office/drawing/2014/main" id="{697B5821-F4F4-4269-822D-E7FDEBFBAE0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6" name="continuity_8_0_216">
            <a:extLst>
              <a:ext uri="{FF2B5EF4-FFF2-40B4-BE49-F238E27FC236}">
                <a16:creationId xmlns:a16="http://schemas.microsoft.com/office/drawing/2014/main" id="{78F29D88-F478-4AA6-88A1-A8ECA79E2F4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7" name="continuity_8_0_217" descr="\mathcal{L}_{\mathrm{sq}}">
                <a:extLst>
                  <a:ext uri="{FF2B5EF4-FFF2-40B4-BE49-F238E27FC236}">
                    <a16:creationId xmlns:a16="http://schemas.microsoft.com/office/drawing/2014/main" id="{5963F9D1-53C1-4830-9E47-30D1C399047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17" name="continuity_8_0_217" descr="\mathcal{L}_{\mathrm{sq}}">
                <a:extLst>
                  <a:ext uri="{FF2B5EF4-FFF2-40B4-BE49-F238E27FC236}">
                    <a16:creationId xmlns:a16="http://schemas.microsoft.com/office/drawing/2014/main" id="{5963F9D1-53C1-4830-9E47-30D1C399047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8" name="continuity_8_0_218" descr="1">
                <a:extLst>
                  <a:ext uri="{FF2B5EF4-FFF2-40B4-BE49-F238E27FC236}">
                    <a16:creationId xmlns:a16="http://schemas.microsoft.com/office/drawing/2014/main" id="{3B2699F6-7DC2-45C6-8173-3ACB2701FA9B}"/>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18" name="continuity_8_0_218" descr="1">
                <a:extLst>
                  <a:ext uri="{FF2B5EF4-FFF2-40B4-BE49-F238E27FC236}">
                    <a16:creationId xmlns:a16="http://schemas.microsoft.com/office/drawing/2014/main" id="{3B2699F6-7DC2-45C6-8173-3ACB2701FA9B}"/>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19" name="continuity_8_0_219">
            <a:extLst>
              <a:ext uri="{FF2B5EF4-FFF2-40B4-BE49-F238E27FC236}">
                <a16:creationId xmlns:a16="http://schemas.microsoft.com/office/drawing/2014/main" id="{8F98D8C3-EDA7-4F86-91CA-24B75847BB4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0" name="continuity_8_0_220">
            <a:extLst>
              <a:ext uri="{FF2B5EF4-FFF2-40B4-BE49-F238E27FC236}">
                <a16:creationId xmlns:a16="http://schemas.microsoft.com/office/drawing/2014/main" id="{C0A35573-8C1B-4EF2-BE0C-0649C28E37FF}"/>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1" name="continuity_8_0_221" descr="w_1=1">
                <a:extLst>
                  <a:ext uri="{FF2B5EF4-FFF2-40B4-BE49-F238E27FC236}">
                    <a16:creationId xmlns:a16="http://schemas.microsoft.com/office/drawing/2014/main" id="{F9195A1F-0508-4DF8-B05D-9148F267CBCB}"/>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1" name="continuity_8_0_221" descr="w_1=1">
                <a:extLst>
                  <a:ext uri="{FF2B5EF4-FFF2-40B4-BE49-F238E27FC236}">
                    <a16:creationId xmlns:a16="http://schemas.microsoft.com/office/drawing/2014/main" id="{F9195A1F-0508-4DF8-B05D-9148F267CBCB}"/>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2" name="continuity_8_0_222">
            <a:extLst>
              <a:ext uri="{FF2B5EF4-FFF2-40B4-BE49-F238E27FC236}">
                <a16:creationId xmlns:a16="http://schemas.microsoft.com/office/drawing/2014/main" id="{9331037F-5ACF-4872-8E2F-844FAE9B51D5}"/>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3" name="continuity_8_0_223">
            <a:extLst>
              <a:ext uri="{FF2B5EF4-FFF2-40B4-BE49-F238E27FC236}">
                <a16:creationId xmlns:a16="http://schemas.microsoft.com/office/drawing/2014/main" id="{066603E9-9266-4454-9024-4ED0D879EA5F}"/>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8_0_224" descr="b_1=1">
                <a:extLst>
                  <a:ext uri="{FF2B5EF4-FFF2-40B4-BE49-F238E27FC236}">
                    <a16:creationId xmlns:a16="http://schemas.microsoft.com/office/drawing/2014/main" id="{9E45C3FA-D9C1-4DC3-86F6-C84B43F0D671}"/>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8_0_224" descr="b_1=1">
                <a:extLst>
                  <a:ext uri="{FF2B5EF4-FFF2-40B4-BE49-F238E27FC236}">
                    <a16:creationId xmlns:a16="http://schemas.microsoft.com/office/drawing/2014/main" id="{9E45C3FA-D9C1-4DC3-86F6-C84B43F0D671}"/>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5" name="continuity_8_0_225">
            <a:extLst>
              <a:ext uri="{FF2B5EF4-FFF2-40B4-BE49-F238E27FC236}">
                <a16:creationId xmlns:a16="http://schemas.microsoft.com/office/drawing/2014/main" id="{74474CCD-458B-447D-80EC-CEF47859A28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8_0_226">
            <a:extLst>
              <a:ext uri="{FF2B5EF4-FFF2-40B4-BE49-F238E27FC236}">
                <a16:creationId xmlns:a16="http://schemas.microsoft.com/office/drawing/2014/main" id="{A0EEE2CA-122B-45ED-A351-859D9E7B9A3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8_0_227" descr="w_2=2">
                <a:extLst>
                  <a:ext uri="{FF2B5EF4-FFF2-40B4-BE49-F238E27FC236}">
                    <a16:creationId xmlns:a16="http://schemas.microsoft.com/office/drawing/2014/main" id="{C7AA6B54-4183-4CAF-98DA-8D5054B9EAF7}"/>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27" name="continuity_8_0_227" descr="w_2=2">
                <a:extLst>
                  <a:ext uri="{FF2B5EF4-FFF2-40B4-BE49-F238E27FC236}">
                    <a16:creationId xmlns:a16="http://schemas.microsoft.com/office/drawing/2014/main" id="{C7AA6B54-4183-4CAF-98DA-8D5054B9EAF7}"/>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28" name="continuity_8_0_228">
            <a:extLst>
              <a:ext uri="{FF2B5EF4-FFF2-40B4-BE49-F238E27FC236}">
                <a16:creationId xmlns:a16="http://schemas.microsoft.com/office/drawing/2014/main" id="{3E07F0F7-A861-4B52-BBFF-D7E17A8DDC8E}"/>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8_0_229">
            <a:extLst>
              <a:ext uri="{FF2B5EF4-FFF2-40B4-BE49-F238E27FC236}">
                <a16:creationId xmlns:a16="http://schemas.microsoft.com/office/drawing/2014/main" id="{EC56E10D-173E-4BC8-8CFF-52F5410A01C6}"/>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8_0_230" descr="b_2=-1">
                <a:extLst>
                  <a:ext uri="{FF2B5EF4-FFF2-40B4-BE49-F238E27FC236}">
                    <a16:creationId xmlns:a16="http://schemas.microsoft.com/office/drawing/2014/main" id="{60F0FE3B-1A27-4A20-AD1E-765CF6B46664}"/>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0" name="continuity_8_0_230" descr="b_2=-1">
                <a:extLst>
                  <a:ext uri="{FF2B5EF4-FFF2-40B4-BE49-F238E27FC236}">
                    <a16:creationId xmlns:a16="http://schemas.microsoft.com/office/drawing/2014/main" id="{60F0FE3B-1A27-4A20-AD1E-765CF6B46664}"/>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1" name="continuity_8_0_231">
            <a:extLst>
              <a:ext uri="{FF2B5EF4-FFF2-40B4-BE49-F238E27FC236}">
                <a16:creationId xmlns:a16="http://schemas.microsoft.com/office/drawing/2014/main" id="{20A034DE-455B-4DE6-BDE5-71898658CE96}"/>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8_0_232">
            <a:extLst>
              <a:ext uri="{FF2B5EF4-FFF2-40B4-BE49-F238E27FC236}">
                <a16:creationId xmlns:a16="http://schemas.microsoft.com/office/drawing/2014/main" id="{93EC7659-6CBA-49BA-99C1-9AC2C4C1ACCD}"/>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8_0_233" descr="w_3=-1">
                <a:extLst>
                  <a:ext uri="{FF2B5EF4-FFF2-40B4-BE49-F238E27FC236}">
                    <a16:creationId xmlns:a16="http://schemas.microsoft.com/office/drawing/2014/main" id="{03868AA7-A8F3-4B13-8AA9-4085ABA7ADA8}"/>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8_0_233" descr="w_3=-1">
                <a:extLst>
                  <a:ext uri="{FF2B5EF4-FFF2-40B4-BE49-F238E27FC236}">
                    <a16:creationId xmlns:a16="http://schemas.microsoft.com/office/drawing/2014/main" id="{03868AA7-A8F3-4B13-8AA9-4085ABA7ADA8}"/>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4" name="continuity_8_0_234">
            <a:extLst>
              <a:ext uri="{FF2B5EF4-FFF2-40B4-BE49-F238E27FC236}">
                <a16:creationId xmlns:a16="http://schemas.microsoft.com/office/drawing/2014/main" id="{C38317B3-1249-47D8-90E4-76A59421C7B6}"/>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8_0_235">
            <a:extLst>
              <a:ext uri="{FF2B5EF4-FFF2-40B4-BE49-F238E27FC236}">
                <a16:creationId xmlns:a16="http://schemas.microsoft.com/office/drawing/2014/main" id="{9D3EAD35-4BA8-48FE-8D0B-C487EF1D9409}"/>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8_0_236" descr="b_3=2">
                <a:extLst>
                  <a:ext uri="{FF2B5EF4-FFF2-40B4-BE49-F238E27FC236}">
                    <a16:creationId xmlns:a16="http://schemas.microsoft.com/office/drawing/2014/main" id="{9A0DA5F7-0465-4AB5-87A2-BA70843C1F2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6" name="continuity_8_0_236" descr="b_3=2">
                <a:extLst>
                  <a:ext uri="{FF2B5EF4-FFF2-40B4-BE49-F238E27FC236}">
                    <a16:creationId xmlns:a16="http://schemas.microsoft.com/office/drawing/2014/main" id="{9A0DA5F7-0465-4AB5-87A2-BA70843C1F2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37" name="continuity_8_0_237">
            <a:extLst>
              <a:ext uri="{FF2B5EF4-FFF2-40B4-BE49-F238E27FC236}">
                <a16:creationId xmlns:a16="http://schemas.microsoft.com/office/drawing/2014/main" id="{25231712-E110-409F-8D99-351103E36D5D}"/>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continuity_8_0_238" descr="y=-2">
                <a:extLst>
                  <a:ext uri="{FF2B5EF4-FFF2-40B4-BE49-F238E27FC236}">
                    <a16:creationId xmlns:a16="http://schemas.microsoft.com/office/drawing/2014/main" id="{51C1444F-62C7-4A65-95E2-ED547EE79571}"/>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38" name="continuity_8_0_238" descr="y=-2">
                <a:extLst>
                  <a:ext uri="{FF2B5EF4-FFF2-40B4-BE49-F238E27FC236}">
                    <a16:creationId xmlns:a16="http://schemas.microsoft.com/office/drawing/2014/main" id="{51C1444F-62C7-4A65-95E2-ED547EE79571}"/>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39" name="continuity_8_0_239">
            <a:extLst>
              <a:ext uri="{FF2B5EF4-FFF2-40B4-BE49-F238E27FC236}">
                <a16:creationId xmlns:a16="http://schemas.microsoft.com/office/drawing/2014/main" id="{B464C101-DA59-45DC-AB48-583E9FC2F38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0" name="continuity_8_0_240">
            <a:extLst>
              <a:ext uri="{FF2B5EF4-FFF2-40B4-BE49-F238E27FC236}">
                <a16:creationId xmlns:a16="http://schemas.microsoft.com/office/drawing/2014/main" id="{B0F086B7-DAC6-4AAC-87CB-1A51433924C1}"/>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1" name="continuity_8_0_241">
            <a:extLst>
              <a:ext uri="{FF2B5EF4-FFF2-40B4-BE49-F238E27FC236}">
                <a16:creationId xmlns:a16="http://schemas.microsoft.com/office/drawing/2014/main" id="{DEC11A52-DFB3-47CC-AD5E-D548731A4733}"/>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2" name="continuity_8_0_242">
            <a:extLst>
              <a:ext uri="{FF2B5EF4-FFF2-40B4-BE49-F238E27FC236}">
                <a16:creationId xmlns:a16="http://schemas.microsoft.com/office/drawing/2014/main" id="{E15154ED-B88F-4E2D-A09E-95E4E3CCD279}"/>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continuity_8_0_243">
            <a:extLst>
              <a:ext uri="{FF2B5EF4-FFF2-40B4-BE49-F238E27FC236}">
                <a16:creationId xmlns:a16="http://schemas.microsoft.com/office/drawing/2014/main" id="{AFAAF086-AFB8-4421-9BF2-CA5F15521BB3}"/>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4" name="continuity_8_0_244">
            <a:extLst>
              <a:ext uri="{FF2B5EF4-FFF2-40B4-BE49-F238E27FC236}">
                <a16:creationId xmlns:a16="http://schemas.microsoft.com/office/drawing/2014/main" id="{5FBDFDE2-5EDE-4E3B-8404-82689B3833A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5" name="continuity_8_0_245">
            <a:extLst>
              <a:ext uri="{FF2B5EF4-FFF2-40B4-BE49-F238E27FC236}">
                <a16:creationId xmlns:a16="http://schemas.microsoft.com/office/drawing/2014/main" id="{C687AADC-49DC-4D99-8D82-EE6BE419BDF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6" name="continuity_8_0_246">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6" name="continuity_8_0_246">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6"/>
                <a:stretch>
                  <a:fillRect b="-10112"/>
                </a:stretch>
              </a:blipFill>
              <a:ln w="0">
                <a:noFill/>
              </a:ln>
            </p:spPr>
            <p:txBody>
              <a:bodyPr/>
              <a:lstStyle/>
              <a:p>
                <a:r>
                  <a:rPr lang="it-IT">
                    <a:noFill/>
                  </a:rPr>
                  <a:t> </a:t>
                </a:r>
              </a:p>
            </p:txBody>
          </p:sp>
        </mc:Fallback>
      </mc:AlternateContent>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p:sp xmlns:a14="http://schemas.microsoft.com/office/drawing/2010/main">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p:sp xmlns:a14="http://schemas.microsoft.com/office/drawing/2010/main">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xmlns:a14="http://schemas.microsoft.com/office/drawing/2010/main">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AlternateContent xmlns:mc="http://schemas.openxmlformats.org/markup-compatibility/2006" xmlns:a14="http://schemas.microsoft.com/office/drawing/2010/main">
        <mc:Choice Requires="a14">
          <p:sp>
            <p:nvSpPr>
              <p:cNvPr id="6" name="lead">
                <a:extLst>
                  <a:ext uri="{FF2B5EF4-FFF2-40B4-BE49-F238E27FC236}">
                    <a16:creationId xmlns:a16="http://schemas.microsoft.com/office/drawing/2014/main" id="{1F7E782C-0B1C-D4AA-B1CD-0C03E114EB3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6" name="lead">
                <a:extLst>
                  <a:ext uri="{FF2B5EF4-FFF2-40B4-BE49-F238E27FC236}">
                    <a16:creationId xmlns:a16="http://schemas.microsoft.com/office/drawing/2014/main" id="{1F7E782C-0B1C-D4AA-B1CD-0C03E114EB3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28"/>
                <a:stretch>
                  <a:fillRect t="-8197" b="-15574"/>
                </a:stretch>
              </a:blipFill>
              <a:ln w="0">
                <a:noFill/>
              </a:ln>
            </p:spPr>
            <p:txBody>
              <a:bodyPr/>
              <a:lstStyle/>
              <a:p>
                <a:r>
                  <a:rPr lang="it-IT">
                    <a:noFill/>
                  </a:rPr>
                  <a:t> </a:t>
                </a:r>
              </a:p>
            </p:txBody>
          </p:sp>
        </mc:Fallback>
      </mc:AlternateContent>
      <p:sp xmlns:a14="http://schemas.microsoft.com/office/drawing/2010/main">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p:sp xmlns:a14="http://schemas.microsoft.com/office/drawing/2010/main">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i="1">
                        <a:solidFill>
                          <a:srgbClr val="1E755E"/>
                        </a:solidFill>
                        <a:latin typeface="Cambria Math" panose="02040503050406030204" pitchFamily="18" charset="0"/>
                        <a:ea typeface="Cambria Math"/>
                        <a:cs typeface="Cambria Math"/>
                      </a:rPr>
                    </m:ctrlPr>
                  </m:dPr>
                  <m:e>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e>
                </m:d>
              </m:oMath>
            </a14:m>
            <a:endParaRPr lang="en-GB" sz="2800" dirty="0"/>
          </a:p>
        </p:txBody>
      </p:sp>
      <p:sp xmlns:a14="http://schemas.microsoft.com/office/drawing/2010/main">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29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9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9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3"/>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4"/>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5"/>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0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40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402"/>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8" grpId="0" animBg="1"/>
      <p:bldP spid="249" grpId="0"/>
      <p:bldP spid="250" grpId="0" animBg="1"/>
      <p:bldP spid="251" grpId="0"/>
      <p:bldP spid="252" grpId="0" animBg="1"/>
      <p:bldP spid="253" grpId="0"/>
      <p:bldP spid="254" grpId="0"/>
      <p:bldP spid="255" grpId="0" animBg="1"/>
      <p:bldP spid="256" grpId="0"/>
      <p:bldP spid="257" grpId="0"/>
      <p:bldP spid="258" grpId="0" animBg="1"/>
      <p:bldP spid="259" grpId="0" animBg="1"/>
      <p:bldP spid="260" grpId="0"/>
      <p:bldP spid="261" grpId="0"/>
      <p:bldP spid="262" grpId="0" animBg="1"/>
      <p:bldP spid="263" grpId="0"/>
      <p:bldP spid="264" grpId="0" animBg="1"/>
      <p:bldP spid="265" grpId="0"/>
      <p:bldP spid="266" grpId="0"/>
      <p:bldP spid="267" grpId="0" animBg="1"/>
      <p:bldP spid="268" grpId="0" animBg="1"/>
      <p:bldP spid="269" grpId="0"/>
      <p:bldP spid="270" grpId="0"/>
      <p:bldP spid="271" grpId="0" animBg="1"/>
      <p:bldP spid="272" grpId="0"/>
      <p:bldP spid="273" grpId="0" animBg="1"/>
      <p:bldP spid="274" grpId="0"/>
      <p:bldP spid="275" grpId="0"/>
      <p:bldP spid="276" grpId="0" animBg="1"/>
      <p:bldP spid="277" grpId="0" animBg="1"/>
      <p:bldP spid="278" grpId="0"/>
      <p:bldP spid="279" grpId="0"/>
      <p:bldP spid="280" grpId="0" animBg="1"/>
      <p:bldP spid="281" grpId="0" animBg="1"/>
      <p:bldP spid="282" grpId="0"/>
      <p:bldP spid="283" grpId="0" animBg="1"/>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p:bldP spid="300" grpId="0" animBg="1"/>
      <p:bldP spid="301" grpId="0" animBg="1"/>
      <p:bldP spid="302" grpId="0"/>
      <p:bldP spid="303" grpId="0" animBg="1"/>
      <p:bldP spid="304" grpId="0"/>
      <p:bldP spid="305" grpId="0" animBg="1"/>
      <p:bldP spid="306" grpId="0"/>
      <p:bldP spid="307" grpId="0"/>
      <p:bldP spid="8" grpId="0"/>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F5954D1-58F5-4D8C-8303-93E438BC0324}"/>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2" name="lead">
                <a:extLst>
                  <a:ext uri="{FF2B5EF4-FFF2-40B4-BE49-F238E27FC236}">
                    <a16:creationId xmlns:a16="http://schemas.microsoft.com/office/drawing/2014/main" id="{9F5954D1-58F5-4D8C-8303-93E438BC0324}"/>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
                <a:stretch>
                  <a:fillRect t="-8197" b="-1557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190" name="continuity_9_0_190">
            <a:extLst>
              <a:ext uri="{FF2B5EF4-FFF2-40B4-BE49-F238E27FC236}">
                <a16:creationId xmlns:a16="http://schemas.microsoft.com/office/drawing/2014/main" id="{7428CBC9-4ED1-4D5C-8FC5-30C66E4D52D0}"/>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p:sp xmlns:a14="http://schemas.microsoft.com/office/drawing/2010/main">
        <p:nvSpPr>
          <p:cNvPr id="191" name="continuity_9_0_191" descr="J_{2}">
            <a:extLst>
              <a:ext uri="{FF2B5EF4-FFF2-40B4-BE49-F238E27FC236}">
                <a16:creationId xmlns:a16="http://schemas.microsoft.com/office/drawing/2014/main" id="{129FDA3A-54B5-408D-AE84-6BCF67F02433}"/>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p:sp>
        <p:nvSpPr>
          <p:cNvPr id="192" name="continuity_9_0_192">
            <a:extLst>
              <a:ext uri="{FF2B5EF4-FFF2-40B4-BE49-F238E27FC236}">
                <a16:creationId xmlns:a16="http://schemas.microsoft.com/office/drawing/2014/main" id="{F31F99A5-77C7-4251-B873-7D0DF3B38D8C}"/>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p:sp xmlns:a14="http://schemas.microsoft.com/office/drawing/2010/main">
        <p:nvSpPr>
          <p:cNvPr id="193" name="continuity_9_0_193" descr="J_{3}">
            <a:extLst>
              <a:ext uri="{FF2B5EF4-FFF2-40B4-BE49-F238E27FC236}">
                <a16:creationId xmlns:a16="http://schemas.microsoft.com/office/drawing/2014/main" id="{BC5BEB9C-0A65-4899-AD58-244777DA89E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p:sp>
        <p:nvSpPr>
          <p:cNvPr id="194" name="continuity_9_0_194">
            <a:extLst>
              <a:ext uri="{FF2B5EF4-FFF2-40B4-BE49-F238E27FC236}">
                <a16:creationId xmlns:a16="http://schemas.microsoft.com/office/drawing/2014/main" id="{1091EA2C-2A35-42CA-ABB7-5A8662C44C3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5" name="continuity_9_0_195" descr="\phi_0(x)">
                <a:extLst>
                  <a:ext uri="{FF2B5EF4-FFF2-40B4-BE49-F238E27FC236}">
                    <a16:creationId xmlns:a16="http://schemas.microsoft.com/office/drawing/2014/main" id="{059F8D8D-A86E-444D-AA7B-4AFC0369327A}"/>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5" name="continuity_9_0_195" descr="\phi_0(x)">
                <a:extLst>
                  <a:ext uri="{FF2B5EF4-FFF2-40B4-BE49-F238E27FC236}">
                    <a16:creationId xmlns:a16="http://schemas.microsoft.com/office/drawing/2014/main" id="{059F8D8D-A86E-444D-AA7B-4AFC0369327A}"/>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continuity_9_0_196" descr="2">
                <a:extLst>
                  <a:ext uri="{FF2B5EF4-FFF2-40B4-BE49-F238E27FC236}">
                    <a16:creationId xmlns:a16="http://schemas.microsoft.com/office/drawing/2014/main" id="{277134A2-ADC6-46F4-B617-1934D607904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6" name="continuity_9_0_196" descr="2">
                <a:extLst>
                  <a:ext uri="{FF2B5EF4-FFF2-40B4-BE49-F238E27FC236}">
                    <a16:creationId xmlns:a16="http://schemas.microsoft.com/office/drawing/2014/main" id="{277134A2-ADC6-46F4-B617-1934D607904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197" name="continuity_9_0_197">
            <a:extLst>
              <a:ext uri="{FF2B5EF4-FFF2-40B4-BE49-F238E27FC236}">
                <a16:creationId xmlns:a16="http://schemas.microsoft.com/office/drawing/2014/main" id="{82FF0243-670C-4A81-8A7C-C84FC5509ACA}"/>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8" name="continuity_9_0_198" descr="a_1(x)">
                <a:extLst>
                  <a:ext uri="{FF2B5EF4-FFF2-40B4-BE49-F238E27FC236}">
                    <a16:creationId xmlns:a16="http://schemas.microsoft.com/office/drawing/2014/main" id="{630DCD31-DFB8-4DD5-9D4A-FCA7111FAA75}"/>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8" name="continuity_9_0_198" descr="a_1(x)">
                <a:extLst>
                  <a:ext uri="{FF2B5EF4-FFF2-40B4-BE49-F238E27FC236}">
                    <a16:creationId xmlns:a16="http://schemas.microsoft.com/office/drawing/2014/main" id="{630DCD31-DFB8-4DD5-9D4A-FCA7111FAA75}"/>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continuity_9_0_199" descr="3">
                <a:extLst>
                  <a:ext uri="{FF2B5EF4-FFF2-40B4-BE49-F238E27FC236}">
                    <a16:creationId xmlns:a16="http://schemas.microsoft.com/office/drawing/2014/main" id="{DA7DB62C-53C0-4B18-9A2D-FB74B20989CE}"/>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9" name="continuity_9_0_199" descr="3">
                <a:extLst>
                  <a:ext uri="{FF2B5EF4-FFF2-40B4-BE49-F238E27FC236}">
                    <a16:creationId xmlns:a16="http://schemas.microsoft.com/office/drawing/2014/main" id="{DA7DB62C-53C0-4B18-9A2D-FB74B20989CE}"/>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00" name="continuity_9_0_200">
            <a:extLst>
              <a:ext uri="{FF2B5EF4-FFF2-40B4-BE49-F238E27FC236}">
                <a16:creationId xmlns:a16="http://schemas.microsoft.com/office/drawing/2014/main" id="{4EE5BD78-F529-4108-B2B0-8E2C9B6EF95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01" name="continuity_9_0_201">
            <a:extLst>
              <a:ext uri="{FF2B5EF4-FFF2-40B4-BE49-F238E27FC236}">
                <a16:creationId xmlns:a16="http://schemas.microsoft.com/office/drawing/2014/main" id="{E8E23D68-0874-467A-ADAA-B0A3C363DB8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continuity_9_0_202" descr="\phi_1(x)">
                <a:extLst>
                  <a:ext uri="{FF2B5EF4-FFF2-40B4-BE49-F238E27FC236}">
                    <a16:creationId xmlns:a16="http://schemas.microsoft.com/office/drawing/2014/main" id="{242B92E8-A253-4F31-9315-AE0F169D6403}"/>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2" name="continuity_9_0_202" descr="\phi_1(x)">
                <a:extLst>
                  <a:ext uri="{FF2B5EF4-FFF2-40B4-BE49-F238E27FC236}">
                    <a16:creationId xmlns:a16="http://schemas.microsoft.com/office/drawing/2014/main" id="{242B92E8-A253-4F31-9315-AE0F169D6403}"/>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continuity_9_0_203" descr="3">
                <a:extLst>
                  <a:ext uri="{FF2B5EF4-FFF2-40B4-BE49-F238E27FC236}">
                    <a16:creationId xmlns:a16="http://schemas.microsoft.com/office/drawing/2014/main" id="{15D44D29-393B-4D93-BADD-867DC70A3364}"/>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3" name="continuity_9_0_203" descr="3">
                <a:extLst>
                  <a:ext uri="{FF2B5EF4-FFF2-40B4-BE49-F238E27FC236}">
                    <a16:creationId xmlns:a16="http://schemas.microsoft.com/office/drawing/2014/main" id="{15D44D29-393B-4D93-BADD-867DC70A3364}"/>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04" name="continuity_9_0_204">
            <a:extLst>
              <a:ext uri="{FF2B5EF4-FFF2-40B4-BE49-F238E27FC236}">
                <a16:creationId xmlns:a16="http://schemas.microsoft.com/office/drawing/2014/main" id="{64F89EE3-2DB8-48A2-93C7-DCE6646AA22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5" name="continuity_9_0_205">
            <a:extLst>
              <a:ext uri="{FF2B5EF4-FFF2-40B4-BE49-F238E27FC236}">
                <a16:creationId xmlns:a16="http://schemas.microsoft.com/office/drawing/2014/main" id="{C0C5679A-884E-42C9-82FF-0D4B2351C728}"/>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06" name="continuity_9_0_206">
            <a:extLst>
              <a:ext uri="{FF2B5EF4-FFF2-40B4-BE49-F238E27FC236}">
                <a16:creationId xmlns:a16="http://schemas.microsoft.com/office/drawing/2014/main" id="{EC15FC14-B237-4399-8491-02A187FFAC2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07" name="continuity_9_0_207" descr="a_2(x)">
                <a:extLst>
                  <a:ext uri="{FF2B5EF4-FFF2-40B4-BE49-F238E27FC236}">
                    <a16:creationId xmlns:a16="http://schemas.microsoft.com/office/drawing/2014/main" id="{D115DC0C-8D7C-40C7-B4AB-596C4BFA1097}"/>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7" name="continuity_9_0_207" descr="a_2(x)">
                <a:extLst>
                  <a:ext uri="{FF2B5EF4-FFF2-40B4-BE49-F238E27FC236}">
                    <a16:creationId xmlns:a16="http://schemas.microsoft.com/office/drawing/2014/main" id="{D115DC0C-8D7C-40C7-B4AB-596C4BFA1097}"/>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continuity_9_0_208" descr="5">
                <a:extLst>
                  <a:ext uri="{FF2B5EF4-FFF2-40B4-BE49-F238E27FC236}">
                    <a16:creationId xmlns:a16="http://schemas.microsoft.com/office/drawing/2014/main" id="{8473863A-E09B-459C-902C-230348D689BC}"/>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8" name="continuity_9_0_208" descr="5">
                <a:extLst>
                  <a:ext uri="{FF2B5EF4-FFF2-40B4-BE49-F238E27FC236}">
                    <a16:creationId xmlns:a16="http://schemas.microsoft.com/office/drawing/2014/main" id="{8473863A-E09B-459C-902C-230348D689BC}"/>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09" name="continuity_9_0_209">
            <a:extLst>
              <a:ext uri="{FF2B5EF4-FFF2-40B4-BE49-F238E27FC236}">
                <a16:creationId xmlns:a16="http://schemas.microsoft.com/office/drawing/2014/main" id="{CDEA02E8-B0C0-427E-99FC-AA5DE58D5E2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10" name="continuity_9_0_210">
            <a:extLst>
              <a:ext uri="{FF2B5EF4-FFF2-40B4-BE49-F238E27FC236}">
                <a16:creationId xmlns:a16="http://schemas.microsoft.com/office/drawing/2014/main" id="{5E4B9D4C-B3C4-47B7-A179-F07B683D431D}"/>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continuity_9_0_211" descr="\phi_2(x)">
                <a:extLst>
                  <a:ext uri="{FF2B5EF4-FFF2-40B4-BE49-F238E27FC236}">
                    <a16:creationId xmlns:a16="http://schemas.microsoft.com/office/drawing/2014/main" id="{70423223-29EF-4C7F-8FDA-B45EC3123DDF}"/>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1" name="continuity_9_0_211" descr="\phi_2(x)">
                <a:extLst>
                  <a:ext uri="{FF2B5EF4-FFF2-40B4-BE49-F238E27FC236}">
                    <a16:creationId xmlns:a16="http://schemas.microsoft.com/office/drawing/2014/main" id="{70423223-29EF-4C7F-8FDA-B45EC3123DDF}"/>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2" name="continuity_9_0_212" descr="5">
                <a:extLst>
                  <a:ext uri="{FF2B5EF4-FFF2-40B4-BE49-F238E27FC236}">
                    <a16:creationId xmlns:a16="http://schemas.microsoft.com/office/drawing/2014/main" id="{CFF74AE7-4B68-4A0F-B356-D15DB119A7CC}"/>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12" name="continuity_9_0_212" descr="5">
                <a:extLst>
                  <a:ext uri="{FF2B5EF4-FFF2-40B4-BE49-F238E27FC236}">
                    <a16:creationId xmlns:a16="http://schemas.microsoft.com/office/drawing/2014/main" id="{CFF74AE7-4B68-4A0F-B356-D15DB119A7CC}"/>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13" name="continuity_9_0_213">
            <a:extLst>
              <a:ext uri="{FF2B5EF4-FFF2-40B4-BE49-F238E27FC236}">
                <a16:creationId xmlns:a16="http://schemas.microsoft.com/office/drawing/2014/main" id="{F3D17D67-D0F6-4E09-A423-3676FCD05327}"/>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4" name="continuity_9_0_214">
            <a:extLst>
              <a:ext uri="{FF2B5EF4-FFF2-40B4-BE49-F238E27FC236}">
                <a16:creationId xmlns:a16="http://schemas.microsoft.com/office/drawing/2014/main" id="{2802A8EE-3603-4247-907A-D2EA1816D1EF}"/>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5" name="continuity_9_0_215">
            <a:extLst>
              <a:ext uri="{FF2B5EF4-FFF2-40B4-BE49-F238E27FC236}">
                <a16:creationId xmlns:a16="http://schemas.microsoft.com/office/drawing/2014/main" id="{C4B1B9F9-9966-4FBD-BFE4-2BA3ED626DB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6" name="continuity_9_0_216" descr="a_3(x)">
                <a:extLst>
                  <a:ext uri="{FF2B5EF4-FFF2-40B4-BE49-F238E27FC236}">
                    <a16:creationId xmlns:a16="http://schemas.microsoft.com/office/drawing/2014/main" id="{5DF6E0EC-CDD0-427E-B8BB-106AD05A14F5}"/>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6" name="continuity_9_0_216" descr="a_3(x)">
                <a:extLst>
                  <a:ext uri="{FF2B5EF4-FFF2-40B4-BE49-F238E27FC236}">
                    <a16:creationId xmlns:a16="http://schemas.microsoft.com/office/drawing/2014/main" id="{5DF6E0EC-CDD0-427E-B8BB-106AD05A14F5}"/>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continuity_9_0_217" descr="-3">
                <a:extLst>
                  <a:ext uri="{FF2B5EF4-FFF2-40B4-BE49-F238E27FC236}">
                    <a16:creationId xmlns:a16="http://schemas.microsoft.com/office/drawing/2014/main" id="{6CE10251-F2CE-4D94-ADF7-2FF2BD3D3102}"/>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7" name="continuity_9_0_217" descr="-3">
                <a:extLst>
                  <a:ext uri="{FF2B5EF4-FFF2-40B4-BE49-F238E27FC236}">
                    <a16:creationId xmlns:a16="http://schemas.microsoft.com/office/drawing/2014/main" id="{6CE10251-F2CE-4D94-ADF7-2FF2BD3D3102}"/>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18" name="continuity_9_0_218">
            <a:extLst>
              <a:ext uri="{FF2B5EF4-FFF2-40B4-BE49-F238E27FC236}">
                <a16:creationId xmlns:a16="http://schemas.microsoft.com/office/drawing/2014/main" id="{A2749756-7448-4E91-A939-D22787AD758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9" name="continuity_9_0_219">
            <a:extLst>
              <a:ext uri="{FF2B5EF4-FFF2-40B4-BE49-F238E27FC236}">
                <a16:creationId xmlns:a16="http://schemas.microsoft.com/office/drawing/2014/main" id="{CD266A4B-56B7-4BDB-90DE-CD832741779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0" name="continuity_9_0_220" descr="\mathcal{L}_{\mathrm{sq}}">
                <a:extLst>
                  <a:ext uri="{FF2B5EF4-FFF2-40B4-BE49-F238E27FC236}">
                    <a16:creationId xmlns:a16="http://schemas.microsoft.com/office/drawing/2014/main" id="{ADE529DA-E0B3-4570-81CD-3BA4863D2D35}"/>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20" name="continuity_9_0_220" descr="\mathcal{L}_{\mathrm{sq}}">
                <a:extLst>
                  <a:ext uri="{FF2B5EF4-FFF2-40B4-BE49-F238E27FC236}">
                    <a16:creationId xmlns:a16="http://schemas.microsoft.com/office/drawing/2014/main" id="{ADE529DA-E0B3-4570-81CD-3BA4863D2D35}"/>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continuity_9_0_221" descr="1">
                <a:extLst>
                  <a:ext uri="{FF2B5EF4-FFF2-40B4-BE49-F238E27FC236}">
                    <a16:creationId xmlns:a16="http://schemas.microsoft.com/office/drawing/2014/main" id="{E4E5962F-E6CA-446A-B403-1CFC24F6273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21" name="continuity_9_0_221" descr="1">
                <a:extLst>
                  <a:ext uri="{FF2B5EF4-FFF2-40B4-BE49-F238E27FC236}">
                    <a16:creationId xmlns:a16="http://schemas.microsoft.com/office/drawing/2014/main" id="{E4E5962F-E6CA-446A-B403-1CFC24F6273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22" name="continuity_9_0_222">
            <a:extLst>
              <a:ext uri="{FF2B5EF4-FFF2-40B4-BE49-F238E27FC236}">
                <a16:creationId xmlns:a16="http://schemas.microsoft.com/office/drawing/2014/main" id="{BAD171C5-AD5A-47E4-8527-708E3E6F2EB1}"/>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3" name="continuity_9_0_223">
            <a:extLst>
              <a:ext uri="{FF2B5EF4-FFF2-40B4-BE49-F238E27FC236}">
                <a16:creationId xmlns:a16="http://schemas.microsoft.com/office/drawing/2014/main" id="{45BE632E-F3DF-4941-9F6B-D7981F84E2A1}"/>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9_0_224" descr="w_1=1">
                <a:extLst>
                  <a:ext uri="{FF2B5EF4-FFF2-40B4-BE49-F238E27FC236}">
                    <a16:creationId xmlns:a16="http://schemas.microsoft.com/office/drawing/2014/main" id="{310A0518-2E26-41DD-ADB0-9534BF034667}"/>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9_0_224" descr="w_1=1">
                <a:extLst>
                  <a:ext uri="{FF2B5EF4-FFF2-40B4-BE49-F238E27FC236}">
                    <a16:creationId xmlns:a16="http://schemas.microsoft.com/office/drawing/2014/main" id="{310A0518-2E26-41DD-ADB0-9534BF034667}"/>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5" name="continuity_9_0_225">
            <a:extLst>
              <a:ext uri="{FF2B5EF4-FFF2-40B4-BE49-F238E27FC236}">
                <a16:creationId xmlns:a16="http://schemas.microsoft.com/office/drawing/2014/main" id="{BE148C0E-9C12-4704-BB8A-044E5D217A6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9_0_226">
            <a:extLst>
              <a:ext uri="{FF2B5EF4-FFF2-40B4-BE49-F238E27FC236}">
                <a16:creationId xmlns:a16="http://schemas.microsoft.com/office/drawing/2014/main" id="{626851FD-CE73-4A68-B165-A8422A9955C8}"/>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9_0_227" descr="b_1=1">
                <a:extLst>
                  <a:ext uri="{FF2B5EF4-FFF2-40B4-BE49-F238E27FC236}">
                    <a16:creationId xmlns:a16="http://schemas.microsoft.com/office/drawing/2014/main" id="{281D37F0-7FD0-4B22-A17E-8BF355CBE904}"/>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7" name="continuity_9_0_227" descr="b_1=1">
                <a:extLst>
                  <a:ext uri="{FF2B5EF4-FFF2-40B4-BE49-F238E27FC236}">
                    <a16:creationId xmlns:a16="http://schemas.microsoft.com/office/drawing/2014/main" id="{281D37F0-7FD0-4B22-A17E-8BF355CBE904}"/>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8" name="continuity_9_0_228">
            <a:extLst>
              <a:ext uri="{FF2B5EF4-FFF2-40B4-BE49-F238E27FC236}">
                <a16:creationId xmlns:a16="http://schemas.microsoft.com/office/drawing/2014/main" id="{4B62CA97-E45A-4F21-A5EC-E6335CD8D68E}"/>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9_0_229">
            <a:extLst>
              <a:ext uri="{FF2B5EF4-FFF2-40B4-BE49-F238E27FC236}">
                <a16:creationId xmlns:a16="http://schemas.microsoft.com/office/drawing/2014/main" id="{64E5FAC7-80FB-4214-A85D-DF6432A58E56}"/>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9_0_230" descr="w_2=2">
                <a:extLst>
                  <a:ext uri="{FF2B5EF4-FFF2-40B4-BE49-F238E27FC236}">
                    <a16:creationId xmlns:a16="http://schemas.microsoft.com/office/drawing/2014/main" id="{65FCE38D-8223-41DE-8E43-B8492F4A62CD}"/>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0" name="continuity_9_0_230" descr="w_2=2">
                <a:extLst>
                  <a:ext uri="{FF2B5EF4-FFF2-40B4-BE49-F238E27FC236}">
                    <a16:creationId xmlns:a16="http://schemas.microsoft.com/office/drawing/2014/main" id="{65FCE38D-8223-41DE-8E43-B8492F4A62CD}"/>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1" name="continuity_9_0_231">
            <a:extLst>
              <a:ext uri="{FF2B5EF4-FFF2-40B4-BE49-F238E27FC236}">
                <a16:creationId xmlns:a16="http://schemas.microsoft.com/office/drawing/2014/main" id="{4147BCFF-98E2-4D10-8148-7EF86A4DB140}"/>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9_0_232">
            <a:extLst>
              <a:ext uri="{FF2B5EF4-FFF2-40B4-BE49-F238E27FC236}">
                <a16:creationId xmlns:a16="http://schemas.microsoft.com/office/drawing/2014/main" id="{AABAC7A6-D3C7-459C-B825-470E6725F9D5}"/>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9_0_233" descr="b_2=-1">
                <a:extLst>
                  <a:ext uri="{FF2B5EF4-FFF2-40B4-BE49-F238E27FC236}">
                    <a16:creationId xmlns:a16="http://schemas.microsoft.com/office/drawing/2014/main" id="{6C99BA10-2C86-4E4C-8148-E3C5518F0295}"/>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9_0_233" descr="b_2=-1">
                <a:extLst>
                  <a:ext uri="{FF2B5EF4-FFF2-40B4-BE49-F238E27FC236}">
                    <a16:creationId xmlns:a16="http://schemas.microsoft.com/office/drawing/2014/main" id="{6C99BA10-2C86-4E4C-8148-E3C5518F0295}"/>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4" name="continuity_9_0_234">
            <a:extLst>
              <a:ext uri="{FF2B5EF4-FFF2-40B4-BE49-F238E27FC236}">
                <a16:creationId xmlns:a16="http://schemas.microsoft.com/office/drawing/2014/main" id="{9B84DEA9-D851-4871-BD86-DF6CA04EA7CF}"/>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9_0_235">
            <a:extLst>
              <a:ext uri="{FF2B5EF4-FFF2-40B4-BE49-F238E27FC236}">
                <a16:creationId xmlns:a16="http://schemas.microsoft.com/office/drawing/2014/main" id="{3C23D9F5-9B05-46CA-A48A-BF0F0635D12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9_0_236" descr="w_3=-1">
                <a:extLst>
                  <a:ext uri="{FF2B5EF4-FFF2-40B4-BE49-F238E27FC236}">
                    <a16:creationId xmlns:a16="http://schemas.microsoft.com/office/drawing/2014/main" id="{4389024F-F34F-4BA8-AE46-718BE2749695}"/>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6" name="continuity_9_0_236" descr="w_3=-1">
                <a:extLst>
                  <a:ext uri="{FF2B5EF4-FFF2-40B4-BE49-F238E27FC236}">
                    <a16:creationId xmlns:a16="http://schemas.microsoft.com/office/drawing/2014/main" id="{4389024F-F34F-4BA8-AE46-718BE2749695}"/>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7" name="continuity_9_0_237">
            <a:extLst>
              <a:ext uri="{FF2B5EF4-FFF2-40B4-BE49-F238E27FC236}">
                <a16:creationId xmlns:a16="http://schemas.microsoft.com/office/drawing/2014/main" id="{074DF9EE-C42E-424A-B560-A3CA9EBB8DF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8" name="continuity_9_0_238">
            <a:extLst>
              <a:ext uri="{FF2B5EF4-FFF2-40B4-BE49-F238E27FC236}">
                <a16:creationId xmlns:a16="http://schemas.microsoft.com/office/drawing/2014/main" id="{FDFEF498-6EAF-47BE-B301-61F02947B6D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9" name="continuity_9_0_239" descr="b_3=2">
                <a:extLst>
                  <a:ext uri="{FF2B5EF4-FFF2-40B4-BE49-F238E27FC236}">
                    <a16:creationId xmlns:a16="http://schemas.microsoft.com/office/drawing/2014/main" id="{DF1FAF50-EE35-431A-99D0-1EB6599B956C}"/>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9" name="continuity_9_0_239" descr="b_3=2">
                <a:extLst>
                  <a:ext uri="{FF2B5EF4-FFF2-40B4-BE49-F238E27FC236}">
                    <a16:creationId xmlns:a16="http://schemas.microsoft.com/office/drawing/2014/main" id="{DF1FAF50-EE35-431A-99D0-1EB6599B956C}"/>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40" name="continuity_9_0_240">
            <a:extLst>
              <a:ext uri="{FF2B5EF4-FFF2-40B4-BE49-F238E27FC236}">
                <a16:creationId xmlns:a16="http://schemas.microsoft.com/office/drawing/2014/main" id="{474CF347-BE58-4D2C-889F-63DE5FE4B75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1" name="continuity_9_0_241" descr="y=-2">
                <a:extLst>
                  <a:ext uri="{FF2B5EF4-FFF2-40B4-BE49-F238E27FC236}">
                    <a16:creationId xmlns:a16="http://schemas.microsoft.com/office/drawing/2014/main" id="{7A2B4027-3F85-4663-ABE3-B9400EA66715}"/>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41" name="continuity_9_0_241" descr="y=-2">
                <a:extLst>
                  <a:ext uri="{FF2B5EF4-FFF2-40B4-BE49-F238E27FC236}">
                    <a16:creationId xmlns:a16="http://schemas.microsoft.com/office/drawing/2014/main" id="{7A2B4027-3F85-4663-ABE3-B9400EA66715}"/>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2" name="continuity_9_0_242">
            <a:extLst>
              <a:ext uri="{FF2B5EF4-FFF2-40B4-BE49-F238E27FC236}">
                <a16:creationId xmlns:a16="http://schemas.microsoft.com/office/drawing/2014/main" id="{B7B26D2E-DDB5-49EE-8E58-1D9017AC5F91}"/>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3" name="continuity_9_0_243">
            <a:extLst>
              <a:ext uri="{FF2B5EF4-FFF2-40B4-BE49-F238E27FC236}">
                <a16:creationId xmlns:a16="http://schemas.microsoft.com/office/drawing/2014/main" id="{C771B6A0-4DA7-4784-AC64-9ECEE8D0F089}"/>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4" name="continuity_9_0_244">
            <a:extLst>
              <a:ext uri="{FF2B5EF4-FFF2-40B4-BE49-F238E27FC236}">
                <a16:creationId xmlns:a16="http://schemas.microsoft.com/office/drawing/2014/main" id="{08B9AACD-55C9-4D78-825F-E9C828BDC4E1}"/>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5" name="continuity_9_0_245">
            <a:extLst>
              <a:ext uri="{FF2B5EF4-FFF2-40B4-BE49-F238E27FC236}">
                <a16:creationId xmlns:a16="http://schemas.microsoft.com/office/drawing/2014/main" id="{C5DA74D6-27F0-46AB-BA9B-1A66BC2F0EA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6" name="continuity_9_0_246">
            <a:extLst>
              <a:ext uri="{FF2B5EF4-FFF2-40B4-BE49-F238E27FC236}">
                <a16:creationId xmlns:a16="http://schemas.microsoft.com/office/drawing/2014/main" id="{7B4976AC-D629-4CB2-8C0B-FAA3C20DA89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7" name="continuity_9_0_247">
            <a:extLst>
              <a:ext uri="{FF2B5EF4-FFF2-40B4-BE49-F238E27FC236}">
                <a16:creationId xmlns:a16="http://schemas.microsoft.com/office/drawing/2014/main" id="{8A74F5D6-413F-4FB5-B1AC-D5A827E1CCBC}"/>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8" name="continuity_9_0_248">
            <a:extLst>
              <a:ext uri="{FF2B5EF4-FFF2-40B4-BE49-F238E27FC236}">
                <a16:creationId xmlns:a16="http://schemas.microsoft.com/office/drawing/2014/main" id="{394DF060-252A-4442-B2D7-3B03050CD62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9" name="continuity_9_0_249">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9" name="continuity_9_0_249">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7"/>
                <a:stretch>
                  <a:fillRect b="-10112"/>
                </a:stretch>
              </a:blipFill>
              <a:ln w="0">
                <a:noFill/>
              </a:ln>
            </p:spPr>
            <p:txBody>
              <a:bodyPr/>
              <a:lstStyle/>
              <a:p>
                <a:r>
                  <a:rPr lang="it-IT">
                    <a:noFill/>
                  </a:rPr>
                  <a:t> </a:t>
                </a:r>
              </a:p>
            </p:txBody>
          </p:sp>
        </mc:Fallback>
      </mc:AlternateContent>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p:sp xmlns:a14="http://schemas.microsoft.com/office/drawing/2010/main">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p:sp xmlns:a14="http://schemas.microsoft.com/office/drawing/2010/main">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p:sp xmlns:a14="http://schemas.microsoft.com/office/drawing/2010/main">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xmlns:a14="http://schemas.microsoft.com/office/drawing/2010/main">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p:sp xmlns:a14="http://schemas.microsoft.com/office/drawing/2010/main">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p:sp xmlns:a14="http://schemas.microsoft.com/office/drawing/2010/main">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i="1">
                        <a:solidFill>
                          <a:srgbClr val="1E4F8C"/>
                        </a:solidFill>
                        <a:latin typeface="Cambria Math" panose="02040503050406030204" pitchFamily="18" charset="0"/>
                        <a:ea typeface="Cambria Math"/>
                        <a:cs typeface="Cambria Math"/>
                      </a:rPr>
                    </m:ctrlPr>
                  </m:dPr>
                  <m:e>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e>
                </m:d>
              </m:oMath>
            </a14:m>
            <a:endParaRPr lang="en-GB" sz="2800" dirty="0"/>
          </a:p>
        </p:txBody>
      </p:sp>
      <p:sp xmlns:a14="http://schemas.microsoft.com/office/drawing/2010/main">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9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9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9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8"/>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9"/>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30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0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30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4"/>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5"/>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7"/>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9"/>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10"/>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31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31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313"/>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40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40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 grpId="0" animBg="1"/>
      <p:bldP spid="251" grpId="0" animBg="1"/>
      <p:bldP spid="252" grpId="0"/>
      <p:bldP spid="253" grpId="0" animBg="1"/>
      <p:bldP spid="254" grpId="0"/>
      <p:bldP spid="255" grpId="0" animBg="1"/>
      <p:bldP spid="256" grpId="0"/>
      <p:bldP spid="257" grpId="0" animBg="1"/>
      <p:bldP spid="258" grpId="0"/>
      <p:bldP spid="259" grpId="0"/>
      <p:bldP spid="260" grpId="0"/>
      <p:bldP spid="261" grpId="0" animBg="1"/>
      <p:bldP spid="262" grpId="0"/>
      <p:bldP spid="263" grpId="0"/>
      <p:bldP spid="264" grpId="0" animBg="1"/>
      <p:bldP spid="265" grpId="0" animBg="1"/>
      <p:bldP spid="266" grpId="0"/>
      <p:bldP spid="267" grpId="0"/>
      <p:bldP spid="268" grpId="0" animBg="1"/>
      <p:bldP spid="269" grpId="0"/>
      <p:bldP spid="270" grpId="0" animBg="1"/>
      <p:bldP spid="271" grpId="0"/>
      <p:bldP spid="272" grpId="0"/>
      <p:bldP spid="273" grpId="0" animBg="1"/>
      <p:bldP spid="274" grpId="0" animBg="1"/>
      <p:bldP spid="275" grpId="0"/>
      <p:bldP spid="276" grpId="0"/>
      <p:bldP spid="277" grpId="0" animBg="1"/>
      <p:bldP spid="278" grpId="0"/>
      <p:bldP spid="279" grpId="0" animBg="1"/>
      <p:bldP spid="280" grpId="0"/>
      <p:bldP spid="281" grpId="0"/>
      <p:bldP spid="282" grpId="0" animBg="1"/>
      <p:bldP spid="283" grpId="0" animBg="1"/>
      <p:bldP spid="284" grpId="0"/>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animBg="1"/>
      <p:bldP spid="303" grpId="0"/>
      <p:bldP spid="304" grpId="0" animBg="1"/>
      <p:bldP spid="305" grpId="0"/>
      <p:bldP spid="306" grpId="0" animBg="1"/>
      <p:bldP spid="307" grpId="0" animBg="1"/>
      <p:bldP spid="308" grpId="0"/>
      <p:bldP spid="309" grpId="0" animBg="1"/>
      <p:bldP spid="310" grpId="0"/>
      <p:bldP spid="311" grpId="0" animBg="1"/>
      <p:bldP spid="312" grpId="0"/>
      <p:bldP spid="313" grpId="0"/>
      <p:bldP spid="8" grpId="0"/>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85663231-09A7-4576-B60C-DB7D2BD11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loss, three compositions</a:t>
            </a:r>
          </a:p>
        </p:txBody>
      </p:sp>
      <p:sp>
        <p:nvSpPr>
          <p:cNvPr id="2" name="lead">
            <a:extLst>
              <a:ext uri="{FF2B5EF4-FFF2-40B4-BE49-F238E27FC236}">
                <a16:creationId xmlns:a16="http://schemas.microsoft.com/office/drawing/2014/main" id="{F02B0289-3E59-4F8A-959A-9752C6D704CA}"/>
              </a:ext>
            </a:extLst>
          </p:cNvPr>
          <p:cNvSpPr>
            <a:spLocks noGrp="1"/>
          </p:cNvSpPr>
          <p:nvPr/>
        </p:nvSpPr>
        <p:spPr>
          <a:xfrm>
            <a:off x="476250" y="4667250"/>
            <a:ext cx="11239500" cy="6667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We now apply the </a:t>
            </a:r>
            <a:r>
              <a:rPr lang="it-IT" sz="2175" b="0" dirty="0">
                <a:solidFill>
                  <a:srgbClr val="FF0000"/>
                </a:solidFill>
                <a:latin typeface="DejaVu Sans"/>
                <a:ea typeface="DejaVu Sans"/>
                <a:cs typeface="DejaVu Sans"/>
              </a:rPr>
              <a:t>chain rule</a:t>
            </a:r>
            <a:r>
              <a:rPr lang="it-IT" sz="2175" b="0" dirty="0">
                <a:solidFill>
                  <a:srgbClr val="526276"/>
                </a:solidFill>
                <a:latin typeface="DejaVu Sans"/>
                <a:ea typeface="DejaVu Sans"/>
                <a:cs typeface="DejaVu Sans"/>
              </a:rPr>
              <a:t> recursively,</a:t>
            </a:r>
          </a:p>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reusing the derivatives already computed.</a:t>
            </a:r>
          </a:p>
        </p:txBody>
      </p:sp>
      <p:sp>
        <p:nvSpPr>
          <p:cNvPr id="3" name="footer_course">
            <a:extLst>
              <a:ext uri="{FF2B5EF4-FFF2-40B4-BE49-F238E27FC236}">
                <a16:creationId xmlns:a16="http://schemas.microsoft.com/office/drawing/2014/main" id="{95F41EE3-14D1-4C4D-A2D4-0E8CBF1DD72B}"/>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1F8803C-68BB-47C1-B8FA-1616DC580EBA}"/>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p:sp xmlns:a14="http://schemas.microsoft.com/office/drawing/2010/main">
        <p:nvSpPr>
          <p:cNvPr id="5" name="composition_3" descr="\mathcal L_{\mathrm{sq}}(\boldsymbol{\theta})=J_{3}(a_3(x))">
            <a:extLst>
              <a:ext uri="{FF2B5EF4-FFF2-40B4-BE49-F238E27FC236}">
                <a16:creationId xmlns:a16="http://schemas.microsoft.com/office/drawing/2014/main" id="{B4281BBE-050E-436C-8CFD-DCCF51189A60}"/>
              </a:ext>
            </a:extLst>
          </p:cNvPr>
          <p:cNvSpPr>
            <a:spLocks noGrp="1"/>
          </p:cNvSpPr>
          <p:nvPr/>
        </p:nvSpPr>
        <p:spPr>
          <a:xfrm>
            <a:off x="476250" y="1952625"/>
            <a:ext cx="11239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3</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3</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oMath>
              </m:oMathPara>
            </a14:m>
            <a:endParaRPr lang="en-GB" sz="3100" dirty="0"/>
          </a:p>
        </p:txBody>
      </p:sp>
      <p:sp xmlns:a14="http://schemas.microsoft.com/office/drawing/2010/main">
        <p:nvSpPr>
          <p:cNvPr id="6" name="composition_2" descr="\mathcal L_{\mathrm{sq}}(\boldsymbol{\theta})=J_{2}(a_2(x))">
            <a:extLst>
              <a:ext uri="{FF2B5EF4-FFF2-40B4-BE49-F238E27FC236}">
                <a16:creationId xmlns:a16="http://schemas.microsoft.com/office/drawing/2014/main" id="{297C02FB-E543-4D15-B6A0-6D4D02804F99}"/>
              </a:ext>
            </a:extLst>
          </p:cNvPr>
          <p:cNvSpPr>
            <a:spLocks noGrp="1"/>
          </p:cNvSpPr>
          <p:nvPr/>
        </p:nvSpPr>
        <p:spPr>
          <a:xfrm>
            <a:off x="685800" y="2781300"/>
            <a:ext cx="11239500" cy="6191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2</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2</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3</m:t>
                    </m:r>
                  </m:sub>
                </m:sSub>
                <m:d>
                  <m:dPr>
                    <m:ctrlPr>
                      <a:rPr lang="it-IT" sz="3100" b="0" i="1" smtClean="0">
                        <a:solidFill>
                          <a:srgbClr val="FF0000"/>
                        </a:solidFill>
                        <a:latin typeface="Cambria Math" panose="02040503050406030204" pitchFamily="18" charset="0"/>
                        <a:ea typeface="Cambria Math"/>
                        <a:cs typeface="Cambria Math"/>
                      </a:rPr>
                    </m:ctrlPr>
                  </m:dPr>
                  <m:e>
                    <m:func>
                      <m:funcPr>
                        <m:ctrlPr>
                          <a:rPr lang="it-IT" sz="3100" b="0" i="0" smtClean="0">
                            <a:solidFill>
                              <a:srgbClr val="FF0000"/>
                            </a:solidFill>
                            <a:latin typeface="Cambria Math" panose="02040503050406030204" pitchFamily="18" charset="0"/>
                            <a:ea typeface="Cambria Math"/>
                            <a:cs typeface="Cambria Math"/>
                          </a:rPr>
                        </m:ctrlPr>
                      </m:funcPr>
                      <m:fName>
                        <m:r>
                          <m:rPr>
                            <m:sty m:val="p"/>
                          </m:rPr>
                          <a:rPr lang="it-IT" sz="3100" b="0" i="0" smtClean="0">
                            <a:solidFill>
                              <a:srgbClr val="FF0000"/>
                            </a:solidFill>
                            <a:latin typeface="Cambria Math" panose="02040503050406030204" pitchFamily="18" charset="0"/>
                            <a:ea typeface="Cambria Math"/>
                            <a:cs typeface="Cambria Math"/>
                          </a:rPr>
                          <m:t>ReLU</m:t>
                        </m:r>
                      </m:fName>
                      <m:e>
                        <m:d>
                          <m:dPr>
                            <m:ctrlPr>
                              <a:rPr lang="it-IT" sz="3100" b="0" i="1" smtClean="0">
                                <a:solidFill>
                                  <a:srgbClr val="FF0000"/>
                                </a:solidFill>
                                <a:latin typeface="Cambria Math" panose="02040503050406030204" pitchFamily="18" charset="0"/>
                                <a:ea typeface="Cambria Math"/>
                              </a:rPr>
                            </m:ctrlPr>
                          </m:dPr>
                          <m:e>
                            <m:sSub>
                              <m:sSubPr>
                                <m:ctrlPr>
                                  <a:rPr lang="it-IT" sz="3100" b="0" i="1" smtClean="0">
                                    <a:solidFill>
                                      <a:srgbClr val="FF0000"/>
                                    </a:solidFill>
                                    <a:latin typeface="Cambria Math" panose="02040503050406030204" pitchFamily="18" charset="0"/>
                                    <a:ea typeface="Cambria Math"/>
                                  </a:rPr>
                                </m:ctrlPr>
                              </m:sSubPr>
                              <m:e>
                                <m:r>
                                  <a:rPr lang="it-IT" sz="3100" b="0" i="1" smtClean="0">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2</m:t>
                                </m:r>
                              </m:sub>
                            </m:sSub>
                            <m:d>
                              <m:dPr>
                                <m:ctrlPr>
                                  <a:rPr lang="it-IT" sz="3100" b="0" i="1" smtClean="0">
                                    <a:solidFill>
                                      <a:srgbClr val="FF0000"/>
                                    </a:solidFill>
                                    <a:latin typeface="Cambria Math" panose="02040503050406030204" pitchFamily="18" charset="0"/>
                                    <a:ea typeface="Cambria Math"/>
                                  </a:rPr>
                                </m:ctrlPr>
                              </m:dPr>
                              <m:e>
                                <m:r>
                                  <a:rPr lang="it-IT" sz="3100" b="0" i="1" smtClean="0">
                                    <a:solidFill>
                                      <a:srgbClr val="FF0000"/>
                                    </a:solidFill>
                                    <a:latin typeface="Cambria Math" panose="02040503050406030204" pitchFamily="18" charset="0"/>
                                    <a:ea typeface="Cambria Math"/>
                                  </a:rPr>
                                  <m:t>𝑥</m:t>
                                </m:r>
                              </m:e>
                            </m:d>
                          </m:e>
                        </m:d>
                      </m:e>
                    </m:func>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3</m:t>
                        </m:r>
                      </m:sub>
                    </m:sSub>
                    <m:r>
                      <a:rPr lang="it-IT" sz="3100" b="0" i="1" smtClean="0">
                        <a:solidFill>
                          <a:srgbClr val="FF0000"/>
                        </a:solidFill>
                        <a:latin typeface="Cambria Math" panose="02040503050406030204" pitchFamily="18" charset="0"/>
                        <a:ea typeface="Cambria Math"/>
                        <a:cs typeface="Cambria Math"/>
                      </a:rPr>
                      <m:t>+</m:t>
                    </m:r>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3</m:t>
                        </m:r>
                      </m:sub>
                    </m:sSub>
                  </m:e>
                </m:d>
              </m:oMath>
            </a14:m>
            <a:r>
              <a:rPr lang="en-GB" sz="3100" dirty="0"/>
              <a:t>      </a:t>
            </a:r>
          </a:p>
        </p:txBody>
      </p:sp>
      <p:sp xmlns:a14="http://schemas.microsoft.com/office/drawing/2010/main">
        <p:nvSpPr>
          <p:cNvPr id="7" name="composition_1" descr="\mathcal L_{\mathrm{sq}}(\boldsymbol{\theta})=J_{1}(a_1(x))">
            <a:extLst>
              <a:ext uri="{FF2B5EF4-FFF2-40B4-BE49-F238E27FC236}">
                <a16:creationId xmlns:a16="http://schemas.microsoft.com/office/drawing/2014/main" id="{41C72135-AD35-4454-BBD3-821F5F02DED3}"/>
              </a:ext>
            </a:extLst>
          </p:cNvPr>
          <p:cNvSpPr>
            <a:spLocks noGrp="1"/>
          </p:cNvSpPr>
          <p:nvPr/>
        </p:nvSpPr>
        <p:spPr>
          <a:xfrm>
            <a:off x="476250" y="3609975"/>
            <a:ext cx="11239500" cy="74256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1</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1</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2</m:t>
                      </m:r>
                    </m:sub>
                  </m:sSub>
                  <m:d>
                    <m:dPr>
                      <m:ctrlPr>
                        <a:rPr lang="it-IT" sz="3100" i="1">
                          <a:solidFill>
                            <a:srgbClr val="FF0000"/>
                          </a:solidFill>
                          <a:latin typeface="Cambria Math" panose="02040503050406030204" pitchFamily="18" charset="0"/>
                          <a:ea typeface="Cambria Math"/>
                          <a:cs typeface="Cambria Math"/>
                        </a:rPr>
                      </m:ctrlPr>
                    </m:dPr>
                    <m:e>
                      <m:func>
                        <m:funcPr>
                          <m:ctrlPr>
                            <a:rPr lang="it-IT" sz="3100">
                              <a:solidFill>
                                <a:srgbClr val="FF0000"/>
                              </a:solidFill>
                              <a:latin typeface="Cambria Math" panose="02040503050406030204" pitchFamily="18" charset="0"/>
                              <a:ea typeface="Cambria Math"/>
                              <a:cs typeface="Cambria Math"/>
                            </a:rPr>
                          </m:ctrlPr>
                        </m:funcPr>
                        <m:fName>
                          <m:r>
                            <m:rPr>
                              <m:sty m:val="p"/>
                            </m:rPr>
                            <a:rPr lang="it-IT" sz="3100">
                              <a:solidFill>
                                <a:srgbClr val="FF0000"/>
                              </a:solidFill>
                              <a:latin typeface="Cambria Math" panose="02040503050406030204" pitchFamily="18" charset="0"/>
                              <a:ea typeface="Cambria Math"/>
                              <a:cs typeface="Cambria Math"/>
                            </a:rPr>
                            <m:t>ReLU</m:t>
                          </m:r>
                        </m:fName>
                        <m:e>
                          <m:d>
                            <m:dPr>
                              <m:ctrlPr>
                                <a:rPr lang="it-IT" sz="3100" i="1">
                                  <a:solidFill>
                                    <a:srgbClr val="FF0000"/>
                                  </a:solidFill>
                                  <a:latin typeface="Cambria Math" panose="02040503050406030204" pitchFamily="18" charset="0"/>
                                  <a:ea typeface="Cambria Math"/>
                                </a:rPr>
                              </m:ctrlPr>
                            </m:dPr>
                            <m:e>
                              <m:sSub>
                                <m:sSubPr>
                                  <m:ctrlPr>
                                    <a:rPr lang="it-IT" sz="3100" i="1">
                                      <a:solidFill>
                                        <a:srgbClr val="FF0000"/>
                                      </a:solidFill>
                                      <a:latin typeface="Cambria Math" panose="02040503050406030204" pitchFamily="18" charset="0"/>
                                      <a:ea typeface="Cambria Math"/>
                                    </a:rPr>
                                  </m:ctrlPr>
                                </m:sSubPr>
                                <m:e>
                                  <m:r>
                                    <a:rPr lang="it-IT" sz="3100" i="1">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1</m:t>
                                  </m:r>
                                </m:sub>
                              </m:sSub>
                              <m:d>
                                <m:dPr>
                                  <m:ctrlPr>
                                    <a:rPr lang="it-IT" sz="3100" i="1">
                                      <a:solidFill>
                                        <a:srgbClr val="FF0000"/>
                                      </a:solidFill>
                                      <a:latin typeface="Cambria Math" panose="02040503050406030204" pitchFamily="18" charset="0"/>
                                      <a:ea typeface="Cambria Math"/>
                                    </a:rPr>
                                  </m:ctrlPr>
                                </m:dPr>
                                <m:e>
                                  <m:r>
                                    <a:rPr lang="it-IT" sz="3100" i="1">
                                      <a:solidFill>
                                        <a:srgbClr val="FF0000"/>
                                      </a:solidFill>
                                      <a:latin typeface="Cambria Math" panose="02040503050406030204" pitchFamily="18" charset="0"/>
                                      <a:ea typeface="Cambria Math"/>
                                    </a:rPr>
                                    <m:t>𝑥</m:t>
                                  </m:r>
                                </m:e>
                              </m:d>
                            </m:e>
                          </m:d>
                        </m:e>
                      </m:func>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2</m:t>
                          </m:r>
                        </m:sub>
                      </m:sSub>
                      <m:r>
                        <a:rPr lang="it-IT" sz="3100" i="1">
                          <a:solidFill>
                            <a:srgbClr val="FF0000"/>
                          </a:solidFill>
                          <a:latin typeface="Cambria Math" panose="02040503050406030204" pitchFamily="18" charset="0"/>
                          <a:ea typeface="Cambria Math"/>
                          <a:cs typeface="Cambria Math"/>
                        </a:rPr>
                        <m:t>+</m:t>
                      </m:r>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2</m:t>
                          </m:r>
                        </m:sub>
                      </m:sSub>
                    </m:e>
                  </m:d>
                </m:oMath>
              </m:oMathPara>
            </a14:m>
            <a:endParaRPr lang="it-IT" sz="3100" b="0" dirty="0">
              <a:solidFill>
                <a:srgbClr val="FF0000"/>
              </a:solidFill>
              <a:ea typeface="Cambria Math"/>
              <a:cs typeface="Cambria Math"/>
            </a:endParaRPr>
          </a:p>
        </p:txBody>
      </p:sp>
      <mc:AlternateContent xmlns:mc="http://schemas.openxmlformats.org/markup-compatibility/2006" xmlns:a14="http://schemas.microsoft.com/office/drawing/2010/main">
        <mc:Choice Requires="a14">
          <p:sp>
            <p:nvSpPr>
              <p:cNvPr id="8" name="chain_rule_reminder" descr="(g\circ h)'(v)=g'(h(v))\,h'(v)">
                <a:extLst>
                  <a:ext uri="{FF2B5EF4-FFF2-40B4-BE49-F238E27FC236}">
                    <a16:creationId xmlns:a16="http://schemas.microsoft.com/office/drawing/2014/main" id="{6C2DCA27-B77D-4467-8CD7-C23A3266279C}"/>
                  </a:ext>
                </a:extLst>
              </p:cNvPr>
              <p:cNvSpPr>
                <a:spLocks noGrp="1"/>
              </p:cNvSpPr>
              <p:nvPr/>
            </p:nvSpPr>
            <p:spPr>
              <a:xfrm>
                <a:off x="476250" y="5372100"/>
                <a:ext cx="11239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000" i="1">
                              <a:solidFill>
                                <a:srgbClr val="087F83"/>
                              </a:solidFill>
                              <a:latin typeface="Cambria Math" panose="02040503050406030204" pitchFamily="18" charset="0"/>
                              <a:ea typeface="Cambria Math"/>
                              <a:cs typeface="Cambria Math"/>
                            </a:rPr>
                          </m:ctrlPr>
                        </m:sSupPr>
                        <m:e>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𝑔</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ℎ</m:t>
                              </m:r>
                            </m:e>
                          </m:d>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𝑔</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e>
                      </m:d>
                      <m:r>
                        <a:rPr lang="en-GB" sz="3000">
                          <a:solidFill>
                            <a:srgbClr val="087F83"/>
                          </a:solidFill>
                          <a:latin typeface="Cambria Math"/>
                          <a:ea typeface="Cambria Math"/>
                          <a:cs typeface="Cambria Math"/>
                        </a:rPr>
                        <m:t> </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ℎ</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oMath>
                  </m:oMathPara>
                </a14:m>
                <a:endParaRPr lang="en-GB" sz="3000" dirty="0"/>
              </a:p>
            </p:txBody>
          </p:sp>
        </mc:Choice>
        <mc:Fallback xmlns="">
          <p:sp>
            <p:nvSpPr>
              <p:cNvPr id="8" name="chain_rule_reminder" descr="(g\circ h)'(v)=g'(h(v))\,h'(v)">
                <a:extLst>
                  <a:ext uri="{FF2B5EF4-FFF2-40B4-BE49-F238E27FC236}">
                    <a16:creationId xmlns:a16="http://schemas.microsoft.com/office/drawing/2014/main" id="{6C2DCA27-B77D-4467-8CD7-C23A3266279C}"/>
                  </a:ext>
                </a:extLst>
              </p:cNvPr>
              <p:cNvSpPr>
                <a:spLocks noGrp="1" noRot="1" noChangeAspect="1" noMove="1" noResize="1" noEditPoints="1" noAdjustHandles="1" noChangeArrowheads="1" noChangeShapeType="1" noTextEdit="1"/>
              </p:cNvSpPr>
              <p:nvPr/>
            </p:nvSpPr>
            <p:spPr>
              <a:xfrm>
                <a:off x="476250" y="5372100"/>
                <a:ext cx="11239500" cy="666750"/>
              </a:xfrm>
              <a:prstGeom prst="rect">
                <a:avLst/>
              </a:prstGeom>
              <a:blipFill>
                <a:blip r:embed="rId6"/>
                <a:stretch>
                  <a:fillRect/>
                </a:stretch>
              </a:blipFill>
              <a:ln w="0">
                <a:noFill/>
              </a:ln>
            </p:spPr>
            <p:txBody>
              <a:bodyPr/>
              <a:lstStyle/>
              <a:p>
                <a:r>
                  <a:rPr lang="it-IT">
                    <a:noFill/>
                  </a:rPr>
                  <a:t> </a:t>
                </a:r>
              </a:p>
            </p:txBody>
          </p:sp>
        </mc:Fallback>
      </mc:AlternateContent>
      <p:sp>
        <p:nvSpPr>
          <p:cNvPr id="12" name="lead">
            <a:extLst>
              <a:ext uri="{FF2B5EF4-FFF2-40B4-BE49-F238E27FC236}">
                <a16:creationId xmlns:a16="http://schemas.microsoft.com/office/drawing/2014/main" id="{C2824A0B-3CA5-1E0D-66E8-833D0252E180}"/>
              </a:ext>
            </a:extLst>
          </p:cNvPr>
          <p:cNvSpPr>
            <a:spLocks noGrp="1"/>
          </p:cNvSpPr>
          <p:nvPr/>
        </p:nvSpPr>
        <p:spPr>
          <a:xfrm>
            <a:off x="676275" y="1152525"/>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Each remaining function starts at a different </a:t>
            </a:r>
            <a:r>
              <a:rPr sz="2175" b="0" dirty="0" err="1">
                <a:solidFill>
                  <a:srgbClr val="526276"/>
                </a:solidFill>
                <a:latin typeface="DejaVu Sans"/>
                <a:ea typeface="DejaVu Sans"/>
                <a:cs typeface="DejaVu Sans"/>
              </a:rPr>
              <a:t>preactivation</a:t>
            </a:r>
            <a:r>
              <a:rPr sz="2175"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630823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3rd </a:t>
            </a:r>
            <a:r>
              <a:rPr lang="it-IT" sz="2175" b="0" dirty="0" err="1">
                <a:solidFill>
                  <a:srgbClr val="526276"/>
                </a:solidFill>
                <a:latin typeface="DejaVu Sans"/>
                <a:ea typeface="DejaVu Sans"/>
                <a:cs typeface="DejaVu Sans"/>
              </a:rPr>
              <a:t>layer</a:t>
            </a:r>
            <a:endParaRPr lang="en-GB" sz="2175" dirty="0"/>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 xmlns:a14="http://schemas.microsoft.com/office/drawing/2010/main">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p:sp xmlns:a14="http://schemas.microsoft.com/office/drawing/2010/main">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p:sp xmlns:a14="http://schemas.microsoft.com/office/drawing/2010/main">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p:sp xmlns:a14="http://schemas.microsoft.com/office/drawing/2010/main">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p:sp xmlns:a14="http://schemas.microsoft.com/office/drawing/2010/main">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p:sp xmlns:a14="http://schemas.microsoft.com/office/drawing/2010/main">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p:sp xmlns:a14="http://schemas.microsoft.com/office/drawing/2010/main">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We still need the shared factor in both expressions.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p:sp xmlns:a14="http://schemas.microsoft.com/office/drawing/2010/main">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p:sp xmlns:a14="http://schemas.microsoft.com/office/drawing/2010/main">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up>
                      <m:r>
                        <a:rPr lang="en-GB" sz="2800">
                          <a:solidFill>
                            <a:srgbClr val="A25914"/>
                          </a:solidFill>
                          <a:latin typeface="Cambria Math"/>
                          <a:ea typeface="Cambria Math"/>
                          <a:cs typeface="Cambria Math"/>
                        </a:rPr>
                        <m:t>′</m:t>
                      </m:r>
                    </m:sup>
                  </m:sSubSup>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=2</m:t>
                  </m:r>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p:sp xmlns:a14="http://schemas.microsoft.com/office/drawing/2010/main">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up>
                      <m:r>
                        <a:rPr lang="en-GB" sz="2800">
                          <a:solidFill>
                            <a:srgbClr val="A25914"/>
                          </a:solidFill>
                          <a:latin typeface="Cambria Math"/>
                          <a:ea typeface="Cambria Math"/>
                          <a:cs typeface="Cambria Math"/>
                        </a:rPr>
                        <m:t>′</m:t>
                      </m:r>
                    </m:sup>
                  </m:sSubSup>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e>
                  </m:d>
                  <m:r>
                    <a:rPr lang="en-GB" sz="2800">
                      <a:solidFill>
                        <a:srgbClr val="A25914"/>
                      </a:solidFill>
                      <a:latin typeface="Cambria Math"/>
                      <a:ea typeface="Cambria Math"/>
                      <a:cs typeface="Cambria Math"/>
                    </a:rPr>
                    <m:t>=2</m:t>
                  </m:r>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p:sp xmlns:a14="http://schemas.microsoft.com/office/drawing/2010/main">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𝑏</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oMath>
              </m:oMathPara>
            </a14:m>
            <a:endParaRPr lang="en-GB" sz="2600" dirty="0">
              <a:solidFill>
                <a:srgbClr val="FF0000"/>
              </a:solidFill>
            </a:endParaRPr>
          </a:p>
        </p:txBody>
      </p:sp>
      <p:sp xmlns:a14="http://schemas.microsoft.com/office/drawing/2010/main">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𝑤</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r>
                    <a:rPr lang="it-IT" sz="2600" b="0" i="1" smtClean="0">
                      <a:solidFill>
                        <a:srgbClr val="FF0000"/>
                      </a:solidFill>
                      <a:latin typeface="Cambria Math" panose="02040503050406030204" pitchFamily="18" charset="0"/>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𝜙</m:t>
                      </m:r>
                    </m:e>
                    <m:sub>
                      <m:r>
                        <a:rPr lang="en-GB" sz="2600">
                          <a:solidFill>
                            <a:srgbClr val="FF0000"/>
                          </a:solidFill>
                          <a:latin typeface="Cambria Math"/>
                          <a:ea typeface="Cambria Math"/>
                          <a:cs typeface="Cambria Math"/>
                        </a:rPr>
                        <m:t>2</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oMath>
              </m:oMathPara>
            </a14:m>
            <a:endParaRPr lang="en-GB" sz="2600" dirty="0">
              <a:solidFill>
                <a:srgbClr val="FF0000"/>
              </a:solidFill>
            </a:endParaRPr>
          </a:p>
        </p:txBody>
      </p:sp>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p:sp xmlns:a14="http://schemas.microsoft.com/office/drawing/2010/main">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second-layer parameter derivatives</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p:sp xmlns:a14="http://schemas.microsoft.com/office/drawing/2010/main">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p:sp xmlns:a14="http://schemas.microsoft.com/office/drawing/2010/main">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p:sp xmlns:a14="http://schemas.microsoft.com/office/drawing/2010/main">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p:sp xmlns:a14="http://schemas.microsoft.com/office/drawing/2010/main">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p:sp xmlns:a14="http://schemas.microsoft.com/office/drawing/2010/main">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p:sp xmlns:a14="http://schemas.microsoft.com/office/drawing/2010/main">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a:p>
        </p:txBody>
      </p:sp>
      <p:sp xmlns:a14="http://schemas.microsoft.com/office/drawing/2010/main">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p:sp xmlns:a14="http://schemas.microsoft.com/office/drawing/2010/main">
        <p:nvSpPr>
          <p:cNvPr id="13" name="text_1">
            <a:extLst>
              <a:ext uri="{FF2B5EF4-FFF2-40B4-BE49-F238E27FC236}">
                <a16:creationId xmlns:a16="http://schemas.microsoft.com/office/drawing/2014/main" id="{2A9C9D5E-5D35-4DD9-9823-73BB41801ED3}"/>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2</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2</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 How can we calculate it?</a:t>
            </a:r>
            <a:endParaRPr lang="en-GB" sz="1950" dirty="0"/>
          </a:p>
        </p:txBody>
      </p:sp>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 xmlns:a14="http://schemas.microsoft.com/office/drawing/2010/main">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p:sp xmlns:a14="http://schemas.microsoft.com/office/drawing/2010/main">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p:sp xmlns:a14="http://schemas.microsoft.com/office/drawing/2010/main">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p:sp xmlns:a14="http://schemas.microsoft.com/office/drawing/2010/main">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a:solidFill>
                      <a:srgbClr val="AB4910"/>
                    </a:solidFill>
                    <a:latin typeface="Cambria Math"/>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Sup>
                          <m:sSubSupPr>
                            <m:ctrlPr>
                              <a:rPr lang="en-GB" sz="2700">
                                <a:solidFill>
                                  <a:srgbClr val="AB4910"/>
                                </a:solidFill>
                                <a:latin typeface="Cambria Math"/>
                                <a:ea typeface="Cambria Math"/>
                                <a:cs typeface="Cambria Math"/>
                              </a:rPr>
                            </m:ctrlPr>
                          </m:sSubSupPr>
                          <m:e>
                            <m:r>
                              <a:rPr lang="en-GB" sz="2700">
                                <a:solidFill>
                                  <a:srgbClr val="AB4910"/>
                                </a:solidFill>
                                <a:latin typeface="Cambria Math"/>
                                <a:ea typeface="Cambria Math"/>
                                <a:cs typeface="Cambria Math"/>
                              </a:rPr>
                              <m:t>𝐽</m:t>
                            </m:r>
                          </m:e>
                          <m:sub>
                            <m:r>
                              <a:rPr lang="en-GB" sz="2700">
                                <a:solidFill>
                                  <a:srgbClr val="AB4910"/>
                                </a:solidFill>
                                <a:latin typeface="Cambria Math"/>
                                <a:ea typeface="Cambria Math"/>
                                <a:cs typeface="Cambria Math"/>
                              </a:rPr>
                              <m:t>3</m:t>
                            </m:r>
                          </m:sub>
                          <m:sup>
                            <m:r>
                              <a:rPr lang="en-GB" sz="2700">
                                <a:solidFill>
                                  <a:srgbClr val="AB4910"/>
                                </a:solidFill>
                                <a:latin typeface="Cambria Math"/>
                                <a:ea typeface="Cambria Math"/>
                                <a:cs typeface="Cambria Math"/>
                              </a:rPr>
                              <m:t>′</m:t>
                            </m:r>
                          </m:sup>
                        </m:sSub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3</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already</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calculated</m:t>
                        </m:r>
                      </m:e>
                      <m:e>
                        <m:r>
                          <m:rPr>
                            <m:sty m:val="p"/>
                          </m:rPr>
                          <a:rPr lang="it-IT" sz="2700" b="0" i="0" smtClean="0">
                            <a:solidFill>
                              <a:srgbClr val="AB4910"/>
                            </a:solidFill>
                            <a:latin typeface="Cambria Math" panose="02040503050406030204" pitchFamily="18" charset="0"/>
                            <a:ea typeface="Cambria Math"/>
                            <a:cs typeface="Cambria Math"/>
                          </a:rPr>
                          <m:t>from</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the</m:t>
                        </m:r>
                        <m:r>
                          <a:rPr lang="it-IT" sz="2700" b="0" i="0" smtClean="0">
                            <a:solidFill>
                              <a:srgbClr val="AB4910"/>
                            </a:solidFill>
                            <a:latin typeface="Cambria Math" panose="02040503050406030204" pitchFamily="18" charset="0"/>
                            <a:ea typeface="Cambria Math"/>
                            <a:cs typeface="Cambria Math"/>
                          </a:rPr>
                          <m:t> 3</m:t>
                        </m:r>
                        <m:r>
                          <m:rPr>
                            <m:sty m:val="p"/>
                          </m:rPr>
                          <a:rPr lang="it-IT" sz="2700" b="0" i="0" smtClean="0">
                            <a:solidFill>
                              <a:srgbClr val="AB4910"/>
                            </a:solidFill>
                            <a:latin typeface="Cambria Math" panose="02040503050406030204" pitchFamily="18" charset="0"/>
                            <a:ea typeface="Cambria Math"/>
                            <a:cs typeface="Cambria Math"/>
                          </a:rPr>
                          <m:t>rd</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𝑤</m:t>
                            </m:r>
                          </m:e>
                          <m:sub>
                            <m:r>
                              <a:rPr lang="en-GB" sz="2700">
                                <a:solidFill>
                                  <a:srgbClr val="AB4910"/>
                                </a:solidFill>
                                <a:latin typeface="Cambria Math"/>
                                <a:ea typeface="Cambria Math"/>
                                <a:cs typeface="Cambria Math"/>
                              </a:rPr>
                              <m:t>3</m:t>
                            </m:r>
                          </m:sub>
                        </m:sSub>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known</m:t>
                        </m:r>
                      </m:e>
                      <m:e>
                        <m:r>
                          <m:rPr>
                            <m:sty m:val="p"/>
                          </m:rPr>
                          <a:rPr lang="it-IT" sz="2700" b="0" i="0" smtClean="0">
                            <a:solidFill>
                              <a:srgbClr val="AB4910"/>
                            </a:solidFill>
                            <a:latin typeface="Cambria Math" panose="02040503050406030204" pitchFamily="18" charset="0"/>
                            <a:ea typeface="Cambria Math"/>
                            <a:cs typeface="Cambria Math"/>
                          </a:rPr>
                          <m:t>weight</m:t>
                        </m:r>
                      </m:e>
                    </m:eqArr>
                  </m:lim>
                </m:limLow>
                <m:r>
                  <a:rPr lang="en-GB" sz="2700">
                    <a:solidFill>
                      <a:srgbClr val="AB4910"/>
                    </a:solidFill>
                    <a:latin typeface="Cambria Math"/>
                    <a:ea typeface="Cambria Math"/>
                    <a:cs typeface="Cambria Math"/>
                  </a:rPr>
                  <m:t> </m:t>
                </m:r>
                <m:r>
                  <a:rPr lang="it-IT" sz="2700" i="1">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p>
                          <m:sSupPr>
                            <m:ctrlPr>
                              <a:rPr lang="en-GB" sz="2700">
                                <a:solidFill>
                                  <a:srgbClr val="AB4910"/>
                                </a:solidFill>
                                <a:latin typeface="Cambria Math"/>
                                <a:ea typeface="Cambria Math"/>
                                <a:cs typeface="Cambria Math"/>
                              </a:rPr>
                            </m:ctrlPr>
                          </m:sSupPr>
                          <m:e>
                            <m:r>
                              <m:rPr>
                                <m:sty m:val="p"/>
                              </m:rPr>
                              <a:rPr lang="en-GB" sz="2700">
                                <a:solidFill>
                                  <a:srgbClr val="AB4910"/>
                                </a:solidFill>
                                <a:latin typeface="Cambria Math"/>
                                <a:ea typeface="Cambria Math"/>
                                <a:cs typeface="Cambria Math"/>
                              </a:rPr>
                              <m:t>ReLU</m:t>
                            </m:r>
                          </m:e>
                          <m:sup>
                            <m:r>
                              <a:rPr lang="en-GB" sz="2700">
                                <a:solidFill>
                                  <a:srgbClr val="AB4910"/>
                                </a:solidFill>
                                <a:latin typeface="Cambria Math"/>
                                <a:ea typeface="Cambria Math"/>
                                <a:cs typeface="Cambria Math"/>
                              </a:rPr>
                              <m:t>′</m:t>
                            </m:r>
                          </m:sup>
                        </m:s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2</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r>
                      <m:rPr>
                        <m:sty m:val="p"/>
                      </m:rPr>
                      <a:rPr lang="it-IT" sz="2700" b="0" i="0" smtClean="0">
                        <a:solidFill>
                          <a:srgbClr val="AB4910"/>
                        </a:solidFill>
                        <a:latin typeface="Cambria Math" panose="02040503050406030204" pitchFamily="18" charset="0"/>
                        <a:ea typeface="Cambria Math"/>
                        <a:cs typeface="Cambria Math"/>
                      </a:rPr>
                      <m:t>still</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needed</m:t>
                    </m:r>
                  </m:lim>
                </m:limLow>
              </m:oMath>
            </a14:m>
            <a:endParaRPr lang="en-GB" sz="2700" dirty="0"/>
          </a:p>
        </p:txBody>
      </p:sp>
      <p:sp xmlns:a14="http://schemas.microsoft.com/office/drawing/2010/main">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xmlns:a14="http://schemas.microsoft.com/office/drawing/2010/main">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2</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p>
                    <m:sSupPr>
                      <m:ctrlPr>
                        <a:rPr lang="en-GB" sz="2800">
                          <a:solidFill>
                            <a:srgbClr val="AB4910"/>
                          </a:solidFill>
                          <a:latin typeface="Cambria Math"/>
                          <a:ea typeface="Cambria Math"/>
                          <a:cs typeface="Cambria Math"/>
                        </a:rPr>
                      </m:ctrlPr>
                    </m:sSupPr>
                    <m:e>
                      <m:r>
                        <m:rPr>
                          <m:sty m:val="p"/>
                        </m:rPr>
                        <a:rPr lang="en-GB" sz="2800">
                          <a:solidFill>
                            <a:srgbClr val="AB4910"/>
                          </a:solidFill>
                          <a:latin typeface="Cambria Math"/>
                          <a:ea typeface="Cambria Math"/>
                          <a:cs typeface="Cambria Math"/>
                        </a:rPr>
                        <m:t>ReLU</m:t>
                      </m:r>
                    </m:e>
                    <m:sup>
                      <m:r>
                        <a:rPr lang="en-GB" sz="2800">
                          <a:solidFill>
                            <a:srgbClr val="AB4910"/>
                          </a:solidFill>
                          <a:latin typeface="Cambria Math"/>
                          <a:ea typeface="Cambria Math"/>
                          <a:cs typeface="Cambria Math"/>
                        </a:rPr>
                        <m:t>′</m:t>
                      </m:r>
                    </m:sup>
                  </m:s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p:sp xmlns:a14="http://schemas.microsoft.com/office/drawing/2010/main">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p:sp xmlns:a14="http://schemas.microsoft.com/office/drawing/2010/main">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xmlns:a14="http://schemas.microsoft.com/office/drawing/2010/main">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1" smtClean="0">
                      <a:solidFill>
                        <a:srgbClr val="AB4910"/>
                      </a:solidFill>
                      <a:latin typeface="Cambria Math" panose="02040503050406030204" pitchFamily="18" charset="0"/>
                      <a:ea typeface="Cambria Math"/>
                      <a:cs typeface="Cambria Math"/>
                    </a:rPr>
                    <m:t>                      =</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it-IT" sz="2800" b="0" i="1" smtClean="0">
                      <a:solidFill>
                        <a:srgbClr val="AB4910"/>
                      </a:solidFill>
                      <a:latin typeface="Cambria Math" panose="02040503050406030204" pitchFamily="18" charset="0"/>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dirty="0"/>
          </a:p>
        </p:txBody>
      </p:sp>
      <p:sp xmlns:a14="http://schemas.microsoft.com/office/drawing/2010/main">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first-layer parameter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1st layer,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𝜙</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oMath>
                </a14:m>
                <a:r>
                  <a:rPr sz="2175" b="0">
                    <a:solidFill>
                      <a:srgbClr val="526276"/>
                    </a:solidFill>
                    <a:latin typeface="DejaVu Sans"/>
                    <a:ea typeface="DejaVu Sans"/>
                    <a:cs typeface="DejaVu Sans"/>
                  </a:rPr>
                  <a:t>.</a:t>
                </a:r>
                <a:endParaRPr lang="en-GB" sz="2175"/>
              </a:p>
            </p:txBody>
          </p:sp>
        </mc:Choice>
        <mc:Fallback xmlns="">
          <p:sp>
            <p:nvSpPr>
              <p:cNvPr id="2" name="lead">
                <a:extLst>
                  <a:ext uri="{FF2B5EF4-FFF2-40B4-BE49-F238E27FC236}">
                    <a16:creationId xmlns:a16="http://schemas.microsoft.com/office/drawing/2014/main" id="{75BE1AA6-D64D-469A-9C7A-BF9A1737370B}"/>
                  </a:ext>
                </a:extLst>
              </p:cNvPr>
              <p:cNvSpPr>
                <a:spLocks noGrp="1" noRot="1" noChangeAspect="1" noMove="1" noResize="1" noEditPoints="1" noAdjustHandles="1" noChangeArrowheads="1" noChangeShapeType="1" noTextEdit="1"/>
              </p:cNvSpPr>
              <p:nvPr/>
            </p:nvSpPr>
            <p:spPr>
              <a:xfrm>
                <a:off x="523875" y="814388"/>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p:sp xmlns:a14="http://schemas.microsoft.com/office/drawing/2010/main">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p:sp xmlns:a14="http://schemas.microsoft.com/office/drawing/2010/main">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p:sp xmlns:a14="http://schemas.microsoft.com/office/drawing/2010/main">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p:sp xmlns:a14="http://schemas.microsoft.com/office/drawing/2010/main">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p:sp xmlns:a14="http://schemas.microsoft.com/office/drawing/2010/main">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p:sp xmlns:a14="http://schemas.microsoft.com/office/drawing/2010/main">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p:sp xmlns:a14="http://schemas.microsoft.com/office/drawing/2010/main">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p:sp xmlns:a14="http://schemas.microsoft.com/office/drawing/2010/main">
        <p:nvSpPr>
          <p:cNvPr id="13" name="text_1">
            <a:extLst>
              <a:ext uri="{FF2B5EF4-FFF2-40B4-BE49-F238E27FC236}">
                <a16:creationId xmlns:a16="http://schemas.microsoft.com/office/drawing/2014/main" id="{687327B6-B942-4227-8ABB-CF83F9627EA7}"/>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1</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1</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a:t>
            </a:r>
            <a:r>
              <a:rPr lang="it-IT" sz="1950" b="1" dirty="0">
                <a:solidFill>
                  <a:srgbClr val="182D45"/>
                </a:solidFill>
                <a:latin typeface="DejaVu Sans"/>
                <a:ea typeface="DejaVu Sans"/>
                <a:cs typeface="DejaVu Sans"/>
              </a:rPr>
              <a:t> </a:t>
            </a:r>
            <a:r>
              <a:rPr lang="en-GB" sz="1950" b="1" dirty="0">
                <a:solidFill>
                  <a:srgbClr val="182D45"/>
                </a:solidFill>
                <a:latin typeface="DejaVu Sans"/>
                <a:ea typeface="DejaVu Sans"/>
                <a:cs typeface="DejaVu Sans"/>
              </a:rPr>
              <a:t>How can we calculate it?</a:t>
            </a:r>
            <a:endParaRPr lang="en-GB" sz="1950" dirty="0"/>
          </a:p>
        </p:txBody>
      </p:sp>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 xmlns:a14="http://schemas.microsoft.com/office/drawing/2010/main">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p:sp xmlns:a14="http://schemas.microsoft.com/office/drawing/2010/main">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p:sp xmlns:a14="http://schemas.microsoft.com/office/drawing/2010/main">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p:sp xmlns:a14="http://schemas.microsoft.com/office/drawing/2010/main">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AA4910"/>
                      </a:solidFill>
                      <a:latin typeface="Cambria Math"/>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Sup>
                            <m:sSubSupPr>
                              <m:ctrlPr>
                                <a:rPr lang="en-GB" sz="2800">
                                  <a:solidFill>
                                    <a:srgbClr val="AA4910"/>
                                  </a:solidFill>
                                  <a:latin typeface="Cambria Math"/>
                                  <a:ea typeface="Cambria Math"/>
                                  <a:cs typeface="Cambria Math"/>
                                </a:rPr>
                              </m:ctrlPr>
                            </m:sSubSupPr>
                            <m:e>
                              <m:r>
                                <a:rPr lang="en-GB" sz="2800">
                                  <a:solidFill>
                                    <a:srgbClr val="AA4910"/>
                                  </a:solidFill>
                                  <a:latin typeface="Cambria Math"/>
                                  <a:ea typeface="Cambria Math"/>
                                  <a:cs typeface="Cambria Math"/>
                                </a:rPr>
                                <m:t>𝐽</m:t>
                              </m:r>
                            </m:e>
                            <m:sub>
                              <m:r>
                                <a:rPr lang="it-IT" sz="2800" b="0" i="0" smtClean="0">
                                  <a:solidFill>
                                    <a:srgbClr val="AA4910"/>
                                  </a:solidFill>
                                  <a:latin typeface="Cambria Math" panose="02040503050406030204" pitchFamily="18" charset="0"/>
                                  <a:ea typeface="Cambria Math"/>
                                  <a:cs typeface="Cambria Math"/>
                                </a:rPr>
                                <m:t>2</m:t>
                              </m:r>
                            </m:sub>
                            <m:sup>
                              <m:r>
                                <a:rPr lang="en-GB" sz="2800">
                                  <a:solidFill>
                                    <a:srgbClr val="AA4910"/>
                                  </a:solidFill>
                                  <a:latin typeface="Cambria Math"/>
                                  <a:ea typeface="Cambria Math"/>
                                  <a:cs typeface="Cambria Math"/>
                                </a:rPr>
                                <m:t>′</m:t>
                              </m:r>
                            </m:sup>
                          </m:sSubSup>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1" smtClean="0">
                                      <a:solidFill>
                                        <a:srgbClr val="AA4910"/>
                                      </a:solidFill>
                                      <a:latin typeface="Cambria Math" panose="02040503050406030204" pitchFamily="18" charset="0"/>
                                      <a:ea typeface="Cambria Math"/>
                                      <a:cs typeface="Cambria Math"/>
                                    </a:rPr>
                                    <m:t>2</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already</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calculated</m:t>
                          </m:r>
                        </m:e>
                        <m:e>
                          <m:r>
                            <m:rPr>
                              <m:sty m:val="p"/>
                            </m:rPr>
                            <a:rPr lang="it-IT" sz="2800">
                              <a:solidFill>
                                <a:srgbClr val="AA4910"/>
                              </a:solidFill>
                              <a:latin typeface="Cambria Math" panose="02040503050406030204" pitchFamily="18" charset="0"/>
                              <a:ea typeface="Cambria Math"/>
                              <a:cs typeface="Cambria Math"/>
                            </a:rPr>
                            <m:t>from</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the</m:t>
                          </m:r>
                          <m:r>
                            <a:rPr lang="it-IT" sz="2800">
                              <a:solidFill>
                                <a:srgbClr val="AA4910"/>
                              </a:solidFill>
                              <a:latin typeface="Cambria Math" panose="02040503050406030204" pitchFamily="18" charset="0"/>
                              <a:ea typeface="Cambria Math"/>
                              <a:cs typeface="Cambria Math"/>
                            </a:rPr>
                            <m:t> 2</m:t>
                          </m:r>
                          <m:r>
                            <m:rPr>
                              <m:sty m:val="p"/>
                            </m:rPr>
                            <a:rPr lang="it-IT" sz="2800" b="0" i="0" smtClean="0">
                              <a:solidFill>
                                <a:srgbClr val="AA4910"/>
                              </a:solidFill>
                              <a:latin typeface="Cambria Math" panose="02040503050406030204" pitchFamily="18" charset="0"/>
                              <a:ea typeface="Cambria Math"/>
                              <a:cs typeface="Cambria Math"/>
                            </a:rPr>
                            <m:t>nd</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𝑤</m:t>
                              </m:r>
                            </m:e>
                            <m:sub>
                              <m:r>
                                <a:rPr lang="it-IT" sz="2800" b="0" i="0" smtClean="0">
                                  <a:solidFill>
                                    <a:srgbClr val="AA4910"/>
                                  </a:solidFill>
                                  <a:latin typeface="Cambria Math" panose="02040503050406030204" pitchFamily="18" charset="0"/>
                                  <a:ea typeface="Cambria Math"/>
                                  <a:cs typeface="Cambria Math"/>
                                </a:rPr>
                                <m:t>2</m:t>
                              </m:r>
                            </m:sub>
                          </m:sSub>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known</m:t>
                          </m:r>
                        </m:e>
                        <m:e>
                          <m:r>
                            <m:rPr>
                              <m:sty m:val="p"/>
                            </m:rPr>
                            <a:rPr lang="it-IT" sz="2800">
                              <a:solidFill>
                                <a:srgbClr val="AA4910"/>
                              </a:solidFill>
                              <a:latin typeface="Cambria Math" panose="02040503050406030204" pitchFamily="18" charset="0"/>
                              <a:ea typeface="Cambria Math"/>
                              <a:cs typeface="Cambria Math"/>
                            </a:rPr>
                            <m:t>weight</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it-IT" sz="2800" b="0" i="1" smtClean="0">
                          <a:solidFill>
                            <a:srgbClr val="AA4910"/>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AA4910"/>
                              </a:solidFill>
                              <a:latin typeface="Cambria Math" panose="02040503050406030204" pitchFamily="18" charset="0"/>
                              <a:ea typeface="Cambria Math"/>
                              <a:cs typeface="Cambria Math"/>
                            </a:rPr>
                          </m:ctrlPr>
                        </m:groupChrPr>
                        <m:e>
                          <m:r>
                            <m:rPr>
                              <m:sty m:val="p"/>
                            </m:rPr>
                            <a:rPr lang="it-IT" sz="2800" b="0" i="0" smtClean="0">
                              <a:solidFill>
                                <a:srgbClr val="AA4910"/>
                              </a:solidFill>
                              <a:latin typeface="Cambria Math" panose="02040503050406030204" pitchFamily="18" charset="0"/>
                              <a:ea typeface="Cambria Math"/>
                              <a:cs typeface="Cambria Math"/>
                            </a:rPr>
                            <m:t>step</m:t>
                          </m:r>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0" smtClean="0">
                                      <a:solidFill>
                                        <a:srgbClr val="AA4910"/>
                                      </a:solidFill>
                                      <a:latin typeface="Cambria Math" panose="02040503050406030204" pitchFamily="18" charset="0"/>
                                      <a:ea typeface="Cambria Math"/>
                                      <a:cs typeface="Cambria Math"/>
                                    </a:rPr>
                                    <m:t>1</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r>
                        <m:rPr>
                          <m:sty m:val="p"/>
                        </m:rPr>
                        <a:rPr lang="it-IT" sz="2800" b="0" i="0" smtClean="0">
                          <a:solidFill>
                            <a:srgbClr val="AA4910"/>
                          </a:solidFill>
                          <a:latin typeface="Cambria Math" panose="02040503050406030204" pitchFamily="18" charset="0"/>
                          <a:ea typeface="Cambria Math"/>
                          <a:cs typeface="Cambria Math"/>
                        </a:rPr>
                        <m:t>ReLU</m:t>
                      </m:r>
                      <m:r>
                        <a:rPr lang="it-IT" sz="2800" b="0" i="0" smtClean="0">
                          <a:solidFill>
                            <a:srgbClr val="AA4910"/>
                          </a:solidFill>
                          <a:latin typeface="Cambria Math" panose="02040503050406030204" pitchFamily="18" charset="0"/>
                          <a:ea typeface="Cambria Math"/>
                          <a:cs typeface="Cambria Math"/>
                        </a:rPr>
                        <m:t> </m:t>
                      </m:r>
                      <m:r>
                        <m:rPr>
                          <m:sty m:val="p"/>
                        </m:rPr>
                        <a:rPr lang="it-IT" sz="2800" b="0" i="0" smtClean="0">
                          <a:solidFill>
                            <a:srgbClr val="AA4910"/>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p:sp xmlns:a14="http://schemas.microsoft.com/office/drawing/2010/main">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p:sp xmlns:a14="http://schemas.microsoft.com/office/drawing/2010/main">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0</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47" name="equation_43" descr="J'_{1}(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56" name="equation_52" descr="J'_{2}(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65" name="equation_61" descr="J'_{3}(-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118" name="equation_114" descr="J'_{1}(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127" name="equation_123" descr="J'_{2}(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p:sp xmlns:a14="http://schemas.microsoft.com/office/drawing/2010/main">
        <p:nvSpPr>
          <p:cNvPr id="136" name="equation_132" descr="J'_{3}(-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197" name="equation_193" descr="J'_{1}(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206" name="equation_202" descr="J'_{2}(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p:sp xmlns:a14="http://schemas.microsoft.com/office/drawing/2010/main">
        <p:nvSpPr>
          <p:cNvPr id="215" name="equation_211" descr="J'_{3}(-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219" name="equation_215" descr="\frac{\partial\mathcal{L}_{\mathrm{sq}}}{\partial w_3}=J'_{3}(-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0"/>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222" name="equation_218" descr="\frac{\partial\mathcal{L}_{\mathrm{sq}}}{\partial b_3}=J'_{3}(-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xmlns:a14="http://schemas.microsoft.com/office/drawing/2010/main">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47" name="equation_43" descr="J'_{1}(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56" name="equation_52" descr="J'_{2}(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p:sp xmlns:a14="http://schemas.microsoft.com/office/drawing/2010/main">
        <p:nvSpPr>
          <p:cNvPr id="65" name="equation_61" descr="J'_{3}(-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119" name="equation_115" descr="J'_{1}(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p:sp xmlns:a14="http://schemas.microsoft.com/office/drawing/2010/main">
        <p:nvSpPr>
          <p:cNvPr id="128" name="equation_124" descr="J'_{2}(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p:sp xmlns:a14="http://schemas.microsoft.com/office/drawing/2010/main">
        <p:nvSpPr>
          <p:cNvPr id="129" name="equation_125" descr="=J'_{3}(-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p:sp xmlns:a14="http://schemas.microsoft.com/office/drawing/2010/main">
        <p:nvSpPr>
          <p:cNvPr id="138" name="equation_134" descr="J'_{3}(-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199" name="equation_195" descr="J'_{1}(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p:sp xmlns:a14="http://schemas.microsoft.com/office/drawing/2010/main">
        <p:nvSpPr>
          <p:cNvPr id="208" name="equation_204" descr="J'_{2}(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p:sp xmlns:a14="http://schemas.microsoft.com/office/drawing/2010/main">
        <p:nvSpPr>
          <p:cNvPr id="209" name="equation_205" descr="=J'_{3}(-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212" name="equation_208" descr="\frac{\partial\mathcal{L}_{\mathrm{sq}}}{\partial w_2}=J'_{2}(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215" name="equation_211" descr="\frac{\partial\mathcal{L}_{\mathrm{sq}}}{\partial b_2}=J'_{2}(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p:sp xmlns:a14="http://schemas.microsoft.com/office/drawing/2010/main">
        <p:nvSpPr>
          <p:cNvPr id="219" name="equation_215" descr="J'_{3}(-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xmlns:a14="http://schemas.microsoft.com/office/drawing/2010/main">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47" name="equation_43" descr="J'_{1}(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p:sp xmlns:a14="http://schemas.microsoft.com/office/drawing/2010/main">
        <p:nvSpPr>
          <p:cNvPr id="56" name="equation_52" descr="J'_{2}(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65" name="equation_61" descr="J'_{3}(-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p:sp xmlns:a14="http://schemas.microsoft.com/office/drawing/2010/main">
        <p:nvSpPr>
          <p:cNvPr id="119" name="equation_115" descr="J'_{1}(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p:sp xmlns:a14="http://schemas.microsoft.com/office/drawing/2010/main">
        <p:nvSpPr>
          <p:cNvPr id="120" name="equation_116" descr="=J'_{2}(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p:sp xmlns:a14="http://schemas.microsoft.com/office/drawing/2010/main">
        <p:nvSpPr>
          <p:cNvPr id="129" name="equation_125" descr="J'_{2}(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138" name="equation_134" descr="J'_{3}(-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p:sp xmlns:a14="http://schemas.microsoft.com/office/drawing/2010/main">
        <p:nvSpPr>
          <p:cNvPr id="199" name="equation_195" descr="J'_{1}(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p:sp xmlns:a14="http://schemas.microsoft.com/office/drawing/2010/main">
        <p:nvSpPr>
          <p:cNvPr id="200" name="equation_196" descr="=J'_{2}(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203" name="equation_199" descr="\frac{\partial\mathcal{L}_{\mathrm{sq}}}{\partial w_1}=J'_{1}(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0"/>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206" name="equation_202" descr="\frac{\partial\mathcal{L}_{\mathrm{sq}}}{\partial b_1}=J'_{1}(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p:sp xmlns:a14="http://schemas.microsoft.com/office/drawing/2010/main">
        <p:nvSpPr>
          <p:cNvPr id="210" name="equation_206" descr="J'_{2}(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219" name="equation_215" descr="J'_{3}(-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p:sp xmlns:a14="http://schemas.microsoft.com/office/drawing/2010/main">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p:sp xmlns:a14="http://schemas.microsoft.com/office/drawing/2010/main">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p:sp xmlns:a14="http://schemas.microsoft.com/office/drawing/2010/main">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p:cNvSpPr>
              <p:nvPr/>
            </p:nvSpPr>
            <p:spPr>
              <a:xfrm>
                <a:off x="666750" y="2009775"/>
                <a:ext cx="108585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sSup>
                        <m:sSupPr>
                          <m:ctrlPr>
                            <a:rPr lang="en-GB" sz="3100" i="1">
                              <a:solidFill>
                                <a:srgbClr val="087F83"/>
                              </a:solidFill>
                              <a:latin typeface="Cambria Math" panose="02040503050406030204" pitchFamily="18" charset="0"/>
                              <a:ea typeface="Cambria Math"/>
                              <a:cs typeface="Cambria Math"/>
                            </a:rPr>
                          </m:ctrlPr>
                        </m:sSupPr>
                        <m:e>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3</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3</m:t>
                                  </m:r>
                                </m:sub>
                              </m:sSub>
                            </m:e>
                          </m:d>
                        </m:e>
                        <m:sup>
                          <m:r>
                            <a:rPr lang="en-GB" sz="3100">
                              <a:solidFill>
                                <a:srgbClr val="087F83"/>
                              </a:solidFill>
                              <a:latin typeface="Cambria Math"/>
                              <a:ea typeface="Cambria Math"/>
                              <a:cs typeface="Cambria Math"/>
                            </a:rPr>
                            <m:t>𝖳</m:t>
                          </m:r>
                        </m:sup>
                      </m:sSup>
                    </m:oMath>
                  </m:oMathPara>
                </a14:m>
                <a:endParaRPr lang="en-GB" sz="3100"/>
              </a:p>
            </p:txBody>
          </p:sp>
        </mc:Choice>
        <mc:Fallback xmlns="">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noRot="1" noChangeAspect="1" noMove="1" noResize="1" noEditPoints="1" noAdjustHandles="1" noChangeArrowheads="1" noChangeShapeType="1" noTextEdit="1"/>
              </p:cNvSpPr>
              <p:nvPr/>
            </p:nvSpPr>
            <p:spPr>
              <a:xfrm>
                <a:off x="666750" y="2009775"/>
                <a:ext cx="10858500" cy="7524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3143250"/>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a:solidFill>
                            <a:srgbClr val="087F83"/>
                          </a:solidFill>
                          <a:latin typeface="Cambria Math"/>
                          <a:ea typeface="Cambria Math"/>
                          <a:cs typeface="Cambria Math"/>
                        </a:rPr>
                        <m:t>∇</m:t>
                      </m:r>
                      <m:sSub>
                        <m:sSubPr>
                          <m:ctrlPr>
                            <a:rPr lang="en-GB" sz="3500">
                              <a:solidFill>
                                <a:srgbClr val="087F83"/>
                              </a:solidFill>
                              <a:latin typeface="Cambria Math"/>
                              <a:ea typeface="Cambria Math"/>
                              <a:cs typeface="Cambria Math"/>
                            </a:rPr>
                          </m:ctrlPr>
                        </m:sSubPr>
                        <m:e>
                          <m:r>
                            <a:rPr lang="en-GB" sz="3500">
                              <a:solidFill>
                                <a:srgbClr val="087F83"/>
                              </a:solidFill>
                              <a:latin typeface="Cambria Math"/>
                              <a:ea typeface="Cambria Math"/>
                              <a:cs typeface="Cambria Math"/>
                            </a:rPr>
                            <m:t>ℒ</m:t>
                          </m:r>
                        </m:e>
                        <m:sub>
                          <m:r>
                            <m:rPr>
                              <m:sty m:val="p"/>
                            </m:rPr>
                            <a:rPr lang="en-GB" sz="3500">
                              <a:solidFill>
                                <a:srgbClr val="087F83"/>
                              </a:solidFill>
                              <a:latin typeface="Cambria Math"/>
                              <a:ea typeface="Cambria Math"/>
                              <a:cs typeface="Cambria Math"/>
                            </a:rPr>
                            <m:t>sq</m:t>
                          </m:r>
                        </m:sub>
                      </m:sSub>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r>
                        <a:rPr lang="en-GB" sz="3500">
                          <a:solidFill>
                            <a:srgbClr val="087F83"/>
                          </a:solidFill>
                          <a:latin typeface="Cambria Math"/>
                          <a:ea typeface="Cambria Math"/>
                          <a:cs typeface="Cambria Math"/>
                        </a:rPr>
                        <m:t>=</m:t>
                      </m:r>
                      <m:sSup>
                        <m:sSupPr>
                          <m:ctrlPr>
                            <a:rPr lang="en-GB" sz="3500" i="1">
                              <a:solidFill>
                                <a:srgbClr val="087F83"/>
                              </a:solidFill>
                              <a:latin typeface="Cambria Math" panose="02040503050406030204" pitchFamily="18" charset="0"/>
                              <a:ea typeface="Cambria Math"/>
                              <a:cs typeface="Cambria Math"/>
                            </a:rPr>
                          </m:ctrlPr>
                        </m:sSupPr>
                        <m:e>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4,8,2,6,−2,−10</m:t>
                              </m:r>
                            </m:e>
                          </m:d>
                        </m:e>
                        <m:sup>
                          <m:r>
                            <a:rPr lang="en-GB" sz="3500">
                              <a:solidFill>
                                <a:srgbClr val="087F83"/>
                              </a:solidFill>
                              <a:latin typeface="Cambria Math"/>
                              <a:ea typeface="Cambria Math"/>
                              <a:cs typeface="Cambria Math"/>
                            </a:rPr>
                            <m:t>𝖳</m:t>
                          </m:r>
                        </m:sup>
                      </m:sSup>
                    </m:oMath>
                  </m:oMathPara>
                </a14:m>
                <a:endParaRPr lang="en-GB" sz="350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3143250"/>
                <a:ext cx="108585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44005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4400550"/>
                <a:ext cx="11144250" cy="933450"/>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p:sp xmlns:a14="http://schemas.microsoft.com/office/drawing/2010/main">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p:sp xmlns:a14="http://schemas.microsoft.com/office/drawing/2010/main">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p:sp xmlns:a14="http://schemas.microsoft.com/office/drawing/2010/main">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p:sp xmlns:a14="http://schemas.microsoft.com/office/drawing/2010/main">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p:sp xmlns:a14="http://schemas.microsoft.com/office/drawing/2010/main">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p:sp xmlns:a14="http://schemas.microsoft.com/office/drawing/2010/main">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p:sp xmlns:a14="http://schemas.microsoft.com/office/drawing/2010/main">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𝐮</m:t>
                  </m:r>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p:sp xmlns:a14="http://schemas.microsoft.com/office/drawing/2010/main">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p:sp xmlns:a14="http://schemas.microsoft.com/office/drawing/2010/main">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p:sp xmlns:a14="http://schemas.microsoft.com/office/drawing/2010/main">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p:sp xmlns:a14="http://schemas.microsoft.com/office/drawing/2010/main">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p:sp xmlns:a14="http://schemas.microsoft.com/office/drawing/2010/main">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p:sp xmlns:a14="http://schemas.microsoft.com/office/drawing/2010/main">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p:sp xmlns:a14="http://schemas.microsoft.com/office/drawing/2010/main">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p:sp xmlns:a14="http://schemas.microsoft.com/office/drawing/2010/main">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p:sp xmlns:a14="http://schemas.microsoft.com/office/drawing/2010/main">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p:sp xmlns:a14="http://schemas.microsoft.com/office/drawing/2010/main">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p:sp xmlns:a14="http://schemas.microsoft.com/office/drawing/2010/main">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p:sp xmlns:a14="http://schemas.microsoft.com/office/drawing/2010/main">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p:sp xmlns:a14="http://schemas.microsoft.com/office/drawing/2010/main">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4"/>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xmlns:a14="http://schemas.microsoft.com/office/drawing/2010/main">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p:sp xmlns:a14="http://schemas.microsoft.com/office/drawing/2010/main">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p:sp xmlns:a14="http://schemas.microsoft.com/office/drawing/2010/main">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p:sp xmlns:a14="http://schemas.microsoft.com/office/drawing/2010/main">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p:sp xmlns:a14="http://schemas.microsoft.com/office/drawing/2010/main">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p:sp xmlns:a14="http://schemas.microsoft.com/office/drawing/2010/main">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p:sp xmlns:a14="http://schemas.microsoft.com/office/drawing/2010/main">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p:sp xmlns:a14="http://schemas.microsoft.com/office/drawing/2010/main">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p:sp xmlns:a14="http://schemas.microsoft.com/office/drawing/2010/main">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p:sp xmlns:a14="http://schemas.microsoft.com/office/drawing/2010/main">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p:sp xmlns:a14="http://schemas.microsoft.com/office/drawing/2010/main">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p:sp xmlns:a14="http://schemas.microsoft.com/office/drawing/2010/main">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p:sp xmlns:a14="http://schemas.microsoft.com/office/drawing/2010/main">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p:sp xmlns:a14="http://schemas.microsoft.com/office/drawing/2010/main">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p:sp xmlns:a14="http://schemas.microsoft.com/office/drawing/2010/main">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p:sp xmlns:a14="http://schemas.microsoft.com/office/drawing/2010/main">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p:sp xmlns:a14="http://schemas.microsoft.com/office/drawing/2010/main">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p:sp xmlns:a14="http://schemas.microsoft.com/office/drawing/2010/main">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p:sp xmlns:a14="http://schemas.microsoft.com/office/drawing/2010/main">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35</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36</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p:sp xmlns:a14="http://schemas.microsoft.com/office/drawing/2010/main">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p:sp xmlns:a14="http://schemas.microsoft.com/office/drawing/2010/main">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p:sp xmlns:a14="http://schemas.microsoft.com/office/drawing/2010/main">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p:sp xmlns:a14="http://schemas.microsoft.com/office/drawing/2010/main">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p:sp xmlns:a14="http://schemas.microsoft.com/office/drawing/2010/main">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p:sp xmlns:a14="http://schemas.microsoft.com/office/drawing/2010/main">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37</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p:sp xmlns:a14="http://schemas.microsoft.com/office/drawing/2010/main">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p:sp xmlns:a14="http://schemas.microsoft.com/office/drawing/2010/main">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38</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e>
                      </m:nary>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e>
                      </m:nary>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39</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40</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14B5310-7159-4906-998B-4B7026E4D1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Cost for the networks we have studied</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122412F-B7A8-4D3E-80EB-1D9ECC272024}"/>
                  </a:ext>
                </a:extLst>
              </p:cNvPr>
              <p:cNvSpPr>
                <a:spLocks noGrp="1"/>
              </p:cNvSpPr>
              <p:nvPr/>
            </p:nvSpPr>
            <p:spPr>
              <a:xfrm>
                <a:off x="523875" y="866775"/>
                <a:ext cx="11144250" cy="5905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 </a:t>
                </a:r>
                <a14:m>
                  <m:oMath xmlns:m="http://schemas.openxmlformats.org/officeDocument/2006/math">
                    <m:r>
                      <a:rPr lang="en-GB" sz="2175">
                        <a:solidFill>
                          <a:srgbClr val="526276"/>
                        </a:solidFill>
                        <a:latin typeface="Cambria Math"/>
                        <a:ea typeface="Cambria Math"/>
                        <a:cs typeface="Cambria Math"/>
                      </a:rPr>
                      <m:t>𝑃</m:t>
                    </m:r>
                  </m:oMath>
                </a14:m>
                <a:r>
                  <a:rPr sz="2175" b="0">
                    <a:solidFill>
                      <a:srgbClr val="526276"/>
                    </a:solidFill>
                    <a:latin typeface="DejaVu Sans"/>
                    <a:ea typeface="DejaVu Sans"/>
                    <a:cs typeface="DejaVu Sans"/>
                  </a:rPr>
                  <a:t> be the number of adjustable weights and biases.</a:t>
                </a:r>
              </a:p>
            </p:txBody>
          </p:sp>
        </mc:Choice>
        <mc:Fallback xmlns="">
          <p:sp>
            <p:nvSpPr>
              <p:cNvPr id="2" name="lead">
                <a:extLst>
                  <a:ext uri="{FF2B5EF4-FFF2-40B4-BE49-F238E27FC236}">
                    <a16:creationId xmlns:a16="http://schemas.microsoft.com/office/drawing/2014/main" id="{1122412F-B7A8-4D3E-80EB-1D9ECC272024}"/>
                  </a:ext>
                </a:extLst>
              </p:cNvPr>
              <p:cNvSpPr>
                <a:spLocks noGrp="1" noRot="1" noChangeAspect="1" noMove="1" noResize="1" noEditPoints="1" noAdjustHandles="1" noChangeArrowheads="1" noChangeShapeType="1" noTextEdit="1"/>
              </p:cNvSpPr>
              <p:nvPr/>
            </p:nvSpPr>
            <p:spPr>
              <a:xfrm>
                <a:off x="523875" y="866775"/>
                <a:ext cx="11144250" cy="5905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9D59886-F02C-4AB8-A96B-DC722622AA7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6F72125-25E9-4EBC-A1EB-1A596D0823A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41</a:t>
            </a:r>
          </a:p>
        </p:txBody>
      </p:sp>
      <p:sp>
        <p:nvSpPr>
          <p:cNvPr id="5" name="text_1">
            <a:extLst>
              <a:ext uri="{FF2B5EF4-FFF2-40B4-BE49-F238E27FC236}">
                <a16:creationId xmlns:a16="http://schemas.microsoft.com/office/drawing/2014/main" id="{51575E6D-CD94-478A-BBE8-FF12560236A9}"/>
              </a:ext>
            </a:extLst>
          </p:cNvPr>
          <p:cNvSpPr>
            <a:spLocks noGrp="1"/>
          </p:cNvSpPr>
          <p:nvPr/>
        </p:nvSpPr>
        <p:spPr>
          <a:xfrm>
            <a:off x="904875" y="1562100"/>
            <a:ext cx="10382250" cy="40005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r>
              <a:rPr sz="2250" b="1">
                <a:solidFill>
                  <a:srgbClr val="182D45"/>
                </a:solidFill>
                <a:latin typeface="DejaVu Sans"/>
                <a:ea typeface="DejaVu Sans"/>
                <a:cs typeface="DejaVu Sans"/>
              </a:rPr>
              <a:t>One observation</a:t>
            </a:r>
          </a:p>
        </p:txBody>
      </p:sp>
      <mc:AlternateContent xmlns:mc="http://schemas.openxmlformats.org/markup-compatibility/2006" xmlns:a14="http://schemas.microsoft.com/office/drawing/2010/main">
        <mc:Choice Requires="a14">
          <p:sp>
            <p:nvSpPr>
              <p:cNvPr id="6" name="equation_2" descr="O(P)\ \text{time},\qquad O(P)\ \text{working memory}">
                <a:extLst>
                  <a:ext uri="{FF2B5EF4-FFF2-40B4-BE49-F238E27FC236}">
                    <a16:creationId xmlns:a16="http://schemas.microsoft.com/office/drawing/2014/main" id="{DFAEF439-C243-47A8-89E5-AF62C18FAC4B}"/>
                  </a:ext>
                </a:extLst>
              </p:cNvPr>
              <p:cNvSpPr>
                <a:spLocks noGrp="1"/>
              </p:cNvSpPr>
              <p:nvPr/>
            </p:nvSpPr>
            <p:spPr>
              <a:xfrm>
                <a:off x="666750" y="1981200"/>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6" name="equation_2" descr="O(P)\ \text{time},\qquad O(P)\ \text{working memory}">
                <a:extLst>
                  <a:ext uri="{FF2B5EF4-FFF2-40B4-BE49-F238E27FC236}">
                    <a16:creationId xmlns:a16="http://schemas.microsoft.com/office/drawing/2014/main" id="{DFAEF439-C243-47A8-89E5-AF62C18FAC4B}"/>
                  </a:ext>
                </a:extLst>
              </p:cNvPr>
              <p:cNvSpPr>
                <a:spLocks noGrp="1" noRot="1" noChangeAspect="1" noMove="1" noResize="1" noEditPoints="1" noAdjustHandles="1" noChangeArrowheads="1" noChangeShapeType="1" noTextEdit="1"/>
              </p:cNvSpPr>
              <p:nvPr/>
            </p:nvSpPr>
            <p:spPr>
              <a:xfrm>
                <a:off x="666750" y="1981200"/>
                <a:ext cx="10858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3">
                <a:extLst>
                  <a:ext uri="{FF2B5EF4-FFF2-40B4-BE49-F238E27FC236}">
                    <a16:creationId xmlns:a16="http://schemas.microsoft.com/office/drawing/2014/main" id="{916F1C7B-9D77-4266-B6E9-ECB44355BD9C}"/>
                  </a:ext>
                </a:extLst>
              </p:cNvPr>
              <p:cNvSpPr>
                <a:spLocks noGrp="1"/>
              </p:cNvSpPr>
              <p:nvPr/>
            </p:nvSpPr>
            <p:spPr>
              <a:xfrm>
                <a:off x="904875" y="3867150"/>
                <a:ext cx="10382250" cy="41910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14:m>
                  <m:oMath xmlns:m="http://schemas.openxmlformats.org/officeDocument/2006/math">
                    <m:r>
                      <a:rPr lang="en-GB" sz="2250">
                        <a:solidFill>
                          <a:srgbClr val="182D45"/>
                        </a:solidFill>
                        <a:latin typeface="Cambria Math"/>
                        <a:ea typeface="Cambria Math"/>
                        <a:cs typeface="Cambria Math"/>
                      </a:rPr>
                      <m:t>𝑁</m:t>
                    </m:r>
                  </m:oMath>
                </a14:m>
                <a:r>
                  <a:rPr sz="2250" b="1">
                    <a:solidFill>
                      <a:srgbClr val="182D45"/>
                    </a:solidFill>
                    <a:latin typeface="DejaVu Sans"/>
                    <a:ea typeface="DejaVu Sans"/>
                    <a:cs typeface="DejaVu Sans"/>
                  </a:rPr>
                  <a:t> observations, processed one at a time</a:t>
                </a:r>
              </a:p>
            </p:txBody>
          </p:sp>
        </mc:Choice>
        <mc:Fallback xmlns="">
          <p:sp>
            <p:nvSpPr>
              <p:cNvPr id="7" name="text_3">
                <a:extLst>
                  <a:ext uri="{FF2B5EF4-FFF2-40B4-BE49-F238E27FC236}">
                    <a16:creationId xmlns:a16="http://schemas.microsoft.com/office/drawing/2014/main" id="{916F1C7B-9D77-4266-B6E9-ECB44355BD9C}"/>
                  </a:ext>
                </a:extLst>
              </p:cNvPr>
              <p:cNvSpPr>
                <a:spLocks noGrp="1" noRot="1" noChangeAspect="1" noMove="1" noResize="1" noEditPoints="1" noAdjustHandles="1" noChangeArrowheads="1" noChangeShapeType="1" noTextEdit="1"/>
              </p:cNvSpPr>
              <p:nvPr/>
            </p:nvSpPr>
            <p:spPr>
              <a:xfrm>
                <a:off x="904875" y="3867150"/>
                <a:ext cx="10382250" cy="419100"/>
              </a:xfrm>
              <a:prstGeom prst="rect">
                <a:avLst/>
              </a:prstGeom>
              <a:blipFill>
                <a:blip r:embed="rId5"/>
                <a:stretch>
                  <a:fillRect t="-5128" b="-217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p:cNvSpPr>
              <p:nvPr/>
            </p:nvSpPr>
            <p:spPr>
              <a:xfrm>
                <a:off x="666750" y="4314825"/>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𝑁𝑃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noRot="1" noChangeAspect="1" noMove="1" noResize="1" noEditPoints="1" noAdjustHandles="1" noChangeArrowheads="1" noChangeShapeType="1" noTextEdit="1"/>
              </p:cNvSpPr>
              <p:nvPr/>
            </p:nvSpPr>
            <p:spPr>
              <a:xfrm>
                <a:off x="666750" y="4314825"/>
                <a:ext cx="10858500" cy="666750"/>
              </a:xfrm>
              <a:prstGeom prst="rect">
                <a:avLst/>
              </a:prstGeom>
              <a:blipFill>
                <a:blip r:embed="rId6"/>
                <a:stretch>
                  <a:fillRect/>
                </a:stretch>
              </a:blipFill>
              <a:ln w="0">
                <a:noFill/>
              </a:ln>
            </p:spPr>
            <p:txBody>
              <a:bodyPr/>
              <a:lstStyle/>
              <a:p>
                <a:r>
                  <a:rPr lang="it-IT">
                    <a:noFill/>
                  </a:rPr>
                  <a:t> </a:t>
                </a:r>
              </a:p>
            </p:txBody>
          </p:sp>
        </mc:Fallback>
      </mc:AlternateContent>
      <p:sp>
        <p:nvSpPr>
          <p:cNvPr id="9" name="text_5">
            <a:extLst>
              <a:ext uri="{FF2B5EF4-FFF2-40B4-BE49-F238E27FC236}">
                <a16:creationId xmlns:a16="http://schemas.microsoft.com/office/drawing/2014/main" id="{DC7C836F-6021-4180-9378-3031C74CD60B}"/>
              </a:ext>
            </a:extLst>
          </p:cNvPr>
          <p:cNvSpPr>
            <a:spLocks noGrp="1"/>
          </p:cNvSpPr>
          <p:nvPr/>
        </p:nvSpPr>
        <p:spPr>
          <a:xfrm>
            <a:off x="809625" y="6038850"/>
            <a:ext cx="10572750" cy="34290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800" b="0">
                <a:solidFill>
                  <a:srgbClr val="526276"/>
                </a:solidFill>
                <a:latin typeface="DejaVu Sans"/>
                <a:ea typeface="DejaVu Sans"/>
                <a:cs typeface="DejaVu Sans"/>
              </a:rPr>
              <a:t>Working memory excludes the dataset.</a:t>
            </a:r>
          </a:p>
        </p:txBody>
      </p:sp>
      <mc:AlternateContent xmlns:mc="http://schemas.openxmlformats.org/markup-compatibility/2006" xmlns:a14="http://schemas.microsoft.com/office/drawing/2010/main">
        <mc:Choice Requires="a14">
          <p:sp>
            <p:nvSpPr>
              <p:cNvPr id="11" name="memory_parameters">
                <a:extLst>
                  <a:ext uri="{FF2B5EF4-FFF2-40B4-BE49-F238E27FC236}">
                    <a16:creationId xmlns:a16="http://schemas.microsoft.com/office/drawing/2014/main" id="{AF2827B0-530E-4D7B-9F22-03FECF6DAE59}"/>
                  </a:ext>
                </a:extLst>
              </p:cNvPr>
              <p:cNvSpPr>
                <a:spLocks noGrp="1"/>
              </p:cNvSpPr>
              <p:nvPr/>
            </p:nvSpPr>
            <p:spPr>
              <a:xfrm>
                <a:off x="523875" y="26860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Parameters and parameter gradients: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 each.</a:t>
                </a:r>
              </a:p>
            </p:txBody>
          </p:sp>
        </mc:Choice>
        <mc:Fallback xmlns="">
          <p:sp>
            <p:nvSpPr>
              <p:cNvPr id="11" name="memory_parameters">
                <a:extLst>
                  <a:ext uri="{FF2B5EF4-FFF2-40B4-BE49-F238E27FC236}">
                    <a16:creationId xmlns:a16="http://schemas.microsoft.com/office/drawing/2014/main" id="{AF2827B0-530E-4D7B-9F22-03FECF6DAE59}"/>
                  </a:ext>
                </a:extLst>
              </p:cNvPr>
              <p:cNvSpPr>
                <a:spLocks noGrp="1" noRot="1" noChangeAspect="1" noMove="1" noResize="1" noEditPoints="1" noAdjustHandles="1" noChangeArrowheads="1" noChangeShapeType="1" noTextEdit="1"/>
              </p:cNvSpPr>
              <p:nvPr/>
            </p:nvSpPr>
            <p:spPr>
              <a:xfrm>
                <a:off x="523875" y="2686050"/>
                <a:ext cx="11144250" cy="295275"/>
              </a:xfrm>
              <a:prstGeom prst="rect">
                <a:avLst/>
              </a:prstGeom>
              <a:blipFill>
                <a:blip r:embed="rId7"/>
                <a:stretch>
                  <a:fillRect t="-25000" b="-458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memory_saved">
                <a:extLst>
                  <a:ext uri="{FF2B5EF4-FFF2-40B4-BE49-F238E27FC236}">
                    <a16:creationId xmlns:a16="http://schemas.microsoft.com/office/drawing/2014/main" id="{0C820F0D-54C2-41E1-AD07-0E0779027101}"/>
                  </a:ext>
                </a:extLst>
              </p:cNvPr>
              <p:cNvSpPr>
                <a:spLocks noGrp="1"/>
              </p:cNvSpPr>
              <p:nvPr/>
            </p:nvSpPr>
            <p:spPr>
              <a:xfrm>
                <a:off x="523875" y="30289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Saved values and intermediate gradients: </a:t>
                </a:r>
                <a14:m>
                  <m:oMath xmlns:m="http://schemas.openxmlformats.org/officeDocument/2006/math">
                    <m:r>
                      <a:rPr lang="en-GB" sz="1800">
                        <a:solidFill>
                          <a:srgbClr val="526276"/>
                        </a:solidFill>
                        <a:latin typeface="Cambria Math"/>
                        <a:ea typeface="Cambria Math"/>
                        <a:cs typeface="Cambria Math"/>
                      </a:rPr>
                      <m:t>𝑂</m:t>
                    </m:r>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oMath>
                </a14:m>
                <a:r>
                  <a:rPr sz="1800" b="0">
                    <a:solidFill>
                      <a:srgbClr val="526276"/>
                    </a:solidFill>
                    <a:latin typeface="DejaVu Sans"/>
                    <a:ea typeface="DejaVu Sans"/>
                    <a:cs typeface="DejaVu Sans"/>
                  </a:rPr>
                  <a:t> entries.</a:t>
                </a:r>
              </a:p>
            </p:txBody>
          </p:sp>
        </mc:Choice>
        <mc:Fallback xmlns="">
          <p:sp>
            <p:nvSpPr>
              <p:cNvPr id="12" name="memory_saved">
                <a:extLst>
                  <a:ext uri="{FF2B5EF4-FFF2-40B4-BE49-F238E27FC236}">
                    <a16:creationId xmlns:a16="http://schemas.microsoft.com/office/drawing/2014/main" id="{0C820F0D-54C2-41E1-AD07-0E0779027101}"/>
                  </a:ext>
                </a:extLst>
              </p:cNvPr>
              <p:cNvSpPr>
                <a:spLocks noGrp="1" noRot="1" noChangeAspect="1" noMove="1" noResize="1" noEditPoints="1" noAdjustHandles="1" noChangeArrowheads="1" noChangeShapeType="1" noTextEdit="1"/>
              </p:cNvSpPr>
              <p:nvPr/>
            </p:nvSpPr>
            <p:spPr>
              <a:xfrm>
                <a:off x="523875" y="3028950"/>
                <a:ext cx="11144250" cy="295275"/>
              </a:xfrm>
              <a:prstGeom prst="rect">
                <a:avLst/>
              </a:prstGeom>
              <a:blipFill>
                <a:blip r:embed="rId8"/>
                <a:stretch>
                  <a:fillRect t="-22917" b="-458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memory_bound">
                <a:extLst>
                  <a:ext uri="{FF2B5EF4-FFF2-40B4-BE49-F238E27FC236}">
                    <a16:creationId xmlns:a16="http://schemas.microsoft.com/office/drawing/2014/main" id="{34A6FBFA-DE40-400A-9023-71607F0131B1}"/>
                  </a:ext>
                </a:extLst>
              </p:cNvPr>
              <p:cNvSpPr>
                <a:spLocks noGrp="1"/>
              </p:cNvSpPr>
              <p:nvPr/>
            </p:nvSpPr>
            <p:spPr>
              <a:xfrm>
                <a:off x="381000" y="3371850"/>
                <a:ext cx="1143000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one bias per non-input neuron, plus at least </a:t>
                </a: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oMath>
                </a14:m>
                <a:r>
                  <a:rPr sz="1800" b="0">
                    <a:solidFill>
                      <a:srgbClr val="526276"/>
                    </a:solidFill>
                    <a:latin typeface="DejaVu Sans"/>
                    <a:ea typeface="DejaVu Sans"/>
                    <a:cs typeface="DejaVu Sans"/>
                  </a:rPr>
                  <a:t> first-layer weights.</a:t>
                </a:r>
              </a:p>
            </p:txBody>
          </p:sp>
        </mc:Choice>
        <mc:Fallback xmlns="">
          <p:sp>
            <p:nvSpPr>
              <p:cNvPr id="13" name="memory_bound">
                <a:extLst>
                  <a:ext uri="{FF2B5EF4-FFF2-40B4-BE49-F238E27FC236}">
                    <a16:creationId xmlns:a16="http://schemas.microsoft.com/office/drawing/2014/main" id="{34A6FBFA-DE40-400A-9023-71607F0131B1}"/>
                  </a:ext>
                </a:extLst>
              </p:cNvPr>
              <p:cNvSpPr>
                <a:spLocks noGrp="1" noRot="1" noChangeAspect="1" noMove="1" noResize="1" noEditPoints="1" noAdjustHandles="1" noChangeArrowheads="1" noChangeShapeType="1" noTextEdit="1"/>
              </p:cNvSpPr>
              <p:nvPr/>
            </p:nvSpPr>
            <p:spPr>
              <a:xfrm>
                <a:off x="381000" y="3371850"/>
                <a:ext cx="11430000" cy="295275"/>
              </a:xfrm>
              <a:prstGeom prst="rect">
                <a:avLst/>
              </a:prstGeom>
              <a:blipFill>
                <a:blip r:embed="rId9"/>
                <a:stretch>
                  <a:fillRect t="-22449" b="-4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emory_accumulation">
                <a:extLst>
                  <a:ext uri="{FF2B5EF4-FFF2-40B4-BE49-F238E27FC236}">
                    <a16:creationId xmlns:a16="http://schemas.microsoft.com/office/drawing/2014/main" id="{10F27F8D-950C-4D11-A4F4-AE6139D0FD29}"/>
                  </a:ext>
                </a:extLst>
              </p:cNvPr>
              <p:cNvSpPr>
                <a:spLocks noGrp="1"/>
              </p:cNvSpPr>
              <p:nvPr/>
            </p:nvSpPr>
            <p:spPr>
              <a:xfrm>
                <a:off x="523875" y="51149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Accumulate each observation’s gradient into one vector with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a:t>
                </a:r>
              </a:p>
            </p:txBody>
          </p:sp>
        </mc:Choice>
        <mc:Fallback xmlns="">
          <p:sp>
            <p:nvSpPr>
              <p:cNvPr id="14" name="memory_accumulation">
                <a:extLst>
                  <a:ext uri="{FF2B5EF4-FFF2-40B4-BE49-F238E27FC236}">
                    <a16:creationId xmlns:a16="http://schemas.microsoft.com/office/drawing/2014/main" id="{10F27F8D-950C-4D11-A4F4-AE6139D0FD29}"/>
                  </a:ext>
                </a:extLst>
              </p:cNvPr>
              <p:cNvSpPr>
                <a:spLocks noGrp="1" noRot="1" noChangeAspect="1" noMove="1" noResize="1" noEditPoints="1" noAdjustHandles="1" noChangeArrowheads="1" noChangeShapeType="1" noTextEdit="1"/>
              </p:cNvSpPr>
              <p:nvPr/>
            </p:nvSpPr>
            <p:spPr>
              <a:xfrm>
                <a:off x="523875" y="5114925"/>
                <a:ext cx="11144250" cy="295275"/>
              </a:xfrm>
              <a:prstGeom prst="rect">
                <a:avLst/>
              </a:prstGeom>
              <a:blipFill>
                <a:blip r:embed="rId10"/>
                <a:stretch>
                  <a:fillRect t="-22449" b="-42857"/>
                </a:stretch>
              </a:blipFill>
              <a:ln w="0">
                <a:noFill/>
              </a:ln>
            </p:spPr>
            <p:txBody>
              <a:bodyPr/>
              <a:lstStyle/>
              <a:p>
                <a:r>
                  <a:rPr lang="it-IT">
                    <a:noFill/>
                  </a:rPr>
                  <a:t> </a:t>
                </a:r>
              </a:p>
            </p:txBody>
          </p:sp>
        </mc:Fallback>
      </mc:AlternateContent>
      <p:sp>
        <p:nvSpPr>
          <p:cNvPr id="15" name="memory_reuse">
            <a:extLst>
              <a:ext uri="{FF2B5EF4-FFF2-40B4-BE49-F238E27FC236}">
                <a16:creationId xmlns:a16="http://schemas.microsoft.com/office/drawing/2014/main" id="{6A48C0A8-685E-4D3C-9EF9-45202E6484AD}"/>
              </a:ext>
            </a:extLst>
          </p:cNvPr>
          <p:cNvSpPr>
            <a:spLocks noGrp="1"/>
          </p:cNvSpPr>
          <p:nvPr/>
        </p:nvSpPr>
        <p:spPr>
          <a:xfrm>
            <a:off x="523875" y="54578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Then reuse its forward/backward storage for the next observation.</a:t>
            </a:r>
          </a:p>
        </p:txBody>
      </p:sp>
    </p:spTree>
    <p:extLst>
      <p:ext uri="{BB962C8B-B14F-4D97-AF65-F5344CB8AC3E}">
        <p14:creationId xmlns:p14="http://schemas.microsoft.com/office/powerpoint/2010/main" val="924775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4" grpId="0"/>
      <p:bldP spid="15"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Take-home messages from backpropagation</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42</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computed gradient.</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3</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542</TotalTime>
  <Words>15573</Words>
  <Application>Microsoft Office PowerPoint</Application>
  <DocSecurity>0</DocSecurity>
  <PresentationFormat>Widescreen</PresentationFormat>
  <Paragraphs>2613</Paragraphs>
  <Slides>43</Slides>
  <Notes>43</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43</vt:i4>
      </vt:variant>
    </vt:vector>
  </HeadingPairs>
  <TitlesOfParts>
    <vt:vector size="51"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17</cp:revision>
  <dcterms:created xsi:type="dcterms:W3CDTF">2026-10-18T16:31:13Z</dcterms:created>
  <dcterms:modified xsi:type="dcterms:W3CDTF">2026-10-21T15:41:47Z</dcterms:modified>
</cp:coreProperties>
</file>