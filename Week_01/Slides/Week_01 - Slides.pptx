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2"/>
    <p:sldId id="257" r:id="rId3"/>
    <p:sldId id="258" r:id="rId4"/>
    <p:sldId id="304" r:id="rId5"/>
    <p:sldId id="260" r:id="rId6"/>
    <p:sldId id="261" r:id="rId7"/>
    <p:sldId id="262" r:id="rId8"/>
    <p:sldId id="263" r:id="rId9"/>
    <p:sldId id="264" r:id="rId10"/>
    <p:sldId id="265" r:id="rId11"/>
    <p:sldId id="266" r:id="rId12"/>
    <p:sldId id="267" r:id="rId13"/>
    <p:sldId id="268" r:id="rId14"/>
    <p:sldId id="305" r:id="rId15"/>
    <p:sldId id="269" r:id="rId16"/>
    <p:sldId id="272" r:id="rId17"/>
    <p:sldId id="273" r:id="rId18"/>
    <p:sldId id="275" r:id="rId19"/>
    <p:sldId id="303" r:id="rId20"/>
    <p:sldId id="276" r:id="rId21"/>
    <p:sldId id="274" r:id="rId22"/>
    <p:sldId id="277" r:id="rId23"/>
    <p:sldId id="278" r:id="rId24"/>
    <p:sldId id="279" r:id="rId25"/>
    <p:sldId id="281" r:id="rId26"/>
    <p:sldId id="284" r:id="rId27"/>
    <p:sldId id="285" r:id="rId28"/>
    <p:sldId id="286" r:id="rId29"/>
    <p:sldId id="289" r:id="rId30"/>
    <p:sldId id="292" r:id="rId31"/>
    <p:sldId id="293" r:id="rId32"/>
    <p:sldId id="296" r:id="rId33"/>
    <p:sldId id="297" r:id="rId34"/>
    <p:sldId id="298" r:id="rId35"/>
    <p:sldId id="299" r:id="rId36"/>
    <p:sldId id="301" r:id="rId37"/>
    <p:sldId id="302" r:id="rId3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0E1206-2EA2-478F-AF0F-E297CC1A2B3D}" v="7" dt="2026-09-22T08:31:39.8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o Colomboni" userId="dd40f206-3c8d-4cae-a481-e04c30f4a734" providerId="ADAL" clId="{60E66902-36BF-4793-9F68-7CEF37DD1CC7}"/>
    <pc:docChg chg="delSld modSld">
      <pc:chgData name="Roberto Colomboni" userId="dd40f206-3c8d-4cae-a481-e04c30f4a734" providerId="ADAL" clId="{60E66902-36BF-4793-9F68-7CEF37DD1CC7}" dt="2026-09-22T14:16:08.402" v="9" actId="2696"/>
      <pc:docMkLst>
        <pc:docMk/>
      </pc:docMkLst>
      <pc:sldChg chg="modSp">
        <pc:chgData name="Roberto Colomboni" userId="dd40f206-3c8d-4cae-a481-e04c30f4a734" providerId="ADAL" clId="{60E66902-36BF-4793-9F68-7CEF37DD1CC7}" dt="2026-09-22T08:29:32.105" v="1" actId="6549"/>
        <pc:sldMkLst>
          <pc:docMk/>
          <pc:sldMk cId="1652215494" sldId="285"/>
        </pc:sldMkLst>
        <pc:spChg chg="mod">
          <ac:chgData name="Roberto Colomboni" userId="dd40f206-3c8d-4cae-a481-e04c30f4a734" providerId="ADAL" clId="{60E66902-36BF-4793-9F68-7CEF37DD1CC7}" dt="2026-09-22T08:29:32.105" v="1" actId="6549"/>
          <ac:spMkLst>
            <pc:docMk/>
            <pc:sldMk cId="1652215494" sldId="285"/>
            <ac:spMk id="3" creationId="{4CF4605D-51C8-4DB9-8D9D-71F63511FA26}"/>
          </ac:spMkLst>
        </pc:spChg>
      </pc:sldChg>
      <pc:sldChg chg="del">
        <pc:chgData name="Roberto Colomboni" userId="dd40f206-3c8d-4cae-a481-e04c30f4a734" providerId="ADAL" clId="{60E66902-36BF-4793-9F68-7CEF37DD1CC7}" dt="2026-09-22T08:31:48.821" v="8" actId="2696"/>
        <pc:sldMkLst>
          <pc:docMk/>
          <pc:sldMk cId="1062415206" sldId="291"/>
        </pc:sldMkLst>
      </pc:sldChg>
      <pc:sldChg chg="modSp mod">
        <pc:chgData name="Roberto Colomboni" userId="dd40f206-3c8d-4cae-a481-e04c30f4a734" providerId="ADAL" clId="{60E66902-36BF-4793-9F68-7CEF37DD1CC7}" dt="2026-09-22T08:31:41.045" v="7" actId="122"/>
        <pc:sldMkLst>
          <pc:docMk/>
          <pc:sldMk cId="1783549664" sldId="292"/>
        </pc:sldMkLst>
        <pc:spChg chg="mod">
          <ac:chgData name="Roberto Colomboni" userId="dd40f206-3c8d-4cae-a481-e04c30f4a734" providerId="ADAL" clId="{60E66902-36BF-4793-9F68-7CEF37DD1CC7}" dt="2026-09-22T08:31:37.515" v="5" actId="122"/>
          <ac:spMkLst>
            <pc:docMk/>
            <pc:sldMk cId="1783549664" sldId="292"/>
            <ac:spMk id="5" creationId="{893AFF3C-510A-4FC2-8DCB-D9668716DAF9}"/>
          </ac:spMkLst>
        </pc:spChg>
        <pc:spChg chg="mod">
          <ac:chgData name="Roberto Colomboni" userId="dd40f206-3c8d-4cae-a481-e04c30f4a734" providerId="ADAL" clId="{60E66902-36BF-4793-9F68-7CEF37DD1CC7}" dt="2026-09-22T08:31:28.582" v="4" actId="207"/>
          <ac:spMkLst>
            <pc:docMk/>
            <pc:sldMk cId="1783549664" sldId="292"/>
            <ac:spMk id="6" creationId="{0E5B30EF-EA44-44E3-B82D-22207CDC2147}"/>
          </ac:spMkLst>
        </pc:spChg>
        <pc:spChg chg="mod">
          <ac:chgData name="Roberto Colomboni" userId="dd40f206-3c8d-4cae-a481-e04c30f4a734" providerId="ADAL" clId="{60E66902-36BF-4793-9F68-7CEF37DD1CC7}" dt="2026-09-22T08:31:39.843" v="6" actId="122"/>
          <ac:spMkLst>
            <pc:docMk/>
            <pc:sldMk cId="1783549664" sldId="292"/>
            <ac:spMk id="8" creationId="{3072077E-F464-4DA6-A236-1C3FDA3254D4}"/>
          </ac:spMkLst>
        </pc:spChg>
        <pc:spChg chg="mod">
          <ac:chgData name="Roberto Colomboni" userId="dd40f206-3c8d-4cae-a481-e04c30f4a734" providerId="ADAL" clId="{60E66902-36BF-4793-9F68-7CEF37DD1CC7}" dt="2026-09-22T08:31:41.045" v="7" actId="122"/>
          <ac:spMkLst>
            <pc:docMk/>
            <pc:sldMk cId="1783549664" sldId="292"/>
            <ac:spMk id="9" creationId="{AD976516-96FF-454E-91CD-3AA8E45CF070}"/>
          </ac:spMkLst>
        </pc:spChg>
      </pc:sldChg>
      <pc:sldChg chg="del">
        <pc:chgData name="Roberto Colomboni" userId="dd40f206-3c8d-4cae-a481-e04c30f4a734" providerId="ADAL" clId="{60E66902-36BF-4793-9F68-7CEF37DD1CC7}" dt="2026-09-22T14:16:08.402" v="9" actId="2696"/>
        <pc:sldMkLst>
          <pc:docMk/>
          <pc:sldMk cId="767828485" sldId="295"/>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f(x) = x²</c:v>
          </c:tx>
          <c:spPr>
            <a:ln w="28575">
              <a:solidFill>
                <a:srgbClr val="087F83"/>
              </a:solidFill>
            </a:ln>
          </c:spPr>
          <c:marker>
            <c:symbol val="none"/>
          </c:marker>
          <c:xVal>
            <c:numRef>
              <c:f>'Chart Data'!$A$2:$A$70</c:f>
              <c:numCache>
                <c:formatCode>General</c:formatCode>
                <c:ptCount val="69"/>
                <c:pt idx="0">
                  <c:v>-3.4</c:v>
                </c:pt>
                <c:pt idx="1">
                  <c:v>-3.3</c:v>
                </c:pt>
                <c:pt idx="2">
                  <c:v>-3.2</c:v>
                </c:pt>
                <c:pt idx="3">
                  <c:v>-3.1</c:v>
                </c:pt>
                <c:pt idx="4">
                  <c:v>-3</c:v>
                </c:pt>
                <c:pt idx="5">
                  <c:v>-2.9</c:v>
                </c:pt>
                <c:pt idx="6">
                  <c:v>-2.8</c:v>
                </c:pt>
                <c:pt idx="7">
                  <c:v>-2.7</c:v>
                </c:pt>
                <c:pt idx="8">
                  <c:v>-2.6</c:v>
                </c:pt>
                <c:pt idx="9">
                  <c:v>-2.5</c:v>
                </c:pt>
                <c:pt idx="10">
                  <c:v>-2.4</c:v>
                </c:pt>
                <c:pt idx="11">
                  <c:v>-2.3</c:v>
                </c:pt>
                <c:pt idx="12">
                  <c:v>-2.2</c:v>
                </c:pt>
                <c:pt idx="13">
                  <c:v>-2.1</c:v>
                </c:pt>
                <c:pt idx="14">
                  <c:v>-2</c:v>
                </c:pt>
                <c:pt idx="15">
                  <c:v>-1.9</c:v>
                </c:pt>
                <c:pt idx="16">
                  <c:v>-1.8</c:v>
                </c:pt>
                <c:pt idx="17">
                  <c:v>-1.7</c:v>
                </c:pt>
                <c:pt idx="18">
                  <c:v>-1.6</c:v>
                </c:pt>
                <c:pt idx="19">
                  <c:v>-1.5</c:v>
                </c:pt>
                <c:pt idx="20">
                  <c:v>-1.4</c:v>
                </c:pt>
                <c:pt idx="21">
                  <c:v>-1.3</c:v>
                </c:pt>
                <c:pt idx="22">
                  <c:v>-1.2</c:v>
                </c:pt>
                <c:pt idx="23">
                  <c:v>-1.1</c:v>
                </c:pt>
                <c:pt idx="24">
                  <c:v>-1</c:v>
                </c:pt>
                <c:pt idx="25">
                  <c:v>-0.9</c:v>
                </c:pt>
                <c:pt idx="26">
                  <c:v>-0.8</c:v>
                </c:pt>
                <c:pt idx="27">
                  <c:v>-0.7</c:v>
                </c:pt>
                <c:pt idx="28">
                  <c:v>-0.6</c:v>
                </c:pt>
                <c:pt idx="29">
                  <c:v>-0.5</c:v>
                </c:pt>
                <c:pt idx="30">
                  <c:v>-0.4</c:v>
                </c:pt>
                <c:pt idx="31">
                  <c:v>-0.3</c:v>
                </c:pt>
                <c:pt idx="32">
                  <c:v>-0.2</c:v>
                </c:pt>
                <c:pt idx="33">
                  <c:v>-0.1</c:v>
                </c:pt>
                <c:pt idx="34">
                  <c:v>0</c:v>
                </c:pt>
                <c:pt idx="35">
                  <c:v>0.1</c:v>
                </c:pt>
                <c:pt idx="36">
                  <c:v>0.2</c:v>
                </c:pt>
                <c:pt idx="37">
                  <c:v>0.3</c:v>
                </c:pt>
                <c:pt idx="38">
                  <c:v>0.4</c:v>
                </c:pt>
                <c:pt idx="39">
                  <c:v>0.5</c:v>
                </c:pt>
                <c:pt idx="40">
                  <c:v>0.6</c:v>
                </c:pt>
                <c:pt idx="41">
                  <c:v>0.7</c:v>
                </c:pt>
                <c:pt idx="42">
                  <c:v>0.8</c:v>
                </c:pt>
                <c:pt idx="43">
                  <c:v>0.9</c:v>
                </c:pt>
                <c:pt idx="44">
                  <c:v>1</c:v>
                </c:pt>
                <c:pt idx="45">
                  <c:v>1.1</c:v>
                </c:pt>
                <c:pt idx="46">
                  <c:v>1.2</c:v>
                </c:pt>
                <c:pt idx="47">
                  <c:v>1.3</c:v>
                </c:pt>
                <c:pt idx="48">
                  <c:v>1.4</c:v>
                </c:pt>
                <c:pt idx="49">
                  <c:v>1.5</c:v>
                </c:pt>
                <c:pt idx="50">
                  <c:v>1.6</c:v>
                </c:pt>
                <c:pt idx="51">
                  <c:v>1.7</c:v>
                </c:pt>
                <c:pt idx="52">
                  <c:v>1.8</c:v>
                </c:pt>
                <c:pt idx="53">
                  <c:v>1.9</c:v>
                </c:pt>
                <c:pt idx="54">
                  <c:v>2</c:v>
                </c:pt>
                <c:pt idx="55">
                  <c:v>2.1</c:v>
                </c:pt>
                <c:pt idx="56">
                  <c:v>2.2</c:v>
                </c:pt>
                <c:pt idx="57">
                  <c:v>2.3</c:v>
                </c:pt>
                <c:pt idx="58">
                  <c:v>2.4</c:v>
                </c:pt>
                <c:pt idx="59">
                  <c:v>2.5</c:v>
                </c:pt>
                <c:pt idx="60">
                  <c:v>2.6</c:v>
                </c:pt>
                <c:pt idx="61">
                  <c:v>2.7</c:v>
                </c:pt>
                <c:pt idx="62">
                  <c:v>2.8</c:v>
                </c:pt>
                <c:pt idx="63">
                  <c:v>2.9</c:v>
                </c:pt>
                <c:pt idx="64">
                  <c:v>3</c:v>
                </c:pt>
                <c:pt idx="65">
                  <c:v>3.1</c:v>
                </c:pt>
                <c:pt idx="66">
                  <c:v>3.2</c:v>
                </c:pt>
                <c:pt idx="67">
                  <c:v>3.3</c:v>
                </c:pt>
                <c:pt idx="68">
                  <c:v>3.4</c:v>
                </c:pt>
              </c:numCache>
            </c:numRef>
          </c:xVal>
          <c:yVal>
            <c:numRef>
              <c:f>'Chart Data'!$B$2:$B$70</c:f>
              <c:numCache>
                <c:formatCode>0</c:formatCode>
                <c:ptCount val="69"/>
                <c:pt idx="0">
                  <c:v>11.56</c:v>
                </c:pt>
                <c:pt idx="1">
                  <c:v>10.89</c:v>
                </c:pt>
                <c:pt idx="2">
                  <c:v>10.24</c:v>
                </c:pt>
                <c:pt idx="3">
                  <c:v>9.61</c:v>
                </c:pt>
                <c:pt idx="4">
                  <c:v>9</c:v>
                </c:pt>
                <c:pt idx="5">
                  <c:v>8.41</c:v>
                </c:pt>
                <c:pt idx="6">
                  <c:v>7.84</c:v>
                </c:pt>
                <c:pt idx="7">
                  <c:v>7.29</c:v>
                </c:pt>
                <c:pt idx="8">
                  <c:v>6.76</c:v>
                </c:pt>
                <c:pt idx="9">
                  <c:v>6.25</c:v>
                </c:pt>
                <c:pt idx="10">
                  <c:v>5.76</c:v>
                </c:pt>
                <c:pt idx="11">
                  <c:v>5.29</c:v>
                </c:pt>
                <c:pt idx="12">
                  <c:v>4.84</c:v>
                </c:pt>
                <c:pt idx="13">
                  <c:v>4.41</c:v>
                </c:pt>
                <c:pt idx="14">
                  <c:v>4</c:v>
                </c:pt>
                <c:pt idx="15">
                  <c:v>3.61</c:v>
                </c:pt>
                <c:pt idx="16">
                  <c:v>3.24</c:v>
                </c:pt>
                <c:pt idx="17">
                  <c:v>2.89</c:v>
                </c:pt>
                <c:pt idx="18">
                  <c:v>2.56</c:v>
                </c:pt>
                <c:pt idx="19">
                  <c:v>2.25</c:v>
                </c:pt>
                <c:pt idx="20">
                  <c:v>1.96</c:v>
                </c:pt>
                <c:pt idx="21">
                  <c:v>1.69</c:v>
                </c:pt>
                <c:pt idx="22">
                  <c:v>1.44</c:v>
                </c:pt>
                <c:pt idx="23">
                  <c:v>1.21</c:v>
                </c:pt>
                <c:pt idx="24">
                  <c:v>1</c:v>
                </c:pt>
                <c:pt idx="25">
                  <c:v>0.81</c:v>
                </c:pt>
                <c:pt idx="26">
                  <c:v>0.64</c:v>
                </c:pt>
                <c:pt idx="27">
                  <c:v>0.49</c:v>
                </c:pt>
                <c:pt idx="28">
                  <c:v>0.36</c:v>
                </c:pt>
                <c:pt idx="29">
                  <c:v>0.25</c:v>
                </c:pt>
                <c:pt idx="30">
                  <c:v>0.16</c:v>
                </c:pt>
                <c:pt idx="31">
                  <c:v>0.09</c:v>
                </c:pt>
                <c:pt idx="32">
                  <c:v>0.04</c:v>
                </c:pt>
                <c:pt idx="33">
                  <c:v>0.01</c:v>
                </c:pt>
                <c:pt idx="34">
                  <c:v>0</c:v>
                </c:pt>
                <c:pt idx="35">
                  <c:v>0.01</c:v>
                </c:pt>
                <c:pt idx="36">
                  <c:v>0.04</c:v>
                </c:pt>
                <c:pt idx="37">
                  <c:v>0.09</c:v>
                </c:pt>
                <c:pt idx="38">
                  <c:v>0.16</c:v>
                </c:pt>
                <c:pt idx="39">
                  <c:v>0.25</c:v>
                </c:pt>
                <c:pt idx="40">
                  <c:v>0.36</c:v>
                </c:pt>
                <c:pt idx="41">
                  <c:v>0.49</c:v>
                </c:pt>
                <c:pt idx="42">
                  <c:v>0.64</c:v>
                </c:pt>
                <c:pt idx="43">
                  <c:v>0.81</c:v>
                </c:pt>
                <c:pt idx="44">
                  <c:v>1</c:v>
                </c:pt>
                <c:pt idx="45">
                  <c:v>1.21</c:v>
                </c:pt>
                <c:pt idx="46">
                  <c:v>1.44</c:v>
                </c:pt>
                <c:pt idx="47">
                  <c:v>1.69</c:v>
                </c:pt>
                <c:pt idx="48">
                  <c:v>1.96</c:v>
                </c:pt>
                <c:pt idx="49">
                  <c:v>2.25</c:v>
                </c:pt>
                <c:pt idx="50">
                  <c:v>2.56</c:v>
                </c:pt>
                <c:pt idx="51">
                  <c:v>2.89</c:v>
                </c:pt>
                <c:pt idx="52">
                  <c:v>3.24</c:v>
                </c:pt>
                <c:pt idx="53">
                  <c:v>3.61</c:v>
                </c:pt>
                <c:pt idx="54">
                  <c:v>4</c:v>
                </c:pt>
                <c:pt idx="55">
                  <c:v>4.41</c:v>
                </c:pt>
                <c:pt idx="56">
                  <c:v>4.84</c:v>
                </c:pt>
                <c:pt idx="57">
                  <c:v>5.29</c:v>
                </c:pt>
                <c:pt idx="58">
                  <c:v>5.76</c:v>
                </c:pt>
                <c:pt idx="59">
                  <c:v>6.25</c:v>
                </c:pt>
                <c:pt idx="60">
                  <c:v>6.76</c:v>
                </c:pt>
                <c:pt idx="61">
                  <c:v>7.29</c:v>
                </c:pt>
                <c:pt idx="62">
                  <c:v>7.84</c:v>
                </c:pt>
                <c:pt idx="63">
                  <c:v>8.41</c:v>
                </c:pt>
                <c:pt idx="64">
                  <c:v>9</c:v>
                </c:pt>
                <c:pt idx="65">
                  <c:v>9.61</c:v>
                </c:pt>
                <c:pt idx="66">
                  <c:v>10.24</c:v>
                </c:pt>
                <c:pt idx="67">
                  <c:v>10.89</c:v>
                </c:pt>
                <c:pt idx="68">
                  <c:v>11.56</c:v>
                </c:pt>
              </c:numCache>
            </c:numRef>
          </c:yVal>
          <c:smooth val="0"/>
          <c:extLst>
            <c:ext xmlns:c16="http://schemas.microsoft.com/office/drawing/2014/chart" uri="{C3380CC4-5D6E-409C-BE32-E72D297353CC}">
              <c16:uniqueId val="{00000000-D3EB-4A03-8A62-9F7560AF2794}"/>
            </c:ext>
          </c:extLst>
        </c:ser>
        <c:ser>
          <c:idx val="1"/>
          <c:order val="1"/>
          <c:tx>
            <c:v>Input 3</c:v>
          </c:tx>
          <c:spPr>
            <a:ln w="19050">
              <a:solidFill>
                <a:srgbClr val="C45C28"/>
              </a:solidFill>
              <a:prstDash val="dash"/>
            </a:ln>
          </c:spPr>
          <c:marker>
            <c:symbol val="none"/>
          </c:marker>
          <c:xVal>
            <c:numRef>
              <c:f>'Chart Data'!$C$2:$C$70</c:f>
              <c:numCache>
                <c:formatCode>General</c:formatCode>
                <c:ptCount val="69"/>
                <c:pt idx="0">
                  <c:v>3</c:v>
                </c:pt>
                <c:pt idx="1">
                  <c:v>3</c:v>
                </c:pt>
                <c:pt idx="2">
                  <c:v>3</c:v>
                </c:pt>
                <c:pt idx="3">
                  <c:v>3</c:v>
                </c:pt>
                <c:pt idx="4">
                  <c:v>3</c:v>
                </c:pt>
                <c:pt idx="5">
                  <c:v>3</c:v>
                </c:pt>
                <c:pt idx="6">
                  <c:v>3</c:v>
                </c:pt>
                <c:pt idx="7">
                  <c:v>3</c:v>
                </c:pt>
                <c:pt idx="8">
                  <c:v>3</c:v>
                </c:pt>
                <c:pt idx="9">
                  <c:v>3</c:v>
                </c:pt>
                <c:pt idx="10">
                  <c:v>3</c:v>
                </c:pt>
                <c:pt idx="11">
                  <c:v>3</c:v>
                </c:pt>
                <c:pt idx="12">
                  <c:v>3</c:v>
                </c:pt>
                <c:pt idx="13">
                  <c:v>3</c:v>
                </c:pt>
                <c:pt idx="14">
                  <c:v>3</c:v>
                </c:pt>
                <c:pt idx="15">
                  <c:v>3</c:v>
                </c:pt>
                <c:pt idx="16">
                  <c:v>3</c:v>
                </c:pt>
                <c:pt idx="17">
                  <c:v>3</c:v>
                </c:pt>
                <c:pt idx="18">
                  <c:v>3</c:v>
                </c:pt>
                <c:pt idx="19">
                  <c:v>3</c:v>
                </c:pt>
                <c:pt idx="20">
                  <c:v>3</c:v>
                </c:pt>
                <c:pt idx="21">
                  <c:v>3</c:v>
                </c:pt>
                <c:pt idx="22">
                  <c:v>3</c:v>
                </c:pt>
                <c:pt idx="23">
                  <c:v>3</c:v>
                </c:pt>
                <c:pt idx="24">
                  <c:v>3</c:v>
                </c:pt>
                <c:pt idx="25">
                  <c:v>3</c:v>
                </c:pt>
                <c:pt idx="26">
                  <c:v>3</c:v>
                </c:pt>
                <c:pt idx="27">
                  <c:v>3</c:v>
                </c:pt>
                <c:pt idx="28">
                  <c:v>3</c:v>
                </c:pt>
                <c:pt idx="29">
                  <c:v>3</c:v>
                </c:pt>
                <c:pt idx="30">
                  <c:v>3</c:v>
                </c:pt>
                <c:pt idx="31">
                  <c:v>3</c:v>
                </c:pt>
                <c:pt idx="32">
                  <c:v>3</c:v>
                </c:pt>
                <c:pt idx="33">
                  <c:v>3</c:v>
                </c:pt>
                <c:pt idx="34">
                  <c:v>3</c:v>
                </c:pt>
                <c:pt idx="35">
                  <c:v>3</c:v>
                </c:pt>
                <c:pt idx="36">
                  <c:v>3</c:v>
                </c:pt>
                <c:pt idx="37">
                  <c:v>3</c:v>
                </c:pt>
                <c:pt idx="38">
                  <c:v>3</c:v>
                </c:pt>
                <c:pt idx="39">
                  <c:v>3</c:v>
                </c:pt>
                <c:pt idx="40">
                  <c:v>3</c:v>
                </c:pt>
                <c:pt idx="41">
                  <c:v>3</c:v>
                </c:pt>
                <c:pt idx="42">
                  <c:v>3</c:v>
                </c:pt>
                <c:pt idx="43">
                  <c:v>3</c:v>
                </c:pt>
                <c:pt idx="44">
                  <c:v>3</c:v>
                </c:pt>
                <c:pt idx="45">
                  <c:v>3</c:v>
                </c:pt>
                <c:pt idx="46">
                  <c:v>3</c:v>
                </c:pt>
                <c:pt idx="47">
                  <c:v>3</c:v>
                </c:pt>
                <c:pt idx="48">
                  <c:v>3</c:v>
                </c:pt>
                <c:pt idx="49">
                  <c:v>3</c:v>
                </c:pt>
                <c:pt idx="50">
                  <c:v>3</c:v>
                </c:pt>
                <c:pt idx="51">
                  <c:v>3</c:v>
                </c:pt>
                <c:pt idx="52">
                  <c:v>3</c:v>
                </c:pt>
                <c:pt idx="53">
                  <c:v>3</c:v>
                </c:pt>
                <c:pt idx="54">
                  <c:v>3</c:v>
                </c:pt>
                <c:pt idx="55">
                  <c:v>3</c:v>
                </c:pt>
                <c:pt idx="56">
                  <c:v>3</c:v>
                </c:pt>
                <c:pt idx="57">
                  <c:v>3</c:v>
                </c:pt>
                <c:pt idx="58">
                  <c:v>3</c:v>
                </c:pt>
                <c:pt idx="59">
                  <c:v>3</c:v>
                </c:pt>
                <c:pt idx="60">
                  <c:v>3</c:v>
                </c:pt>
                <c:pt idx="61">
                  <c:v>3</c:v>
                </c:pt>
                <c:pt idx="62">
                  <c:v>3</c:v>
                </c:pt>
                <c:pt idx="63">
                  <c:v>3</c:v>
                </c:pt>
                <c:pt idx="64">
                  <c:v>3</c:v>
                </c:pt>
                <c:pt idx="65">
                  <c:v>3</c:v>
                </c:pt>
                <c:pt idx="66">
                  <c:v>3</c:v>
                </c:pt>
                <c:pt idx="67">
                  <c:v>3</c:v>
                </c:pt>
                <c:pt idx="68">
                  <c:v>3</c:v>
                </c:pt>
              </c:numCache>
            </c:numRef>
          </c:xVal>
          <c:yVal>
            <c:numRef>
              <c:f>'Chart Data'!$D$2:$D$70</c:f>
              <c:numCache>
                <c:formatCode>0</c:formatCode>
                <c:ptCount val="69"/>
                <c:pt idx="0">
                  <c:v>0</c:v>
                </c:pt>
                <c:pt idx="1">
                  <c:v>9</c:v>
                </c:pt>
                <c:pt idx="2">
                  <c:v>9</c:v>
                </c:pt>
                <c:pt idx="3">
                  <c:v>9</c:v>
                </c:pt>
                <c:pt idx="4">
                  <c:v>9</c:v>
                </c:pt>
                <c:pt idx="5">
                  <c:v>9</c:v>
                </c:pt>
                <c:pt idx="6">
                  <c:v>9</c:v>
                </c:pt>
                <c:pt idx="7">
                  <c:v>9</c:v>
                </c:pt>
                <c:pt idx="8">
                  <c:v>9</c:v>
                </c:pt>
                <c:pt idx="9">
                  <c:v>9</c:v>
                </c:pt>
                <c:pt idx="10">
                  <c:v>9</c:v>
                </c:pt>
                <c:pt idx="11">
                  <c:v>9</c:v>
                </c:pt>
                <c:pt idx="12">
                  <c:v>9</c:v>
                </c:pt>
                <c:pt idx="13">
                  <c:v>9</c:v>
                </c:pt>
                <c:pt idx="14">
                  <c:v>9</c:v>
                </c:pt>
                <c:pt idx="15">
                  <c:v>9</c:v>
                </c:pt>
                <c:pt idx="16">
                  <c:v>9</c:v>
                </c:pt>
                <c:pt idx="17">
                  <c:v>9</c:v>
                </c:pt>
                <c:pt idx="18">
                  <c:v>9</c:v>
                </c:pt>
                <c:pt idx="19">
                  <c:v>9</c:v>
                </c:pt>
                <c:pt idx="20">
                  <c:v>9</c:v>
                </c:pt>
                <c:pt idx="21">
                  <c:v>9</c:v>
                </c:pt>
                <c:pt idx="22">
                  <c:v>9</c:v>
                </c:pt>
                <c:pt idx="23">
                  <c:v>9</c:v>
                </c:pt>
                <c:pt idx="24">
                  <c:v>9</c:v>
                </c:pt>
                <c:pt idx="25">
                  <c:v>9</c:v>
                </c:pt>
                <c:pt idx="26">
                  <c:v>9</c:v>
                </c:pt>
                <c:pt idx="27">
                  <c:v>9</c:v>
                </c:pt>
                <c:pt idx="28">
                  <c:v>9</c:v>
                </c:pt>
                <c:pt idx="29">
                  <c:v>9</c:v>
                </c:pt>
                <c:pt idx="30">
                  <c:v>9</c:v>
                </c:pt>
                <c:pt idx="31">
                  <c:v>9</c:v>
                </c:pt>
                <c:pt idx="32">
                  <c:v>9</c:v>
                </c:pt>
                <c:pt idx="33">
                  <c:v>9</c:v>
                </c:pt>
                <c:pt idx="34">
                  <c:v>9</c:v>
                </c:pt>
                <c:pt idx="35">
                  <c:v>9</c:v>
                </c:pt>
                <c:pt idx="36">
                  <c:v>9</c:v>
                </c:pt>
                <c:pt idx="37">
                  <c:v>9</c:v>
                </c:pt>
                <c:pt idx="38">
                  <c:v>9</c:v>
                </c:pt>
                <c:pt idx="39">
                  <c:v>9</c:v>
                </c:pt>
                <c:pt idx="40">
                  <c:v>9</c:v>
                </c:pt>
                <c:pt idx="41">
                  <c:v>9</c:v>
                </c:pt>
                <c:pt idx="42">
                  <c:v>9</c:v>
                </c:pt>
                <c:pt idx="43">
                  <c:v>9</c:v>
                </c:pt>
                <c:pt idx="44">
                  <c:v>9</c:v>
                </c:pt>
                <c:pt idx="45">
                  <c:v>9</c:v>
                </c:pt>
                <c:pt idx="46">
                  <c:v>9</c:v>
                </c:pt>
                <c:pt idx="47">
                  <c:v>9</c:v>
                </c:pt>
                <c:pt idx="48">
                  <c:v>9</c:v>
                </c:pt>
                <c:pt idx="49">
                  <c:v>9</c:v>
                </c:pt>
                <c:pt idx="50">
                  <c:v>9</c:v>
                </c:pt>
                <c:pt idx="51">
                  <c:v>9</c:v>
                </c:pt>
                <c:pt idx="52">
                  <c:v>9</c:v>
                </c:pt>
                <c:pt idx="53">
                  <c:v>9</c:v>
                </c:pt>
                <c:pt idx="54">
                  <c:v>9</c:v>
                </c:pt>
                <c:pt idx="55">
                  <c:v>9</c:v>
                </c:pt>
                <c:pt idx="56">
                  <c:v>9</c:v>
                </c:pt>
                <c:pt idx="57">
                  <c:v>9</c:v>
                </c:pt>
                <c:pt idx="58">
                  <c:v>9</c:v>
                </c:pt>
                <c:pt idx="59">
                  <c:v>9</c:v>
                </c:pt>
                <c:pt idx="60">
                  <c:v>9</c:v>
                </c:pt>
                <c:pt idx="61">
                  <c:v>9</c:v>
                </c:pt>
                <c:pt idx="62">
                  <c:v>9</c:v>
                </c:pt>
                <c:pt idx="63">
                  <c:v>9</c:v>
                </c:pt>
                <c:pt idx="64">
                  <c:v>9</c:v>
                </c:pt>
                <c:pt idx="65">
                  <c:v>9</c:v>
                </c:pt>
                <c:pt idx="66">
                  <c:v>9</c:v>
                </c:pt>
                <c:pt idx="67">
                  <c:v>9</c:v>
                </c:pt>
                <c:pt idx="68">
                  <c:v>9</c:v>
                </c:pt>
              </c:numCache>
            </c:numRef>
          </c:yVal>
          <c:smooth val="0"/>
          <c:extLst>
            <c:ext xmlns:c16="http://schemas.microsoft.com/office/drawing/2014/chart" uri="{C3380CC4-5D6E-409C-BE32-E72D297353CC}">
              <c16:uniqueId val="{00000001-D3EB-4A03-8A62-9F7560AF2794}"/>
            </c:ext>
          </c:extLst>
        </c:ser>
        <c:ser>
          <c:idx val="2"/>
          <c:order val="2"/>
          <c:tx>
            <c:v>Output 9</c:v>
          </c:tx>
          <c:spPr>
            <a:ln w="19050">
              <a:solidFill>
                <a:srgbClr val="C45C28"/>
              </a:solidFill>
              <a:prstDash val="dash"/>
            </a:ln>
          </c:spPr>
          <c:marker>
            <c:symbol val="none"/>
          </c:marker>
          <c:xVal>
            <c:numRef>
              <c:f>'Chart Data'!$E$2:$E$70</c:f>
              <c:numCache>
                <c:formatCode>General</c:formatCode>
                <c:ptCount val="69"/>
                <c:pt idx="0">
                  <c:v>0</c:v>
                </c:pt>
                <c:pt idx="1">
                  <c:v>3</c:v>
                </c:pt>
                <c:pt idx="2">
                  <c:v>3</c:v>
                </c:pt>
                <c:pt idx="3">
                  <c:v>3</c:v>
                </c:pt>
                <c:pt idx="4">
                  <c:v>3</c:v>
                </c:pt>
                <c:pt idx="5">
                  <c:v>3</c:v>
                </c:pt>
                <c:pt idx="6">
                  <c:v>3</c:v>
                </c:pt>
                <c:pt idx="7">
                  <c:v>3</c:v>
                </c:pt>
                <c:pt idx="8">
                  <c:v>3</c:v>
                </c:pt>
                <c:pt idx="9">
                  <c:v>3</c:v>
                </c:pt>
                <c:pt idx="10">
                  <c:v>3</c:v>
                </c:pt>
                <c:pt idx="11">
                  <c:v>3</c:v>
                </c:pt>
                <c:pt idx="12">
                  <c:v>3</c:v>
                </c:pt>
                <c:pt idx="13">
                  <c:v>3</c:v>
                </c:pt>
                <c:pt idx="14">
                  <c:v>3</c:v>
                </c:pt>
                <c:pt idx="15">
                  <c:v>3</c:v>
                </c:pt>
                <c:pt idx="16">
                  <c:v>3</c:v>
                </c:pt>
                <c:pt idx="17">
                  <c:v>3</c:v>
                </c:pt>
                <c:pt idx="18">
                  <c:v>3</c:v>
                </c:pt>
                <c:pt idx="19">
                  <c:v>3</c:v>
                </c:pt>
                <c:pt idx="20">
                  <c:v>3</c:v>
                </c:pt>
                <c:pt idx="21">
                  <c:v>3</c:v>
                </c:pt>
                <c:pt idx="22">
                  <c:v>3</c:v>
                </c:pt>
                <c:pt idx="23">
                  <c:v>3</c:v>
                </c:pt>
                <c:pt idx="24">
                  <c:v>3</c:v>
                </c:pt>
                <c:pt idx="25">
                  <c:v>3</c:v>
                </c:pt>
                <c:pt idx="26">
                  <c:v>3</c:v>
                </c:pt>
                <c:pt idx="27">
                  <c:v>3</c:v>
                </c:pt>
                <c:pt idx="28">
                  <c:v>3</c:v>
                </c:pt>
                <c:pt idx="29">
                  <c:v>3</c:v>
                </c:pt>
                <c:pt idx="30">
                  <c:v>3</c:v>
                </c:pt>
                <c:pt idx="31">
                  <c:v>3</c:v>
                </c:pt>
                <c:pt idx="32">
                  <c:v>3</c:v>
                </c:pt>
                <c:pt idx="33">
                  <c:v>3</c:v>
                </c:pt>
                <c:pt idx="34">
                  <c:v>3</c:v>
                </c:pt>
                <c:pt idx="35">
                  <c:v>3</c:v>
                </c:pt>
                <c:pt idx="36">
                  <c:v>3</c:v>
                </c:pt>
                <c:pt idx="37">
                  <c:v>3</c:v>
                </c:pt>
                <c:pt idx="38">
                  <c:v>3</c:v>
                </c:pt>
                <c:pt idx="39">
                  <c:v>3</c:v>
                </c:pt>
                <c:pt idx="40">
                  <c:v>3</c:v>
                </c:pt>
                <c:pt idx="41">
                  <c:v>3</c:v>
                </c:pt>
                <c:pt idx="42">
                  <c:v>3</c:v>
                </c:pt>
                <c:pt idx="43">
                  <c:v>3</c:v>
                </c:pt>
                <c:pt idx="44">
                  <c:v>3</c:v>
                </c:pt>
                <c:pt idx="45">
                  <c:v>3</c:v>
                </c:pt>
                <c:pt idx="46">
                  <c:v>3</c:v>
                </c:pt>
                <c:pt idx="47">
                  <c:v>3</c:v>
                </c:pt>
                <c:pt idx="48">
                  <c:v>3</c:v>
                </c:pt>
                <c:pt idx="49">
                  <c:v>3</c:v>
                </c:pt>
                <c:pt idx="50">
                  <c:v>3</c:v>
                </c:pt>
                <c:pt idx="51">
                  <c:v>3</c:v>
                </c:pt>
                <c:pt idx="52">
                  <c:v>3</c:v>
                </c:pt>
                <c:pt idx="53">
                  <c:v>3</c:v>
                </c:pt>
                <c:pt idx="54">
                  <c:v>3</c:v>
                </c:pt>
                <c:pt idx="55">
                  <c:v>3</c:v>
                </c:pt>
                <c:pt idx="56">
                  <c:v>3</c:v>
                </c:pt>
                <c:pt idx="57">
                  <c:v>3</c:v>
                </c:pt>
                <c:pt idx="58">
                  <c:v>3</c:v>
                </c:pt>
                <c:pt idx="59">
                  <c:v>3</c:v>
                </c:pt>
                <c:pt idx="60">
                  <c:v>3</c:v>
                </c:pt>
                <c:pt idx="61">
                  <c:v>3</c:v>
                </c:pt>
                <c:pt idx="62">
                  <c:v>3</c:v>
                </c:pt>
                <c:pt idx="63">
                  <c:v>3</c:v>
                </c:pt>
                <c:pt idx="64">
                  <c:v>3</c:v>
                </c:pt>
                <c:pt idx="65">
                  <c:v>3</c:v>
                </c:pt>
                <c:pt idx="66">
                  <c:v>3</c:v>
                </c:pt>
                <c:pt idx="67">
                  <c:v>3</c:v>
                </c:pt>
                <c:pt idx="68">
                  <c:v>3</c:v>
                </c:pt>
              </c:numCache>
            </c:numRef>
          </c:xVal>
          <c:yVal>
            <c:numRef>
              <c:f>'Chart Data'!$F$2:$F$70</c:f>
              <c:numCache>
                <c:formatCode>0</c:formatCode>
                <c:ptCount val="69"/>
                <c:pt idx="0">
                  <c:v>9</c:v>
                </c:pt>
                <c:pt idx="1">
                  <c:v>9</c:v>
                </c:pt>
                <c:pt idx="2">
                  <c:v>9</c:v>
                </c:pt>
                <c:pt idx="3">
                  <c:v>9</c:v>
                </c:pt>
                <c:pt idx="4">
                  <c:v>9</c:v>
                </c:pt>
                <c:pt idx="5">
                  <c:v>9</c:v>
                </c:pt>
                <c:pt idx="6">
                  <c:v>9</c:v>
                </c:pt>
                <c:pt idx="7">
                  <c:v>9</c:v>
                </c:pt>
                <c:pt idx="8">
                  <c:v>9</c:v>
                </c:pt>
                <c:pt idx="9">
                  <c:v>9</c:v>
                </c:pt>
                <c:pt idx="10">
                  <c:v>9</c:v>
                </c:pt>
                <c:pt idx="11">
                  <c:v>9</c:v>
                </c:pt>
                <c:pt idx="12">
                  <c:v>9</c:v>
                </c:pt>
                <c:pt idx="13">
                  <c:v>9</c:v>
                </c:pt>
                <c:pt idx="14">
                  <c:v>9</c:v>
                </c:pt>
                <c:pt idx="15">
                  <c:v>9</c:v>
                </c:pt>
                <c:pt idx="16">
                  <c:v>9</c:v>
                </c:pt>
                <c:pt idx="17">
                  <c:v>9</c:v>
                </c:pt>
                <c:pt idx="18">
                  <c:v>9</c:v>
                </c:pt>
                <c:pt idx="19">
                  <c:v>9</c:v>
                </c:pt>
                <c:pt idx="20">
                  <c:v>9</c:v>
                </c:pt>
                <c:pt idx="21">
                  <c:v>9</c:v>
                </c:pt>
                <c:pt idx="22">
                  <c:v>9</c:v>
                </c:pt>
                <c:pt idx="23">
                  <c:v>9</c:v>
                </c:pt>
                <c:pt idx="24">
                  <c:v>9</c:v>
                </c:pt>
                <c:pt idx="25">
                  <c:v>9</c:v>
                </c:pt>
                <c:pt idx="26">
                  <c:v>9</c:v>
                </c:pt>
                <c:pt idx="27">
                  <c:v>9</c:v>
                </c:pt>
                <c:pt idx="28">
                  <c:v>9</c:v>
                </c:pt>
                <c:pt idx="29">
                  <c:v>9</c:v>
                </c:pt>
                <c:pt idx="30">
                  <c:v>9</c:v>
                </c:pt>
                <c:pt idx="31">
                  <c:v>9</c:v>
                </c:pt>
                <c:pt idx="32">
                  <c:v>9</c:v>
                </c:pt>
                <c:pt idx="33">
                  <c:v>9</c:v>
                </c:pt>
                <c:pt idx="34">
                  <c:v>9</c:v>
                </c:pt>
                <c:pt idx="35">
                  <c:v>9</c:v>
                </c:pt>
                <c:pt idx="36">
                  <c:v>9</c:v>
                </c:pt>
                <c:pt idx="37">
                  <c:v>9</c:v>
                </c:pt>
                <c:pt idx="38">
                  <c:v>9</c:v>
                </c:pt>
                <c:pt idx="39">
                  <c:v>9</c:v>
                </c:pt>
                <c:pt idx="40">
                  <c:v>9</c:v>
                </c:pt>
                <c:pt idx="41">
                  <c:v>9</c:v>
                </c:pt>
                <c:pt idx="42">
                  <c:v>9</c:v>
                </c:pt>
                <c:pt idx="43">
                  <c:v>9</c:v>
                </c:pt>
                <c:pt idx="44">
                  <c:v>9</c:v>
                </c:pt>
                <c:pt idx="45">
                  <c:v>9</c:v>
                </c:pt>
                <c:pt idx="46">
                  <c:v>9</c:v>
                </c:pt>
                <c:pt idx="47">
                  <c:v>9</c:v>
                </c:pt>
                <c:pt idx="48">
                  <c:v>9</c:v>
                </c:pt>
                <c:pt idx="49">
                  <c:v>9</c:v>
                </c:pt>
                <c:pt idx="50">
                  <c:v>9</c:v>
                </c:pt>
                <c:pt idx="51">
                  <c:v>9</c:v>
                </c:pt>
                <c:pt idx="52">
                  <c:v>9</c:v>
                </c:pt>
                <c:pt idx="53">
                  <c:v>9</c:v>
                </c:pt>
                <c:pt idx="54">
                  <c:v>9</c:v>
                </c:pt>
                <c:pt idx="55">
                  <c:v>9</c:v>
                </c:pt>
                <c:pt idx="56">
                  <c:v>9</c:v>
                </c:pt>
                <c:pt idx="57">
                  <c:v>9</c:v>
                </c:pt>
                <c:pt idx="58">
                  <c:v>9</c:v>
                </c:pt>
                <c:pt idx="59">
                  <c:v>9</c:v>
                </c:pt>
                <c:pt idx="60">
                  <c:v>9</c:v>
                </c:pt>
                <c:pt idx="61">
                  <c:v>9</c:v>
                </c:pt>
                <c:pt idx="62">
                  <c:v>9</c:v>
                </c:pt>
                <c:pt idx="63">
                  <c:v>9</c:v>
                </c:pt>
                <c:pt idx="64">
                  <c:v>9</c:v>
                </c:pt>
                <c:pt idx="65">
                  <c:v>9</c:v>
                </c:pt>
                <c:pt idx="66">
                  <c:v>9</c:v>
                </c:pt>
                <c:pt idx="67">
                  <c:v>9</c:v>
                </c:pt>
                <c:pt idx="68">
                  <c:v>9</c:v>
                </c:pt>
              </c:numCache>
            </c:numRef>
          </c:yVal>
          <c:smooth val="0"/>
          <c:extLst>
            <c:ext xmlns:c16="http://schemas.microsoft.com/office/drawing/2014/chart" uri="{C3380CC4-5D6E-409C-BE32-E72D297353CC}">
              <c16:uniqueId val="{00000002-D3EB-4A03-8A62-9F7560AF2794}"/>
            </c:ext>
          </c:extLst>
        </c:ser>
        <c:ser>
          <c:idx val="3"/>
          <c:order val="3"/>
          <c:tx>
            <c:v>Point (3, 9)</c:v>
          </c:tx>
          <c:spPr>
            <a:ln w="0">
              <a:noFill/>
            </a:ln>
          </c:spPr>
          <c:marker>
            <c:symbol val="circle"/>
            <c:size val="10"/>
            <c:spPr>
              <a:solidFill>
                <a:srgbClr val="C45C28"/>
              </a:solidFill>
              <a:ln w="12700">
                <a:solidFill>
                  <a:srgbClr val="C45C28"/>
                </a:solidFill>
              </a:ln>
            </c:spPr>
          </c:marker>
          <c:xVal>
            <c:numRef>
              <c:f>'Chart Data'!$G$2:$G$70</c:f>
              <c:numCache>
                <c:formatCode>General</c:formatCode>
                <c:ptCount val="69"/>
                <c:pt idx="0">
                  <c:v>3</c:v>
                </c:pt>
                <c:pt idx="1">
                  <c:v>3</c:v>
                </c:pt>
                <c:pt idx="2">
                  <c:v>3</c:v>
                </c:pt>
                <c:pt idx="3">
                  <c:v>3</c:v>
                </c:pt>
                <c:pt idx="4">
                  <c:v>3</c:v>
                </c:pt>
                <c:pt idx="5">
                  <c:v>3</c:v>
                </c:pt>
                <c:pt idx="6">
                  <c:v>3</c:v>
                </c:pt>
                <c:pt idx="7">
                  <c:v>3</c:v>
                </c:pt>
                <c:pt idx="8">
                  <c:v>3</c:v>
                </c:pt>
                <c:pt idx="9">
                  <c:v>3</c:v>
                </c:pt>
                <c:pt idx="10">
                  <c:v>3</c:v>
                </c:pt>
                <c:pt idx="11">
                  <c:v>3</c:v>
                </c:pt>
                <c:pt idx="12">
                  <c:v>3</c:v>
                </c:pt>
                <c:pt idx="13">
                  <c:v>3</c:v>
                </c:pt>
                <c:pt idx="14">
                  <c:v>3</c:v>
                </c:pt>
                <c:pt idx="15">
                  <c:v>3</c:v>
                </c:pt>
                <c:pt idx="16">
                  <c:v>3</c:v>
                </c:pt>
                <c:pt idx="17">
                  <c:v>3</c:v>
                </c:pt>
                <c:pt idx="18">
                  <c:v>3</c:v>
                </c:pt>
                <c:pt idx="19">
                  <c:v>3</c:v>
                </c:pt>
                <c:pt idx="20">
                  <c:v>3</c:v>
                </c:pt>
                <c:pt idx="21">
                  <c:v>3</c:v>
                </c:pt>
                <c:pt idx="22">
                  <c:v>3</c:v>
                </c:pt>
                <c:pt idx="23">
                  <c:v>3</c:v>
                </c:pt>
                <c:pt idx="24">
                  <c:v>3</c:v>
                </c:pt>
                <c:pt idx="25">
                  <c:v>3</c:v>
                </c:pt>
                <c:pt idx="26">
                  <c:v>3</c:v>
                </c:pt>
                <c:pt idx="27">
                  <c:v>3</c:v>
                </c:pt>
                <c:pt idx="28">
                  <c:v>3</c:v>
                </c:pt>
                <c:pt idx="29">
                  <c:v>3</c:v>
                </c:pt>
                <c:pt idx="30">
                  <c:v>3</c:v>
                </c:pt>
                <c:pt idx="31">
                  <c:v>3</c:v>
                </c:pt>
                <c:pt idx="32">
                  <c:v>3</c:v>
                </c:pt>
                <c:pt idx="33">
                  <c:v>3</c:v>
                </c:pt>
                <c:pt idx="34">
                  <c:v>3</c:v>
                </c:pt>
                <c:pt idx="35">
                  <c:v>3</c:v>
                </c:pt>
                <c:pt idx="36">
                  <c:v>3</c:v>
                </c:pt>
                <c:pt idx="37">
                  <c:v>3</c:v>
                </c:pt>
                <c:pt idx="38">
                  <c:v>3</c:v>
                </c:pt>
                <c:pt idx="39">
                  <c:v>3</c:v>
                </c:pt>
                <c:pt idx="40">
                  <c:v>3</c:v>
                </c:pt>
                <c:pt idx="41">
                  <c:v>3</c:v>
                </c:pt>
                <c:pt idx="42">
                  <c:v>3</c:v>
                </c:pt>
                <c:pt idx="43">
                  <c:v>3</c:v>
                </c:pt>
                <c:pt idx="44">
                  <c:v>3</c:v>
                </c:pt>
                <c:pt idx="45">
                  <c:v>3</c:v>
                </c:pt>
                <c:pt idx="46">
                  <c:v>3</c:v>
                </c:pt>
                <c:pt idx="47">
                  <c:v>3</c:v>
                </c:pt>
                <c:pt idx="48">
                  <c:v>3</c:v>
                </c:pt>
                <c:pt idx="49">
                  <c:v>3</c:v>
                </c:pt>
                <c:pt idx="50">
                  <c:v>3</c:v>
                </c:pt>
                <c:pt idx="51">
                  <c:v>3</c:v>
                </c:pt>
                <c:pt idx="52">
                  <c:v>3</c:v>
                </c:pt>
                <c:pt idx="53">
                  <c:v>3</c:v>
                </c:pt>
                <c:pt idx="54">
                  <c:v>3</c:v>
                </c:pt>
                <c:pt idx="55">
                  <c:v>3</c:v>
                </c:pt>
                <c:pt idx="56">
                  <c:v>3</c:v>
                </c:pt>
                <c:pt idx="57">
                  <c:v>3</c:v>
                </c:pt>
                <c:pt idx="58">
                  <c:v>3</c:v>
                </c:pt>
                <c:pt idx="59">
                  <c:v>3</c:v>
                </c:pt>
                <c:pt idx="60">
                  <c:v>3</c:v>
                </c:pt>
                <c:pt idx="61">
                  <c:v>3</c:v>
                </c:pt>
                <c:pt idx="62">
                  <c:v>3</c:v>
                </c:pt>
                <c:pt idx="63">
                  <c:v>3</c:v>
                </c:pt>
                <c:pt idx="64">
                  <c:v>3</c:v>
                </c:pt>
                <c:pt idx="65">
                  <c:v>3</c:v>
                </c:pt>
                <c:pt idx="66">
                  <c:v>3</c:v>
                </c:pt>
                <c:pt idx="67">
                  <c:v>3</c:v>
                </c:pt>
                <c:pt idx="68">
                  <c:v>3</c:v>
                </c:pt>
              </c:numCache>
            </c:numRef>
          </c:xVal>
          <c:yVal>
            <c:numRef>
              <c:f>'Chart Data'!$H$2:$H$70</c:f>
              <c:numCache>
                <c:formatCode>0</c:formatCode>
                <c:ptCount val="69"/>
                <c:pt idx="0">
                  <c:v>9</c:v>
                </c:pt>
                <c:pt idx="1">
                  <c:v>9</c:v>
                </c:pt>
                <c:pt idx="2">
                  <c:v>9</c:v>
                </c:pt>
                <c:pt idx="3">
                  <c:v>9</c:v>
                </c:pt>
                <c:pt idx="4">
                  <c:v>9</c:v>
                </c:pt>
                <c:pt idx="5">
                  <c:v>9</c:v>
                </c:pt>
                <c:pt idx="6">
                  <c:v>9</c:v>
                </c:pt>
                <c:pt idx="7">
                  <c:v>9</c:v>
                </c:pt>
                <c:pt idx="8">
                  <c:v>9</c:v>
                </c:pt>
                <c:pt idx="9">
                  <c:v>9</c:v>
                </c:pt>
                <c:pt idx="10">
                  <c:v>9</c:v>
                </c:pt>
                <c:pt idx="11">
                  <c:v>9</c:v>
                </c:pt>
                <c:pt idx="12">
                  <c:v>9</c:v>
                </c:pt>
                <c:pt idx="13">
                  <c:v>9</c:v>
                </c:pt>
                <c:pt idx="14">
                  <c:v>9</c:v>
                </c:pt>
                <c:pt idx="15">
                  <c:v>9</c:v>
                </c:pt>
                <c:pt idx="16">
                  <c:v>9</c:v>
                </c:pt>
                <c:pt idx="17">
                  <c:v>9</c:v>
                </c:pt>
                <c:pt idx="18">
                  <c:v>9</c:v>
                </c:pt>
                <c:pt idx="19">
                  <c:v>9</c:v>
                </c:pt>
                <c:pt idx="20">
                  <c:v>9</c:v>
                </c:pt>
                <c:pt idx="21">
                  <c:v>9</c:v>
                </c:pt>
                <c:pt idx="22">
                  <c:v>9</c:v>
                </c:pt>
                <c:pt idx="23">
                  <c:v>9</c:v>
                </c:pt>
                <c:pt idx="24">
                  <c:v>9</c:v>
                </c:pt>
                <c:pt idx="25">
                  <c:v>9</c:v>
                </c:pt>
                <c:pt idx="26">
                  <c:v>9</c:v>
                </c:pt>
                <c:pt idx="27">
                  <c:v>9</c:v>
                </c:pt>
                <c:pt idx="28">
                  <c:v>9</c:v>
                </c:pt>
                <c:pt idx="29">
                  <c:v>9</c:v>
                </c:pt>
                <c:pt idx="30">
                  <c:v>9</c:v>
                </c:pt>
                <c:pt idx="31">
                  <c:v>9</c:v>
                </c:pt>
                <c:pt idx="32">
                  <c:v>9</c:v>
                </c:pt>
                <c:pt idx="33">
                  <c:v>9</c:v>
                </c:pt>
                <c:pt idx="34">
                  <c:v>9</c:v>
                </c:pt>
                <c:pt idx="35">
                  <c:v>9</c:v>
                </c:pt>
                <c:pt idx="36">
                  <c:v>9</c:v>
                </c:pt>
                <c:pt idx="37">
                  <c:v>9</c:v>
                </c:pt>
                <c:pt idx="38">
                  <c:v>9</c:v>
                </c:pt>
                <c:pt idx="39">
                  <c:v>9</c:v>
                </c:pt>
                <c:pt idx="40">
                  <c:v>9</c:v>
                </c:pt>
                <c:pt idx="41">
                  <c:v>9</c:v>
                </c:pt>
                <c:pt idx="42">
                  <c:v>9</c:v>
                </c:pt>
                <c:pt idx="43">
                  <c:v>9</c:v>
                </c:pt>
                <c:pt idx="44">
                  <c:v>9</c:v>
                </c:pt>
                <c:pt idx="45">
                  <c:v>9</c:v>
                </c:pt>
                <c:pt idx="46">
                  <c:v>9</c:v>
                </c:pt>
                <c:pt idx="47">
                  <c:v>9</c:v>
                </c:pt>
                <c:pt idx="48">
                  <c:v>9</c:v>
                </c:pt>
                <c:pt idx="49">
                  <c:v>9</c:v>
                </c:pt>
                <c:pt idx="50">
                  <c:v>9</c:v>
                </c:pt>
                <c:pt idx="51">
                  <c:v>9</c:v>
                </c:pt>
                <c:pt idx="52">
                  <c:v>9</c:v>
                </c:pt>
                <c:pt idx="53">
                  <c:v>9</c:v>
                </c:pt>
                <c:pt idx="54">
                  <c:v>9</c:v>
                </c:pt>
                <c:pt idx="55">
                  <c:v>9</c:v>
                </c:pt>
                <c:pt idx="56">
                  <c:v>9</c:v>
                </c:pt>
                <c:pt idx="57">
                  <c:v>9</c:v>
                </c:pt>
                <c:pt idx="58">
                  <c:v>9</c:v>
                </c:pt>
                <c:pt idx="59">
                  <c:v>9</c:v>
                </c:pt>
                <c:pt idx="60">
                  <c:v>9</c:v>
                </c:pt>
                <c:pt idx="61">
                  <c:v>9</c:v>
                </c:pt>
                <c:pt idx="62">
                  <c:v>9</c:v>
                </c:pt>
                <c:pt idx="63">
                  <c:v>9</c:v>
                </c:pt>
                <c:pt idx="64">
                  <c:v>9</c:v>
                </c:pt>
                <c:pt idx="65">
                  <c:v>9</c:v>
                </c:pt>
                <c:pt idx="66">
                  <c:v>9</c:v>
                </c:pt>
                <c:pt idx="67">
                  <c:v>9</c:v>
                </c:pt>
                <c:pt idx="68">
                  <c:v>9</c:v>
                </c:pt>
              </c:numCache>
            </c:numRef>
          </c:yVal>
          <c:smooth val="0"/>
          <c:extLst>
            <c:ext xmlns:c16="http://schemas.microsoft.com/office/drawing/2014/chart" uri="{C3380CC4-5D6E-409C-BE32-E72D297353CC}">
              <c16:uniqueId val="{00000003-D3EB-4A03-8A62-9F7560AF2794}"/>
            </c:ext>
          </c:extLst>
        </c:ser>
        <c:dLbls>
          <c:showLegendKey val="0"/>
          <c:showVal val="0"/>
          <c:showCatName val="0"/>
          <c:showSerName val="0"/>
          <c:showPercent val="0"/>
          <c:showBubbleSize val="0"/>
        </c:dLbls>
        <c:axId val="48650112"/>
        <c:axId val="48672768"/>
      </c:scatterChart>
      <c:valAx>
        <c:axId val="48672768"/>
        <c:scaling>
          <c:orientation val="minMax"/>
          <c:max val="12"/>
          <c:min val="0"/>
        </c:scaling>
        <c:delete val="0"/>
        <c:axPos val="l"/>
        <c:majorGridlines>
          <c:spPr>
            <a:ln w="9525">
              <a:solidFill>
                <a:srgbClr val="E8EDF1"/>
              </a:solidFill>
            </a:ln>
          </c:spPr>
        </c:majorGridlines>
        <c:title>
          <c:tx>
            <c:rich>
              <a:bodyPr/>
              <a:lstStyle/>
              <a:p>
                <a:r>
                  <a:rPr lang="it-IT" sz="1875" i="1">
                    <a:latin typeface="Cambria Math"/>
                    <a:ea typeface="Cambria Math"/>
                    <a:cs typeface="Cambria Math"/>
                  </a:rPr>
                  <a:t>f(x)</a:t>
                </a:r>
              </a:p>
            </c:rich>
          </c:tx>
          <c:overlay val="0"/>
        </c:title>
        <c:numFmt formatCode="0" sourceLinked="1"/>
        <c:majorTickMark val="none"/>
        <c:minorTickMark val="none"/>
        <c:tickLblPos val="nextTo"/>
        <c:spPr>
          <a:ln w="9525">
            <a:solidFill>
              <a:srgbClr val="526276"/>
            </a:solidFill>
          </a:ln>
        </c:spPr>
        <c:txPr>
          <a:bodyPr anchorCtr="1"/>
          <a:lstStyle/>
          <a:p>
            <a:pPr>
              <a:defRPr sz="1500">
                <a:solidFill>
                  <a:srgbClr val="526276"/>
                </a:solidFill>
                <a:latin typeface="DejaVu Sans"/>
                <a:ea typeface="DejaVu Sans"/>
                <a:cs typeface="DejaVu Sans"/>
              </a:defRPr>
            </a:pPr>
            <a:endParaRPr lang="it-IT"/>
          </a:p>
        </c:txPr>
        <c:crossAx val="48650112"/>
        <c:crosses val="autoZero"/>
        <c:crossBetween val="midCat"/>
        <c:majorUnit val="3"/>
      </c:valAx>
      <c:valAx>
        <c:axId val="48650112"/>
        <c:scaling>
          <c:orientation val="minMax"/>
          <c:max val="4"/>
          <c:min val="-4"/>
        </c:scaling>
        <c:delete val="0"/>
        <c:axPos val="b"/>
        <c:title>
          <c:tx>
            <c:rich>
              <a:bodyPr/>
              <a:lstStyle/>
              <a:p>
                <a:r>
                  <a:rPr lang="it-IT" sz="1875" i="1">
                    <a:latin typeface="Cambria Math"/>
                    <a:ea typeface="Cambria Math"/>
                    <a:cs typeface="Cambria Math"/>
                  </a:rPr>
                  <a:t>x</a:t>
                </a:r>
              </a:p>
            </c:rich>
          </c:tx>
          <c:overlay val="0"/>
        </c:title>
        <c:numFmt formatCode="General" sourceLinked="1"/>
        <c:majorTickMark val="none"/>
        <c:minorTickMark val="none"/>
        <c:tickLblPos val="nextTo"/>
        <c:spPr>
          <a:ln w="9525">
            <a:solidFill>
              <a:srgbClr val="526276"/>
            </a:solidFill>
          </a:ln>
        </c:spPr>
        <c:txPr>
          <a:bodyPr anchorCtr="1"/>
          <a:lstStyle/>
          <a:p>
            <a:pPr>
              <a:defRPr sz="1500">
                <a:solidFill>
                  <a:srgbClr val="526276"/>
                </a:solidFill>
                <a:latin typeface="DejaVu Sans"/>
                <a:ea typeface="DejaVu Sans"/>
                <a:cs typeface="DejaVu Sans"/>
              </a:defRPr>
            </a:pPr>
            <a:endParaRPr lang="it-IT"/>
          </a:p>
        </c:txPr>
        <c:crossAx val="48672768"/>
        <c:crosses val="autoZero"/>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f(x) = x²</c:v>
          </c:tx>
          <c:spPr>
            <a:ln w="28575">
              <a:solidFill>
                <a:srgbClr val="087F83"/>
              </a:solidFill>
            </a:ln>
          </c:spPr>
          <c:marker>
            <c:symbol val="none"/>
          </c:marker>
          <c:xVal>
            <c:numRef>
              <c:f>'Chart Data'!$A$2:$A$50</c:f>
              <c:numCache>
                <c:formatCode>General</c:formatCode>
                <c:ptCount val="49"/>
                <c:pt idx="0">
                  <c:v>-1.2</c:v>
                </c:pt>
                <c:pt idx="1">
                  <c:v>-1.15</c:v>
                </c:pt>
                <c:pt idx="2">
                  <c:v>-1.1</c:v>
                </c:pt>
                <c:pt idx="3">
                  <c:v>-1.05</c:v>
                </c:pt>
                <c:pt idx="4">
                  <c:v>-1</c:v>
                </c:pt>
                <c:pt idx="5">
                  <c:v>-0.95</c:v>
                </c:pt>
                <c:pt idx="6">
                  <c:v>-0.9</c:v>
                </c:pt>
                <c:pt idx="7">
                  <c:v>-0.85</c:v>
                </c:pt>
                <c:pt idx="8">
                  <c:v>-0.8</c:v>
                </c:pt>
                <c:pt idx="9">
                  <c:v>-0.75</c:v>
                </c:pt>
                <c:pt idx="10">
                  <c:v>-0.7</c:v>
                </c:pt>
                <c:pt idx="11">
                  <c:v>-0.65</c:v>
                </c:pt>
                <c:pt idx="12">
                  <c:v>-0.6</c:v>
                </c:pt>
                <c:pt idx="13">
                  <c:v>-0.55</c:v>
                </c:pt>
                <c:pt idx="14">
                  <c:v>-0.5</c:v>
                </c:pt>
                <c:pt idx="15">
                  <c:v>-0.45</c:v>
                </c:pt>
                <c:pt idx="16">
                  <c:v>-0.4</c:v>
                </c:pt>
                <c:pt idx="17">
                  <c:v>-0.35</c:v>
                </c:pt>
                <c:pt idx="18">
                  <c:v>-0.3</c:v>
                </c:pt>
                <c:pt idx="19">
                  <c:v>-0.25</c:v>
                </c:pt>
                <c:pt idx="20">
                  <c:v>-0.2</c:v>
                </c:pt>
                <c:pt idx="21">
                  <c:v>-0.15</c:v>
                </c:pt>
                <c:pt idx="22">
                  <c:v>-0.1</c:v>
                </c:pt>
                <c:pt idx="23">
                  <c:v>-0.05</c:v>
                </c:pt>
                <c:pt idx="24">
                  <c:v>0</c:v>
                </c:pt>
                <c:pt idx="25">
                  <c:v>0.05</c:v>
                </c:pt>
                <c:pt idx="26">
                  <c:v>0.1</c:v>
                </c:pt>
                <c:pt idx="27">
                  <c:v>0.15</c:v>
                </c:pt>
                <c:pt idx="28">
                  <c:v>0.2</c:v>
                </c:pt>
                <c:pt idx="29">
                  <c:v>0.25</c:v>
                </c:pt>
                <c:pt idx="30">
                  <c:v>0.3</c:v>
                </c:pt>
                <c:pt idx="31">
                  <c:v>0.35</c:v>
                </c:pt>
                <c:pt idx="32">
                  <c:v>0.4</c:v>
                </c:pt>
                <c:pt idx="33">
                  <c:v>0.45</c:v>
                </c:pt>
                <c:pt idx="34">
                  <c:v>0.5</c:v>
                </c:pt>
                <c:pt idx="35">
                  <c:v>0.55</c:v>
                </c:pt>
                <c:pt idx="36">
                  <c:v>0.6</c:v>
                </c:pt>
                <c:pt idx="37">
                  <c:v>0.65</c:v>
                </c:pt>
                <c:pt idx="38">
                  <c:v>0.7</c:v>
                </c:pt>
                <c:pt idx="39">
                  <c:v>0.75</c:v>
                </c:pt>
                <c:pt idx="40">
                  <c:v>0.8</c:v>
                </c:pt>
                <c:pt idx="41">
                  <c:v>0.85</c:v>
                </c:pt>
                <c:pt idx="42">
                  <c:v>0.9</c:v>
                </c:pt>
                <c:pt idx="43">
                  <c:v>0.95</c:v>
                </c:pt>
                <c:pt idx="44">
                  <c:v>1</c:v>
                </c:pt>
                <c:pt idx="45">
                  <c:v>1.05</c:v>
                </c:pt>
                <c:pt idx="46">
                  <c:v>1.1</c:v>
                </c:pt>
                <c:pt idx="47">
                  <c:v>1.15</c:v>
                </c:pt>
                <c:pt idx="48">
                  <c:v>1.2</c:v>
                </c:pt>
              </c:numCache>
            </c:numRef>
          </c:xVal>
          <c:yVal>
            <c:numRef>
              <c:f>'Chart Data'!$B$2:$B$50</c:f>
              <c:numCache>
                <c:formatCode>General</c:formatCode>
                <c:ptCount val="49"/>
                <c:pt idx="0">
                  <c:v>1.44</c:v>
                </c:pt>
                <c:pt idx="1">
                  <c:v>1.3225</c:v>
                </c:pt>
                <c:pt idx="2">
                  <c:v>1.21</c:v>
                </c:pt>
                <c:pt idx="3">
                  <c:v>1.1025</c:v>
                </c:pt>
                <c:pt idx="4">
                  <c:v>1</c:v>
                </c:pt>
                <c:pt idx="5">
                  <c:v>0.9025</c:v>
                </c:pt>
                <c:pt idx="6">
                  <c:v>0.81</c:v>
                </c:pt>
                <c:pt idx="7">
                  <c:v>0.7225</c:v>
                </c:pt>
                <c:pt idx="8">
                  <c:v>0.64</c:v>
                </c:pt>
                <c:pt idx="9">
                  <c:v>0.5625</c:v>
                </c:pt>
                <c:pt idx="10">
                  <c:v>0.49</c:v>
                </c:pt>
                <c:pt idx="11">
                  <c:v>0.4225</c:v>
                </c:pt>
                <c:pt idx="12">
                  <c:v>0.36</c:v>
                </c:pt>
                <c:pt idx="13">
                  <c:v>0.3025</c:v>
                </c:pt>
                <c:pt idx="14">
                  <c:v>0.25</c:v>
                </c:pt>
                <c:pt idx="15">
                  <c:v>0.2025</c:v>
                </c:pt>
                <c:pt idx="16">
                  <c:v>0.16</c:v>
                </c:pt>
                <c:pt idx="17">
                  <c:v>0.1225</c:v>
                </c:pt>
                <c:pt idx="18">
                  <c:v>0.09</c:v>
                </c:pt>
                <c:pt idx="19">
                  <c:v>0.0625</c:v>
                </c:pt>
                <c:pt idx="20">
                  <c:v>0.04</c:v>
                </c:pt>
                <c:pt idx="21">
                  <c:v>0.0225</c:v>
                </c:pt>
                <c:pt idx="22">
                  <c:v>0.01</c:v>
                </c:pt>
                <c:pt idx="23">
                  <c:v>0.0025</c:v>
                </c:pt>
                <c:pt idx="24">
                  <c:v>0</c:v>
                </c:pt>
                <c:pt idx="25">
                  <c:v>0.0025</c:v>
                </c:pt>
                <c:pt idx="26">
                  <c:v>0.01</c:v>
                </c:pt>
                <c:pt idx="27">
                  <c:v>0.0225</c:v>
                </c:pt>
                <c:pt idx="28">
                  <c:v>0.04</c:v>
                </c:pt>
                <c:pt idx="29">
                  <c:v>0.0625</c:v>
                </c:pt>
                <c:pt idx="30">
                  <c:v>0.09</c:v>
                </c:pt>
                <c:pt idx="31">
                  <c:v>0.1225</c:v>
                </c:pt>
                <c:pt idx="32">
                  <c:v>0.16</c:v>
                </c:pt>
                <c:pt idx="33">
                  <c:v>0.2025</c:v>
                </c:pt>
                <c:pt idx="34">
                  <c:v>0.25</c:v>
                </c:pt>
                <c:pt idx="35">
                  <c:v>0.3025</c:v>
                </c:pt>
                <c:pt idx="36">
                  <c:v>0.36</c:v>
                </c:pt>
                <c:pt idx="37">
                  <c:v>0.4225</c:v>
                </c:pt>
                <c:pt idx="38">
                  <c:v>0.49</c:v>
                </c:pt>
                <c:pt idx="39">
                  <c:v>0.5625</c:v>
                </c:pt>
                <c:pt idx="40">
                  <c:v>0.64</c:v>
                </c:pt>
                <c:pt idx="41">
                  <c:v>0.7225</c:v>
                </c:pt>
                <c:pt idx="42">
                  <c:v>0.81</c:v>
                </c:pt>
                <c:pt idx="43">
                  <c:v>0.9025</c:v>
                </c:pt>
                <c:pt idx="44">
                  <c:v>1</c:v>
                </c:pt>
                <c:pt idx="45">
                  <c:v>1.1025</c:v>
                </c:pt>
                <c:pt idx="46">
                  <c:v>1.21</c:v>
                </c:pt>
                <c:pt idx="47">
                  <c:v>1.3225</c:v>
                </c:pt>
                <c:pt idx="48">
                  <c:v>1.44</c:v>
                </c:pt>
              </c:numCache>
            </c:numRef>
          </c:yVal>
          <c:smooth val="0"/>
          <c:extLst>
            <c:ext xmlns:c16="http://schemas.microsoft.com/office/drawing/2014/chart" uri="{C3380CC4-5D6E-409C-BE32-E72D297353CC}">
              <c16:uniqueId val="{00000000-CEBD-43AE-818A-FBD201DD4F86}"/>
            </c:ext>
          </c:extLst>
        </c:ser>
        <c:dLbls>
          <c:showLegendKey val="0"/>
          <c:showVal val="0"/>
          <c:showCatName val="0"/>
          <c:showSerName val="0"/>
          <c:showPercent val="0"/>
          <c:showBubbleSize val="0"/>
        </c:dLbls>
        <c:axId val="48650112"/>
        <c:axId val="48672768"/>
      </c:scatterChart>
      <c:valAx>
        <c:axId val="48672768"/>
        <c:scaling>
          <c:orientation val="minMax"/>
          <c:max val="2"/>
          <c:min val="-2"/>
        </c:scaling>
        <c:delete val="0"/>
        <c:axPos val="l"/>
        <c:majorGridlines>
          <c:spPr>
            <a:ln w="9525">
              <a:solidFill>
                <a:srgbClr val="E8EDF1"/>
              </a:solidFill>
            </a:ln>
          </c:spPr>
        </c:majorGridlines>
        <c:numFmt formatCode="General" sourceLinked="1"/>
        <c:majorTickMark val="none"/>
        <c:minorTickMark val="none"/>
        <c:tickLblPos val="nextTo"/>
        <c:spPr>
          <a:ln w="9525">
            <a:solidFill>
              <a:srgbClr val="526276"/>
            </a:solidFill>
          </a:ln>
        </c:spPr>
        <c:txPr>
          <a:bodyPr anchorCtr="1"/>
          <a:lstStyle/>
          <a:p>
            <a:pPr>
              <a:defRPr sz="1425">
                <a:solidFill>
                  <a:srgbClr val="526276"/>
                </a:solidFill>
                <a:latin typeface="DejaVu Sans"/>
                <a:ea typeface="DejaVu Sans"/>
                <a:cs typeface="DejaVu Sans"/>
              </a:defRPr>
            </a:pPr>
            <a:endParaRPr lang="it-IT"/>
          </a:p>
        </c:txPr>
        <c:crossAx val="48650112"/>
        <c:crosses val="autoZero"/>
        <c:crossBetween val="midCat"/>
        <c:majorUnit val="2"/>
      </c:valAx>
      <c:valAx>
        <c:axId val="48650112"/>
        <c:scaling>
          <c:orientation val="minMax"/>
          <c:max val="1.2"/>
          <c:min val="-1.2"/>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nextTo"/>
        <c:spPr>
          <a:ln w="9525">
            <a:solidFill>
              <a:srgbClr val="526276"/>
            </a:solidFill>
          </a:ln>
        </c:spPr>
        <c:txPr>
          <a:bodyPr anchorCtr="1"/>
          <a:lstStyle/>
          <a:p>
            <a:pPr>
              <a:defRPr sz="1425">
                <a:solidFill>
                  <a:srgbClr val="526276"/>
                </a:solidFill>
                <a:latin typeface="DejaVu Sans"/>
                <a:ea typeface="DejaVu Sans"/>
                <a:cs typeface="DejaVu Sans"/>
              </a:defRPr>
            </a:pPr>
            <a:endParaRPr lang="it-IT"/>
          </a:p>
        </c:txPr>
        <c:crossAx val="48672768"/>
        <c:crosses val="autoZero"/>
        <c:crossBetween val="midCat"/>
        <c:majorUnit val="1"/>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f(x) = −x²</c:v>
          </c:tx>
          <c:spPr>
            <a:ln w="28575">
              <a:solidFill>
                <a:srgbClr val="C45C28"/>
              </a:solidFill>
            </a:ln>
          </c:spPr>
          <c:marker>
            <c:symbol val="none"/>
          </c:marker>
          <c:xVal>
            <c:numRef>
              <c:f>'Chart Data'!$A$2:$A$50</c:f>
              <c:numCache>
                <c:formatCode>General</c:formatCode>
                <c:ptCount val="49"/>
                <c:pt idx="0">
                  <c:v>-1.2</c:v>
                </c:pt>
                <c:pt idx="1">
                  <c:v>-1.15</c:v>
                </c:pt>
                <c:pt idx="2">
                  <c:v>-1.1</c:v>
                </c:pt>
                <c:pt idx="3">
                  <c:v>-1.05</c:v>
                </c:pt>
                <c:pt idx="4">
                  <c:v>-1</c:v>
                </c:pt>
                <c:pt idx="5">
                  <c:v>-0.95</c:v>
                </c:pt>
                <c:pt idx="6">
                  <c:v>-0.9</c:v>
                </c:pt>
                <c:pt idx="7">
                  <c:v>-0.85</c:v>
                </c:pt>
                <c:pt idx="8">
                  <c:v>-0.8</c:v>
                </c:pt>
                <c:pt idx="9">
                  <c:v>-0.75</c:v>
                </c:pt>
                <c:pt idx="10">
                  <c:v>-0.7</c:v>
                </c:pt>
                <c:pt idx="11">
                  <c:v>-0.65</c:v>
                </c:pt>
                <c:pt idx="12">
                  <c:v>-0.6</c:v>
                </c:pt>
                <c:pt idx="13">
                  <c:v>-0.55</c:v>
                </c:pt>
                <c:pt idx="14">
                  <c:v>-0.5</c:v>
                </c:pt>
                <c:pt idx="15">
                  <c:v>-0.45</c:v>
                </c:pt>
                <c:pt idx="16">
                  <c:v>-0.4</c:v>
                </c:pt>
                <c:pt idx="17">
                  <c:v>-0.35</c:v>
                </c:pt>
                <c:pt idx="18">
                  <c:v>-0.3</c:v>
                </c:pt>
                <c:pt idx="19">
                  <c:v>-0.25</c:v>
                </c:pt>
                <c:pt idx="20">
                  <c:v>-0.2</c:v>
                </c:pt>
                <c:pt idx="21">
                  <c:v>-0.15</c:v>
                </c:pt>
                <c:pt idx="22">
                  <c:v>-0.1</c:v>
                </c:pt>
                <c:pt idx="23">
                  <c:v>-0.05</c:v>
                </c:pt>
                <c:pt idx="24">
                  <c:v>0</c:v>
                </c:pt>
                <c:pt idx="25">
                  <c:v>0.05</c:v>
                </c:pt>
                <c:pt idx="26">
                  <c:v>0.1</c:v>
                </c:pt>
                <c:pt idx="27">
                  <c:v>0.15</c:v>
                </c:pt>
                <c:pt idx="28">
                  <c:v>0.2</c:v>
                </c:pt>
                <c:pt idx="29">
                  <c:v>0.25</c:v>
                </c:pt>
                <c:pt idx="30">
                  <c:v>0.3</c:v>
                </c:pt>
                <c:pt idx="31">
                  <c:v>0.35</c:v>
                </c:pt>
                <c:pt idx="32">
                  <c:v>0.4</c:v>
                </c:pt>
                <c:pt idx="33">
                  <c:v>0.45</c:v>
                </c:pt>
                <c:pt idx="34">
                  <c:v>0.5</c:v>
                </c:pt>
                <c:pt idx="35">
                  <c:v>0.55</c:v>
                </c:pt>
                <c:pt idx="36">
                  <c:v>0.6</c:v>
                </c:pt>
                <c:pt idx="37">
                  <c:v>0.65</c:v>
                </c:pt>
                <c:pt idx="38">
                  <c:v>0.7</c:v>
                </c:pt>
                <c:pt idx="39">
                  <c:v>0.75</c:v>
                </c:pt>
                <c:pt idx="40">
                  <c:v>0.8</c:v>
                </c:pt>
                <c:pt idx="41">
                  <c:v>0.85</c:v>
                </c:pt>
                <c:pt idx="42">
                  <c:v>0.9</c:v>
                </c:pt>
                <c:pt idx="43">
                  <c:v>0.95</c:v>
                </c:pt>
                <c:pt idx="44">
                  <c:v>1</c:v>
                </c:pt>
                <c:pt idx="45">
                  <c:v>1.05</c:v>
                </c:pt>
                <c:pt idx="46">
                  <c:v>1.1</c:v>
                </c:pt>
                <c:pt idx="47">
                  <c:v>1.15</c:v>
                </c:pt>
                <c:pt idx="48">
                  <c:v>1.2</c:v>
                </c:pt>
              </c:numCache>
            </c:numRef>
          </c:xVal>
          <c:yVal>
            <c:numRef>
              <c:f>'Chart Data'!$B$2:$B$50</c:f>
              <c:numCache>
                <c:formatCode>General</c:formatCode>
                <c:ptCount val="49"/>
                <c:pt idx="0">
                  <c:v>-1.44</c:v>
                </c:pt>
                <c:pt idx="1">
                  <c:v>-1.3225</c:v>
                </c:pt>
                <c:pt idx="2">
                  <c:v>-1.21</c:v>
                </c:pt>
                <c:pt idx="3">
                  <c:v>-1.1025</c:v>
                </c:pt>
                <c:pt idx="4">
                  <c:v>-1</c:v>
                </c:pt>
                <c:pt idx="5">
                  <c:v>-0.9025</c:v>
                </c:pt>
                <c:pt idx="6">
                  <c:v>-0.81</c:v>
                </c:pt>
                <c:pt idx="7">
                  <c:v>-0.7225</c:v>
                </c:pt>
                <c:pt idx="8">
                  <c:v>-0.64</c:v>
                </c:pt>
                <c:pt idx="9">
                  <c:v>-0.5625</c:v>
                </c:pt>
                <c:pt idx="10">
                  <c:v>-0.49</c:v>
                </c:pt>
                <c:pt idx="11">
                  <c:v>-0.4225</c:v>
                </c:pt>
                <c:pt idx="12">
                  <c:v>-0.36</c:v>
                </c:pt>
                <c:pt idx="13">
                  <c:v>-0.3025</c:v>
                </c:pt>
                <c:pt idx="14">
                  <c:v>-0.25</c:v>
                </c:pt>
                <c:pt idx="15">
                  <c:v>-0.2025</c:v>
                </c:pt>
                <c:pt idx="16">
                  <c:v>-0.16</c:v>
                </c:pt>
                <c:pt idx="17">
                  <c:v>-0.1225</c:v>
                </c:pt>
                <c:pt idx="18">
                  <c:v>-0.09</c:v>
                </c:pt>
                <c:pt idx="19">
                  <c:v>-0.0625</c:v>
                </c:pt>
                <c:pt idx="20">
                  <c:v>-0.04</c:v>
                </c:pt>
                <c:pt idx="21">
                  <c:v>-0.0225</c:v>
                </c:pt>
                <c:pt idx="22">
                  <c:v>-0.01</c:v>
                </c:pt>
                <c:pt idx="23">
                  <c:v>-0.0025</c:v>
                </c:pt>
                <c:pt idx="24">
                  <c:v>-0</c:v>
                </c:pt>
                <c:pt idx="25">
                  <c:v>-0.0025</c:v>
                </c:pt>
                <c:pt idx="26">
                  <c:v>-0.01</c:v>
                </c:pt>
                <c:pt idx="27">
                  <c:v>-0.0225</c:v>
                </c:pt>
                <c:pt idx="28">
                  <c:v>-0.04</c:v>
                </c:pt>
                <c:pt idx="29">
                  <c:v>-0.0625</c:v>
                </c:pt>
                <c:pt idx="30">
                  <c:v>-0.09</c:v>
                </c:pt>
                <c:pt idx="31">
                  <c:v>-0.1225</c:v>
                </c:pt>
                <c:pt idx="32">
                  <c:v>-0.16</c:v>
                </c:pt>
                <c:pt idx="33">
                  <c:v>-0.2025</c:v>
                </c:pt>
                <c:pt idx="34">
                  <c:v>-0.25</c:v>
                </c:pt>
                <c:pt idx="35">
                  <c:v>-0.3025</c:v>
                </c:pt>
                <c:pt idx="36">
                  <c:v>-0.36</c:v>
                </c:pt>
                <c:pt idx="37">
                  <c:v>-0.4225</c:v>
                </c:pt>
                <c:pt idx="38">
                  <c:v>-0.49</c:v>
                </c:pt>
                <c:pt idx="39">
                  <c:v>-0.5625</c:v>
                </c:pt>
                <c:pt idx="40">
                  <c:v>-0.64</c:v>
                </c:pt>
                <c:pt idx="41">
                  <c:v>-0.7225</c:v>
                </c:pt>
                <c:pt idx="42">
                  <c:v>-0.81</c:v>
                </c:pt>
                <c:pt idx="43">
                  <c:v>-0.9025</c:v>
                </c:pt>
                <c:pt idx="44">
                  <c:v>-1</c:v>
                </c:pt>
                <c:pt idx="45">
                  <c:v>-1.1025</c:v>
                </c:pt>
                <c:pt idx="46">
                  <c:v>-1.21</c:v>
                </c:pt>
                <c:pt idx="47">
                  <c:v>-1.3225</c:v>
                </c:pt>
                <c:pt idx="48">
                  <c:v>-1.44</c:v>
                </c:pt>
              </c:numCache>
            </c:numRef>
          </c:yVal>
          <c:smooth val="0"/>
          <c:extLst>
            <c:ext xmlns:c16="http://schemas.microsoft.com/office/drawing/2014/chart" uri="{C3380CC4-5D6E-409C-BE32-E72D297353CC}">
              <c16:uniqueId val="{00000000-5372-4F57-9983-73BAE0E1C675}"/>
            </c:ext>
          </c:extLst>
        </c:ser>
        <c:dLbls>
          <c:showLegendKey val="0"/>
          <c:showVal val="0"/>
          <c:showCatName val="0"/>
          <c:showSerName val="0"/>
          <c:showPercent val="0"/>
          <c:showBubbleSize val="0"/>
        </c:dLbls>
        <c:axId val="48650112"/>
        <c:axId val="48672768"/>
      </c:scatterChart>
      <c:valAx>
        <c:axId val="48672768"/>
        <c:scaling>
          <c:orientation val="minMax"/>
          <c:max val="2"/>
          <c:min val="-2"/>
        </c:scaling>
        <c:delete val="0"/>
        <c:axPos val="l"/>
        <c:majorGridlines>
          <c:spPr>
            <a:ln w="9525">
              <a:solidFill>
                <a:srgbClr val="E8EDF1"/>
              </a:solidFill>
            </a:ln>
          </c:spPr>
        </c:majorGridlines>
        <c:numFmt formatCode="General" sourceLinked="1"/>
        <c:majorTickMark val="none"/>
        <c:minorTickMark val="none"/>
        <c:tickLblPos val="nextTo"/>
        <c:spPr>
          <a:ln w="9525">
            <a:solidFill>
              <a:srgbClr val="526276"/>
            </a:solidFill>
          </a:ln>
        </c:spPr>
        <c:txPr>
          <a:bodyPr anchorCtr="1"/>
          <a:lstStyle/>
          <a:p>
            <a:pPr>
              <a:defRPr sz="1425">
                <a:solidFill>
                  <a:srgbClr val="526276"/>
                </a:solidFill>
                <a:latin typeface="DejaVu Sans"/>
                <a:ea typeface="DejaVu Sans"/>
                <a:cs typeface="DejaVu Sans"/>
              </a:defRPr>
            </a:pPr>
            <a:endParaRPr lang="it-IT"/>
          </a:p>
        </c:txPr>
        <c:crossAx val="48650112"/>
        <c:crosses val="autoZero"/>
        <c:crossBetween val="midCat"/>
        <c:majorUnit val="2"/>
      </c:valAx>
      <c:valAx>
        <c:axId val="48650112"/>
        <c:scaling>
          <c:orientation val="minMax"/>
          <c:max val="1.2"/>
          <c:min val="-1.2"/>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nextTo"/>
        <c:spPr>
          <a:ln w="9525">
            <a:solidFill>
              <a:srgbClr val="526276"/>
            </a:solidFill>
          </a:ln>
        </c:spPr>
        <c:txPr>
          <a:bodyPr anchorCtr="1"/>
          <a:lstStyle/>
          <a:p>
            <a:pPr>
              <a:defRPr sz="1425">
                <a:solidFill>
                  <a:srgbClr val="526276"/>
                </a:solidFill>
                <a:latin typeface="DejaVu Sans"/>
                <a:ea typeface="DejaVu Sans"/>
                <a:cs typeface="DejaVu Sans"/>
              </a:defRPr>
            </a:pPr>
            <a:endParaRPr lang="it-IT"/>
          </a:p>
        </c:txPr>
        <c:crossAx val="48672768"/>
        <c:crosses val="autoZero"/>
        <c:crossBetween val="midCat"/>
        <c:majorUnit val="1"/>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f(x) = x³</c:v>
          </c:tx>
          <c:spPr>
            <a:ln w="28575">
              <a:solidFill>
                <a:srgbClr val="326CB2"/>
              </a:solidFill>
            </a:ln>
          </c:spPr>
          <c:marker>
            <c:symbol val="none"/>
          </c:marker>
          <c:xVal>
            <c:numRef>
              <c:f>'Chart Data'!$A$2:$A$50</c:f>
              <c:numCache>
                <c:formatCode>General</c:formatCode>
                <c:ptCount val="49"/>
                <c:pt idx="0">
                  <c:v>-1.2</c:v>
                </c:pt>
                <c:pt idx="1">
                  <c:v>-1.15</c:v>
                </c:pt>
                <c:pt idx="2">
                  <c:v>-1.1</c:v>
                </c:pt>
                <c:pt idx="3">
                  <c:v>-1.05</c:v>
                </c:pt>
                <c:pt idx="4">
                  <c:v>-1</c:v>
                </c:pt>
                <c:pt idx="5">
                  <c:v>-0.95</c:v>
                </c:pt>
                <c:pt idx="6">
                  <c:v>-0.9</c:v>
                </c:pt>
                <c:pt idx="7">
                  <c:v>-0.85</c:v>
                </c:pt>
                <c:pt idx="8">
                  <c:v>-0.8</c:v>
                </c:pt>
                <c:pt idx="9">
                  <c:v>-0.75</c:v>
                </c:pt>
                <c:pt idx="10">
                  <c:v>-0.7</c:v>
                </c:pt>
                <c:pt idx="11">
                  <c:v>-0.65</c:v>
                </c:pt>
                <c:pt idx="12">
                  <c:v>-0.6</c:v>
                </c:pt>
                <c:pt idx="13">
                  <c:v>-0.55</c:v>
                </c:pt>
                <c:pt idx="14">
                  <c:v>-0.5</c:v>
                </c:pt>
                <c:pt idx="15">
                  <c:v>-0.45</c:v>
                </c:pt>
                <c:pt idx="16">
                  <c:v>-0.4</c:v>
                </c:pt>
                <c:pt idx="17">
                  <c:v>-0.35</c:v>
                </c:pt>
                <c:pt idx="18">
                  <c:v>-0.3</c:v>
                </c:pt>
                <c:pt idx="19">
                  <c:v>-0.25</c:v>
                </c:pt>
                <c:pt idx="20">
                  <c:v>-0.2</c:v>
                </c:pt>
                <c:pt idx="21">
                  <c:v>-0.15</c:v>
                </c:pt>
                <c:pt idx="22">
                  <c:v>-0.1</c:v>
                </c:pt>
                <c:pt idx="23">
                  <c:v>-0.05</c:v>
                </c:pt>
                <c:pt idx="24">
                  <c:v>0</c:v>
                </c:pt>
                <c:pt idx="25">
                  <c:v>0.05</c:v>
                </c:pt>
                <c:pt idx="26">
                  <c:v>0.1</c:v>
                </c:pt>
                <c:pt idx="27">
                  <c:v>0.15</c:v>
                </c:pt>
                <c:pt idx="28">
                  <c:v>0.2</c:v>
                </c:pt>
                <c:pt idx="29">
                  <c:v>0.25</c:v>
                </c:pt>
                <c:pt idx="30">
                  <c:v>0.3</c:v>
                </c:pt>
                <c:pt idx="31">
                  <c:v>0.35</c:v>
                </c:pt>
                <c:pt idx="32">
                  <c:v>0.4</c:v>
                </c:pt>
                <c:pt idx="33">
                  <c:v>0.45</c:v>
                </c:pt>
                <c:pt idx="34">
                  <c:v>0.5</c:v>
                </c:pt>
                <c:pt idx="35">
                  <c:v>0.55</c:v>
                </c:pt>
                <c:pt idx="36">
                  <c:v>0.6</c:v>
                </c:pt>
                <c:pt idx="37">
                  <c:v>0.65</c:v>
                </c:pt>
                <c:pt idx="38">
                  <c:v>0.7</c:v>
                </c:pt>
                <c:pt idx="39">
                  <c:v>0.75</c:v>
                </c:pt>
                <c:pt idx="40">
                  <c:v>0.8</c:v>
                </c:pt>
                <c:pt idx="41">
                  <c:v>0.85</c:v>
                </c:pt>
                <c:pt idx="42">
                  <c:v>0.9</c:v>
                </c:pt>
                <c:pt idx="43">
                  <c:v>0.95</c:v>
                </c:pt>
                <c:pt idx="44">
                  <c:v>1</c:v>
                </c:pt>
                <c:pt idx="45">
                  <c:v>1.05</c:v>
                </c:pt>
                <c:pt idx="46">
                  <c:v>1.1</c:v>
                </c:pt>
                <c:pt idx="47">
                  <c:v>1.15</c:v>
                </c:pt>
                <c:pt idx="48">
                  <c:v>1.2</c:v>
                </c:pt>
              </c:numCache>
            </c:numRef>
          </c:xVal>
          <c:yVal>
            <c:numRef>
              <c:f>'Chart Data'!$B$2:$B$50</c:f>
              <c:numCache>
                <c:formatCode>General</c:formatCode>
                <c:ptCount val="49"/>
                <c:pt idx="0">
                  <c:v>-1.728</c:v>
                </c:pt>
                <c:pt idx="1">
                  <c:v>-1.520875</c:v>
                </c:pt>
                <c:pt idx="2">
                  <c:v>-1.331</c:v>
                </c:pt>
                <c:pt idx="3">
                  <c:v>-1.157625</c:v>
                </c:pt>
                <c:pt idx="4">
                  <c:v>-1</c:v>
                </c:pt>
                <c:pt idx="5">
                  <c:v>-0.857375</c:v>
                </c:pt>
                <c:pt idx="6">
                  <c:v>-0.729</c:v>
                </c:pt>
                <c:pt idx="7">
                  <c:v>-0.614125</c:v>
                </c:pt>
                <c:pt idx="8">
                  <c:v>-0.512</c:v>
                </c:pt>
                <c:pt idx="9">
                  <c:v>-0.421875</c:v>
                </c:pt>
                <c:pt idx="10">
                  <c:v>-0.343</c:v>
                </c:pt>
                <c:pt idx="11">
                  <c:v>-0.274625</c:v>
                </c:pt>
                <c:pt idx="12">
                  <c:v>-0.216</c:v>
                </c:pt>
                <c:pt idx="13">
                  <c:v>-0.166375</c:v>
                </c:pt>
                <c:pt idx="14">
                  <c:v>-0.125</c:v>
                </c:pt>
                <c:pt idx="15">
                  <c:v>-0.091125</c:v>
                </c:pt>
                <c:pt idx="16">
                  <c:v>-0.064</c:v>
                </c:pt>
                <c:pt idx="17">
                  <c:v>-0.042875</c:v>
                </c:pt>
                <c:pt idx="18">
                  <c:v>-0.027</c:v>
                </c:pt>
                <c:pt idx="19">
                  <c:v>-0.015625</c:v>
                </c:pt>
                <c:pt idx="20">
                  <c:v>-0.008</c:v>
                </c:pt>
                <c:pt idx="21">
                  <c:v>-0.003375</c:v>
                </c:pt>
                <c:pt idx="22">
                  <c:v>-0.001</c:v>
                </c:pt>
                <c:pt idx="23">
                  <c:v>-0.000125</c:v>
                </c:pt>
                <c:pt idx="24">
                  <c:v>0</c:v>
                </c:pt>
                <c:pt idx="25">
                  <c:v>0.000125</c:v>
                </c:pt>
                <c:pt idx="26">
                  <c:v>0.001</c:v>
                </c:pt>
                <c:pt idx="27">
                  <c:v>0.003375</c:v>
                </c:pt>
                <c:pt idx="28">
                  <c:v>0.008</c:v>
                </c:pt>
                <c:pt idx="29">
                  <c:v>0.015625</c:v>
                </c:pt>
                <c:pt idx="30">
                  <c:v>0.027</c:v>
                </c:pt>
                <c:pt idx="31">
                  <c:v>0.042875</c:v>
                </c:pt>
                <c:pt idx="32">
                  <c:v>0.064</c:v>
                </c:pt>
                <c:pt idx="33">
                  <c:v>0.091125</c:v>
                </c:pt>
                <c:pt idx="34">
                  <c:v>0.125</c:v>
                </c:pt>
                <c:pt idx="35">
                  <c:v>0.166375</c:v>
                </c:pt>
                <c:pt idx="36">
                  <c:v>0.216</c:v>
                </c:pt>
                <c:pt idx="37">
                  <c:v>0.274625</c:v>
                </c:pt>
                <c:pt idx="38">
                  <c:v>0.343</c:v>
                </c:pt>
                <c:pt idx="39">
                  <c:v>0.421875</c:v>
                </c:pt>
                <c:pt idx="40">
                  <c:v>0.512</c:v>
                </c:pt>
                <c:pt idx="41">
                  <c:v>0.614125</c:v>
                </c:pt>
                <c:pt idx="42">
                  <c:v>0.729</c:v>
                </c:pt>
                <c:pt idx="43">
                  <c:v>0.857375</c:v>
                </c:pt>
                <c:pt idx="44">
                  <c:v>1</c:v>
                </c:pt>
                <c:pt idx="45">
                  <c:v>1.157625</c:v>
                </c:pt>
                <c:pt idx="46">
                  <c:v>1.331</c:v>
                </c:pt>
                <c:pt idx="47">
                  <c:v>1.520875</c:v>
                </c:pt>
                <c:pt idx="48">
                  <c:v>1.728</c:v>
                </c:pt>
              </c:numCache>
            </c:numRef>
          </c:yVal>
          <c:smooth val="0"/>
          <c:extLst>
            <c:ext xmlns:c16="http://schemas.microsoft.com/office/drawing/2014/chart" uri="{C3380CC4-5D6E-409C-BE32-E72D297353CC}">
              <c16:uniqueId val="{00000000-4299-43CE-971C-36D414FBD281}"/>
            </c:ext>
          </c:extLst>
        </c:ser>
        <c:dLbls>
          <c:showLegendKey val="0"/>
          <c:showVal val="0"/>
          <c:showCatName val="0"/>
          <c:showSerName val="0"/>
          <c:showPercent val="0"/>
          <c:showBubbleSize val="0"/>
        </c:dLbls>
        <c:axId val="48650112"/>
        <c:axId val="48672768"/>
      </c:scatterChart>
      <c:valAx>
        <c:axId val="48672768"/>
        <c:scaling>
          <c:orientation val="minMax"/>
          <c:max val="2"/>
          <c:min val="-2"/>
        </c:scaling>
        <c:delete val="0"/>
        <c:axPos val="l"/>
        <c:majorGridlines>
          <c:spPr>
            <a:ln w="9525">
              <a:solidFill>
                <a:srgbClr val="E8EDF1"/>
              </a:solidFill>
            </a:ln>
          </c:spPr>
        </c:majorGridlines>
        <c:numFmt formatCode="General" sourceLinked="1"/>
        <c:majorTickMark val="none"/>
        <c:minorTickMark val="none"/>
        <c:tickLblPos val="nextTo"/>
        <c:spPr>
          <a:ln w="9525">
            <a:solidFill>
              <a:srgbClr val="526276"/>
            </a:solidFill>
          </a:ln>
        </c:spPr>
        <c:txPr>
          <a:bodyPr anchorCtr="1"/>
          <a:lstStyle/>
          <a:p>
            <a:pPr>
              <a:defRPr sz="1425">
                <a:solidFill>
                  <a:srgbClr val="526276"/>
                </a:solidFill>
                <a:latin typeface="DejaVu Sans"/>
                <a:ea typeface="DejaVu Sans"/>
                <a:cs typeface="DejaVu Sans"/>
              </a:defRPr>
            </a:pPr>
            <a:endParaRPr lang="it-IT"/>
          </a:p>
        </c:txPr>
        <c:crossAx val="48650112"/>
        <c:crosses val="autoZero"/>
        <c:crossBetween val="midCat"/>
        <c:majorUnit val="2"/>
      </c:valAx>
      <c:valAx>
        <c:axId val="48650112"/>
        <c:scaling>
          <c:orientation val="minMax"/>
          <c:max val="1.2"/>
          <c:min val="-1.2"/>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nextTo"/>
        <c:spPr>
          <a:ln w="9525">
            <a:solidFill>
              <a:srgbClr val="526276"/>
            </a:solidFill>
          </a:ln>
        </c:spPr>
        <c:txPr>
          <a:bodyPr anchorCtr="1"/>
          <a:lstStyle/>
          <a:p>
            <a:pPr>
              <a:defRPr sz="1425">
                <a:solidFill>
                  <a:srgbClr val="526276"/>
                </a:solidFill>
                <a:latin typeface="DejaVu Sans"/>
                <a:ea typeface="DejaVu Sans"/>
                <a:cs typeface="DejaVu Sans"/>
              </a:defRPr>
            </a:pPr>
            <a:endParaRPr lang="it-IT"/>
          </a:p>
        </c:txPr>
        <c:crossAx val="48672768"/>
        <c:crosses val="autoZero"/>
        <c:crossBetween val="midCat"/>
        <c:majorUnit val="1"/>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0.25 minutes. Running time: 0–0.25 minutes.</a:t>
            </a:r>
          </a:p>
          <a:p>
            <a:endParaRPr/>
          </a:p>
          <a:p>
            <a:r>
              <a:t>The lecture has three parts. We first recall matrix operations, then differential calculus, and finally use derivatives and gradients to find minima.</a:t>
            </a:r>
          </a:p>
          <a:p>
            <a:endParaRPr/>
          </a:p>
          <a:p>
            <a:r>
              <a:t>Visual sources: University of Bristol official logo, https://www.bristol.ac.uk/assets/responsive-web-project/2.7.4/images/logos/uob-logo.svg (downloaded 21 September 2026). Fry Building atrium photograph, WilkinsonEyre, https://wilkinsoneyre.com/projects/university-of-bristol-fry-building ; original image https://wilkinsoneyre.com/images/containers/assets/projects/fry-building/834_n91_16-10-2.jpg/a034f46f36b4bd9bff159b579cfb2daf/834_n91_16-10-2.webp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minutes. Running time: 0.25–0.75 minutes.</a:t>
            </a:r>
          </a:p>
          <a:p>
            <a:endParaRPr/>
          </a:p>
          <a:p>
            <a:r>
              <a:t>Introduce the three sections in order. Advance to highlight matrices.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 minutes. Running time: 0.75–0.75 minutes.</a:t>
            </a:r>
          </a:p>
          <a:p>
            <a:endParaRPr/>
          </a:p>
          <a:p>
            <a:r>
              <a:t>Begin with vectors, shapes and matrix multiplication.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minutes. Running time: 0.75–1.25 minutes.</a:t>
            </a:r>
          </a:p>
          <a:p>
            <a:endParaRPr/>
          </a:p>
          <a:p>
            <a:r>
              <a:t>A real matrix has m rows and n columns, where m and n are arbitrary positive integers. Read its shape as rows by columns. The displayed dots continue the rows and columns to the final indices m and n. A_ij is one scalar entry, selected by row i and column j. A vector is a matrix with exactly one row or exactly one column. Its number d of entries can be any positive integer. Introduce this general notation before moving to the numerical examples on the next slide.</a:t>
            </a:r>
          </a:p>
          <a:p>
            <a:endParaRPr/>
          </a:p>
          <a:p>
            <a:r>
              <a:t>Source: Roberto Colomboni, SEMTM0051_week1_mathematical_preliminaries_final(1).tex, section: Vectors, matrices and index notation.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with the definition of matrix addition: the two matrices must have the same shape, and corresponding entries are added. Then reveal the numerical example, including the final matrix, and the comment on subtraction.</a:t>
            </a:r>
          </a:p>
          <a:p>
            <a:endParaRPr/>
          </a:p>
          <a:p>
            <a:r>
              <a:t/>
            </a:r>
          </a:p>
          <a:p>
            <a:endParaRPr/>
          </a:p>
          <a:p>
            <a:r>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with the definition of scalar multiplication: multiply each matrix entry by the scalar. Then reveal the numerical example, including the final matrix, and the comment on row and column vectors.</a:t>
            </a:r>
          </a:p>
          <a:p>
            <a:endParaRPr/>
          </a:p>
          <a:p>
            <a:r>
              <a:t/>
            </a:r>
          </a:p>
          <a:p>
            <a:endParaRPr/>
          </a:p>
          <a:p>
            <a:r>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with the transpose definition and the change from m by n to n by m. Reveal the matrix example first, then the row-vector example.</a:t>
            </a:r>
          </a:p>
          <a:p>
            <a:endParaRPr/>
          </a:p>
          <a:p>
            <a:r>
              <a:t/>
            </a:r>
          </a:p>
          <a:p>
            <a:endParaRPr/>
          </a:p>
          <a:p>
            <a:r>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 Running time: 3–4 minutes.</a:t>
            </a:r>
          </a:p>
          <a:p>
            <a:endParaRPr/>
          </a:p>
          <a:p>
            <a:r>
              <a:t>Check shapes before computing. The inner dimensions agree because they count the pairs of entries we multiply. To find the entry at row i and column k, hold i and k fixed, walk along row i of A and down column k of B, then add the products. The summation index j runs through these pairs.</a:t>
            </a:r>
          </a:p>
          <a:p>
            <a:endParaRPr/>
          </a:p>
          <a:p>
            <a:r>
              <a:t>Source: Roberto Colomboni, SEMTM0051_week1_mathematical_preliminaries_final(1).tex, section: Vectors, matrices and index notation.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0.25 minutes. Running time: 4–4.25 minutes.</a:t>
            </a:r>
          </a:p>
          <a:p>
            <a:endParaRPr/>
          </a:p>
          <a:p>
            <a:r>
              <a:t>Restore the two-finger diagram from the notes. One finger moves left to right along the selected row of A, while the other moves down the selected column of B. The top-left output uses row one and column one. The other three output positions choose the corresponding row and column. Multiply the entries encountered together, then add. The next slides carry out all four cases with numbers.</a:t>
            </a:r>
          </a:p>
          <a:p>
            <a:endParaRPr/>
          </a:p>
          <a:p>
            <a:r>
              <a:t>Source: Roberto Colomboni, SEMTM0051_week1_mathematical_preliminaries_final(1).tex, section: Vectors, matrices and index notation: matrix multiplication by hand.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minutes. Running time: 4.25–4.75 minutes.</a:t>
            </a:r>
          </a:p>
          <a:p>
            <a:endParaRPr/>
          </a:p>
          <a:p>
            <a:r>
              <a:t>The outlined cell is C11. On the first click, A11=5 and B11=1 turn teal and their product appears. On the second click, A12=6 and B21=3 turn orange and the second product appears. On the third click, add 5 and 18 to get 23, which fills the selected cell. Previously computed entries remain visible.</a:t>
            </a:r>
          </a:p>
          <a:p>
            <a:endParaRPr/>
          </a:p>
          <a:p>
            <a:r>
              <a:t>Source: Roberto Colomboni, SEMTM0051_week1_mathematical_preliminaries_final(1).tex, section: Vectors, matrices and index notation: matrix multiplication by hand.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minutes. Running time: 4.75–5.25 minutes.</a:t>
            </a:r>
          </a:p>
          <a:p>
            <a:endParaRPr/>
          </a:p>
          <a:p>
            <a:r>
              <a:t>The outlined cell is C12. On the first click, A11=5 and B12=2 turn teal and their product appears. On the second click, A12=6 and B22=4 turn orange and the second product appears. On the third click, add 10 and 24 to get 34, which fills the selected cell. Previously computed entries remain visible.</a:t>
            </a:r>
          </a:p>
          <a:p>
            <a:endParaRPr/>
          </a:p>
          <a:p>
            <a:r>
              <a:t>Source: Roberto Colomboni, SEMTM0051_week1_mathematical_preliminaries_final(1).tex, section: Vectors, matrices and index notation: matrix multiplication by hand.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minutes. Running time: 5.25–5.75 minutes.</a:t>
            </a:r>
          </a:p>
          <a:p>
            <a:endParaRPr/>
          </a:p>
          <a:p>
            <a:r>
              <a:t>The outlined cell is C21. On the first click, A21=7 and B11=1 turn teal and their product appears. On the second click, A22=8 and B21=3 turn orange and the second product appears. On the third click, add 7 and 24 to get 31, which fills the selected cell. Previously computed entries remain visible.</a:t>
            </a:r>
          </a:p>
          <a:p>
            <a:endParaRPr/>
          </a:p>
          <a:p>
            <a:r>
              <a:t>Source: Roberto Colomboni, SEMTM0051_week1_mathematical_preliminaries_final(1).tex, section: Vectors, matrices and index notation: matrix multiplication by hand.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minutes. Running time: 5.75–6.25 minutes.</a:t>
            </a:r>
          </a:p>
          <a:p>
            <a:endParaRPr/>
          </a:p>
          <a:p>
            <a:r>
              <a:t>The outlined cell is C22. On the first click, A21=7 and B12=2 turn teal and their product appears. On the second click, A22=8 and B22=4 turn orange and the second product appears. On the third click, add 14 and 32 to get 46, which fills the selected cell. Leave the complete calculation visible. Advance to the next slide to discuss reversing the order of multiplication.</a:t>
            </a:r>
          </a:p>
          <a:p>
            <a:endParaRPr/>
          </a:p>
          <a:p>
            <a:r>
              <a:t>Source: Roberto Colomboni, SEMTM0051_week1_mathematical_preliminaries_final(1).tex, section: Vectors, matrices and index notation: matrix multiplication by hand.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0.25 minutes. Running time: 6.25–6.5 minutes.</a:t>
            </a:r>
          </a:p>
          <a:p>
            <a:endParaRPr/>
          </a:p>
          <a:p>
            <a:r>
              <a:t>Both matrices and their product are shown without coloured factor highlights or a selected output cell. AB being defined does not imply BA is defined. Even when both products have matching shapes, they need not be equal. Ask students to compute BA as an exercise. For these matrices, BA has rows (19,22) and (43,50), while AB has rows (23,34) and (31,46).</a:t>
            </a:r>
          </a:p>
          <a:p>
            <a:endParaRPr/>
          </a:p>
          <a:p>
            <a:r>
              <a:t>Source: Roberto Colomboni, SEMTM0051_week1_mathematical_preliminaries_final(1).tex, section: Vectors, matrices and index notation: matrix multiplication.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1.25 minutes. Running time: 6.5–7.75 minutes.</a:t>
            </a:r>
          </a:p>
          <a:p>
            <a:endParaRPr/>
          </a:p>
          <a:p>
            <a:r>
              <a:t>Associativity changes the grouping of three compatible factors, without changing their order. If students have never proved it, ask them to expand an entry on each side as a double sum. A transpose exchanges the output row and column. In the transpose of a product the two factors therefore appear in reverse order. Both results apply to rectangular matrices of compatible shapes.</a:t>
            </a:r>
          </a:p>
          <a:p>
            <a:endParaRPr/>
          </a:p>
          <a:p>
            <a:r>
              <a:t>Source: Roberto Colomboni, SEMTM0051_week1_mathematical_preliminaries_final(1).tex, section: Matrices: products, norms, identity matrices, inverses and linear systems.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 Running time: 7.75–8.75 minutes.</a:t>
            </a:r>
          </a:p>
          <a:p>
            <a:endParaRPr/>
          </a:p>
          <a:p>
            <a:r>
              <a:t>The Euclidean norm is the nonnegative square root of the sum of the squared entries. The two displayed products give the squared norm. For a column, transpose the first factor. For a row, transpose the second. Check shapes: one by d times d by one gives one by one, which we identify with a scalar. For the column (2,-1), the squared norm is 5 and the norm is the square root of 5.</a:t>
            </a:r>
          </a:p>
          <a:p>
            <a:endParaRPr/>
          </a:p>
          <a:p>
            <a:r>
              <a:t>Source: Roberto Colomboni, SEMTM0051_week1_mathematical_preliminaries_final(1).tex, section: Matrices: products, norms, identity matrices, inverses and linear systems.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 Running time: 8.75–9.75 minutes.</a:t>
            </a:r>
          </a:p>
          <a:p>
            <a:endParaRPr/>
          </a:p>
          <a:p>
            <a:r>
              <a:t>The identity matrix is square in any dimension. Its diagonal entries are one, and all other entries are zero. Point along the diagonal and then to the off-diagonal entries. For a rectangular matrix A with m rows and n columns, the left identity is m by m and the right identity is n by n. Ask students to check both equalities directly from the definition of multiplication.</a:t>
            </a:r>
          </a:p>
          <a:p>
            <a:endParaRPr/>
          </a:p>
          <a:p>
            <a:r>
              <a:t>Source: Roberto Colomboni, SEMTM0051_week1_mathematical_preliminaries_final(1).tex, section: Matrices: products, norms, identity matrices, inverses and linear systems.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1.25 minutes. Running time: 9.75–11 minutes.</a:t>
            </a:r>
          </a:p>
          <a:p>
            <a:endParaRPr/>
          </a:p>
          <a:p>
            <a:r>
              <a:t>Start with a square matrix A. Invertibility means that another square matrix B of the same size multiplies with A to give the identity in either order. This is a definition, not a formula for finding B. The matrix B is unique: if B and C both work, B = BI = B(AC) = (BA)C = IC = C. Because of this uniqueness we use the name inverse and the notation A to the power minus one. A square matrix with no inverse is called singular.</a:t>
            </a:r>
          </a:p>
          <a:p>
            <a:endParaRPr/>
          </a:p>
          <a:p>
            <a:r>
              <a:t>Source: Roberto Colomboni, SEMTM0051_week1_mathematical_preliminaries_final(1).tex, section: Matrices: products, norms, identity matrices, inverses and linear systems.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Running time: 11–12.5 minutes.</a:t>
            </a:r>
          </a:p>
          <a:p>
            <a:endParaRPr/>
          </a:p>
          <a:p>
            <a:r>
              <a:t>For a two by two matrix the inverse exists exactly when ad minus bc is nonzero. Read the formula: divide by ad minus bc, exchange the diagonal entries and negate the off-diagonal entries. Apply this to the matrix with rows (1,2) and (3,4). The denominator is minus two, so the inverse has rows (-2,1) and (3/2,-1/2). Ask students to verify both products with the original matrix.</a:t>
            </a:r>
          </a:p>
          <a:p>
            <a:endParaRPr/>
          </a:p>
          <a:p>
            <a:r>
              <a:t>Source: Roberto Colomboni, SEMTM0051_week1_mathematical_preliminaries_final(1).tex, section: Matrices: products, norms, identity matrices, inverses and linear systems.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Running time: 12.5–14 minutes.</a:t>
            </a:r>
          </a:p>
          <a:p>
            <a:endParaRPr/>
          </a:p>
          <a:p>
            <a:r>
              <a:t>A is an invertible n by n matrix and b is an n by one column. We seek a column x satisfying Ax=b. Any solution must obey the displayed chain: the identity leaves x unchanged, the inverse identity replaces I, associativity changes the grouping, and Ax is replaced by b. Reveal each equality in turn. This shows that any solution must be A inverse b. Finally substitute that candidate into the equation to prove it is a solution. The two observations give existence and uniqueness.</a:t>
            </a:r>
          </a:p>
          <a:p>
            <a:endParaRPr/>
          </a:p>
          <a:p>
            <a:r>
              <a:t>Source: Roberto Colomboni, SEMTM0051_week1_mathematical_preliminaries_final(1).tex, section: Matrices: products, norms, identity matrices, inverses and linear systems.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 Running time: 14–15 minutes.</a:t>
            </a:r>
          </a:p>
          <a:p>
            <a:endParaRPr/>
          </a:p>
          <a:p>
            <a:r>
              <a:t>An indicator converts a true-or-false condition into a number: one when the condition holds and zero otherwise. A denotes any condition. For example, the indicator of 2 less than 3 is one, while the indicator of 2 equal to 3 is zero. The Kronecker delta is the particular indicator of the condition i equals j. These are exactly the entries of the identity matrix. In the expanded sum, every coefficient is zero except delta_ii=1, so only a_i survives. The ellipses cover the terms before and after i. At i=1 or i=d, omit the empty block. Reveal the Kronecker delta first, then the general expanded sum.</a:t>
            </a:r>
          </a:p>
          <a:p>
            <a:endParaRPr/>
          </a:p>
          <a:p>
            <a:r>
              <a:t>Source: Roberto Colomboni, SEMTM0051_week1_mathematical_preliminaries_final(1).tex, section: Indicator functions and the Kronecker delta.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0.25 minutes. Running time: 15–15.25 minutes.</a:t>
            </a:r>
          </a:p>
          <a:p>
            <a:endParaRPr/>
          </a:p>
          <a:p>
            <a:r>
              <a:t>We now study how function values change, first in one variable and then in several variables.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minutes. Running time: 15.25–15.75 minutes.</a:t>
            </a:r>
          </a:p>
          <a:p>
            <a:endParaRPr/>
          </a:p>
          <a:p>
            <a:r>
              <a:t>A function assigns exactly one output to each input in its domain. This example has real inputs and real outputs, with the rule f(x)=x squared. The graph collects the pairs (x,f(x)). Read the input on the horizontal axis and the output on the vertical axis. At input 3, move vertically to the curve, then horizontally to read output 9. The orange point is (3,9). The negative input -3 has the same output, which is allowed: the requirement is one output for each input, not a different output for every different input.</a:t>
            </a:r>
          </a:p>
          <a:p>
            <a:endParaRPr/>
          </a:p>
          <a:p>
            <a:r>
              <a:t>Source: Roberto Colomboni, SEMTM0051_week1_mathematical_preliminaries_final(1).tex, section: Functions and function values.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 Running time: 15.75–17.75 minutes.</a:t>
            </a:r>
          </a:p>
          <a:p>
            <a:endParaRPr/>
          </a:p>
          <a:p>
            <a:r>
              <a:t>Begin with the graph f(x)=x squared and ask how steep it is at x=1. In PowerPoint Slide Show, click once or press the next arrow to start the 11-second sequence. The animation uses 121 ordinary Appear effects on embedded scientific plot frames. It does not use a movie or media playback. The fixed point P is (1,1). The point Q=(1+h,(1+h)^2) approaches P as h decreases from 1 towards zero. For h&gt;0 the secant slope is ((1+h)^2-1)/h=2+h, which tends to 2. The final frame uses limit notation, rather than evaluating a quotient at h=0. When the motion finishes, the next click reveals the limit definition and the following click reveals f prime(1)=2. The PDF shows the final frame. Implementation reference: Microsoft Open XML CommonTimeNode and SetBehavior documentation, https://learn.microsoft.com/en-us/dotnet/api/documentformat.openxml.presentation.commontimenode and https://learn.microsoft.com/en-us/dotnet/api/documentformat.openxml.presentation.setbehavior .</a:t>
            </a:r>
          </a:p>
          <a:p>
            <a:endParaRPr/>
          </a:p>
          <a:p>
            <a:r>
              <a:t>Source: Roberto Colomboni, SEMTM0051_week1_mathematical_preliminaries_final(1).tex, section: Derivatives and gradients.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 minutes. Running time: 17.75–20.75 minutes.</a:t>
            </a:r>
          </a:p>
          <a:p>
            <a:endParaRPr/>
          </a:p>
          <a:p>
            <a:r>
              <a:t>Recall four basic derivative rules: constants, powers, the natural exponential and the natural logarithm. The constant and the exponent do not depend on x. Treat constants separately, and state the power rule for nonzero real p and positive x. If p is an integer, the same formula also holds for every nonzero x. The cases x, reciprocal x and square root of x are covered by the power rule and do not need separate displayed rules. They can be mentioned orally using p=1, p=-1 and p=1/2. For positive integer p the derivative at x=0 is also defined, but the displayed nonzero-input condition is a sufficient common domain for all integer exponents. Log denotes the natural logarithm. Reveal the power rule with its domain note, then the exponential, then the logarithm.</a:t>
            </a:r>
          </a:p>
          <a:p>
            <a:endParaRPr/>
          </a:p>
          <a:p>
            <a:r>
              <a:t>Source: Roberto Colomboni, SEMTM0051_week1_mathematical_preliminaries_final(1).tex, section: Derivatives and gradients.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 minutes. Running time: 20.75–23.75 minutes.</a:t>
            </a:r>
          </a:p>
          <a:p>
            <a:endParaRPr/>
          </a:p>
          <a:p>
            <a:r>
              <a:t>First differentiate a linear combination. The coefficients a and b are constants with respect to x, so each remains in place. The example retains the three powers used earlier, including the negative half power. Reveal its derivative after asking for the three contributions. Then turn to a product: either factor can change, so the derivative adds the two contributions. In each contribution the other factor stays unchanged. The short product example can also be checked by first expanding x squared times x plus one. These two rules will be used inside the chain-rule exercises.</a:t>
            </a:r>
          </a:p>
          <a:p>
            <a:endParaRPr/>
          </a:p>
          <a:p>
            <a:r>
              <a:t>Source: Roberto Colomboni, SEMTM0051_week1_mathematical_preliminaries_final(1).tex, section: Derivatives and gradients.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 Running time: 23.75–25.75 minutes.</a:t>
            </a:r>
          </a:p>
          <a:p>
            <a:endParaRPr/>
          </a:p>
          <a:p>
            <a:r>
              <a:t>Define F(s)=v(u(s)). In prime notation, differentiate the outer function at the actual intermediate value u(s), and multiply by the inner derivative at s. Introduce Leibniz notation precisely first: dF/ds evaluated at s equals dv/du evaluated at u=u(s), times du/ds evaluated at s. Only on the next click introduce the common abbreviation dv/ds=(dv/du)(du/ds). This is an abuse of notation: the evaluation of dv/du at u(s) is implicit, and dv/ds denotes the derivative of the composition F, not the derivative of the outer function with respect to its own argument. The notation suggests cancellation, but cancellation is only a mnemonic, not a proof.</a:t>
            </a:r>
          </a:p>
          <a:p>
            <a:endParaRPr/>
          </a:p>
          <a:p>
            <a:r>
              <a:t>Source: Roberto Colomboni, SEMTM0051_week1_mathematical_preliminaries_final(1).tex, section: Derivatives and gradients: the chain rule.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3.25 minutes. Running time: 25.75–29 minutes.</a:t>
            </a:r>
          </a:p>
          <a:p>
            <a:endParaRPr/>
          </a:p>
          <a:p>
            <a:r>
              <a:t>Take F(s)=(2s+5) cubed. Set u(s)=2s+5 and v(u)=u cubed. Differentiate these functions independently, then substitute the inner value into the outer derivative and multiply by the inner derivative. Show both prime and Leibniz notation, with the substitution explicit. In the precise Leibniz formula, dF/ds is evaluated at s, the outer derivative dv/du is evaluated at u=2s+5, and the inner derivative du/ds is evaluated at s. The abbreviation dv/ds was introduced on the preceding slide as an abuse of notation. Each line appears on a separate click and remains visible. Finally reveal an exercise: differentiate H(s)=log(1+exp(s)) in both notations. For the exercise use u(s)=1+exp(s), v(u)=log(u), u prime=exp(s), and v prime=1/u. The answer is H prime(s)=exp(s)/(1+exp(s)); the logarithm is defined for every real s because 1+exp(s)&gt;0.</a:t>
            </a:r>
          </a:p>
          <a:p>
            <a:endParaRPr/>
          </a:p>
          <a:p>
            <a:r>
              <a:t>Source: Roberto Colomboni, SEMTM0051_week1_mathematical_preliminaries_final(1).tex, section: Derivatives and gradients.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First state the two limit definitions of partial derivatives, emphasizing that the other coordinate stays fixed. Each limit must exist as a finite real number. Then reveal the polynomial example. Calculate the first partial derivative, evaluate it at (1,2), and repeat for the second coordinate.</a:t>
            </a:r>
          </a:p>
          <a:p>
            <a:endParaRPr/>
          </a:p>
          <a:p>
            <a:r>
              <a:t/>
            </a:r>
          </a:p>
          <a:p>
            <a:endParaRPr/>
          </a:p>
          <a:p>
            <a:r>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 minutes. Running time: 33.75–36.75 minutes.</a:t>
            </a:r>
          </a:p>
          <a:p>
            <a:endParaRPr/>
          </a:p>
          <a:p>
            <a:r>
              <a:t>Define differentiability without assuming that partial derivatives already provide the linear approximation. A scalar function Q on R^d is differentiable at w if a column g exists for which the displayed error, divided by the norm of h, tends to zero as h tends to zero. Equivalently, Q(w+h)=Q(w)+g transpose h plus a remainder that is little-o of the norm of h. The approximation must work for increments in every direction. If such a g exists, it is unique. Taking h=t e_j shows that the jth partial derivative exists and equals g_j. Thus g is the gradient at w. Having all partial derivatives alone does not guarantee this limit. Continuous partial derivatives in a neighbourhood provide a useful sufficient condition, if asked.</a:t>
            </a:r>
          </a:p>
          <a:p>
            <a:endParaRPr/>
          </a:p>
          <a:p>
            <a:r>
              <a:t>Source: Roberto Colomboni, SEMTM0051_week1_mathematical_preliminaries_final(1).tex, section: Derivatives and gradients.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Running time: 36.75–38.25 minutes.</a:t>
            </a:r>
          </a:p>
          <a:p>
            <a:endParaRPr/>
          </a:p>
          <a:p>
            <a:r>
              <a:t>Let the intermediate quantity be s=a+2b-3 and square it. When b is fixed, ds/da is one. When a is fixed, ds/db is two. In both cases the outer derivative is 2s, evaluated at a+2b-3. The other argument is fixed, but the intermediate value still changes when it depends on the chosen argument.</a:t>
            </a:r>
          </a:p>
          <a:p>
            <a:endParaRPr/>
          </a:p>
          <a:p>
            <a:r>
              <a:t>Source: Roberto Colomboni, SEMTM0051_week1_mathematical_preliminaries_final(1).tex, section: Derivatives and gradients.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0.25 minutes. Running time: 40.75–41 minutes.</a:t>
            </a:r>
          </a:p>
          <a:p>
            <a:endParaRPr/>
          </a:p>
          <a:p>
            <a:r>
              <a:t>We now use the derivatives we can calculate to locate and check minima.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 Running time: 41–42 minutes.</a:t>
            </a:r>
          </a:p>
          <a:p>
            <a:endParaRPr/>
          </a:p>
          <a:p>
            <a:r>
              <a:t>A minimiser is an input, while the minimum is a function value. For a local minimum, comparisons are restricted to nearby inputs in the domain. A global minimum compares with all inputs. If a differentiable function has a local minimum, its derivative there must be zero. We will use the zero-derivative equation to find candidates and then check them.</a:t>
            </a:r>
          </a:p>
          <a:p>
            <a:endParaRPr/>
          </a:p>
          <a:p>
            <a:r>
              <a:t>Source: Roberto Colomboni, SEMTM0051_week1_mathematical_preliminaries_final(1).tex, section: Using derivatives and gradients to find minima.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Running time: 42–43.5 minutes.</a:t>
            </a:r>
          </a:p>
          <a:p>
            <a:endParaRPr/>
          </a:p>
          <a:p>
            <a:r>
              <a:t>State Fermat's theorem explicitly: if f is differentiable at a local minimum x*, then f prime at x* is zero. The theorem also holds for a local maximum. The implication is only necessary, not sufficient. In the three examples, the derivative is zero at the origin, but x squared has a minimum, minus x squared has a maximum, and x cubed has a stationary inflection point, neither a minimum nor a maximum. An inflection point need not be stationary in general. These examples are not an exhaustive classification of all differentiable functions. Reveal the three zero derivatives, then the classifications and the necessary-versus-sufficient conclusion.</a:t>
            </a:r>
          </a:p>
          <a:p>
            <a:endParaRPr/>
          </a:p>
          <a:p>
            <a:r>
              <a:t>Source: Roberto Colomboni, SEMTM0051_week1_mathematical_preliminaries_final(1).tex, section: Using derivatives and gradients to find minima.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 Running time: 43.5–45.5 minutes.</a:t>
            </a:r>
          </a:p>
          <a:p>
            <a:endParaRPr/>
          </a:p>
          <a:p>
            <a:r>
              <a:t>Use F(a)=a squared plus five a minus three on the real line. Its graph is an upward-opening parabola, so it attains a global minimum. This establishes existence before applying Fermat. Since the function is differentiable everywhere and the domain is the real line, Fermat's theorem implies that any minimiser is a stationary point. Solve F prime(a)=2a+5=0: there is exactly one stationary point, a=-5/2. A global minimum exists and must be stationary, so this unique stationary point is the global minimiser. Finally substitute into the original function to find the minimum value -37/4. Do not use completion of the square, and do not infer a minimum from stationarity alone.</a:t>
            </a:r>
          </a:p>
          <a:p>
            <a:endParaRPr/>
          </a:p>
          <a:p>
            <a:r>
              <a:t>Source: Roberto Colomboni, SEMTM0051_week1_mathematical_preliminaries_final(1).tex, section: Using derivatives and gradients to find minima.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Running time: 46.75–48.25 minutes.</a:t>
            </a:r>
          </a:p>
          <a:p>
            <a:endParaRPr/>
          </a:p>
          <a:p>
            <a:r>
              <a:t>Generalise Fermat's theorem: if H is differentiable at a local minimum u*, then its gradient at u* is the zero vector. Restricting H to each coordinate line gives a one-variable local minimum, so the one-dimensional theorem makes every partial derivative zero. Thus we solve all stationary equations together to find candidates. For H(u)=(u1-1) squared plus (u2+2) squared, this gives u*=(1,-2). Check the candidate: H is nonnegative everywhere and equals zero at u*, so this is a global minimum. The theorem gives a necessary condition; the final nonnegativity argument verifies the minimum.</a:t>
            </a:r>
          </a:p>
          <a:p>
            <a:endParaRPr/>
          </a:p>
          <a:p>
            <a:r>
              <a:t>Source: Roberto Colomboni, SEMTM0051_week1_mathematical_preliminaries_final(1).tex, section: Using derivatives and gradients to find minima.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Running time: 48.25–49.75 minutes.</a:t>
            </a:r>
          </a:p>
          <a:p>
            <a:endParaRPr/>
          </a:p>
          <a:p>
            <a:r>
              <a:t>Connect this slide to the one-dimensional examples: zero derivatives can occur at minima, maxima or stationary inflections. In several dimensions there is additional directional behaviour. For S(u)=u1 squared minus u2 squared, the gradient is (2u1,-2u2) transpose and vanishes at the origin. Along the teal section u2=0 the origin is a strict minimum. Along the orange section u1=0 it is a strict maximum. Therefore every neighbourhood contains both larger and smaller values than S(0)=0, and the origin is neither a local minimum nor a local maximum. This is a saddle point. Do not present one-dimensional inflection terminology as an exhaustive multivariable classification. Stationarity still gives candidates, not a guarantee of a minimum.</a:t>
            </a:r>
          </a:p>
          <a:p>
            <a:endParaRPr/>
          </a:p>
          <a:p>
            <a:r>
              <a:t>Source: Roberto Colomboni, SEMTM0051_week1_mathematical_preliminaries_final(1).tex, section: Using derivatives and gradients to find minima.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sv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3.svg"/><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5.sv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19.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1.svg"/></Relationships>
</file>

<file path=ppt/slides/_rels/slide1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3.sv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33.png"/><Relationship Id="rId4" Type="http://schemas.openxmlformats.org/officeDocument/2006/relationships/image" Target="../media/image24.sv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7.svg"/><Relationship Id="rId5" Type="http://schemas.openxmlformats.org/officeDocument/2006/relationships/image" Target="../media/image37.png"/><Relationship Id="rId4" Type="http://schemas.openxmlformats.org/officeDocument/2006/relationships/image" Target="../media/image26.sv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9.svg"/><Relationship Id="rId5" Type="http://schemas.openxmlformats.org/officeDocument/2006/relationships/image" Target="../media/image41.png"/><Relationship Id="rId4" Type="http://schemas.openxmlformats.org/officeDocument/2006/relationships/image" Target="../media/image28.svg"/></Relationships>
</file>

<file path=ppt/slides/_rels/slide20.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44.png"/><Relationship Id="rId7" Type="http://schemas.openxmlformats.org/officeDocument/2006/relationships/image" Target="../media/image33.sv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2.svg"/><Relationship Id="rId5" Type="http://schemas.openxmlformats.org/officeDocument/2006/relationships/image" Target="../media/image31.svg"/><Relationship Id="rId4" Type="http://schemas.openxmlformats.org/officeDocument/2006/relationships/image" Target="../media/image30.svg"/><Relationship Id="rId9" Type="http://schemas.openxmlformats.org/officeDocument/2006/relationships/image" Target="../media/image50.png"/></Relationships>
</file>

<file path=ppt/slides/_rels/slide21.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7.svg"/><Relationship Id="rId4" Type="http://schemas.openxmlformats.org/officeDocument/2006/relationships/image" Target="../media/image36.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slides/_rels/slide24.xml.rels><?xml version="1.0" encoding="UTF-8" standalone="yes"?>
<Relationships xmlns="http://schemas.openxmlformats.org/package/2006/relationships"><Relationship Id="rId26" Type="http://schemas.openxmlformats.org/officeDocument/2006/relationships/image" Target="../media/image68.png"/><Relationship Id="rId117" Type="http://schemas.openxmlformats.org/officeDocument/2006/relationships/image" Target="../media/image159.png"/><Relationship Id="rId21" Type="http://schemas.openxmlformats.org/officeDocument/2006/relationships/image" Target="../media/image63.png"/><Relationship Id="rId42" Type="http://schemas.openxmlformats.org/officeDocument/2006/relationships/image" Target="../media/image84.png"/><Relationship Id="rId47" Type="http://schemas.openxmlformats.org/officeDocument/2006/relationships/image" Target="../media/image89.png"/><Relationship Id="rId63" Type="http://schemas.openxmlformats.org/officeDocument/2006/relationships/image" Target="../media/image105.png"/><Relationship Id="rId68" Type="http://schemas.openxmlformats.org/officeDocument/2006/relationships/image" Target="../media/image110.png"/><Relationship Id="rId84" Type="http://schemas.openxmlformats.org/officeDocument/2006/relationships/image" Target="../media/image126.png"/><Relationship Id="rId89" Type="http://schemas.openxmlformats.org/officeDocument/2006/relationships/image" Target="../media/image131.png"/><Relationship Id="rId112" Type="http://schemas.openxmlformats.org/officeDocument/2006/relationships/image" Target="../media/image154.png"/><Relationship Id="rId16" Type="http://schemas.openxmlformats.org/officeDocument/2006/relationships/image" Target="../media/image58.png"/><Relationship Id="rId107" Type="http://schemas.openxmlformats.org/officeDocument/2006/relationships/image" Target="../media/image149.png"/><Relationship Id="rId11" Type="http://schemas.openxmlformats.org/officeDocument/2006/relationships/image" Target="../media/image53.png"/><Relationship Id="rId32" Type="http://schemas.openxmlformats.org/officeDocument/2006/relationships/image" Target="../media/image74.png"/><Relationship Id="rId37" Type="http://schemas.openxmlformats.org/officeDocument/2006/relationships/image" Target="../media/image79.png"/><Relationship Id="rId53" Type="http://schemas.openxmlformats.org/officeDocument/2006/relationships/image" Target="../media/image95.png"/><Relationship Id="rId58" Type="http://schemas.openxmlformats.org/officeDocument/2006/relationships/image" Target="../media/image100.png"/><Relationship Id="rId74" Type="http://schemas.openxmlformats.org/officeDocument/2006/relationships/image" Target="../media/image116.png"/><Relationship Id="rId79" Type="http://schemas.openxmlformats.org/officeDocument/2006/relationships/image" Target="../media/image121.png"/><Relationship Id="rId102" Type="http://schemas.openxmlformats.org/officeDocument/2006/relationships/image" Target="../media/image144.png"/><Relationship Id="rId123" Type="http://schemas.openxmlformats.org/officeDocument/2006/relationships/image" Target="../media/image165.png"/><Relationship Id="rId5" Type="http://schemas.openxmlformats.org/officeDocument/2006/relationships/image" Target="../media/image46.png"/><Relationship Id="rId90" Type="http://schemas.openxmlformats.org/officeDocument/2006/relationships/image" Target="../media/image132.png"/><Relationship Id="rId95" Type="http://schemas.openxmlformats.org/officeDocument/2006/relationships/image" Target="../media/image137.png"/><Relationship Id="rId22" Type="http://schemas.openxmlformats.org/officeDocument/2006/relationships/image" Target="../media/image64.png"/><Relationship Id="rId27" Type="http://schemas.openxmlformats.org/officeDocument/2006/relationships/image" Target="../media/image69.png"/><Relationship Id="rId43" Type="http://schemas.openxmlformats.org/officeDocument/2006/relationships/image" Target="../media/image85.png"/><Relationship Id="rId48" Type="http://schemas.openxmlformats.org/officeDocument/2006/relationships/image" Target="../media/image90.png"/><Relationship Id="rId64" Type="http://schemas.openxmlformats.org/officeDocument/2006/relationships/image" Target="../media/image106.png"/><Relationship Id="rId69" Type="http://schemas.openxmlformats.org/officeDocument/2006/relationships/image" Target="../media/image111.png"/><Relationship Id="rId113" Type="http://schemas.openxmlformats.org/officeDocument/2006/relationships/image" Target="../media/image155.png"/><Relationship Id="rId118" Type="http://schemas.openxmlformats.org/officeDocument/2006/relationships/image" Target="../media/image160.png"/><Relationship Id="rId80" Type="http://schemas.openxmlformats.org/officeDocument/2006/relationships/image" Target="../media/image122.png"/><Relationship Id="rId85" Type="http://schemas.openxmlformats.org/officeDocument/2006/relationships/image" Target="../media/image127.png"/><Relationship Id="rId12" Type="http://schemas.openxmlformats.org/officeDocument/2006/relationships/image" Target="../media/image54.png"/><Relationship Id="rId17" Type="http://schemas.openxmlformats.org/officeDocument/2006/relationships/image" Target="../media/image59.png"/><Relationship Id="rId33" Type="http://schemas.openxmlformats.org/officeDocument/2006/relationships/image" Target="../media/image75.png"/><Relationship Id="rId38" Type="http://schemas.openxmlformats.org/officeDocument/2006/relationships/image" Target="../media/image80.png"/><Relationship Id="rId59" Type="http://schemas.openxmlformats.org/officeDocument/2006/relationships/image" Target="../media/image101.png"/><Relationship Id="rId103" Type="http://schemas.openxmlformats.org/officeDocument/2006/relationships/image" Target="../media/image145.png"/><Relationship Id="rId108" Type="http://schemas.openxmlformats.org/officeDocument/2006/relationships/image" Target="../media/image150.png"/><Relationship Id="rId124" Type="http://schemas.openxmlformats.org/officeDocument/2006/relationships/image" Target="../media/image166.svg"/><Relationship Id="rId54" Type="http://schemas.openxmlformats.org/officeDocument/2006/relationships/image" Target="../media/image96.png"/><Relationship Id="rId70" Type="http://schemas.openxmlformats.org/officeDocument/2006/relationships/image" Target="../media/image112.png"/><Relationship Id="rId75" Type="http://schemas.openxmlformats.org/officeDocument/2006/relationships/image" Target="../media/image117.png"/><Relationship Id="rId91" Type="http://schemas.openxmlformats.org/officeDocument/2006/relationships/image" Target="../media/image133.png"/><Relationship Id="rId96" Type="http://schemas.openxmlformats.org/officeDocument/2006/relationships/image" Target="../media/image138.png"/><Relationship Id="rId1" Type="http://schemas.openxmlformats.org/officeDocument/2006/relationships/slideLayout" Target="../slideLayouts/slideLayout1.xml"/><Relationship Id="rId6" Type="http://schemas.openxmlformats.org/officeDocument/2006/relationships/image" Target="../media/image47.png"/><Relationship Id="rId23" Type="http://schemas.openxmlformats.org/officeDocument/2006/relationships/image" Target="../media/image65.png"/><Relationship Id="rId28" Type="http://schemas.openxmlformats.org/officeDocument/2006/relationships/image" Target="../media/image70.png"/><Relationship Id="rId49" Type="http://schemas.openxmlformats.org/officeDocument/2006/relationships/image" Target="../media/image91.png"/><Relationship Id="rId114" Type="http://schemas.openxmlformats.org/officeDocument/2006/relationships/image" Target="../media/image156.png"/><Relationship Id="rId119" Type="http://schemas.openxmlformats.org/officeDocument/2006/relationships/image" Target="../media/image161.png"/><Relationship Id="rId44" Type="http://schemas.openxmlformats.org/officeDocument/2006/relationships/image" Target="../media/image86.png"/><Relationship Id="rId60" Type="http://schemas.openxmlformats.org/officeDocument/2006/relationships/image" Target="../media/image102.png"/><Relationship Id="rId65" Type="http://schemas.openxmlformats.org/officeDocument/2006/relationships/image" Target="../media/image107.png"/><Relationship Id="rId81" Type="http://schemas.openxmlformats.org/officeDocument/2006/relationships/image" Target="../media/image123.png"/><Relationship Id="rId86" Type="http://schemas.openxmlformats.org/officeDocument/2006/relationships/image" Target="../media/image128.png"/><Relationship Id="rId13" Type="http://schemas.openxmlformats.org/officeDocument/2006/relationships/image" Target="../media/image55.png"/><Relationship Id="rId18" Type="http://schemas.openxmlformats.org/officeDocument/2006/relationships/image" Target="../media/image60.png"/><Relationship Id="rId39" Type="http://schemas.openxmlformats.org/officeDocument/2006/relationships/image" Target="../media/image81.png"/><Relationship Id="rId109" Type="http://schemas.openxmlformats.org/officeDocument/2006/relationships/image" Target="../media/image151.png"/><Relationship Id="rId34" Type="http://schemas.openxmlformats.org/officeDocument/2006/relationships/image" Target="../media/image76.png"/><Relationship Id="rId50" Type="http://schemas.openxmlformats.org/officeDocument/2006/relationships/image" Target="../media/image92.png"/><Relationship Id="rId55" Type="http://schemas.openxmlformats.org/officeDocument/2006/relationships/image" Target="../media/image97.png"/><Relationship Id="rId76" Type="http://schemas.openxmlformats.org/officeDocument/2006/relationships/image" Target="../media/image118.png"/><Relationship Id="rId97" Type="http://schemas.openxmlformats.org/officeDocument/2006/relationships/image" Target="../media/image139.png"/><Relationship Id="rId104" Type="http://schemas.openxmlformats.org/officeDocument/2006/relationships/image" Target="../media/image146.png"/><Relationship Id="rId120" Type="http://schemas.openxmlformats.org/officeDocument/2006/relationships/image" Target="../media/image162.png"/><Relationship Id="rId125" Type="http://schemas.openxmlformats.org/officeDocument/2006/relationships/image" Target="../media/image167.svg"/><Relationship Id="rId7" Type="http://schemas.openxmlformats.org/officeDocument/2006/relationships/image" Target="../media/image48.png"/><Relationship Id="rId71" Type="http://schemas.openxmlformats.org/officeDocument/2006/relationships/image" Target="../media/image113.png"/><Relationship Id="rId92" Type="http://schemas.openxmlformats.org/officeDocument/2006/relationships/image" Target="../media/image134.png"/><Relationship Id="rId2" Type="http://schemas.openxmlformats.org/officeDocument/2006/relationships/notesSlide" Target="../notesSlides/notesSlide24.xml"/><Relationship Id="rId29" Type="http://schemas.openxmlformats.org/officeDocument/2006/relationships/image" Target="../media/image71.png"/><Relationship Id="rId24" Type="http://schemas.openxmlformats.org/officeDocument/2006/relationships/image" Target="../media/image66.png"/><Relationship Id="rId40" Type="http://schemas.openxmlformats.org/officeDocument/2006/relationships/image" Target="../media/image82.png"/><Relationship Id="rId45" Type="http://schemas.openxmlformats.org/officeDocument/2006/relationships/image" Target="../media/image87.png"/><Relationship Id="rId66" Type="http://schemas.openxmlformats.org/officeDocument/2006/relationships/image" Target="../media/image108.png"/><Relationship Id="rId87" Type="http://schemas.openxmlformats.org/officeDocument/2006/relationships/image" Target="../media/image129.png"/><Relationship Id="rId110" Type="http://schemas.openxmlformats.org/officeDocument/2006/relationships/image" Target="../media/image152.png"/><Relationship Id="rId115" Type="http://schemas.openxmlformats.org/officeDocument/2006/relationships/image" Target="../media/image157.png"/><Relationship Id="rId61" Type="http://schemas.openxmlformats.org/officeDocument/2006/relationships/image" Target="../media/image103.png"/><Relationship Id="rId82" Type="http://schemas.openxmlformats.org/officeDocument/2006/relationships/image" Target="../media/image124.png"/><Relationship Id="rId19" Type="http://schemas.openxmlformats.org/officeDocument/2006/relationships/image" Target="../media/image61.png"/><Relationship Id="rId14" Type="http://schemas.openxmlformats.org/officeDocument/2006/relationships/image" Target="../media/image56.png"/><Relationship Id="rId30" Type="http://schemas.openxmlformats.org/officeDocument/2006/relationships/image" Target="../media/image72.png"/><Relationship Id="rId35" Type="http://schemas.openxmlformats.org/officeDocument/2006/relationships/image" Target="../media/image77.png"/><Relationship Id="rId56" Type="http://schemas.openxmlformats.org/officeDocument/2006/relationships/image" Target="../media/image98.png"/><Relationship Id="rId77" Type="http://schemas.openxmlformats.org/officeDocument/2006/relationships/image" Target="../media/image119.png"/><Relationship Id="rId100" Type="http://schemas.openxmlformats.org/officeDocument/2006/relationships/image" Target="../media/image142.png"/><Relationship Id="rId105" Type="http://schemas.openxmlformats.org/officeDocument/2006/relationships/image" Target="../media/image147.png"/><Relationship Id="rId8" Type="http://schemas.openxmlformats.org/officeDocument/2006/relationships/image" Target="../media/image49.png"/><Relationship Id="rId51" Type="http://schemas.openxmlformats.org/officeDocument/2006/relationships/image" Target="../media/image93.png"/><Relationship Id="rId72" Type="http://schemas.openxmlformats.org/officeDocument/2006/relationships/image" Target="../media/image114.png"/><Relationship Id="rId93" Type="http://schemas.openxmlformats.org/officeDocument/2006/relationships/image" Target="../media/image135.png"/><Relationship Id="rId98" Type="http://schemas.openxmlformats.org/officeDocument/2006/relationships/image" Target="../media/image140.png"/><Relationship Id="rId121" Type="http://schemas.openxmlformats.org/officeDocument/2006/relationships/image" Target="../media/image163.png"/><Relationship Id="rId3" Type="http://schemas.openxmlformats.org/officeDocument/2006/relationships/image" Target="../media/image42.png"/><Relationship Id="rId25" Type="http://schemas.openxmlformats.org/officeDocument/2006/relationships/image" Target="../media/image67.png"/><Relationship Id="rId46" Type="http://schemas.openxmlformats.org/officeDocument/2006/relationships/image" Target="../media/image88.png"/><Relationship Id="rId67" Type="http://schemas.openxmlformats.org/officeDocument/2006/relationships/image" Target="../media/image109.png"/><Relationship Id="rId116" Type="http://schemas.openxmlformats.org/officeDocument/2006/relationships/image" Target="../media/image158.png"/><Relationship Id="rId20" Type="http://schemas.openxmlformats.org/officeDocument/2006/relationships/image" Target="../media/image62.png"/><Relationship Id="rId41" Type="http://schemas.openxmlformats.org/officeDocument/2006/relationships/image" Target="../media/image83.png"/><Relationship Id="rId62" Type="http://schemas.openxmlformats.org/officeDocument/2006/relationships/image" Target="../media/image104.png"/><Relationship Id="rId83" Type="http://schemas.openxmlformats.org/officeDocument/2006/relationships/image" Target="../media/image125.png"/><Relationship Id="rId88" Type="http://schemas.openxmlformats.org/officeDocument/2006/relationships/image" Target="../media/image130.png"/><Relationship Id="rId111" Type="http://schemas.openxmlformats.org/officeDocument/2006/relationships/image" Target="../media/image153.png"/><Relationship Id="rId15" Type="http://schemas.openxmlformats.org/officeDocument/2006/relationships/image" Target="../media/image57.png"/><Relationship Id="rId36" Type="http://schemas.openxmlformats.org/officeDocument/2006/relationships/image" Target="../media/image78.png"/><Relationship Id="rId57" Type="http://schemas.openxmlformats.org/officeDocument/2006/relationships/image" Target="../media/image99.png"/><Relationship Id="rId106" Type="http://schemas.openxmlformats.org/officeDocument/2006/relationships/image" Target="../media/image148.png"/><Relationship Id="rId10" Type="http://schemas.openxmlformats.org/officeDocument/2006/relationships/image" Target="../media/image52.png"/><Relationship Id="rId31" Type="http://schemas.openxmlformats.org/officeDocument/2006/relationships/image" Target="../media/image73.png"/><Relationship Id="rId52" Type="http://schemas.openxmlformats.org/officeDocument/2006/relationships/image" Target="../media/image94.png"/><Relationship Id="rId73" Type="http://schemas.openxmlformats.org/officeDocument/2006/relationships/image" Target="../media/image115.png"/><Relationship Id="rId78" Type="http://schemas.openxmlformats.org/officeDocument/2006/relationships/image" Target="../media/image120.png"/><Relationship Id="rId94" Type="http://schemas.openxmlformats.org/officeDocument/2006/relationships/image" Target="../media/image136.png"/><Relationship Id="rId99" Type="http://schemas.openxmlformats.org/officeDocument/2006/relationships/image" Target="../media/image141.png"/><Relationship Id="rId101" Type="http://schemas.openxmlformats.org/officeDocument/2006/relationships/image" Target="../media/image143.png"/><Relationship Id="rId122" Type="http://schemas.openxmlformats.org/officeDocument/2006/relationships/image" Target="../media/image164.png"/><Relationship Id="rId4" Type="http://schemas.openxmlformats.org/officeDocument/2006/relationships/image" Target="../media/image45.png"/><Relationship Id="rId9" Type="http://schemas.openxmlformats.org/officeDocument/2006/relationships/image" Target="../media/image51.png"/></Relationships>
</file>

<file path=ppt/slides/_rels/slide25.xml.rels><?xml version="1.0" encoding="UTF-8" standalone="yes"?>
<Relationships xmlns="http://schemas.openxmlformats.org/package/2006/relationships"><Relationship Id="rId3" Type="http://schemas.openxmlformats.org/officeDocument/2006/relationships/image" Target="../media/image168.svg"/><Relationship Id="rId7" Type="http://schemas.openxmlformats.org/officeDocument/2006/relationships/image" Target="../media/image172.sv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71.svg"/><Relationship Id="rId5" Type="http://schemas.openxmlformats.org/officeDocument/2006/relationships/image" Target="../media/image170.svg"/><Relationship Id="rId4" Type="http://schemas.openxmlformats.org/officeDocument/2006/relationships/image" Target="../media/image169.svg"/></Relationships>
</file>

<file path=ppt/slides/_rels/slide26.xml.rels><?xml version="1.0" encoding="UTF-8" standalone="yes"?>
<Relationships xmlns="http://schemas.openxmlformats.org/package/2006/relationships"><Relationship Id="rId3" Type="http://schemas.openxmlformats.org/officeDocument/2006/relationships/image" Target="../media/image173.sv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176.svg"/><Relationship Id="rId5" Type="http://schemas.openxmlformats.org/officeDocument/2006/relationships/image" Target="../media/image175.svg"/><Relationship Id="rId4" Type="http://schemas.openxmlformats.org/officeDocument/2006/relationships/image" Target="../media/image174.svg"/></Relationships>
</file>

<file path=ppt/slides/_rels/slide27.xml.rels><?xml version="1.0" encoding="UTF-8" standalone="yes"?>
<Relationships xmlns="http://schemas.openxmlformats.org/package/2006/relationships"><Relationship Id="rId8" Type="http://schemas.openxmlformats.org/officeDocument/2006/relationships/image" Target="../media/image194.png"/><Relationship Id="rId3" Type="http://schemas.openxmlformats.org/officeDocument/2006/relationships/image" Target="../media/image177.png"/><Relationship Id="rId7" Type="http://schemas.openxmlformats.org/officeDocument/2006/relationships/image" Target="../media/image180.sv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79.svg"/><Relationship Id="rId5" Type="http://schemas.openxmlformats.org/officeDocument/2006/relationships/image" Target="../media/image178.svg"/><Relationship Id="rId4" Type="http://schemas.openxmlformats.org/officeDocument/2006/relationships/image" Target="../media/image177.svg"/></Relationships>
</file>

<file path=ppt/slides/_rels/slide28.xml.rels><?xml version="1.0" encoding="UTF-8" standalone="yes"?>
<Relationships xmlns="http://schemas.openxmlformats.org/package/2006/relationships"><Relationship Id="rId8" Type="http://schemas.openxmlformats.org/officeDocument/2006/relationships/image" Target="../media/image200.png"/><Relationship Id="rId3" Type="http://schemas.openxmlformats.org/officeDocument/2006/relationships/image" Target="../media/image181.svg"/><Relationship Id="rId7" Type="http://schemas.openxmlformats.org/officeDocument/2006/relationships/image" Target="../media/image185.sv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84.svg"/><Relationship Id="rId5" Type="http://schemas.openxmlformats.org/officeDocument/2006/relationships/image" Target="../media/image183.svg"/><Relationship Id="rId4" Type="http://schemas.openxmlformats.org/officeDocument/2006/relationships/image" Target="../media/image182.svg"/></Relationships>
</file>

<file path=ppt/slides/_rels/slide29.xml.rels><?xml version='1.0' encoding='UTF-8' standalone='yes'?>
<Relationships xmlns="http://schemas.openxmlformats.org/package/2006/relationships"><Relationship Id="rId3" Type="http://schemas.openxmlformats.org/officeDocument/2006/relationships/image" Target="../media/image186.svg"/><Relationship Id="rId7" Type="http://schemas.openxmlformats.org/officeDocument/2006/relationships/image" Target="../media/image190.sv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189.svg"/><Relationship Id="rId5" Type="http://schemas.openxmlformats.org/officeDocument/2006/relationships/image" Target="../media/image188.svg"/><Relationship Id="rId4" Type="http://schemas.openxmlformats.org/officeDocument/2006/relationships/image" Target="../media/image187.svg"/><Relationship Id="rIdDefinition12" Type="http://schemas.openxmlformats.org/officeDocument/2006/relationships/image" Target="../media/partial_definition_1.svg"/><Relationship Id="rIdDefinition13" Type="http://schemas.openxmlformats.org/officeDocument/2006/relationships/image" Target="../media/partial_definition_2.svg"/></Relationships>
</file>

<file path=ppt/slides/_rels/slide30.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192.svg"/><Relationship Id="rId4" Type="http://schemas.openxmlformats.org/officeDocument/2006/relationships/image" Target="../media/image191.svg"/></Relationships>
</file>

<file path=ppt/slides/_rels/slide31.xml.rels><?xml version="1.0" encoding="UTF-8" standalone="yes"?>
<Relationships xmlns="http://schemas.openxmlformats.org/package/2006/relationships"><Relationship Id="rId3" Type="http://schemas.openxmlformats.org/officeDocument/2006/relationships/image" Target="../media/image193.sv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195.svg"/><Relationship Id="rId4" Type="http://schemas.openxmlformats.org/officeDocument/2006/relationships/image" Target="../media/image194.sv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96.sv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97.svg"/></Relationships>
</file>

<file path=ppt/slides/_rels/slide34.xml.rels><?xml version="1.0" encoding="UTF-8" standalone="yes"?>
<Relationships xmlns="http://schemas.openxmlformats.org/package/2006/relationships"><Relationship Id="rId3" Type="http://schemas.openxmlformats.org/officeDocument/2006/relationships/image" Target="../media/image222.png"/><Relationship Id="rId7" Type="http://schemas.openxmlformats.org/officeDocument/2006/relationships/image" Target="../media/image198.sv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9.sv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201.svg"/><Relationship Id="rId5" Type="http://schemas.openxmlformats.org/officeDocument/2006/relationships/image" Target="../media/image226.png"/><Relationship Id="rId4" Type="http://schemas.openxmlformats.org/officeDocument/2006/relationships/image" Target="../media/image200.svg"/></Relationships>
</file>

<file path=ppt/slides/_rels/slide36.xml.rels><?xml version="1.0" encoding="UTF-8" standalone="yes"?>
<Relationships xmlns="http://schemas.openxmlformats.org/package/2006/relationships"><Relationship Id="rId3" Type="http://schemas.openxmlformats.org/officeDocument/2006/relationships/image" Target="../media/image228.png"/><Relationship Id="rId7" Type="http://schemas.openxmlformats.org/officeDocument/2006/relationships/image" Target="../media/image205.sv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204.svg"/><Relationship Id="rId5" Type="http://schemas.openxmlformats.org/officeDocument/2006/relationships/image" Target="../media/image203.svg"/><Relationship Id="rId4" Type="http://schemas.openxmlformats.org/officeDocument/2006/relationships/image" Target="../media/image202.svg"/></Relationships>
</file>

<file path=ppt/slides/_rels/slide37.xml.rels><?xml version="1.0" encoding="UTF-8" standalone="yes"?>
<Relationships xmlns="http://schemas.openxmlformats.org/package/2006/relationships"><Relationship Id="rId8" Type="http://schemas.openxmlformats.org/officeDocument/2006/relationships/image" Target="../media/image211.svg"/><Relationship Id="rId3" Type="http://schemas.openxmlformats.org/officeDocument/2006/relationships/image" Target="../media/image206.svg"/><Relationship Id="rId7" Type="http://schemas.openxmlformats.org/officeDocument/2006/relationships/image" Target="../media/image210.sv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209.svg"/><Relationship Id="rId5" Type="http://schemas.openxmlformats.org/officeDocument/2006/relationships/image" Target="../media/image208.svg"/><Relationship Id="rId4" Type="http://schemas.openxmlformats.org/officeDocument/2006/relationships/image" Target="../media/image207.svg"/><Relationship Id="rId9" Type="http://schemas.openxmlformats.org/officeDocument/2006/relationships/image" Target="../media/image21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2D45"/>
        </a:solidFill>
        <a:effectLst/>
      </p:bgPr>
    </p:bg>
    <p:spTree>
      <p:nvGrpSpPr>
        <p:cNvPr id="1" name=""/>
        <p:cNvGrpSpPr/>
        <p:nvPr/>
      </p:nvGrpSpPr>
      <p:grpSpPr>
        <a:xfrm>
          <a:off x="0" y="0"/>
          <a:ext cx="0" cy="0"/>
          <a:chOff x="0" y="0"/>
          <a:chExt cx="0" cy="0"/>
        </a:xfrm>
      </p:grpSpPr>
      <p:pic>
        <p:nvPicPr>
          <p:cNvPr id="11" name="Immagine 10"/>
          <p:cNvPicPr>
            <a:picLocks noChangeAspect="1"/>
          </p:cNvPicPr>
          <p:nvPr/>
        </p:nvPicPr>
        <p:blipFill>
          <a:blip r:embed="rId3"/>
          <a:srcRect l="19828" r="19828"/>
          <a:stretch>
            <a:fillRect/>
          </a:stretch>
        </p:blipFill>
        <p:spPr>
          <a:xfrm>
            <a:off x="6858000" y="1333500"/>
            <a:ext cx="5334000" cy="5524500"/>
          </a:xfrm>
          <a:prstGeom prst="rect">
            <a:avLst/>
          </a:prstGeom>
        </p:spPr>
      </p:pic>
      <p:sp>
        <p:nvSpPr>
          <p:cNvPr id="2" name="cover_image_blend">
            <a:extLst>
              <a:ext uri="{FF2B5EF4-FFF2-40B4-BE49-F238E27FC236}">
                <a16:creationId xmlns:a16="http://schemas.microsoft.com/office/drawing/2014/main" id="{BB7EBBA9-F38C-4EF5-A56F-E15174676376}"/>
              </a:ext>
            </a:extLst>
          </p:cNvPr>
          <p:cNvSpPr>
            <a:spLocks noGrp="1"/>
          </p:cNvSpPr>
          <p:nvPr/>
        </p:nvSpPr>
        <p:spPr>
          <a:xfrm>
            <a:off x="6705600" y="1333500"/>
            <a:ext cx="685800" cy="5524500"/>
          </a:xfrm>
          <a:prstGeom prst="rect">
            <a:avLst/>
          </a:prstGeom>
          <a:gradFill>
            <a:gsLst>
              <a:gs pos="0">
                <a:srgbClr val="182D45"/>
              </a:gs>
              <a:gs pos="100000">
                <a:srgbClr val="182D45">
                  <a:alpha val="0"/>
                </a:srgbClr>
              </a:gs>
            </a:gsLst>
            <a:lin ang="0"/>
          </a:gradFill>
          <a:ln w="0">
            <a:noFill/>
          </a:ln>
        </p:spPr>
        <p:txBody>
          <a:bodyPr/>
          <a:lstStyle/>
          <a:p>
            <a:endParaRPr lang="it-IT"/>
          </a:p>
        </p:txBody>
      </p:sp>
      <p:sp>
        <p:nvSpPr>
          <p:cNvPr id="3" name="university_header">
            <a:extLst>
              <a:ext uri="{FF2B5EF4-FFF2-40B4-BE49-F238E27FC236}">
                <a16:creationId xmlns:a16="http://schemas.microsoft.com/office/drawing/2014/main" id="{7EB572E9-FE21-4C15-B6F0-77754B113C52}"/>
              </a:ext>
            </a:extLst>
          </p:cNvPr>
          <p:cNvSpPr>
            <a:spLocks noGrp="1"/>
          </p:cNvSpPr>
          <p:nvPr/>
        </p:nvSpPr>
        <p:spPr>
          <a:xfrm>
            <a:off x="0" y="0"/>
            <a:ext cx="12192000" cy="1333500"/>
          </a:xfrm>
          <a:prstGeom prst="rect">
            <a:avLst/>
          </a:prstGeom>
          <a:solidFill>
            <a:srgbClr val="FFFFFF"/>
          </a:solidFill>
          <a:ln w="0">
            <a:noFill/>
          </a:ln>
        </p:spPr>
        <p:txBody>
          <a:bodyPr/>
          <a:lstStyle/>
          <a:p>
            <a:endParaRPr lang="it-IT"/>
          </a:p>
        </p:txBody>
      </p:sp>
      <p:pic>
        <p:nvPicPr>
          <p:cNvPr id="14" name="Immagine 13"/>
          <p:cNvPicPr>
            <a:picLocks noChangeAspect="1"/>
          </p:cNvPicPr>
          <p:nvPr/>
        </p:nvPicPr>
        <p:blipFill>
          <a:blip r:embed="rId4"/>
          <a:stretch/>
        </p:blipFill>
        <p:spPr>
          <a:xfrm>
            <a:off x="609600" y="285950"/>
            <a:ext cx="2724150" cy="787795"/>
          </a:xfrm>
          <a:prstGeom prst="rect">
            <a:avLst/>
          </a:prstGeom>
        </p:spPr>
      </p:pic>
      <p:sp>
        <p:nvSpPr>
          <p:cNvPr id="6" name="lecture_number">
            <a:extLst>
              <a:ext uri="{FF2B5EF4-FFF2-40B4-BE49-F238E27FC236}">
                <a16:creationId xmlns:a16="http://schemas.microsoft.com/office/drawing/2014/main" id="{32C96DD1-00F3-4AFB-96A6-3D1001E20900}"/>
              </a:ext>
            </a:extLst>
          </p:cNvPr>
          <p:cNvSpPr>
            <a:spLocks noGrp="1"/>
          </p:cNvSpPr>
          <p:nvPr/>
        </p:nvSpPr>
        <p:spPr>
          <a:xfrm>
            <a:off x="609600" y="1952625"/>
            <a:ext cx="5238750" cy="381000"/>
          </a:xfrm>
          <a:prstGeom prst="rect">
            <a:avLst/>
          </a:prstGeom>
          <a:noFill/>
          <a:ln w="0">
            <a:noFill/>
          </a:ln>
        </p:spPr>
        <p:txBody>
          <a:bodyPr wrap="square" lIns="0" tIns="0" rIns="0" bIns="0" anchor="t">
            <a:noAutofit/>
          </a:bodyPr>
          <a:lstStyle/>
          <a:p>
            <a:pPr algn="l">
              <a:defRPr sz="1875" b="1">
                <a:solidFill>
                  <a:srgbClr val="86D2CE"/>
                </a:solidFill>
                <a:latin typeface="DejaVu Sans"/>
                <a:ea typeface="DejaVu Sans"/>
                <a:cs typeface="DejaVu Sans"/>
              </a:defRPr>
            </a:pPr>
            <a:r>
              <a:rPr sz="1875" b="1">
                <a:solidFill>
                  <a:srgbClr val="86D2CE"/>
                </a:solidFill>
                <a:latin typeface="DejaVu Sans"/>
                <a:ea typeface="DejaVu Sans"/>
                <a:cs typeface="DejaVu Sans"/>
              </a:rPr>
              <a:t>LECTURE 1</a:t>
            </a:r>
          </a:p>
        </p:txBody>
      </p:sp>
      <p:sp>
        <p:nvSpPr>
          <p:cNvPr id="7" name="lecture_title">
            <a:extLst>
              <a:ext uri="{FF2B5EF4-FFF2-40B4-BE49-F238E27FC236}">
                <a16:creationId xmlns:a16="http://schemas.microsoft.com/office/drawing/2014/main" id="{4049F7DC-3E66-44DF-9614-4F35C5E4A546}"/>
              </a:ext>
            </a:extLst>
          </p:cNvPr>
          <p:cNvSpPr>
            <a:spLocks noGrp="1"/>
          </p:cNvSpPr>
          <p:nvPr/>
        </p:nvSpPr>
        <p:spPr>
          <a:xfrm>
            <a:off x="609600" y="2505075"/>
            <a:ext cx="6000750" cy="1562100"/>
          </a:xfrm>
          <a:prstGeom prst="rect">
            <a:avLst/>
          </a:prstGeom>
          <a:noFill/>
          <a:ln w="0">
            <a:noFill/>
          </a:ln>
        </p:spPr>
        <p:txBody>
          <a:bodyPr wrap="square" lIns="0" tIns="0" rIns="0" bIns="0" anchor="t">
            <a:noAutofit/>
          </a:bodyPr>
          <a:lstStyle/>
          <a:p>
            <a:pPr algn="l">
              <a:defRPr sz="4650" b="1">
                <a:solidFill>
                  <a:srgbClr val="FFFFFF"/>
                </a:solidFill>
                <a:latin typeface="DejaVu Sans"/>
                <a:ea typeface="DejaVu Sans"/>
                <a:cs typeface="DejaVu Sans"/>
              </a:defRPr>
            </a:pPr>
            <a:r>
              <a:rPr sz="4650" b="1">
                <a:solidFill>
                  <a:srgbClr val="FFFFFF"/>
                </a:solidFill>
                <a:latin typeface="DejaVu Sans"/>
                <a:ea typeface="DejaVu Sans"/>
                <a:cs typeface="DejaVu Sans"/>
              </a:rPr>
              <a:t>Mathematical</a:t>
            </a:r>
          </a:p>
          <a:p>
            <a:pPr algn="l">
              <a:defRPr sz="4650" b="1">
                <a:solidFill>
                  <a:srgbClr val="FFFFFF"/>
                </a:solidFill>
                <a:latin typeface="DejaVu Sans"/>
                <a:ea typeface="DejaVu Sans"/>
                <a:cs typeface="DejaVu Sans"/>
              </a:defRPr>
            </a:pPr>
            <a:r>
              <a:rPr sz="4650" b="1">
                <a:solidFill>
                  <a:srgbClr val="FFFFFF"/>
                </a:solidFill>
                <a:latin typeface="DejaVu Sans"/>
                <a:ea typeface="DejaVu Sans"/>
                <a:cs typeface="DejaVu Sans"/>
              </a:rPr>
              <a:t>preliminaries</a:t>
            </a:r>
          </a:p>
        </p:txBody>
      </p:sp>
      <p:sp>
        <p:nvSpPr>
          <p:cNvPr id="8" name="course_name">
            <a:extLst>
              <a:ext uri="{FF2B5EF4-FFF2-40B4-BE49-F238E27FC236}">
                <a16:creationId xmlns:a16="http://schemas.microsoft.com/office/drawing/2014/main" id="{67055BC4-1D98-4015-9CD2-2CAE975C3020}"/>
              </a:ext>
            </a:extLst>
          </p:cNvPr>
          <p:cNvSpPr>
            <a:spLocks noGrp="1"/>
          </p:cNvSpPr>
          <p:nvPr/>
        </p:nvSpPr>
        <p:spPr>
          <a:xfrm>
            <a:off x="609600" y="4362450"/>
            <a:ext cx="5981700" cy="476250"/>
          </a:xfrm>
          <a:prstGeom prst="rect">
            <a:avLst/>
          </a:prstGeom>
          <a:noFill/>
          <a:ln w="0">
            <a:noFill/>
          </a:ln>
        </p:spPr>
        <p:txBody>
          <a:bodyPr wrap="square" lIns="0" tIns="0" rIns="0" bIns="0" anchor="t">
            <a:noAutofit/>
          </a:bodyPr>
          <a:lstStyle/>
          <a:p>
            <a:pPr algn="l">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Foundations of Artificial Intelligence</a:t>
            </a:r>
          </a:p>
        </p:txBody>
      </p:sp>
      <p:sp>
        <p:nvSpPr>
          <p:cNvPr id="9" name="course_code_year">
            <a:extLst>
              <a:ext uri="{FF2B5EF4-FFF2-40B4-BE49-F238E27FC236}">
                <a16:creationId xmlns:a16="http://schemas.microsoft.com/office/drawing/2014/main" id="{EE4785DE-EB17-46FD-B476-1B3728C0BBA3}"/>
              </a:ext>
            </a:extLst>
          </p:cNvPr>
          <p:cNvSpPr>
            <a:spLocks noGrp="1"/>
          </p:cNvSpPr>
          <p:nvPr/>
        </p:nvSpPr>
        <p:spPr>
          <a:xfrm>
            <a:off x="609600" y="4857750"/>
            <a:ext cx="5981700" cy="381000"/>
          </a:xfrm>
          <a:prstGeom prst="rect">
            <a:avLst/>
          </a:prstGeom>
          <a:noFill/>
          <a:ln w="0">
            <a:noFill/>
          </a:ln>
        </p:spPr>
        <p:txBody>
          <a:bodyPr wrap="square" lIns="0" tIns="0" rIns="0" bIns="0" anchor="t">
            <a:noAutofit/>
          </a:bodyPr>
          <a:lstStyle/>
          <a:p>
            <a:pPr algn="l">
              <a:defRPr sz="1725" b="0">
                <a:solidFill>
                  <a:srgbClr val="C7D7E7"/>
                </a:solidFill>
                <a:latin typeface="DejaVu Sans"/>
                <a:ea typeface="DejaVu Sans"/>
                <a:cs typeface="DejaVu Sans"/>
              </a:defRPr>
            </a:pPr>
            <a:r>
              <a:rPr sz="1725" b="0">
                <a:solidFill>
                  <a:srgbClr val="C7D7E7"/>
                </a:solidFill>
                <a:latin typeface="DejaVu Sans"/>
                <a:ea typeface="DejaVu Sans"/>
                <a:cs typeface="DejaVu Sans"/>
              </a:rPr>
              <a:t>SEMTM0051   ·   2026/27</a:t>
            </a:r>
          </a:p>
        </p:txBody>
      </p:sp>
      <p:sp>
        <p:nvSpPr>
          <p:cNvPr id="10" name="lecturer">
            <a:extLst>
              <a:ext uri="{FF2B5EF4-FFF2-40B4-BE49-F238E27FC236}">
                <a16:creationId xmlns:a16="http://schemas.microsoft.com/office/drawing/2014/main" id="{0A545F5F-B01D-42B3-B46A-7BA9B86254BD}"/>
              </a:ext>
            </a:extLst>
          </p:cNvPr>
          <p:cNvSpPr>
            <a:spLocks noGrp="1"/>
          </p:cNvSpPr>
          <p:nvPr/>
        </p:nvSpPr>
        <p:spPr>
          <a:xfrm>
            <a:off x="609600" y="6076950"/>
            <a:ext cx="5981700" cy="419100"/>
          </a:xfrm>
          <a:prstGeom prst="rect">
            <a:avLst/>
          </a:prstGeom>
          <a:noFill/>
          <a:ln w="0">
            <a:noFill/>
          </a:ln>
        </p:spPr>
        <p:txBody>
          <a:bodyPr wrap="square" lIns="0" tIns="0" rIns="0" bIns="0" anchor="t">
            <a:noAutofit/>
          </a:bodyPr>
          <a:lstStyle/>
          <a:p>
            <a:pPr algn="l">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Lecturer: Dr Roberto Colomboni</a:t>
            </a:r>
          </a:p>
        </p:txBody>
      </p:sp>
    </p:spTree>
    <p:extLst>
      <p:ext uri="{BB962C8B-B14F-4D97-AF65-F5344CB8AC3E}">
        <p14:creationId xmlns:p14="http://schemas.microsoft.com/office/powerpoint/2010/main" val="1259475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narrative_s2_text1">
            <a:extLst>
              <a:ext uri="{FF2B5EF4-FFF2-40B4-BE49-F238E27FC236}">
                <a16:creationId xmlns:a16="http://schemas.microsoft.com/office/drawing/2014/main" id="{07830613-C878-4899-AAC9-DA87AF96CDD3}"/>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Today's lecture</a:t>
            </a:r>
          </a:p>
        </p:txBody>
      </p:sp>
      <p:sp>
        <p:nvSpPr>
          <p:cNvPr id="2" name="page_number">
            <a:extLst>
              <a:ext uri="{FF2B5EF4-FFF2-40B4-BE49-F238E27FC236}">
                <a16:creationId xmlns:a16="http://schemas.microsoft.com/office/drawing/2014/main" id="{E48FB96C-70A2-40C9-9EF1-6FB28D6C60DE}"/>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02</a:t>
            </a:r>
          </a:p>
        </p:txBody>
      </p:sp>
      <p:sp>
        <p:nvSpPr>
          <p:cNvPr id="3" name="narrative_s2_text2">
            <a:extLst>
              <a:ext uri="{FF2B5EF4-FFF2-40B4-BE49-F238E27FC236}">
                <a16:creationId xmlns:a16="http://schemas.microsoft.com/office/drawing/2014/main" id="{61428A9E-6EB8-46FB-A029-109A16E73562}"/>
              </a:ext>
            </a:extLst>
          </p:cNvPr>
          <p:cNvSpPr>
            <a:spLocks noGrp="1"/>
          </p:cNvSpPr>
          <p:nvPr/>
        </p:nvSpPr>
        <p:spPr>
          <a:xfrm>
            <a:off x="819150" y="2095500"/>
            <a:ext cx="10572750" cy="3429000"/>
          </a:xfrm>
          <a:prstGeom prst="rect">
            <a:avLst/>
          </a:prstGeom>
          <a:noFill/>
          <a:ln w="0">
            <a:noFill/>
          </a:ln>
        </p:spPr>
        <p:txBody>
          <a:bodyPr wrap="square" lIns="0" tIns="0" rIns="0" bIns="0" anchor="t">
            <a:noAutofit/>
          </a:bodyPr>
          <a:lstStyle/>
          <a:p>
            <a:pPr marL="431800" indent="-317500" algn="l">
              <a:spcAft>
                <a:spcPts val="4000"/>
              </a:spcAft>
              <a:buChar char="•"/>
              <a:defRPr sz="2850" b="0">
                <a:solidFill>
                  <a:srgbClr val="182D45"/>
                </a:solidFill>
                <a:latin typeface="DejaVu Sans"/>
                <a:ea typeface="DejaVu Sans"/>
                <a:cs typeface="DejaVu Sans"/>
              </a:defRPr>
            </a:pPr>
            <a:r>
              <a:rPr sz="2850" b="0">
                <a:solidFill>
                  <a:srgbClr val="182D45"/>
                </a:solidFill>
                <a:latin typeface="DejaVu Sans"/>
                <a:ea typeface="DejaVu Sans"/>
                <a:cs typeface="DejaVu Sans"/>
              </a:rPr>
              <a:t>Matrices</a:t>
            </a:r>
          </a:p>
          <a:p>
            <a:pPr marL="431800" indent="-317500" algn="l">
              <a:spcAft>
                <a:spcPts val="4000"/>
              </a:spcAft>
              <a:buChar char="•"/>
              <a:defRPr sz="2850" b="0">
                <a:solidFill>
                  <a:srgbClr val="182D45"/>
                </a:solidFill>
                <a:latin typeface="DejaVu Sans"/>
                <a:ea typeface="DejaVu Sans"/>
                <a:cs typeface="DejaVu Sans"/>
              </a:defRPr>
            </a:pPr>
            <a:r>
              <a:rPr sz="2850" b="0">
                <a:solidFill>
                  <a:srgbClr val="182D45"/>
                </a:solidFill>
                <a:latin typeface="DejaVu Sans"/>
                <a:ea typeface="DejaVu Sans"/>
                <a:cs typeface="DejaVu Sans"/>
              </a:rPr>
              <a:t>Differential calculus</a:t>
            </a:r>
          </a:p>
          <a:p>
            <a:pPr marL="431800" indent="-317500" algn="l">
              <a:spcAft>
                <a:spcPts val="4000"/>
              </a:spcAft>
              <a:buChar char="•"/>
              <a:defRPr sz="2850" b="0">
                <a:solidFill>
                  <a:srgbClr val="182D45"/>
                </a:solidFill>
                <a:latin typeface="DejaVu Sans"/>
                <a:ea typeface="DejaVu Sans"/>
                <a:cs typeface="DejaVu Sans"/>
              </a:defRPr>
            </a:pPr>
            <a:r>
              <a:rPr sz="2850" b="0">
                <a:solidFill>
                  <a:srgbClr val="182D45"/>
                </a:solidFill>
                <a:latin typeface="DejaVu Sans"/>
                <a:ea typeface="DejaVu Sans"/>
                <a:cs typeface="DejaVu Sans"/>
              </a:rPr>
              <a:t>Finding minima using differential calculus</a:t>
            </a:r>
          </a:p>
        </p:txBody>
      </p:sp>
    </p:spTree>
    <p:extLst>
      <p:ext uri="{BB962C8B-B14F-4D97-AF65-F5344CB8AC3E}">
        <p14:creationId xmlns:p14="http://schemas.microsoft.com/office/powerpoint/2010/main" val="1540145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narrative_s3_text1">
            <a:extLst>
              <a:ext uri="{FF2B5EF4-FFF2-40B4-BE49-F238E27FC236}">
                <a16:creationId xmlns:a16="http://schemas.microsoft.com/office/drawing/2014/main" id="{59034EC5-6237-4D05-A519-59ABFF021F66}"/>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Today's lecture</a:t>
            </a:r>
          </a:p>
        </p:txBody>
      </p:sp>
      <p:sp>
        <p:nvSpPr>
          <p:cNvPr id="2" name="page_number">
            <a:extLst>
              <a:ext uri="{FF2B5EF4-FFF2-40B4-BE49-F238E27FC236}">
                <a16:creationId xmlns:a16="http://schemas.microsoft.com/office/drawing/2014/main" id="{8B1487E6-9F40-4344-B9BC-B77DF521CE60}"/>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03</a:t>
            </a:r>
          </a:p>
        </p:txBody>
      </p:sp>
      <p:sp>
        <p:nvSpPr>
          <p:cNvPr id="3" name="narrative_s3_text2">
            <a:extLst>
              <a:ext uri="{FF2B5EF4-FFF2-40B4-BE49-F238E27FC236}">
                <a16:creationId xmlns:a16="http://schemas.microsoft.com/office/drawing/2014/main" id="{47E7A161-D460-43C5-9889-457BB6D57463}"/>
              </a:ext>
            </a:extLst>
          </p:cNvPr>
          <p:cNvSpPr>
            <a:spLocks noGrp="1"/>
          </p:cNvSpPr>
          <p:nvPr/>
        </p:nvSpPr>
        <p:spPr>
          <a:xfrm>
            <a:off x="819150" y="2095500"/>
            <a:ext cx="10572750" cy="3429000"/>
          </a:xfrm>
          <a:prstGeom prst="rect">
            <a:avLst/>
          </a:prstGeom>
          <a:noFill/>
          <a:ln w="0">
            <a:noFill/>
          </a:ln>
        </p:spPr>
        <p:txBody>
          <a:bodyPr wrap="square" lIns="0" tIns="0" rIns="0" bIns="0" anchor="t">
            <a:noAutofit/>
          </a:bodyPr>
          <a:lstStyle/>
          <a:p>
            <a:pPr marL="431800" indent="-317500" algn="l">
              <a:spcAft>
                <a:spcPts val="4000"/>
              </a:spcAft>
              <a:buChar char="•"/>
              <a:defRPr sz="2850" b="0">
                <a:solidFill>
                  <a:srgbClr val="7B8794"/>
                </a:solidFill>
                <a:latin typeface="DejaVu Sans"/>
                <a:ea typeface="DejaVu Sans"/>
                <a:cs typeface="DejaVu Sans"/>
              </a:defRPr>
            </a:pPr>
            <a:r>
              <a:rPr sz="2850" b="1">
                <a:solidFill>
                  <a:srgbClr val="087F83"/>
                </a:solidFill>
                <a:latin typeface="DejaVu Sans"/>
                <a:ea typeface="DejaVu Sans"/>
                <a:cs typeface="DejaVu Sans"/>
              </a:rPr>
              <a:t>Matrices</a:t>
            </a:r>
          </a:p>
          <a:p>
            <a:pPr marL="431800" indent="-317500" algn="l">
              <a:spcAft>
                <a:spcPts val="4000"/>
              </a:spcAft>
              <a:buChar char="•"/>
              <a:defRPr sz="2850" b="0">
                <a:solidFill>
                  <a:srgbClr val="7B8794"/>
                </a:solidFill>
                <a:latin typeface="DejaVu Sans"/>
                <a:ea typeface="DejaVu Sans"/>
                <a:cs typeface="DejaVu Sans"/>
              </a:defRPr>
            </a:pPr>
            <a:r>
              <a:rPr sz="2850" b="0">
                <a:solidFill>
                  <a:srgbClr val="7B8794"/>
                </a:solidFill>
                <a:latin typeface="DejaVu Sans"/>
                <a:ea typeface="DejaVu Sans"/>
                <a:cs typeface="DejaVu Sans"/>
              </a:rPr>
              <a:t>Differential calculus</a:t>
            </a:r>
          </a:p>
          <a:p>
            <a:pPr marL="431800" indent="-317500" algn="l">
              <a:spcAft>
                <a:spcPts val="4000"/>
              </a:spcAft>
              <a:buChar char="•"/>
              <a:defRPr sz="2850" b="0">
                <a:solidFill>
                  <a:srgbClr val="7B8794"/>
                </a:solidFill>
                <a:latin typeface="DejaVu Sans"/>
                <a:ea typeface="DejaVu Sans"/>
                <a:cs typeface="DejaVu Sans"/>
              </a:defRPr>
            </a:pPr>
            <a:r>
              <a:rPr sz="2850" b="0">
                <a:solidFill>
                  <a:srgbClr val="7B8794"/>
                </a:solidFill>
                <a:latin typeface="DejaVu Sans"/>
                <a:ea typeface="DejaVu Sans"/>
                <a:cs typeface="DejaVu Sans"/>
              </a:rPr>
              <a:t>Finding minima using differential calculus</a:t>
            </a:r>
          </a:p>
        </p:txBody>
      </p:sp>
    </p:spTree>
    <p:extLst>
      <p:ext uri="{BB962C8B-B14F-4D97-AF65-F5344CB8AC3E}">
        <p14:creationId xmlns:p14="http://schemas.microsoft.com/office/powerpoint/2010/main" val="859515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narrative_s1_text1">
            <a:extLst>
              <a:ext uri="{FF2B5EF4-FFF2-40B4-BE49-F238E27FC236}">
                <a16:creationId xmlns:a16="http://schemas.microsoft.com/office/drawing/2014/main" id="{6F33115B-4508-459D-9B34-D933676A113E}"/>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Scalars, vectors and matrices</a:t>
            </a:r>
          </a:p>
        </p:txBody>
      </p:sp>
      <p:sp>
        <p:nvSpPr>
          <p:cNvPr id="2" name="page_number">
            <a:extLst>
              <a:ext uri="{FF2B5EF4-FFF2-40B4-BE49-F238E27FC236}">
                <a16:creationId xmlns:a16="http://schemas.microsoft.com/office/drawing/2014/main" id="{CCE83811-B855-4D43-9258-A56D9196EB79}"/>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04</a:t>
            </a:r>
          </a:p>
        </p:txBody>
      </p:sp>
      <mc:AlternateContent xmlns:mc="http://schemas.openxmlformats.org/markup-compatibility/2006" xmlns:a14="http://schemas.microsoft.com/office/drawing/2010/main">
        <mc:Choice Requires="a14">
          <p:sp>
            <p:nvSpPr>
              <p:cNvPr id="3" name="general_inline_1">
                <a:extLst>
                  <a:ext uri="{FF2B5EF4-FFF2-40B4-BE49-F238E27FC236}">
                    <a16:creationId xmlns:a16="http://schemas.microsoft.com/office/drawing/2014/main" id="{658D333A-252D-4A8F-9411-CA28C61C9A28}"/>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A matrix is a rectangular array of numbers, arranged in </a:t>
                </a:r>
                <a14:m>
                  <m:oMath xmlns:m="http://schemas.openxmlformats.org/officeDocument/2006/math">
                    <m:r>
                      <a:rPr sz="2100" b="0" i="0">
                        <a:solidFill>
                          <a:srgbClr val="182D45"/>
                        </a:solidFill>
                        <a:latin typeface="Cambria Math"/>
                        <a:ea typeface="DejaVu Sans"/>
                        <a:cs typeface="DejaVu Sans"/>
                      </a:rPr>
                      <m:t>𝑚</m:t>
                    </m:r>
                  </m:oMath>
                </a14:m>
                <a:r>
                  <a:rPr sz="2100" b="0" dirty="0">
                    <a:solidFill>
                      <a:srgbClr val="182D45"/>
                    </a:solidFill>
                    <a:latin typeface="DejaVu Sans"/>
                    <a:ea typeface="DejaVu Sans"/>
                    <a:cs typeface="DejaVu Sans"/>
                  </a:rPr>
                  <a:t> rows and </a:t>
                </a:r>
                <a14:m>
                  <m:oMath xmlns:m="http://schemas.openxmlformats.org/officeDocument/2006/math">
                    <m:r>
                      <a:rPr sz="2100" b="0" i="0">
                        <a:solidFill>
                          <a:srgbClr val="182D45"/>
                        </a:solidFill>
                        <a:latin typeface="Cambria Math"/>
                        <a:ea typeface="DejaVu Sans"/>
                        <a:cs typeface="DejaVu Sans"/>
                      </a:rPr>
                      <m:t>𝑛</m:t>
                    </m:r>
                  </m:oMath>
                </a14:m>
                <a:r>
                  <a:rPr sz="2100" b="0" dirty="0">
                    <a:solidFill>
                      <a:srgbClr val="182D45"/>
                    </a:solidFill>
                    <a:latin typeface="DejaVu Sans"/>
                    <a:ea typeface="DejaVu Sans"/>
                    <a:cs typeface="DejaVu Sans"/>
                  </a:rPr>
                  <a:t> columns.</a:t>
                </a:r>
              </a:p>
            </p:txBody>
          </p:sp>
        </mc:Choice>
        <mc:Fallback xmlns="">
          <p:sp>
            <p:nvSpPr>
              <p:cNvPr id="3" name="general_inline_1">
                <a:extLst>
                  <a:ext uri="{FF2B5EF4-FFF2-40B4-BE49-F238E27FC236}">
                    <a16:creationId xmlns:a16="http://schemas.microsoft.com/office/drawing/2014/main" id="{658D333A-252D-4A8F-9411-CA28C61C9A28}"/>
                  </a:ext>
                </a:extLst>
              </p:cNvPr>
              <p:cNvSpPr>
                <a:spLocks noGrp="1" noRot="1" noChangeAspect="1" noMove="1" noResize="1" noEditPoints="1" noAdjustHandles="1" noChangeArrowheads="1" noChangeShapeType="1" noTextEdit="1"/>
              </p:cNvSpPr>
              <p:nvPr/>
            </p:nvSpPr>
            <p:spPr>
              <a:xfrm>
                <a:off x="609600" y="1257300"/>
                <a:ext cx="10953750" cy="762000"/>
              </a:xfrm>
              <a:prstGeom prst="rect">
                <a:avLst/>
              </a:prstGeom>
              <a:blipFill>
                <a:blip r:embed="rId3"/>
                <a:stretch>
                  <a:fillRect l="-223" t="-11200" r="-167"/>
                </a:stretch>
              </a:blipFill>
              <a:ln w="0">
                <a:noFill/>
              </a:ln>
            </p:spPr>
            <p:txBody>
              <a:bodyPr/>
              <a:lstStyle/>
              <a:p>
                <a:r>
                  <a:rPr lang="it-IT">
                    <a:noFill/>
                  </a:rPr>
                  <a:t> </a:t>
                </a:r>
              </a:p>
            </p:txBody>
          </p:sp>
        </mc:Fallback>
      </mc:AlternateContent>
      <p:pic>
        <p:nvPicPr>
          <p:cNvPr id="4" name="eq_narrative_s1_2" descr="\mathbf A=\begin{pmatrix}A_{11}&amp;A_{12}&amp;\cdots&amp;A_{1n}\\A_{21}&amp;A_{22}&amp;\cdots&amp;A_{2n}\\\vdots&amp;\vdots&amp;\ddots&amp;\vdots\\A_{m1}&amp;A_{m2}&amp;\cdots&amp;A_{mn}\end{pmatrix}\in\mathbb R^{m\times n}">
            <a:extLst>
              <a:ext uri="{FF2B5EF4-FFF2-40B4-BE49-F238E27FC236}">
                <a16:creationId xmlns:a16="http://schemas.microsoft.com/office/drawing/2014/main" id="{26C729C9-7738-4C4A-A895-5C09871BF5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600" y="2181225"/>
            <a:ext cx="5996572" cy="1845729"/>
          </a:xfrm>
          <a:prstGeom prst="rect">
            <a:avLst/>
          </a:prstGeom>
          <a:noFill/>
          <a:ln>
            <a:noFill/>
          </a:ln>
        </p:spPr>
      </p:pic>
      <mc:AlternateContent xmlns:mc="http://schemas.openxmlformats.org/markup-compatibility/2006" xmlns:a14="http://schemas.microsoft.com/office/drawing/2010/main">
        <mc:Choice Requires="a14">
          <p:sp>
            <p:nvSpPr>
              <p:cNvPr id="5" name="general_inline_2">
                <a:extLst>
                  <a:ext uri="{FF2B5EF4-FFF2-40B4-BE49-F238E27FC236}">
                    <a16:creationId xmlns:a16="http://schemas.microsoft.com/office/drawing/2014/main" id="{40AEFAC6-9E2C-43B0-BDE6-3979A94EFDD4}"/>
                  </a:ext>
                </a:extLst>
              </p:cNvPr>
              <p:cNvSpPr>
                <a:spLocks noGrp="1"/>
              </p:cNvSpPr>
              <p:nvPr/>
            </p:nvSpPr>
            <p:spPr>
              <a:xfrm>
                <a:off x="8020050" y="2333625"/>
                <a:ext cx="3457575" cy="9525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14:m>
                  <m:oMath xmlns:m="http://schemas.openxmlformats.org/officeDocument/2006/math">
                    <m:sSub>
                      <m:sSubPr>
                        <m:ctrlPr>
                          <a:rPr sz="2100" b="0" i="0">
                            <a:solidFill>
                              <a:srgbClr val="182D45"/>
                            </a:solidFill>
                            <a:latin typeface="Cambria Math"/>
                            <a:ea typeface="DejaVu Sans"/>
                            <a:cs typeface="DejaVu Sans"/>
                          </a:rPr>
                        </m:ctrlPr>
                      </m:sSubPr>
                      <m:e>
                        <m:r>
                          <a:rPr sz="2100" b="0" i="0">
                            <a:solidFill>
                              <a:srgbClr val="182D45"/>
                            </a:solidFill>
                            <a:latin typeface="Cambria Math"/>
                            <a:ea typeface="DejaVu Sans"/>
                            <a:cs typeface="DejaVu Sans"/>
                          </a:rPr>
                          <m:t>𝐴</m:t>
                        </m:r>
                      </m:e>
                      <m:sub>
                        <m:r>
                          <a:rPr sz="2100" b="0" i="0">
                            <a:solidFill>
                              <a:srgbClr val="182D45"/>
                            </a:solidFill>
                            <a:latin typeface="Cambria Math"/>
                            <a:ea typeface="DejaVu Sans"/>
                            <a:cs typeface="DejaVu Sans"/>
                          </a:rPr>
                          <m:t>𝑖𝑗</m:t>
                        </m:r>
                      </m:sub>
                    </m:sSub>
                  </m:oMath>
                </a14:m>
                <a:r>
                  <a:rPr sz="2100" b="0">
                    <a:solidFill>
                      <a:srgbClr val="182D45"/>
                    </a:solidFill>
                    <a:latin typeface="DejaVu Sans"/>
                    <a:ea typeface="DejaVu Sans"/>
                    <a:cs typeface="DejaVu Sans"/>
                  </a:rPr>
                  <a:t> is the scalar entry in row </a:t>
                </a:r>
                <a14:m>
                  <m:oMath xmlns:m="http://schemas.openxmlformats.org/officeDocument/2006/math">
                    <m:r>
                      <a:rPr sz="2100" b="0" i="0">
                        <a:solidFill>
                          <a:srgbClr val="182D45"/>
                        </a:solidFill>
                        <a:latin typeface="Cambria Math"/>
                        <a:ea typeface="DejaVu Sans"/>
                        <a:cs typeface="DejaVu Sans"/>
                      </a:rPr>
                      <m:t>𝑖</m:t>
                    </m:r>
                  </m:oMath>
                </a14:m>
                <a:r>
                  <a:rPr sz="2100" b="0">
                    <a:solidFill>
                      <a:srgbClr val="182D45"/>
                    </a:solidFill>
                    <a:latin typeface="DejaVu Sans"/>
                    <a:ea typeface="DejaVu Sans"/>
                    <a:cs typeface="DejaVu Sans"/>
                  </a:rPr>
                  <a:t> and column </a:t>
                </a:r>
                <a14:m>
                  <m:oMath xmlns:m="http://schemas.openxmlformats.org/officeDocument/2006/math">
                    <m:r>
                      <a:rPr sz="2100" b="0" i="0">
                        <a:solidFill>
                          <a:srgbClr val="182D45"/>
                        </a:solidFill>
                        <a:latin typeface="Cambria Math"/>
                        <a:ea typeface="DejaVu Sans"/>
                        <a:cs typeface="DejaVu Sans"/>
                      </a:rPr>
                      <m:t>𝑗</m:t>
                    </m:r>
                  </m:oMath>
                </a14:m>
                <a:r>
                  <a:rPr sz="2100" b="0">
                    <a:solidFill>
                      <a:srgbClr val="182D45"/>
                    </a:solidFill>
                    <a:latin typeface="DejaVu Sans"/>
                    <a:ea typeface="DejaVu Sans"/>
                    <a:cs typeface="DejaVu Sans"/>
                  </a:rPr>
                  <a:t>.</a:t>
                </a:r>
              </a:p>
            </p:txBody>
          </p:sp>
        </mc:Choice>
        <mc:Fallback xmlns="">
          <p:sp>
            <p:nvSpPr>
              <p:cNvPr id="5" name="general_inline_2">
                <a:extLst xmlns:a="http://schemas.openxmlformats.org/drawingml/2006/main">
                  <a:ext uri="{FF2B5EF4-FFF2-40B4-BE49-F238E27FC236}">
                    <a16:creationId xmlns:a16="http://schemas.microsoft.com/office/drawing/2014/main" id="{40AEFAC6-9E2C-43B0-BDE6-3979A94EFDD4}"/>
                  </a:ext>
                </a:extLst>
              </p:cNvPr>
              <p:cNvSpPr>
                <a:spLocks xmlns:a="http://schemas.openxmlformats.org/drawingml/2006/main" noGrp="1"/>
              </p:cNvSpPr>
              <p:nvPr/>
            </p:nvSpPr>
            <p:spPr>
              <a:xfrm xmlns:a="http://schemas.openxmlformats.org/drawingml/2006/main">
                <a:off x="8020050" y="2333625"/>
                <a:ext cx="34575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D45"/>
                    </a:solidFill>
                    <a:latin typeface="DejaVu Sans"/>
                    <a:ea typeface="DejaVu Sans"/>
                    <a:cs typeface="DejaVu Sans"/>
                  </a:defRPr>
                </a:pPr>
                <a:r>
                  <a:rPr sz="2100" b="0" i="0">
                    <a:solidFill>
                      <a:srgbClr val="182D45"/>
                    </a:solidFill>
                    <a:latin typeface="Cambria Math"/>
                    <a:ea typeface="DejaVu Sans"/>
                    <a:cs typeface="DejaVu Sans"/>
                  </a:rPr>
                  <a:t>𝐴</a:t>
                </a:r>
                <a:r>
                  <a:rPr sz="2100" b="0" i="0" baseline="-25000">
                    <a:solidFill>
                      <a:srgbClr val="182D45"/>
                    </a:solidFill>
                    <a:latin typeface="Cambria Math"/>
                    <a:ea typeface="DejaVu Sans"/>
                    <a:cs typeface="DejaVu Sans"/>
                  </a:rPr>
                  <a:t>𝑖</a:t>
                </a:r>
                <a:r>
                  <a:rPr sz="2100" b="0" i="0" baseline="-25000">
                    <a:solidFill>
                      <a:srgbClr val="182D45"/>
                    </a:solidFill>
                    <a:latin typeface="Cambria Math"/>
                    <a:ea typeface="DejaVu Sans"/>
                    <a:cs typeface="DejaVu Sans"/>
                  </a:rPr>
                  <a:t>𝑗</a:t>
                </a:r>
                <a:r>
                  <a:rPr sz="2100" b="0">
                    <a:solidFill>
                      <a:srgbClr val="182D45"/>
                    </a:solidFill>
                    <a:latin typeface="DejaVu Sans"/>
                    <a:ea typeface="DejaVu Sans"/>
                    <a:cs typeface="DejaVu Sans"/>
                  </a:rPr>
                  <a:t> is the scalar entry in row </a:t>
                </a:r>
                <a:r>
                  <a:rPr sz="2100" b="0" i="0">
                    <a:solidFill>
                      <a:srgbClr val="182D45"/>
                    </a:solidFill>
                    <a:latin typeface="Cambria Math"/>
                    <a:ea typeface="DejaVu Sans"/>
                    <a:cs typeface="DejaVu Sans"/>
                  </a:rPr>
                  <a:t>𝑖</a:t>
                </a:r>
                <a:r>
                  <a:rPr sz="2100" b="0">
                    <a:solidFill>
                      <a:srgbClr val="182D45"/>
                    </a:solidFill>
                    <a:latin typeface="DejaVu Sans"/>
                    <a:ea typeface="DejaVu Sans"/>
                    <a:cs typeface="DejaVu Sans"/>
                  </a:rPr>
                  <a:t> and column </a:t>
                </a:r>
                <a:r>
                  <a:rPr sz="2100" b="0" i="0">
                    <a:solidFill>
                      <a:srgbClr val="182D45"/>
                    </a:solidFill>
                    <a:latin typeface="Cambria Math"/>
                    <a:ea typeface="DejaVu Sans"/>
                    <a:cs typeface="DejaVu Sans"/>
                  </a:rPr>
                  <a:t>𝑗</a:t>
                </a:r>
                <a:r>
                  <a:rPr sz="2100" b="0">
                    <a:solidFill>
                      <a:srgbClr val="182D45"/>
                    </a:solidFill>
                    <a:latin typeface="DejaVu Sans"/>
                    <a:ea typeface="DejaVu Sans"/>
                    <a:cs typeface="DejaVu Sans"/>
                  </a:rPr>
                  <a:t>.</a:t>
                </a:r>
              </a:p>
            </p:txBody>
          </p:sp>
        </mc:Fallback>
      </mc:AlternateContent>
      <p:pic>
        <p:nvPicPr>
          <p:cNvPr id="6" name="eq_narrative_s1_3" descr="1\le i\le m,\qquad1\le j\le n">
            <a:extLst>
              <a:ext uri="{FF2B5EF4-FFF2-40B4-BE49-F238E27FC236}">
                <a16:creationId xmlns:a16="http://schemas.microsoft.com/office/drawing/2014/main" id="{95EB0E0B-5A17-4B5B-919C-E1F3CC40EE4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0050" y="3495675"/>
            <a:ext cx="3083090" cy="261290"/>
          </a:xfrm>
          <a:prstGeom prst="rect">
            <a:avLst/>
          </a:prstGeom>
          <a:noFill/>
          <a:ln>
            <a:noFill/>
          </a:ln>
        </p:spPr>
      </p:pic>
      <p:sp>
        <p:nvSpPr>
          <p:cNvPr id="7" name="narrative_s1_text4">
            <a:extLst>
              <a:ext uri="{FF2B5EF4-FFF2-40B4-BE49-F238E27FC236}">
                <a16:creationId xmlns:a16="http://schemas.microsoft.com/office/drawing/2014/main" id="{56BB8ADF-3B5A-4242-867C-890025D5FB81}"/>
              </a:ext>
            </a:extLst>
          </p:cNvPr>
          <p:cNvSpPr>
            <a:spLocks noGrp="1"/>
          </p:cNvSpPr>
          <p:nvPr/>
        </p:nvSpPr>
        <p:spPr>
          <a:xfrm>
            <a:off x="609600" y="4381500"/>
            <a:ext cx="10858500" cy="4572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Vectors are matrices with exactly one row or one column.</a:t>
            </a:r>
          </a:p>
        </p:txBody>
      </p:sp>
      <p:pic>
        <p:nvPicPr>
          <p:cNvPr id="8" name="eq_narrative_s1_5" descr="\mathbf r=\begin{pmatrix}r_1&amp;\cdots&amp;r_d\end{pmatrix}\in\mathbb R^{1\times d}">
            <a:extLst>
              <a:ext uri="{FF2B5EF4-FFF2-40B4-BE49-F238E27FC236}">
                <a16:creationId xmlns:a16="http://schemas.microsoft.com/office/drawing/2014/main" id="{2B65868F-91B1-4AED-8495-B9A0F286B64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9600" y="5324475"/>
            <a:ext cx="3576333" cy="417995"/>
          </a:xfrm>
          <a:prstGeom prst="rect">
            <a:avLst/>
          </a:prstGeom>
          <a:noFill/>
          <a:ln>
            <a:noFill/>
          </a:ln>
        </p:spPr>
      </p:pic>
      <p:pic>
        <p:nvPicPr>
          <p:cNvPr id="9" name="eq_narrative_s1_6" descr="\mathbf c=\begin{pmatrix}c_1\\\vdots\\c_d\end{pmatrix}\in\mathbb R^{d\times1}">
            <a:extLst>
              <a:ext uri="{FF2B5EF4-FFF2-40B4-BE49-F238E27FC236}">
                <a16:creationId xmlns:a16="http://schemas.microsoft.com/office/drawing/2014/main" id="{ED0DEE0C-4C8B-48F8-9705-540248A0F24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81825" y="4962525"/>
            <a:ext cx="2515146" cy="1364526"/>
          </a:xfrm>
          <a:prstGeom prst="rect">
            <a:avLst/>
          </a:prstGeom>
          <a:noFill/>
          <a:ln>
            <a:noFill/>
          </a:ln>
        </p:spPr>
      </p:pic>
    </p:spTree>
    <p:extLst>
      <p:ext uri="{BB962C8B-B14F-4D97-AF65-F5344CB8AC3E}">
        <p14:creationId xmlns:p14="http://schemas.microsoft.com/office/powerpoint/2010/main" val="969370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animBg="1"/>
      <p:bldP spid="8" grpId="0" build="allAtOnce" animBg="1"/>
      <p:bldP spid="9" grpId="0" build="allAtOnce"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narrative_s5_text1">
            <a:extLst>
              <a:ext uri="{FF2B5EF4-FFF2-40B4-BE49-F238E27FC236}">
                <a16:creationId xmlns:a16="http://schemas.microsoft.com/office/drawing/2014/main" id="{3A394E36-23CC-4A0E-A4B8-2DDA04F94C98}"/>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Adding matrices</a:t>
            </a:r>
          </a:p>
        </p:txBody>
      </p:sp>
      <p:sp>
        <p:nvSpPr>
          <p:cNvPr id="2" name="page_number">
            <a:extLst>
              <a:ext uri="{FF2B5EF4-FFF2-40B4-BE49-F238E27FC236}">
                <a16:creationId xmlns:a16="http://schemas.microsoft.com/office/drawing/2014/main" id="{094BF979-0EF9-48DA-B730-F9E776BC8657}"/>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05</a:t>
            </a:r>
          </a:p>
        </p:txBody>
      </p:sp>
      <p:sp>
        <p:nvSpPr>
          <p:cNvPr id="3" name="narrative_s5_text2">
            <a:extLst>
              <a:ext uri="{FF2B5EF4-FFF2-40B4-BE49-F238E27FC236}">
                <a16:creationId xmlns:a16="http://schemas.microsoft.com/office/drawing/2014/main" id="{6324F481-3649-423F-87AB-DC5B2EA75493}"/>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Matrices with the same shape can be added</a:t>
            </a:r>
            <a:r>
              <a:rPr lang="it-IT" sz="2100" dirty="0">
                <a:solidFill>
                  <a:srgbClr val="182D45"/>
                </a:solidFill>
                <a:latin typeface="DejaVu Sans"/>
                <a:ea typeface="DejaVu Sans"/>
                <a:cs typeface="DejaVu Sans"/>
              </a:rPr>
              <a:t>:</a:t>
            </a:r>
          </a:p>
          <a:p>
            <a:pPr algn="l">
              <a:defRPr sz="2100" b="0">
                <a:solidFill>
                  <a:srgbClr val="182D45"/>
                </a:solidFill>
                <a:latin typeface="DejaVu Sans"/>
                <a:ea typeface="DejaVu Sans"/>
                <a:cs typeface="DejaVu Sans"/>
              </a:defRPr>
            </a:pPr>
            <a:endParaRPr lang="it-IT" sz="21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Add each entry of the first matrix to the entry in the same position of the second</a:t>
            </a:r>
          </a:p>
        </p:txBody>
      </p:sp>
      <p:sp>
        <p:nvSpPr>
          <p:cNvPr id="6" name="narrative_s5_text5">
            <a:extLst>
              <a:ext uri="{FF2B5EF4-FFF2-40B4-BE49-F238E27FC236}">
                <a16:creationId xmlns:a16="http://schemas.microsoft.com/office/drawing/2014/main" id="{0AB5DDBF-BEDE-45C5-BC82-B323582B34EF}"/>
              </a:ext>
            </a:extLst>
          </p:cNvPr>
          <p:cNvSpPr>
            <a:spLocks noGrp="1"/>
          </p:cNvSpPr>
          <p:nvPr/>
        </p:nvSpPr>
        <p:spPr>
          <a:xfrm>
            <a:off x="3594621" y="2305050"/>
            <a:ext cx="4667250" cy="447675"/>
          </a:xfrm>
          <a:prstGeom prst="rect">
            <a:avLst/>
          </a:prstGeom>
          <a:noFill/>
          <a:ln w="0">
            <a:noFill/>
          </a:ln>
        </p:spPr>
        <p:txBody>
          <a:bodyPr wrap="square" lIns="0" tIns="0" rIns="0" bIns="0" anchor="t">
            <a:noAutofit/>
          </a:bodyPr>
          <a:lstStyle/>
          <a:p>
            <a:pPr algn="l">
              <a:defRPr sz="1950" b="0">
                <a:solidFill>
                  <a:srgbClr val="182D45"/>
                </a:solidFill>
                <a:latin typeface="DejaVu Sans"/>
                <a:ea typeface="DejaVu Sans"/>
                <a:cs typeface="DejaVu Sans"/>
              </a:defRPr>
            </a:pPr>
            <a:r>
              <a:rPr sz="1950" b="0" dirty="0">
                <a:solidFill>
                  <a:srgbClr val="182D45"/>
                </a:solidFill>
                <a:latin typeface="DejaVu Sans"/>
                <a:ea typeface="DejaVu Sans"/>
                <a:cs typeface="DejaVu Sans"/>
              </a:rPr>
              <a:t>In general, add matching entries:</a:t>
            </a:r>
          </a:p>
        </p:txBody>
      </p:sp>
      <p:pic>
        <p:nvPicPr>
          <p:cNvPr id="7" name="eq_narrative_s5_6" descr="(\mathbf A+\mathbf B)_{ij}=A_{ij}+B_{ij}">
            <a:extLst>
              <a:ext uri="{FF2B5EF4-FFF2-40B4-BE49-F238E27FC236}">
                <a16:creationId xmlns:a16="http://schemas.microsoft.com/office/drawing/2014/main" id="{3F6BB830-EB15-4DB2-BF58-93EF1C4F38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24388" y="2857500"/>
            <a:ext cx="3407715" cy="380683"/>
          </a:xfrm>
          <a:prstGeom prst="rect">
            <a:avLst/>
          </a:prstGeom>
          <a:noFill/>
          <a:ln>
            <a:noFill/>
          </a:ln>
        </p:spPr>
      </p:pic>
      <p:pic>
        <p:nvPicPr>
          <p:cNvPr id="4" name="eq_narrative_s5_3" descr="\begin{pmatrix}1&amp;2\\3&amp;4\end{pmatrix}+\begin{pmatrix}5&amp;6\\7&amp;8\end{pmatrix}=\begin{pmatrix}1+5&amp;2+6\\3+7&amp;4+8\end{pmatrix}=\begin{pmatrix}6&amp;8\\10&amp;12\end{pmatrix}">
            <a:extLst>
              <a:ext uri="{FF2B5EF4-FFF2-40B4-BE49-F238E27FC236}">
                <a16:creationId xmlns:a16="http://schemas.microsoft.com/office/drawing/2014/main" id="{C9B869CB-A6D2-4EE0-ADF8-7B3146FB87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44733" y="4171950"/>
            <a:ext cx="8102534" cy="939800"/>
          </a:xfrm>
          <a:prstGeom prst="rect">
            <a:avLst/>
          </a:prstGeom>
          <a:noFill/>
          <a:ln>
            <a:noFill/>
          </a:ln>
        </p:spPr>
      </p:pic>
      <mc:AlternateContent xmlns:mc="http://schemas.openxmlformats.org/markup-compatibility/2006" xmlns:a14="http://schemas.microsoft.com/office/drawing/2010/main">
        <mc:Choice Requires="a14">
          <p:sp>
            <p:nvSpPr>
              <p:cNvPr id="8" name="narrative_s5_text7">
                <a:extLst>
                  <a:ext uri="{FF2B5EF4-FFF2-40B4-BE49-F238E27FC236}">
                    <a16:creationId xmlns:a16="http://schemas.microsoft.com/office/drawing/2014/main" id="{86CB0013-555A-4359-B5A3-A627AA8F6371}"/>
                  </a:ext>
                </a:extLst>
              </p:cNvPr>
              <p:cNvSpPr>
                <a:spLocks noGrp="1"/>
              </p:cNvSpPr>
              <p:nvPr/>
            </p:nvSpPr>
            <p:spPr>
              <a:xfrm>
                <a:off x="993648" y="5742432"/>
                <a:ext cx="10858500" cy="45720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The sum has the same shape as </a:t>
                </a:r>
                <a14:m>
                  <m:oMath xmlns:m="http://schemas.openxmlformats.org/officeDocument/2006/math">
                    <m:r>
                      <a:rPr sz="1875" b="0" i="0">
                        <a:solidFill>
                          <a:srgbClr val="526276"/>
                        </a:solidFill>
                        <a:latin typeface="Cambria Math"/>
                        <a:ea typeface="DejaVu Sans"/>
                        <a:cs typeface="DejaVu Sans"/>
                      </a:rPr>
                      <m:t>𝐀</m:t>
                    </m:r>
                  </m:oMath>
                </a14:m>
                <a:r>
                  <a:rPr sz="1875" b="0" dirty="0">
                    <a:solidFill>
                      <a:srgbClr val="526276"/>
                    </a:solidFill>
                    <a:latin typeface="DejaVu Sans"/>
                    <a:ea typeface="DejaVu Sans"/>
                    <a:cs typeface="DejaVu Sans"/>
                  </a:rPr>
                  <a:t> and </a:t>
                </a:r>
                <a14:m>
                  <m:oMath xmlns:m="http://schemas.openxmlformats.org/officeDocument/2006/math">
                    <m:r>
                      <a:rPr sz="1875" b="0" i="0">
                        <a:solidFill>
                          <a:srgbClr val="526276"/>
                        </a:solidFill>
                        <a:latin typeface="Cambria Math"/>
                        <a:ea typeface="DejaVu Sans"/>
                        <a:cs typeface="DejaVu Sans"/>
                      </a:rPr>
                      <m:t>𝐁</m:t>
                    </m:r>
                  </m:oMath>
                </a14:m>
                <a:r>
                  <a:rPr sz="1875" b="0" dirty="0">
                    <a:solidFill>
                      <a:srgbClr val="526276"/>
                    </a:solidFill>
                    <a:latin typeface="DejaVu Sans"/>
                    <a:ea typeface="DejaVu Sans"/>
                    <a:cs typeface="DejaVu Sans"/>
                  </a:rPr>
                  <a:t>. Subtraction works entry by entry too.</a:t>
                </a:r>
              </a:p>
            </p:txBody>
          </p:sp>
        </mc:Choice>
        <mc:Fallback xmlns="">
          <p:sp>
            <p:nvSpPr>
              <p:cNvPr id="8" name="narrative_s5_text7">
                <a:extLst>
                  <a:ext uri="{FF2B5EF4-FFF2-40B4-BE49-F238E27FC236}">
                    <a16:creationId xmlns:a16="http://schemas.microsoft.com/office/drawing/2014/main" id="{86CB0013-555A-4359-B5A3-A627AA8F6371}"/>
                  </a:ext>
                </a:extLst>
              </p:cNvPr>
              <p:cNvSpPr>
                <a:spLocks noGrp="1" noRot="1" noChangeAspect="1" noMove="1" noResize="1" noEditPoints="1" noAdjustHandles="1" noChangeArrowheads="1" noChangeShapeType="1" noTextEdit="1"/>
              </p:cNvSpPr>
              <p:nvPr/>
            </p:nvSpPr>
            <p:spPr>
              <a:xfrm>
                <a:off x="993648" y="5742432"/>
                <a:ext cx="10858500" cy="457200"/>
              </a:xfrm>
              <a:prstGeom prst="rect">
                <a:avLst/>
              </a:prstGeom>
              <a:blipFill>
                <a:blip r:embed="rId5"/>
                <a:stretch>
                  <a:fillRect l="-1348" t="-17333"/>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758693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8" grpId="0" build="allAtOnce"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narrative_s6_text1">
            <a:extLst>
              <a:ext uri="{FF2B5EF4-FFF2-40B4-BE49-F238E27FC236}">
                <a16:creationId xmlns:a16="http://schemas.microsoft.com/office/drawing/2014/main" id="{5BC937D3-D9C4-4BF3-BA46-9833F7D4EB7B}"/>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Multiplying a matrix by a scalar</a:t>
            </a:r>
          </a:p>
        </p:txBody>
      </p:sp>
      <p:sp>
        <p:nvSpPr>
          <p:cNvPr id="2" name="page_number">
            <a:extLst>
              <a:ext uri="{FF2B5EF4-FFF2-40B4-BE49-F238E27FC236}">
                <a16:creationId xmlns:a16="http://schemas.microsoft.com/office/drawing/2014/main" id="{F6EE86CD-0536-4279-AFEA-856FC1D1122F}"/>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06</a:t>
            </a:r>
          </a:p>
        </p:txBody>
      </p:sp>
      <p:sp>
        <p:nvSpPr>
          <p:cNvPr id="3" name="narrative_s6_text2">
            <a:extLst>
              <a:ext uri="{FF2B5EF4-FFF2-40B4-BE49-F238E27FC236}">
                <a16:creationId xmlns:a16="http://schemas.microsoft.com/office/drawing/2014/main" id="{32DC6307-8BEA-440F-B822-69803CE19CB3}"/>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Multiplying a matrix by a number means multiplying every entry by that number. </a:t>
            </a:r>
            <a:endParaRPr lang="it-IT" sz="21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endParaRPr lang="it-IT" sz="21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shape stays the same.</a:t>
            </a:r>
          </a:p>
        </p:txBody>
      </p:sp>
      <mc:AlternateContent xmlns:mc="http://schemas.openxmlformats.org/markup-compatibility/2006" xmlns:a14="http://schemas.microsoft.com/office/drawing/2010/main">
        <mc:Choice Requires="a14">
          <p:sp>
            <p:nvSpPr>
              <p:cNvPr id="6" name="narrative_s6_text5">
                <a:extLst>
                  <a:ext uri="{FF2B5EF4-FFF2-40B4-BE49-F238E27FC236}">
                    <a16:creationId xmlns:a16="http://schemas.microsoft.com/office/drawing/2014/main" id="{7B2898C7-637F-45AE-B9DF-67A414621425}"/>
                  </a:ext>
                </a:extLst>
              </p:cNvPr>
              <p:cNvSpPr>
                <a:spLocks noGrp="1"/>
              </p:cNvSpPr>
              <p:nvPr/>
            </p:nvSpPr>
            <p:spPr>
              <a:xfrm>
                <a:off x="4176712" y="2305050"/>
                <a:ext cx="3724275" cy="447675"/>
              </a:xfrm>
              <a:prstGeom prst="rect">
                <a:avLst/>
              </a:prstGeom>
              <a:noFill/>
              <a:ln w="0">
                <a:noFill/>
              </a:ln>
            </p:spPr>
            <p:txBody>
              <a:bodyPr wrap="square" lIns="0" tIns="0" rIns="0" bIns="0" anchor="t">
                <a:noAutofit/>
              </a:bodyPr>
              <a:lstStyle/>
              <a:p>
                <a:pPr algn="ctr">
                  <a:defRPr sz="2025" b="0">
                    <a:solidFill>
                      <a:srgbClr val="182D45"/>
                    </a:solidFill>
                    <a:latin typeface="DejaVu Sans"/>
                    <a:ea typeface="DejaVu Sans"/>
                    <a:cs typeface="DejaVu Sans"/>
                  </a:defRPr>
                </a:pPr>
                <a:r>
                  <a:rPr sz="2025" b="0" dirty="0">
                    <a:solidFill>
                      <a:srgbClr val="182D45"/>
                    </a:solidFill>
                    <a:latin typeface="DejaVu Sans"/>
                    <a:ea typeface="DejaVu Sans"/>
                    <a:cs typeface="DejaVu Sans"/>
                  </a:rPr>
                  <a:t>For any scalar </a:t>
                </a:r>
                <a14:m>
                  <m:oMath xmlns:m="http://schemas.openxmlformats.org/officeDocument/2006/math">
                    <m:r>
                      <a:rPr sz="2025" b="0" i="0">
                        <a:solidFill>
                          <a:srgbClr val="182D45"/>
                        </a:solidFill>
                        <a:latin typeface="Cambria Math"/>
                        <a:ea typeface="DejaVu Sans"/>
                        <a:cs typeface="DejaVu Sans"/>
                      </a:rPr>
                      <m:t>𝜆</m:t>
                    </m:r>
                  </m:oMath>
                </a14:m>
                <a:r>
                  <a:rPr sz="2025" b="0" dirty="0">
                    <a:solidFill>
                      <a:srgbClr val="182D45"/>
                    </a:solidFill>
                    <a:latin typeface="DejaVu Sans"/>
                    <a:ea typeface="DejaVu Sans"/>
                    <a:cs typeface="DejaVu Sans"/>
                  </a:rPr>
                  <a:t>:</a:t>
                </a:r>
              </a:p>
            </p:txBody>
          </p:sp>
        </mc:Choice>
        <mc:Fallback xmlns="">
          <p:sp>
            <p:nvSpPr>
              <p:cNvPr id="6" name="narrative_s6_text5">
                <a:extLst>
                  <a:ext uri="{FF2B5EF4-FFF2-40B4-BE49-F238E27FC236}">
                    <a16:creationId xmlns:a16="http://schemas.microsoft.com/office/drawing/2014/main" id="{7B2898C7-637F-45AE-B9DF-67A414621425}"/>
                  </a:ext>
                </a:extLst>
              </p:cNvPr>
              <p:cNvSpPr>
                <a:spLocks noGrp="1" noRot="1" noChangeAspect="1" noMove="1" noResize="1" noEditPoints="1" noAdjustHandles="1" noChangeArrowheads="1" noChangeShapeType="1" noTextEdit="1"/>
              </p:cNvSpPr>
              <p:nvPr/>
            </p:nvSpPr>
            <p:spPr>
              <a:xfrm>
                <a:off x="4176712" y="2305050"/>
                <a:ext cx="3724275" cy="447675"/>
              </a:xfrm>
              <a:prstGeom prst="rect">
                <a:avLst/>
              </a:prstGeom>
              <a:blipFill>
                <a:blip r:embed="rId4"/>
                <a:stretch>
                  <a:fillRect t="-17808" b="-2740"/>
                </a:stretch>
              </a:blipFill>
              <a:ln w="0">
                <a:noFill/>
              </a:ln>
            </p:spPr>
            <p:txBody>
              <a:bodyPr/>
              <a:lstStyle/>
              <a:p>
                <a:r>
                  <a:rPr lang="it-IT">
                    <a:noFill/>
                  </a:rPr>
                  <a:t> </a:t>
                </a:r>
              </a:p>
            </p:txBody>
          </p:sp>
        </mc:Fallback>
      </mc:AlternateContent>
      <p:pic>
        <p:nvPicPr>
          <p:cNvPr id="7" name="eq_narrative_s6_6" descr="(\lambda\mathbf A)_{ij}=\lambda A_{ij}">
            <a:extLst>
              <a:ext uri="{FF2B5EF4-FFF2-40B4-BE49-F238E27FC236}">
                <a16:creationId xmlns:a16="http://schemas.microsoft.com/office/drawing/2014/main" id="{A25EE249-4826-487E-AB3C-AB404F33323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54999" y="2857500"/>
            <a:ext cx="2367699" cy="410286"/>
          </a:xfrm>
          <a:prstGeom prst="rect">
            <a:avLst/>
          </a:prstGeom>
          <a:noFill/>
          <a:ln>
            <a:noFill/>
          </a:ln>
        </p:spPr>
      </p:pic>
      <p:pic>
        <p:nvPicPr>
          <p:cNvPr id="4" name="eq_narrative_s6_3" descr="3\begin{pmatrix}1&amp;-2\\0&amp;4\end{pmatrix}=\begin{pmatrix}3\cdot1&amp;3\cdot(-2)\\3\cdot0&amp;3\cdot4\end{pmatrix}=\begin{pmatrix}3&amp;-6\\0&amp;12\end{pmatrix}">
            <a:extLst>
              <a:ext uri="{FF2B5EF4-FFF2-40B4-BE49-F238E27FC236}">
                <a16:creationId xmlns:a16="http://schemas.microsoft.com/office/drawing/2014/main" id="{CBCCE860-BD6A-43F2-B016-A5F7FCA789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00252" y="4171950"/>
            <a:ext cx="7391496" cy="985520"/>
          </a:xfrm>
          <a:prstGeom prst="rect">
            <a:avLst/>
          </a:prstGeom>
          <a:noFill/>
          <a:ln>
            <a:noFill/>
          </a:ln>
        </p:spPr>
      </p:pic>
      <p:sp>
        <p:nvSpPr>
          <p:cNvPr id="8" name="narrative_s6_text7">
            <a:extLst>
              <a:ext uri="{FF2B5EF4-FFF2-40B4-BE49-F238E27FC236}">
                <a16:creationId xmlns:a16="http://schemas.microsoft.com/office/drawing/2014/main" id="{508C13C8-1C2B-42B9-87C3-50D4D11D328E}"/>
              </a:ext>
            </a:extLst>
          </p:cNvPr>
          <p:cNvSpPr>
            <a:spLocks noGrp="1"/>
          </p:cNvSpPr>
          <p:nvPr/>
        </p:nvSpPr>
        <p:spPr>
          <a:xfrm>
            <a:off x="609600" y="5943600"/>
            <a:ext cx="10858500" cy="457200"/>
          </a:xfrm>
          <a:prstGeom prst="rect">
            <a:avLst/>
          </a:prstGeom>
          <a:noFill/>
          <a:ln w="0">
            <a:noFill/>
          </a:ln>
        </p:spPr>
        <p:txBody>
          <a:bodyPr wrap="square" lIns="0" tIns="0" rIns="0" bIns="0" anchor="t">
            <a:noAutofit/>
          </a:bodyPr>
          <a:lstStyle/>
          <a:p>
            <a:pPr algn="ctr">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The same rules apply to row and column vectors, because they are matrices too.</a:t>
            </a:r>
          </a:p>
        </p:txBody>
      </p:sp>
    </p:spTree>
    <p:extLst>
      <p:ext uri="{BB962C8B-B14F-4D97-AF65-F5344CB8AC3E}">
        <p14:creationId xmlns:p14="http://schemas.microsoft.com/office/powerpoint/2010/main" val="1566799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8" grpId="0" build="allAtOnce"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narrative_s7_text1">
            <a:extLst>
              <a:ext uri="{FF2B5EF4-FFF2-40B4-BE49-F238E27FC236}">
                <a16:creationId xmlns:a16="http://schemas.microsoft.com/office/drawing/2014/main" id="{E2CCD33D-9C66-47F5-8EDC-8AF551612DC9}"/>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Transposes</a:t>
            </a:r>
          </a:p>
        </p:txBody>
      </p:sp>
      <p:sp>
        <p:nvSpPr>
          <p:cNvPr id="2" name="page_number">
            <a:extLst>
              <a:ext uri="{FF2B5EF4-FFF2-40B4-BE49-F238E27FC236}">
                <a16:creationId xmlns:a16="http://schemas.microsoft.com/office/drawing/2014/main" id="{6D7FFB75-199A-414F-B7C8-8FE68999CE10}"/>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07</a:t>
            </a:r>
          </a:p>
        </p:txBody>
      </p:sp>
      <p:sp>
        <p:nvSpPr>
          <p:cNvPr id="3" name="narrative_s7_text2">
            <a:extLst>
              <a:ext uri="{FF2B5EF4-FFF2-40B4-BE49-F238E27FC236}">
                <a16:creationId xmlns:a16="http://schemas.microsoft.com/office/drawing/2014/main" id="{62D61FC9-0389-446C-A665-25F8C99CEC0D}"/>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Transposing turns each row into a column.</a:t>
            </a:r>
            <a:endParaRPr lang="it-IT" sz="21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entries keep their values and change position.</a:t>
            </a:r>
          </a:p>
        </p:txBody>
      </p:sp>
      <p:pic>
        <p:nvPicPr>
          <p:cNvPr id="7" name="eq_narrative_s7_6" descr="(\mathbf B^{\mathsf T})_{ij}=B_{ji}">
            <a:extLst>
              <a:ext uri="{FF2B5EF4-FFF2-40B4-BE49-F238E27FC236}">
                <a16:creationId xmlns:a16="http://schemas.microsoft.com/office/drawing/2014/main" id="{93E659AC-DA3C-4218-9BB8-C2E1CA434F3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06276" y="2257425"/>
            <a:ext cx="2179447" cy="476923"/>
          </a:xfrm>
          <a:prstGeom prst="rect">
            <a:avLst/>
          </a:prstGeom>
          <a:noFill/>
          <a:ln>
            <a:noFill/>
          </a:ln>
        </p:spPr>
      </p:pic>
      <mc:AlternateContent xmlns:mc="http://schemas.openxmlformats.org/markup-compatibility/2006" xmlns:a14="http://schemas.microsoft.com/office/drawing/2010/main">
        <mc:Choice Requires="a14">
          <p:sp>
            <p:nvSpPr>
              <p:cNvPr id="8" name="narrative_s7_text7">
                <a:extLst>
                  <a:ext uri="{FF2B5EF4-FFF2-40B4-BE49-F238E27FC236}">
                    <a16:creationId xmlns:a16="http://schemas.microsoft.com/office/drawing/2014/main" id="{4E36DEE7-56B6-4304-B79B-CD0DEF1BF473}"/>
                  </a:ext>
                </a:extLst>
              </p:cNvPr>
              <p:cNvSpPr>
                <a:spLocks noGrp="1"/>
              </p:cNvSpPr>
              <p:nvPr/>
            </p:nvSpPr>
            <p:spPr>
              <a:xfrm>
                <a:off x="609600" y="2895600"/>
                <a:ext cx="10858500" cy="457200"/>
              </a:xfrm>
              <a:prstGeom prst="rect">
                <a:avLst/>
              </a:prstGeom>
              <a:noFill/>
              <a:ln w="0">
                <a:noFill/>
              </a:ln>
            </p:spPr>
            <p:txBody>
              <a:bodyPr wrap="square" lIns="0" tIns="0" rIns="0" bIns="0" anchor="t">
                <a:noAutofit/>
              </a:bodyPr>
              <a:lstStyle/>
              <a:p>
                <a:pPr algn="ctr">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In general, a matrix with shape </a:t>
                </a:r>
                <a14:m>
                  <m:oMath xmlns:m="http://schemas.openxmlformats.org/officeDocument/2006/math">
                    <m:r>
                      <a:rPr sz="1875" b="0" i="0">
                        <a:solidFill>
                          <a:srgbClr val="526276"/>
                        </a:solidFill>
                        <a:latin typeface="Cambria Math"/>
                        <a:ea typeface="DejaVu Sans"/>
                        <a:cs typeface="DejaVu Sans"/>
                      </a:rPr>
                      <m:t>𝑚</m:t>
                    </m:r>
                    <m:r>
                      <a:rPr sz="1875" b="0" i="0">
                        <a:solidFill>
                          <a:srgbClr val="526276"/>
                        </a:solidFill>
                        <a:latin typeface="Cambria Math"/>
                        <a:ea typeface="DejaVu Sans"/>
                        <a:cs typeface="DejaVu Sans"/>
                      </a:rPr>
                      <m:t>×</m:t>
                    </m:r>
                    <m:r>
                      <a:rPr sz="1875" b="0" i="0">
                        <a:solidFill>
                          <a:srgbClr val="526276"/>
                        </a:solidFill>
                        <a:latin typeface="Cambria Math"/>
                        <a:ea typeface="DejaVu Sans"/>
                        <a:cs typeface="DejaVu Sans"/>
                      </a:rPr>
                      <m:t>𝑛</m:t>
                    </m:r>
                  </m:oMath>
                </a14:m>
                <a:r>
                  <a:rPr sz="1875" b="0" dirty="0">
                    <a:solidFill>
                      <a:srgbClr val="526276"/>
                    </a:solidFill>
                    <a:latin typeface="DejaVu Sans"/>
                    <a:ea typeface="DejaVu Sans"/>
                    <a:cs typeface="DejaVu Sans"/>
                  </a:rPr>
                  <a:t> becomes one with shape </a:t>
                </a:r>
                <a14:m>
                  <m:oMath xmlns:m="http://schemas.openxmlformats.org/officeDocument/2006/math">
                    <m:r>
                      <a:rPr sz="1875" b="0" i="0">
                        <a:solidFill>
                          <a:srgbClr val="526276"/>
                        </a:solidFill>
                        <a:latin typeface="Cambria Math"/>
                        <a:ea typeface="DejaVu Sans"/>
                        <a:cs typeface="DejaVu Sans"/>
                      </a:rPr>
                      <m:t>𝑛</m:t>
                    </m:r>
                    <m:r>
                      <a:rPr sz="1875" b="0" i="0">
                        <a:solidFill>
                          <a:srgbClr val="526276"/>
                        </a:solidFill>
                        <a:latin typeface="Cambria Math"/>
                        <a:ea typeface="DejaVu Sans"/>
                        <a:cs typeface="DejaVu Sans"/>
                      </a:rPr>
                      <m:t>×</m:t>
                    </m:r>
                    <m:r>
                      <a:rPr sz="1875" b="0" i="0">
                        <a:solidFill>
                          <a:srgbClr val="526276"/>
                        </a:solidFill>
                        <a:latin typeface="Cambria Math"/>
                        <a:ea typeface="DejaVu Sans"/>
                        <a:cs typeface="DejaVu Sans"/>
                      </a:rPr>
                      <m:t>𝑚</m:t>
                    </m:r>
                  </m:oMath>
                </a14:m>
                <a:r>
                  <a:rPr sz="1875" b="0" dirty="0">
                    <a:solidFill>
                      <a:srgbClr val="526276"/>
                    </a:solidFill>
                    <a:latin typeface="DejaVu Sans"/>
                    <a:ea typeface="DejaVu Sans"/>
                    <a:cs typeface="DejaVu Sans"/>
                  </a:rPr>
                  <a:t>.</a:t>
                </a:r>
              </a:p>
            </p:txBody>
          </p:sp>
        </mc:Choice>
        <mc:Fallback xmlns="">
          <p:sp>
            <p:nvSpPr>
              <p:cNvPr id="8" name="narrative_s7_text7">
                <a:extLst>
                  <a:ext uri="{FF2B5EF4-FFF2-40B4-BE49-F238E27FC236}">
                    <a16:creationId xmlns:a16="http://schemas.microsoft.com/office/drawing/2014/main" id="{4E36DEE7-56B6-4304-B79B-CD0DEF1BF473}"/>
                  </a:ext>
                </a:extLst>
              </p:cNvPr>
              <p:cNvSpPr>
                <a:spLocks noGrp="1" noRot="1" noChangeAspect="1" noMove="1" noResize="1" noEditPoints="1" noAdjustHandles="1" noChangeArrowheads="1" noChangeShapeType="1" noTextEdit="1"/>
              </p:cNvSpPr>
              <p:nvPr/>
            </p:nvSpPr>
            <p:spPr>
              <a:xfrm>
                <a:off x="609600" y="2895600"/>
                <a:ext cx="10858500" cy="457200"/>
              </a:xfrm>
              <a:prstGeom prst="rect">
                <a:avLst/>
              </a:prstGeom>
              <a:blipFill>
                <a:blip r:embed="rId6"/>
                <a:stretch>
                  <a:fillRect t="-17333"/>
                </a:stretch>
              </a:blipFill>
              <a:ln w="0">
                <a:noFill/>
              </a:ln>
            </p:spPr>
            <p:txBody>
              <a:bodyPr/>
              <a:lstStyle/>
              <a:p>
                <a:r>
                  <a:rPr lang="it-IT">
                    <a:noFill/>
                  </a:rPr>
                  <a:t> </a:t>
                </a:r>
              </a:p>
            </p:txBody>
          </p:sp>
        </mc:Fallback>
      </mc:AlternateContent>
      <p:pic>
        <p:nvPicPr>
          <p:cNvPr id="4" name="eq_narrative_s7_3" descr="\mathbf B=\begin{pmatrix}1&amp;2&amp;3\\4&amp;5&amp;6\end{pmatrix},\qquad\mathbf B^{\mathsf T}=\begin{pmatrix}1&amp;4\\2&amp;5\\3&amp;6\end{pmatrix}">
            <a:extLst>
              <a:ext uri="{FF2B5EF4-FFF2-40B4-BE49-F238E27FC236}">
                <a16:creationId xmlns:a16="http://schemas.microsoft.com/office/drawing/2014/main" id="{F44A9078-3F73-4E90-BCC5-752E6CAD20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638" y="3448050"/>
            <a:ext cx="6186424" cy="1397000"/>
          </a:xfrm>
          <a:prstGeom prst="rect">
            <a:avLst/>
          </a:prstGeom>
          <a:noFill/>
          <a:ln>
            <a:noFill/>
          </a:ln>
        </p:spPr>
      </p:pic>
      <p:sp>
        <p:nvSpPr>
          <p:cNvPr id="5" name="narrative_s7_text4">
            <a:extLst>
              <a:ext uri="{FF2B5EF4-FFF2-40B4-BE49-F238E27FC236}">
                <a16:creationId xmlns:a16="http://schemas.microsoft.com/office/drawing/2014/main" id="{F9F1C6D3-23D4-4F2D-877F-DCD294098D75}"/>
              </a:ext>
            </a:extLst>
          </p:cNvPr>
          <p:cNvSpPr>
            <a:spLocks noGrp="1"/>
          </p:cNvSpPr>
          <p:nvPr/>
        </p:nvSpPr>
        <p:spPr>
          <a:xfrm>
            <a:off x="609600" y="5029200"/>
            <a:ext cx="10858500" cy="428625"/>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same operation turns a row vector into a column vector.</a:t>
            </a:r>
          </a:p>
        </p:txBody>
      </p:sp>
      <p:pic>
        <p:nvPicPr>
          <p:cNvPr id="6" name="eq_narrative_s7_5" descr="\begin{pmatrix}1&amp;2\end{pmatrix}^{\mathsf T}=\begin{pmatrix}1\\2\end{pmatrix}">
            <a:extLst>
              <a:ext uri="{FF2B5EF4-FFF2-40B4-BE49-F238E27FC236}">
                <a16:creationId xmlns:a16="http://schemas.microsoft.com/office/drawing/2014/main" id="{0229C3DB-7EE1-42B5-9323-6D8BCFF063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94116" y="5476875"/>
            <a:ext cx="2603767" cy="939800"/>
          </a:xfrm>
          <a:prstGeom prst="rect">
            <a:avLst/>
          </a:prstGeom>
          <a:noFill/>
          <a:ln>
            <a:noFill/>
          </a:ln>
        </p:spPr>
      </p:pic>
    </p:spTree>
    <p:extLst>
      <p:ext uri="{BB962C8B-B14F-4D97-AF65-F5344CB8AC3E}">
        <p14:creationId xmlns:p14="http://schemas.microsoft.com/office/powerpoint/2010/main" val="1702081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animBg="1"/>
      <p:bldP spid="6" grpId="0" build="allAtOnce"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narrative_s8_text1">
            <a:extLst>
              <a:ext uri="{FF2B5EF4-FFF2-40B4-BE49-F238E27FC236}">
                <a16:creationId xmlns:a16="http://schemas.microsoft.com/office/drawing/2014/main" id="{841CF46B-E344-471D-A304-7658B58DB3AD}"/>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Matrix multiplication</a:t>
            </a:r>
          </a:p>
        </p:txBody>
      </p:sp>
      <p:sp>
        <p:nvSpPr>
          <p:cNvPr id="2" name="page_number">
            <a:extLst>
              <a:ext uri="{FF2B5EF4-FFF2-40B4-BE49-F238E27FC236}">
                <a16:creationId xmlns:a16="http://schemas.microsoft.com/office/drawing/2014/main" id="{15842977-7CA9-4BB3-8C2B-C0D8E6B9091F}"/>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08</a:t>
            </a:r>
          </a:p>
        </p:txBody>
      </p:sp>
      <p:sp>
        <p:nvSpPr>
          <p:cNvPr id="3" name="narrative_s8_text2">
            <a:extLst>
              <a:ext uri="{FF2B5EF4-FFF2-40B4-BE49-F238E27FC236}">
                <a16:creationId xmlns:a16="http://schemas.microsoft.com/office/drawing/2014/main" id="{AD575B27-CEEE-4668-84FE-59F206C9C974}"/>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Each output entry combines one row of the first matrix with one column of the second. </a:t>
            </a:r>
            <a:r>
              <a:rPr lang="it-IT" sz="2100" b="0" dirty="0">
                <a:solidFill>
                  <a:srgbClr val="182D45"/>
                </a:solidFill>
                <a:latin typeface="DejaVu Sans"/>
                <a:ea typeface="DejaVu Sans"/>
                <a:cs typeface="DejaVu Sans"/>
              </a:rPr>
              <a:t>Hence, t</a:t>
            </a:r>
            <a:r>
              <a:rPr sz="2100" b="0" dirty="0">
                <a:solidFill>
                  <a:srgbClr val="182D45"/>
                </a:solidFill>
                <a:latin typeface="DejaVu Sans"/>
                <a:ea typeface="DejaVu Sans"/>
                <a:cs typeface="DejaVu Sans"/>
              </a:rPr>
              <a:t>heir lengths must agree.</a:t>
            </a:r>
          </a:p>
        </p:txBody>
      </p:sp>
      <p:pic>
        <p:nvPicPr>
          <p:cNvPr id="4" name="eq_narrative_s8_3" descr="\underbrace{\mathbf A}_{m\times n}\underbrace{\mathbf B}_{n\times p}=\underbrace{\mathbf C}_{m\times p}">
            <a:extLst>
              <a:ext uri="{FF2B5EF4-FFF2-40B4-BE49-F238E27FC236}">
                <a16:creationId xmlns:a16="http://schemas.microsoft.com/office/drawing/2014/main" id="{5C063E2C-D812-40F7-ABFA-12A74F5219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23398" y="2222703"/>
            <a:ext cx="2923705" cy="963409"/>
          </a:xfrm>
          <a:prstGeom prst="rect">
            <a:avLst/>
          </a:prstGeom>
          <a:noFill/>
          <a:ln>
            <a:noFill/>
          </a:ln>
        </p:spPr>
      </p:pic>
      <mc:AlternateContent xmlns:mc="http://schemas.openxmlformats.org/markup-compatibility/2006" xmlns:a14="http://schemas.microsoft.com/office/drawing/2010/main">
        <mc:Choice Requires="a14">
          <p:sp>
            <p:nvSpPr>
              <p:cNvPr id="5" name="narrative_s8_text4">
                <a:extLst>
                  <a:ext uri="{FF2B5EF4-FFF2-40B4-BE49-F238E27FC236}">
                    <a16:creationId xmlns:a16="http://schemas.microsoft.com/office/drawing/2014/main" id="{434234D7-B53A-4223-9672-9038C9919B7F}"/>
                  </a:ext>
                </a:extLst>
              </p:cNvPr>
              <p:cNvSpPr>
                <a:spLocks noGrp="1"/>
              </p:cNvSpPr>
              <p:nvPr/>
            </p:nvSpPr>
            <p:spPr>
              <a:xfrm>
                <a:off x="609600" y="3771899"/>
                <a:ext cx="10839450" cy="6096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lang="en-GB" sz="2100" b="0" dirty="0">
                    <a:solidFill>
                      <a:srgbClr val="182D45"/>
                    </a:solidFill>
                    <a:latin typeface="DejaVu Sans"/>
                    <a:ea typeface="DejaVu Sans"/>
                    <a:cs typeface="DejaVu Sans"/>
                  </a:rPr>
                  <a:t>For entry </a:t>
                </a:r>
                <a14:m>
                  <m:oMath xmlns:m="http://schemas.openxmlformats.org/officeDocument/2006/math">
                    <m:sSub>
                      <m:sSubPr>
                        <m:ctrlPr>
                          <a:rPr lang="en-GB" sz="2100" b="0" i="1" smtClean="0">
                            <a:solidFill>
                              <a:srgbClr val="182D45"/>
                            </a:solidFill>
                            <a:latin typeface="Cambria Math" panose="02040503050406030204" pitchFamily="18" charset="0"/>
                            <a:ea typeface="DejaVu Sans"/>
                            <a:cs typeface="DejaVu Sans"/>
                          </a:rPr>
                        </m:ctrlPr>
                      </m:sSubPr>
                      <m:e>
                        <m:r>
                          <a:rPr lang="en-GB" sz="2100" b="0" i="1" smtClean="0">
                            <a:solidFill>
                              <a:srgbClr val="182D45"/>
                            </a:solidFill>
                            <a:latin typeface="Cambria Math" panose="02040503050406030204" pitchFamily="18" charset="0"/>
                            <a:ea typeface="DejaVu Sans"/>
                            <a:cs typeface="DejaVu Sans"/>
                          </a:rPr>
                          <m:t>𝐶</m:t>
                        </m:r>
                      </m:e>
                      <m:sub>
                        <m:r>
                          <a:rPr lang="it-IT" sz="2100" b="0" i="1" smtClean="0">
                            <a:solidFill>
                              <a:srgbClr val="182D45"/>
                            </a:solidFill>
                            <a:latin typeface="Cambria Math" panose="02040503050406030204" pitchFamily="18" charset="0"/>
                            <a:ea typeface="DejaVu Sans"/>
                            <a:cs typeface="DejaVu Sans"/>
                          </a:rPr>
                          <m:t>𝑖𝑘</m:t>
                        </m:r>
                      </m:sub>
                    </m:sSub>
                  </m:oMath>
                </a14:m>
                <a:r>
                  <a:rPr lang="en-GB" sz="2100" b="0" dirty="0">
                    <a:solidFill>
                      <a:srgbClr val="182D45"/>
                    </a:solidFill>
                    <a:latin typeface="DejaVu Sans"/>
                    <a:ea typeface="DejaVu Sans"/>
                    <a:cs typeface="DejaVu Sans"/>
                  </a:rPr>
                  <a:t>, multiply the paired entries and add their products.</a:t>
                </a:r>
                <a:endParaRPr sz="2100" b="0" dirty="0">
                  <a:solidFill>
                    <a:srgbClr val="182D45"/>
                  </a:solidFill>
                  <a:latin typeface="DejaVu Sans"/>
                  <a:ea typeface="DejaVu Sans"/>
                  <a:cs typeface="DejaVu Sans"/>
                </a:endParaRPr>
              </a:p>
            </p:txBody>
          </p:sp>
        </mc:Choice>
        <mc:Fallback xmlns="">
          <p:sp>
            <p:nvSpPr>
              <p:cNvPr id="5" name="narrative_s8_text4">
                <a:extLst>
                  <a:ext uri="{FF2B5EF4-FFF2-40B4-BE49-F238E27FC236}">
                    <a16:creationId xmlns:a16="http://schemas.microsoft.com/office/drawing/2014/main" id="{434234D7-B53A-4223-9672-9038C9919B7F}"/>
                  </a:ext>
                </a:extLst>
              </p:cNvPr>
              <p:cNvSpPr>
                <a:spLocks noGrp="1" noRot="1" noChangeAspect="1" noMove="1" noResize="1" noEditPoints="1" noAdjustHandles="1" noChangeArrowheads="1" noChangeShapeType="1" noTextEdit="1"/>
              </p:cNvSpPr>
              <p:nvPr/>
            </p:nvSpPr>
            <p:spPr>
              <a:xfrm>
                <a:off x="609600" y="3771899"/>
                <a:ext cx="10839450" cy="609600"/>
              </a:xfrm>
              <a:prstGeom prst="rect">
                <a:avLst/>
              </a:prstGeom>
              <a:blipFill>
                <a:blip r:embed="rId4"/>
                <a:stretch>
                  <a:fillRect t="-15000"/>
                </a:stretch>
              </a:blipFill>
              <a:ln w="0">
                <a:noFill/>
              </a:ln>
            </p:spPr>
            <p:txBody>
              <a:bodyPr/>
              <a:lstStyle/>
              <a:p>
                <a:r>
                  <a:rPr lang="it-IT">
                    <a:noFill/>
                  </a:rPr>
                  <a:t> </a:t>
                </a:r>
              </a:p>
            </p:txBody>
          </p:sp>
        </mc:Fallback>
      </mc:AlternateContent>
      <p:pic>
        <p:nvPicPr>
          <p:cNvPr id="6" name="eq_narrative_s8_5" descr="C_{ik}=\sum_{j=1}^{n}A_{ij}B_{jk}">
            <a:extLst>
              <a:ext uri="{FF2B5EF4-FFF2-40B4-BE49-F238E27FC236}">
                <a16:creationId xmlns:a16="http://schemas.microsoft.com/office/drawing/2014/main" id="{4069F75F-6571-41D0-AE22-D7DBC4BF743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44896" y="4452937"/>
            <a:ext cx="2702207" cy="1114425"/>
          </a:xfrm>
          <a:prstGeom prst="rect">
            <a:avLst/>
          </a:prstGeom>
          <a:noFill/>
          <a:ln>
            <a:noFill/>
          </a:ln>
        </p:spPr>
      </p:pic>
      <mc:AlternateContent xmlns:mc="http://schemas.openxmlformats.org/markup-compatibility/2006" xmlns:a14="http://schemas.microsoft.com/office/drawing/2010/main">
        <mc:Choice Requires="a14">
          <p:sp>
            <p:nvSpPr>
              <p:cNvPr id="7" name="narrative_s8_text6">
                <a:extLst>
                  <a:ext uri="{FF2B5EF4-FFF2-40B4-BE49-F238E27FC236}">
                    <a16:creationId xmlns:a16="http://schemas.microsoft.com/office/drawing/2014/main" id="{1C866859-E802-4DE8-981B-09D234552BE2}"/>
                  </a:ext>
                </a:extLst>
              </p:cNvPr>
              <p:cNvSpPr>
                <a:spLocks noGrp="1"/>
              </p:cNvSpPr>
              <p:nvPr/>
            </p:nvSpPr>
            <p:spPr>
              <a:xfrm>
                <a:off x="609600" y="5943600"/>
                <a:ext cx="10858500" cy="457200"/>
              </a:xfrm>
              <a:prstGeom prst="rect">
                <a:avLst/>
              </a:prstGeom>
              <a:noFill/>
              <a:ln w="0">
                <a:noFill/>
              </a:ln>
            </p:spPr>
            <p:txBody>
              <a:bodyPr wrap="square" lIns="0" tIns="0" rIns="0" bIns="0" anchor="t">
                <a:noAutofit/>
              </a:bodyPr>
              <a:lstStyle/>
              <a:p>
                <a:pPr algn="ctr">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The index </a:t>
                </a:r>
                <a14:m>
                  <m:oMath xmlns:m="http://schemas.openxmlformats.org/officeDocument/2006/math">
                    <m:r>
                      <a:rPr sz="1875" b="0" i="0">
                        <a:solidFill>
                          <a:srgbClr val="526276"/>
                        </a:solidFill>
                        <a:latin typeface="Cambria Math"/>
                        <a:ea typeface="DejaVu Sans"/>
                        <a:cs typeface="DejaVu Sans"/>
                      </a:rPr>
                      <m:t>𝑗</m:t>
                    </m:r>
                  </m:oMath>
                </a14:m>
                <a:r>
                  <a:rPr sz="1875" b="0" dirty="0">
                    <a:solidFill>
                      <a:srgbClr val="526276"/>
                    </a:solidFill>
                    <a:latin typeface="DejaVu Sans"/>
                    <a:ea typeface="DejaVu Sans"/>
                    <a:cs typeface="DejaVu Sans"/>
                  </a:rPr>
                  <a:t> runs through the pairs. The indices </a:t>
                </a:r>
                <a14:m>
                  <m:oMath xmlns:m="http://schemas.openxmlformats.org/officeDocument/2006/math">
                    <m:r>
                      <a:rPr sz="1875" b="0" i="0">
                        <a:solidFill>
                          <a:srgbClr val="526276"/>
                        </a:solidFill>
                        <a:latin typeface="Cambria Math"/>
                        <a:ea typeface="DejaVu Sans"/>
                        <a:cs typeface="DejaVu Sans"/>
                      </a:rPr>
                      <m:t>𝑖</m:t>
                    </m:r>
                  </m:oMath>
                </a14:m>
                <a:r>
                  <a:rPr sz="1875" b="0" dirty="0">
                    <a:solidFill>
                      <a:srgbClr val="526276"/>
                    </a:solidFill>
                    <a:latin typeface="DejaVu Sans"/>
                    <a:ea typeface="DejaVu Sans"/>
                    <a:cs typeface="DejaVu Sans"/>
                  </a:rPr>
                  <a:t> and </a:t>
                </a:r>
                <a14:m>
                  <m:oMath xmlns:m="http://schemas.openxmlformats.org/officeDocument/2006/math">
                    <m:r>
                      <a:rPr sz="1875" b="0" i="0">
                        <a:solidFill>
                          <a:srgbClr val="526276"/>
                        </a:solidFill>
                        <a:latin typeface="Cambria Math"/>
                        <a:ea typeface="DejaVu Sans"/>
                        <a:cs typeface="DejaVu Sans"/>
                      </a:rPr>
                      <m:t>𝑘</m:t>
                    </m:r>
                  </m:oMath>
                </a14:m>
                <a:r>
                  <a:rPr sz="1875" b="0" dirty="0">
                    <a:solidFill>
                      <a:srgbClr val="526276"/>
                    </a:solidFill>
                    <a:latin typeface="DejaVu Sans"/>
                    <a:ea typeface="DejaVu Sans"/>
                    <a:cs typeface="DejaVu Sans"/>
                  </a:rPr>
                  <a:t> identify the output.</a:t>
                </a:r>
              </a:p>
            </p:txBody>
          </p:sp>
        </mc:Choice>
        <mc:Fallback xmlns="">
          <p:sp>
            <p:nvSpPr>
              <p:cNvPr id="7" name="narrative_s8_text6">
                <a:extLst>
                  <a:ext uri="{FF2B5EF4-FFF2-40B4-BE49-F238E27FC236}">
                    <a16:creationId xmlns:a16="http://schemas.microsoft.com/office/drawing/2014/main" id="{1C866859-E802-4DE8-981B-09D234552BE2}"/>
                  </a:ext>
                </a:extLst>
              </p:cNvPr>
              <p:cNvSpPr>
                <a:spLocks noGrp="1" noRot="1" noChangeAspect="1" noMove="1" noResize="1" noEditPoints="1" noAdjustHandles="1" noChangeArrowheads="1" noChangeShapeType="1" noTextEdit="1"/>
              </p:cNvSpPr>
              <p:nvPr/>
            </p:nvSpPr>
            <p:spPr>
              <a:xfrm>
                <a:off x="609600" y="5943600"/>
                <a:ext cx="10858500" cy="457200"/>
              </a:xfrm>
              <a:prstGeom prst="rect">
                <a:avLst/>
              </a:prstGeom>
              <a:blipFill>
                <a:blip r:embed="rId6"/>
                <a:stretch>
                  <a:fillRect t="-17333"/>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455926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narrative_s9_text1">
            <a:extLst>
              <a:ext uri="{FF2B5EF4-FFF2-40B4-BE49-F238E27FC236}">
                <a16:creationId xmlns:a16="http://schemas.microsoft.com/office/drawing/2014/main" id="{D0131CEE-80BB-48CB-B6C6-39D91B4597B3}"/>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Matrix multiplication: following the arrows</a:t>
            </a:r>
          </a:p>
        </p:txBody>
      </p:sp>
      <p:sp>
        <p:nvSpPr>
          <p:cNvPr id="2" name="page_number">
            <a:extLst>
              <a:ext uri="{FF2B5EF4-FFF2-40B4-BE49-F238E27FC236}">
                <a16:creationId xmlns:a16="http://schemas.microsoft.com/office/drawing/2014/main" id="{C127A086-99A8-4A78-8770-E1618CD8DE25}"/>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09</a:t>
            </a:r>
          </a:p>
        </p:txBody>
      </p:sp>
      <mc:AlternateContent xmlns:mc="http://schemas.openxmlformats.org/markup-compatibility/2006" xmlns:a14="http://schemas.microsoft.com/office/drawing/2010/main">
        <mc:Choice Requires="a14">
          <p:sp>
            <p:nvSpPr>
              <p:cNvPr id="3" name="narrative_s9_text2">
                <a:extLst>
                  <a:ext uri="{FF2B5EF4-FFF2-40B4-BE49-F238E27FC236}">
                    <a16:creationId xmlns:a16="http://schemas.microsoft.com/office/drawing/2014/main" id="{CF251CD1-0E33-4DC9-AE3E-36FCF75C4AB4}"/>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For each output entry, move along a row of </a:t>
                </a:r>
                <a14:m>
                  <m:oMath xmlns:m="http://schemas.openxmlformats.org/officeDocument/2006/math">
                    <m:r>
                      <a:rPr sz="2100" b="0" i="0">
                        <a:solidFill>
                          <a:srgbClr val="182D45"/>
                        </a:solidFill>
                        <a:latin typeface="Cambria Math"/>
                        <a:ea typeface="DejaVu Sans"/>
                        <a:cs typeface="DejaVu Sans"/>
                      </a:rPr>
                      <m:t>𝐀</m:t>
                    </m:r>
                  </m:oMath>
                </a14:m>
                <a:r>
                  <a:rPr sz="2100" b="0" dirty="0">
                    <a:solidFill>
                      <a:srgbClr val="182D45"/>
                    </a:solidFill>
                    <a:latin typeface="DejaVu Sans"/>
                    <a:ea typeface="DejaVu Sans"/>
                    <a:cs typeface="DejaVu Sans"/>
                  </a:rPr>
                  <a:t> and down a column of </a:t>
                </a:r>
                <a14:m>
                  <m:oMath xmlns:m="http://schemas.openxmlformats.org/officeDocument/2006/math">
                    <m:r>
                      <a:rPr sz="2100" b="0" i="0">
                        <a:solidFill>
                          <a:srgbClr val="182D45"/>
                        </a:solidFill>
                        <a:latin typeface="Cambria Math"/>
                        <a:ea typeface="DejaVu Sans"/>
                        <a:cs typeface="DejaVu Sans"/>
                      </a:rPr>
                      <m:t>𝐁</m:t>
                    </m:r>
                  </m:oMath>
                </a14:m>
                <a:r>
                  <a:rPr sz="2100" b="0" dirty="0">
                    <a:solidFill>
                      <a:srgbClr val="182D45"/>
                    </a:solidFill>
                    <a:latin typeface="DejaVu Sans"/>
                    <a:ea typeface="DejaVu Sans"/>
                    <a:cs typeface="DejaVu Sans"/>
                  </a:rPr>
                  <a:t>.</a:t>
                </a:r>
                <a:endParaRPr lang="it-IT" sz="21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Multiply the entries you meet together.</a:t>
                </a:r>
              </a:p>
            </p:txBody>
          </p:sp>
        </mc:Choice>
        <mc:Fallback xmlns="">
          <p:sp>
            <p:nvSpPr>
              <p:cNvPr id="3" name="narrative_s9_text2">
                <a:extLst>
                  <a:ext uri="{FF2B5EF4-FFF2-40B4-BE49-F238E27FC236}">
                    <a16:creationId xmlns:a16="http://schemas.microsoft.com/office/drawing/2014/main" id="{CF251CD1-0E33-4DC9-AE3E-36FCF75C4AB4}"/>
                  </a:ext>
                </a:extLst>
              </p:cNvPr>
              <p:cNvSpPr>
                <a:spLocks noGrp="1" noRot="1" noChangeAspect="1" noMove="1" noResize="1" noEditPoints="1" noAdjustHandles="1" noChangeArrowheads="1" noChangeShapeType="1" noTextEdit="1"/>
              </p:cNvSpPr>
              <p:nvPr/>
            </p:nvSpPr>
            <p:spPr>
              <a:xfrm>
                <a:off x="609600" y="1257300"/>
                <a:ext cx="10953750" cy="762000"/>
              </a:xfrm>
              <a:prstGeom prst="rect">
                <a:avLst/>
              </a:prstGeom>
              <a:blipFill>
                <a:blip r:embed="rId3"/>
                <a:stretch>
                  <a:fillRect t="-11200" b="-5600"/>
                </a:stretch>
              </a:blipFill>
              <a:ln w="0">
                <a:noFill/>
              </a:ln>
            </p:spPr>
            <p:txBody>
              <a:bodyPr/>
              <a:lstStyle/>
              <a:p>
                <a:r>
                  <a:rPr lang="it-IT">
                    <a:noFill/>
                  </a:rPr>
                  <a:t> </a:t>
                </a:r>
              </a:p>
            </p:txBody>
          </p:sp>
        </mc:Fallback>
      </mc:AlternateContent>
      <p:pic>
        <p:nvPicPr>
          <p:cNvPr id="4" name="eq_narrative_s9_3" descr="C_{11}:\quad\begin{pmatrix}\rightarrow&amp;\rightarrow\\\phantom{\rightarrow}&amp;\phantom{\rightarrow}\end{pmatrix}\begin{pmatrix}\downarrow&amp;\phantom{\downarrow}\\\downarrow&amp;\phantom{\downarrow}\end{pmatrix}">
            <a:extLst>
              <a:ext uri="{FF2B5EF4-FFF2-40B4-BE49-F238E27FC236}">
                <a16:creationId xmlns:a16="http://schemas.microsoft.com/office/drawing/2014/main" id="{179484C6-BF96-44FD-9034-1CF91DBD25A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600" y="2333625"/>
            <a:ext cx="4402214" cy="939800"/>
          </a:xfrm>
          <a:prstGeom prst="rect">
            <a:avLst/>
          </a:prstGeom>
          <a:noFill/>
          <a:ln>
            <a:noFill/>
          </a:ln>
        </p:spPr>
      </p:pic>
      <p:pic>
        <p:nvPicPr>
          <p:cNvPr id="5" name="eq_narrative_s9_4" descr="C_{12}:\quad\begin{pmatrix}\rightarrow&amp;\rightarrow\\\phantom{\rightarrow}&amp;\phantom{\rightarrow}\end{pmatrix}\begin{pmatrix}\phantom{\downarrow}&amp;\downarrow\\\phantom{\downarrow}&amp;\downarrow\end{pmatrix}">
            <a:extLst>
              <a:ext uri="{FF2B5EF4-FFF2-40B4-BE49-F238E27FC236}">
                <a16:creationId xmlns:a16="http://schemas.microsoft.com/office/drawing/2014/main" id="{EDB5CCEA-7FDD-45F1-B4B8-037D71C79C7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62700" y="2333625"/>
            <a:ext cx="4402214" cy="939800"/>
          </a:xfrm>
          <a:prstGeom prst="rect">
            <a:avLst/>
          </a:prstGeom>
          <a:noFill/>
          <a:ln>
            <a:noFill/>
          </a:ln>
        </p:spPr>
      </p:pic>
      <p:pic>
        <p:nvPicPr>
          <p:cNvPr id="6" name="eq_narrative_s9_5" descr="C_{21}:\quad\begin{pmatrix}\phantom{\rightarrow}&amp;\phantom{\rightarrow}\\\rightarrow&amp;\rightarrow\end{pmatrix}\begin{pmatrix}\downarrow&amp;\phantom{\downarrow}\\\downarrow&amp;\phantom{\downarrow}\end{pmatrix}">
            <a:extLst>
              <a:ext uri="{FF2B5EF4-FFF2-40B4-BE49-F238E27FC236}">
                <a16:creationId xmlns:a16="http://schemas.microsoft.com/office/drawing/2014/main" id="{21FDCF5F-9204-43E7-BF09-04EBB45934C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9600" y="4210050"/>
            <a:ext cx="4402214" cy="939800"/>
          </a:xfrm>
          <a:prstGeom prst="rect">
            <a:avLst/>
          </a:prstGeom>
          <a:noFill/>
          <a:ln>
            <a:noFill/>
          </a:ln>
        </p:spPr>
      </p:pic>
      <p:pic>
        <p:nvPicPr>
          <p:cNvPr id="7" name="eq_narrative_s9_6" descr="C_{22}:\quad\begin{pmatrix}\phantom{\rightarrow}&amp;\phantom{\rightarrow}\\\rightarrow&amp;\rightarrow\end{pmatrix}\begin{pmatrix}\phantom{\downarrow}&amp;\downarrow\\\phantom{\downarrow}&amp;\downarrow\end{pmatrix}">
            <a:extLst>
              <a:ext uri="{FF2B5EF4-FFF2-40B4-BE49-F238E27FC236}">
                <a16:creationId xmlns:a16="http://schemas.microsoft.com/office/drawing/2014/main" id="{3989BB22-45B8-49CF-B8E8-BB52D7880C7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362700" y="4210050"/>
            <a:ext cx="4402214" cy="939800"/>
          </a:xfrm>
          <a:prstGeom prst="rect">
            <a:avLst/>
          </a:prstGeom>
          <a:noFill/>
          <a:ln>
            <a:noFill/>
          </a:ln>
        </p:spPr>
      </p:pic>
      <p:sp>
        <p:nvSpPr>
          <p:cNvPr id="8" name="narrative_s9_text7">
            <a:extLst>
              <a:ext uri="{FF2B5EF4-FFF2-40B4-BE49-F238E27FC236}">
                <a16:creationId xmlns:a16="http://schemas.microsoft.com/office/drawing/2014/main" id="{A2B68547-AF3A-4FE9-9323-6D90B255DCD9}"/>
              </a:ext>
            </a:extLst>
          </p:cNvPr>
          <p:cNvSpPr>
            <a:spLocks noGrp="1"/>
          </p:cNvSpPr>
          <p:nvPr/>
        </p:nvSpPr>
        <p:spPr>
          <a:xfrm>
            <a:off x="609600" y="5740400"/>
            <a:ext cx="10858500" cy="457200"/>
          </a:xfrm>
          <a:prstGeom prst="rect">
            <a:avLst/>
          </a:prstGeom>
          <a:noFill/>
          <a:ln w="0">
            <a:noFill/>
          </a:ln>
        </p:spPr>
        <p:txBody>
          <a:bodyPr wrap="square" lIns="0" tIns="0" rIns="0" bIns="0" anchor="t">
            <a:noAutofit/>
          </a:bodyPr>
          <a:lstStyle/>
          <a:p>
            <a:pPr algn="ctr">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The output position selects the row and column.</a:t>
            </a:r>
            <a:endParaRPr lang="it-IT" sz="1875" b="0" dirty="0">
              <a:solidFill>
                <a:srgbClr val="526276"/>
              </a:solidFill>
              <a:latin typeface="DejaVu Sans"/>
              <a:ea typeface="DejaVu Sans"/>
              <a:cs typeface="DejaVu Sans"/>
            </a:endParaRPr>
          </a:p>
          <a:p>
            <a:pPr algn="ctr">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The arrows show how to pair their entries.</a:t>
            </a:r>
          </a:p>
        </p:txBody>
      </p:sp>
    </p:spTree>
    <p:extLst>
      <p:ext uri="{BB962C8B-B14F-4D97-AF65-F5344CB8AC3E}">
        <p14:creationId xmlns:p14="http://schemas.microsoft.com/office/powerpoint/2010/main" val="479825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7" name="narrative_s10_text1">
                <a:extLst>
                  <a:ext uri="{FF2B5EF4-FFF2-40B4-BE49-F238E27FC236}">
                    <a16:creationId xmlns:a16="http://schemas.microsoft.com/office/drawing/2014/main" id="{62E0C3BC-2B83-4FA0-9AE4-51E85313466A}"/>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Computing </a:t>
                </a:r>
                <a14:m>
                  <m:oMath xmlns:m="http://schemas.openxmlformats.org/officeDocument/2006/math">
                    <m:sSub>
                      <m:sSubPr>
                        <m:ctrlPr>
                          <a:rPr sz="3150" b="0" i="0">
                            <a:solidFill>
                              <a:srgbClr val="182D45"/>
                            </a:solidFill>
                            <a:latin typeface="Cambria Math"/>
                            <a:ea typeface="DejaVu Sans"/>
                            <a:cs typeface="DejaVu Sans"/>
                          </a:rPr>
                        </m:ctrlPr>
                      </m:sSubPr>
                      <m:e>
                        <m:r>
                          <a:rPr sz="3150" b="0" i="0">
                            <a:solidFill>
                              <a:srgbClr val="182D45"/>
                            </a:solidFill>
                            <a:latin typeface="Cambria Math"/>
                            <a:ea typeface="DejaVu Sans"/>
                            <a:cs typeface="DejaVu Sans"/>
                          </a:rPr>
                          <m:t>𝐶</m:t>
                        </m:r>
                      </m:e>
                      <m:sub>
                        <m:r>
                          <a:rPr sz="3150" b="0" i="0">
                            <a:solidFill>
                              <a:srgbClr val="182D45"/>
                            </a:solidFill>
                            <a:latin typeface="Cambria Math"/>
                            <a:ea typeface="DejaVu Sans"/>
                            <a:cs typeface="DejaVu Sans"/>
                          </a:rPr>
                          <m:t>11</m:t>
                        </m:r>
                      </m:sub>
                    </m:sSub>
                  </m:oMath>
                </a14:m>
                <a:r>
                  <a:rPr sz="3150" b="1">
                    <a:solidFill>
                      <a:srgbClr val="182D45"/>
                    </a:solidFill>
                    <a:latin typeface="DejaVu Sans"/>
                    <a:ea typeface="DejaVu Sans"/>
                    <a:cs typeface="DejaVu Sans"/>
                  </a:rPr>
                  <a:t>: row 1, column 1</a:t>
                </a:r>
              </a:p>
            </p:txBody>
          </p:sp>
        </mc:Choice>
        <mc:Fallback xmlns="">
          <p:sp>
            <p:nvSpPr>
              <p:cNvPr id="47" name="narrative_s10_text1">
                <a:extLst>
                  <a:ext uri="{FF2B5EF4-FFF2-40B4-BE49-F238E27FC236}">
                    <a16:creationId xmlns:a16="http://schemas.microsoft.com/office/drawing/2014/main" id="{62E0C3BC-2B83-4FA0-9AE4-51E85313466A}"/>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Computing </a:t>
                </a:r>
                <a:r>
                  <a:rPr sz="3150" b="0" i="0">
                    <a:solidFill>
                      <a:srgbClr val="182D45"/>
                    </a:solidFill>
                    <a:latin typeface="Cambria Math"/>
                    <a:ea typeface="DejaVu Sans"/>
                    <a:cs typeface="DejaVu Sans"/>
                  </a:rPr>
                  <a:t>𝐶</a:t>
                </a:r>
                <a:r>
                  <a:rPr sz="3150" b="0" i="0" baseline="-25000">
                    <a:solidFill>
                      <a:srgbClr val="182D45"/>
                    </a:solidFill>
                    <a:latin typeface="Cambria Math"/>
                    <a:ea typeface="DejaVu Sans"/>
                    <a:cs typeface="DejaVu Sans"/>
                  </a:rPr>
                  <a:t>1</a:t>
                </a:r>
                <a:r>
                  <a:rPr sz="3150" b="0" i="0" baseline="-25000">
                    <a:solidFill>
                      <a:srgbClr val="182D45"/>
                    </a:solidFill>
                    <a:latin typeface="Cambria Math"/>
                    <a:ea typeface="DejaVu Sans"/>
                    <a:cs typeface="DejaVu Sans"/>
                  </a:rPr>
                  <a:t>1</a:t>
                </a:r>
                <a:r>
                  <a:rPr sz="3150" b="1">
                    <a:solidFill>
                      <a:srgbClr val="182D45"/>
                    </a:solidFill>
                    <a:latin typeface="DejaVu Sans"/>
                    <a:ea typeface="DejaVu Sans"/>
                    <a:cs typeface="DejaVu Sans"/>
                  </a:rPr>
                  <a:t>: row 1, column 1</a:t>
                </a:r>
              </a:p>
            </p:txBody>
          </p:sp>
        </mc:Fallback>
      </mc:AlternateContent>
      <p:sp>
        <p:nvSpPr>
          <p:cNvPr id="2" name="page_number">
            <a:extLst>
              <a:ext uri="{FF2B5EF4-FFF2-40B4-BE49-F238E27FC236}">
                <a16:creationId xmlns:a16="http://schemas.microsoft.com/office/drawing/2014/main" id="{39A12D23-AE9A-4199-A7E6-271BCE382ECD}"/>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10</a:t>
            </a:r>
          </a:p>
        </p:txBody>
      </p:sp>
      <mc:AlternateContent xmlns:mc="http://schemas.openxmlformats.org/markup-compatibility/2006" xmlns:a14="http://schemas.microsoft.com/office/drawing/2010/main">
        <mc:Choice Requires="a14">
          <p:sp>
            <p:nvSpPr>
              <p:cNvPr id="3" name="narrative_s10_text2">
                <a:extLst>
                  <a:ext uri="{FF2B5EF4-FFF2-40B4-BE49-F238E27FC236}">
                    <a16:creationId xmlns:a16="http://schemas.microsoft.com/office/drawing/2014/main" id="{D3D6D987-1A16-4BEB-96F5-61AB39BFDA23}"/>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14:m>
                  <m:oMath xmlns:m="http://schemas.openxmlformats.org/officeDocument/2006/math">
                    <m:sSub>
                      <m:sSubPr>
                        <m:ctrlPr>
                          <a:rPr sz="2100" b="0" i="0">
                            <a:solidFill>
                              <a:srgbClr val="182D45"/>
                            </a:solidFill>
                            <a:latin typeface="Cambria Math"/>
                            <a:ea typeface="DejaVu Sans"/>
                            <a:cs typeface="DejaVu Sans"/>
                          </a:rPr>
                        </m:ctrlPr>
                      </m:sSubPr>
                      <m:e>
                        <m:r>
                          <a:rPr sz="2100" b="0" i="0">
                            <a:solidFill>
                              <a:srgbClr val="182D45"/>
                            </a:solidFill>
                            <a:latin typeface="Cambria Math"/>
                            <a:ea typeface="DejaVu Sans"/>
                            <a:cs typeface="DejaVu Sans"/>
                          </a:rPr>
                          <m:t>𝐶</m:t>
                        </m:r>
                      </m:e>
                      <m:sub>
                        <m:r>
                          <a:rPr sz="2100" b="0" i="0">
                            <a:solidFill>
                              <a:srgbClr val="182D45"/>
                            </a:solidFill>
                            <a:latin typeface="Cambria Math"/>
                            <a:ea typeface="DejaVu Sans"/>
                            <a:cs typeface="DejaVu Sans"/>
                          </a:rPr>
                          <m:t>11</m:t>
                        </m:r>
                      </m:sub>
                    </m:sSub>
                  </m:oMath>
                </a14:m>
                <a:r>
                  <a:rPr sz="2100" b="0">
                    <a:solidFill>
                      <a:srgbClr val="182D45"/>
                    </a:solidFill>
                    <a:latin typeface="DejaVu Sans"/>
                    <a:ea typeface="DejaVu Sans"/>
                    <a:cs typeface="DejaVu Sans"/>
                  </a:rPr>
                  <a:t> uses row 1 of </a:t>
                </a:r>
                <a14:m>
                  <m:oMath xmlns:m="http://schemas.openxmlformats.org/officeDocument/2006/math">
                    <m:r>
                      <a:rPr sz="2100" b="0" i="0">
                        <a:solidFill>
                          <a:srgbClr val="182D45"/>
                        </a:solidFill>
                        <a:latin typeface="Cambria Math"/>
                        <a:ea typeface="DejaVu Sans"/>
                        <a:cs typeface="DejaVu Sans"/>
                      </a:rPr>
                      <m:t>𝐀</m:t>
                    </m:r>
                  </m:oMath>
                </a14:m>
                <a:r>
                  <a:rPr sz="2100" b="0">
                    <a:solidFill>
                      <a:srgbClr val="182D45"/>
                    </a:solidFill>
                    <a:latin typeface="DejaVu Sans"/>
                    <a:ea typeface="DejaVu Sans"/>
                    <a:cs typeface="DejaVu Sans"/>
                  </a:rPr>
                  <a:t> and column 1 of </a:t>
                </a:r>
                <a14:m>
                  <m:oMath xmlns:m="http://schemas.openxmlformats.org/officeDocument/2006/math">
                    <m:r>
                      <a:rPr sz="2100" b="0" i="0">
                        <a:solidFill>
                          <a:srgbClr val="182D45"/>
                        </a:solidFill>
                        <a:latin typeface="Cambria Math"/>
                        <a:ea typeface="DejaVu Sans"/>
                        <a:cs typeface="DejaVu Sans"/>
                      </a:rPr>
                      <m:t>𝐁</m:t>
                    </m:r>
                  </m:oMath>
                </a14:m>
                <a:r>
                  <a:rPr sz="2100" b="0">
                    <a:solidFill>
                      <a:srgbClr val="182D45"/>
                    </a:solidFill>
                    <a:latin typeface="DejaVu Sans"/>
                    <a:ea typeface="DejaVu Sans"/>
                    <a:cs typeface="DejaVu Sans"/>
                  </a:rPr>
                  <a:t>. The two colours will identify the two pairs of factors.</a:t>
                </a:r>
              </a:p>
            </p:txBody>
          </p:sp>
        </mc:Choice>
        <mc:Fallback xmlns="">
          <p:sp>
            <p:nvSpPr>
              <p:cNvPr id="3" name="narrative_s10_text2">
                <a:extLst>
                  <a:ext uri="{FF2B5EF4-FFF2-40B4-BE49-F238E27FC236}">
                    <a16:creationId xmlns:a16="http://schemas.microsoft.com/office/drawing/2014/main" id="{D3D6D987-1A16-4BEB-96F5-61AB39BFDA23}"/>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i="0">
                    <a:solidFill>
                      <a:srgbClr val="182D45"/>
                    </a:solidFill>
                    <a:latin typeface="Cambria Math"/>
                    <a:ea typeface="DejaVu Sans"/>
                    <a:cs typeface="DejaVu Sans"/>
                  </a:rPr>
                  <a:t>𝐶</a:t>
                </a:r>
                <a:r>
                  <a:rPr sz="2100" b="0" i="0" baseline="-25000">
                    <a:solidFill>
                      <a:srgbClr val="182D45"/>
                    </a:solidFill>
                    <a:latin typeface="Cambria Math"/>
                    <a:ea typeface="DejaVu Sans"/>
                    <a:cs typeface="DejaVu Sans"/>
                  </a:rPr>
                  <a:t>1</a:t>
                </a:r>
                <a:r>
                  <a:rPr sz="2100" b="0" i="0" baseline="-25000">
                    <a:solidFill>
                      <a:srgbClr val="182D45"/>
                    </a:solidFill>
                    <a:latin typeface="Cambria Math"/>
                    <a:ea typeface="DejaVu Sans"/>
                    <a:cs typeface="DejaVu Sans"/>
                  </a:rPr>
                  <a:t>1</a:t>
                </a:r>
                <a:r>
                  <a:rPr sz="2100" b="0">
                    <a:solidFill>
                      <a:srgbClr val="182D45"/>
                    </a:solidFill>
                    <a:latin typeface="DejaVu Sans"/>
                    <a:ea typeface="DejaVu Sans"/>
                    <a:cs typeface="DejaVu Sans"/>
                  </a:rPr>
                  <a:t> uses row 1 of </a:t>
                </a:r>
                <a:r>
                  <a:rPr sz="2100" b="0" i="0">
                    <a:solidFill>
                      <a:srgbClr val="182D45"/>
                    </a:solidFill>
                    <a:latin typeface="Cambria Math"/>
                    <a:ea typeface="DejaVu Sans"/>
                    <a:cs typeface="DejaVu Sans"/>
                  </a:rPr>
                  <a:t>𝐀</a:t>
                </a:r>
                <a:r>
                  <a:rPr sz="2100" b="0">
                    <a:solidFill>
                      <a:srgbClr val="182D45"/>
                    </a:solidFill>
                    <a:latin typeface="DejaVu Sans"/>
                    <a:ea typeface="DejaVu Sans"/>
                    <a:cs typeface="DejaVu Sans"/>
                  </a:rPr>
                  <a:t> and column 1 of </a:t>
                </a:r>
                <a:r>
                  <a:rPr sz="2100" b="0" i="0">
                    <a:solidFill>
                      <a:srgbClr val="182D45"/>
                    </a:solidFill>
                    <a:latin typeface="Cambria Math"/>
                    <a:ea typeface="DejaVu Sans"/>
                    <a:cs typeface="DejaVu Sans"/>
                  </a:rPr>
                  <a:t>𝐁</a:t>
                </a:r>
                <a:r>
                  <a:rPr sz="2100" b="0">
                    <a:solidFill>
                      <a:srgbClr val="182D45"/>
                    </a:solidFill>
                    <a:latin typeface="DejaVu Sans"/>
                    <a:ea typeface="DejaVu Sans"/>
                    <a:cs typeface="DejaVu Sans"/>
                  </a:rPr>
                  <a:t>. The two colours will identify the two pairs of factors.</a:t>
                </a:r>
              </a:p>
            </p:txBody>
          </p:sp>
        </mc:Fallback>
      </mc:AlternateContent>
      <mc:AlternateContent xmlns:mc="http://schemas.openxmlformats.org/markup-compatibility/2006" xmlns:a14="http://schemas.microsoft.com/office/drawing/2010/main">
        <mc:Choice Requires="a14">
          <p:sp>
            <p:nvSpPr>
              <p:cNvPr id="4" name="narrative_s10_text3">
                <a:extLst>
                  <a:ext uri="{FF2B5EF4-FFF2-40B4-BE49-F238E27FC236}">
                    <a16:creationId xmlns:a16="http://schemas.microsoft.com/office/drawing/2014/main" id="{A9EAA559-CB83-4821-A915-55ECE73A0DEE}"/>
                  </a:ext>
                </a:extLst>
              </p:cNvPr>
              <p:cNvSpPr>
                <a:spLocks noGrp="1"/>
              </p:cNvSpPr>
              <p:nvPr/>
            </p:nvSpPr>
            <p:spPr>
              <a:xfrm>
                <a:off x="19716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𝐀</m:t>
                      </m:r>
                    </m:oMath>
                  </m:oMathPara>
                </a14:m>
                <a:endParaRPr/>
              </a:p>
            </p:txBody>
          </p:sp>
        </mc:Choice>
        <mc:Fallback xmlns="">
          <p:sp>
            <p:nvSpPr>
              <p:cNvPr id="4" name="narrative_s10_text3">
                <a:extLst>
                  <a:ext uri="{FF2B5EF4-FFF2-40B4-BE49-F238E27FC236}">
                    <a16:creationId xmlns:a16="http://schemas.microsoft.com/office/drawing/2014/main" id="{A9EAA559-CB83-4821-A915-55ECE73A0DEE}"/>
                  </a:ext>
                </a:extLst>
              </p:cNvPr>
              <p:cNvSpPr>
                <a:spLocks noGrp="1"/>
              </p:cNvSpPr>
              <p:nvPr/>
            </p:nvSpPr>
            <p:spPr>
              <a:xfrm>
                <a:off x="19716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𝐀</a:t>
                </a:r>
              </a:p>
            </p:txBody>
          </p:sp>
        </mc:Fallback>
      </mc:AlternateContent>
      <mc:AlternateContent xmlns:mc="http://schemas.openxmlformats.org/markup-compatibility/2006" xmlns:a14="http://schemas.microsoft.com/office/drawing/2010/main">
        <mc:Choice Requires="a14">
          <p:sp>
            <p:nvSpPr>
              <p:cNvPr id="5" name="narrative_s10_text4">
                <a:extLst>
                  <a:ext uri="{FF2B5EF4-FFF2-40B4-BE49-F238E27FC236}">
                    <a16:creationId xmlns:a16="http://schemas.microsoft.com/office/drawing/2014/main" id="{E1503536-4FD0-47E3-97D9-CAEF372BDA6A}"/>
                  </a:ext>
                </a:extLst>
              </p:cNvPr>
              <p:cNvSpPr>
                <a:spLocks noGrp="1"/>
              </p:cNvSpPr>
              <p:nvPr/>
            </p:nvSpPr>
            <p:spPr>
              <a:xfrm>
                <a:off x="55911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𝐁</m:t>
                      </m:r>
                    </m:oMath>
                  </m:oMathPara>
                </a14:m>
                <a:endParaRPr/>
              </a:p>
            </p:txBody>
          </p:sp>
        </mc:Choice>
        <mc:Fallback xmlns="">
          <p:sp>
            <p:nvSpPr>
              <p:cNvPr id="5" name="narrative_s10_text4">
                <a:extLst>
                  <a:ext uri="{FF2B5EF4-FFF2-40B4-BE49-F238E27FC236}">
                    <a16:creationId xmlns:a16="http://schemas.microsoft.com/office/drawing/2014/main" id="{E1503536-4FD0-47E3-97D9-CAEF372BDA6A}"/>
                  </a:ext>
                </a:extLst>
              </p:cNvPr>
              <p:cNvSpPr>
                <a:spLocks noGrp="1"/>
              </p:cNvSpPr>
              <p:nvPr/>
            </p:nvSpPr>
            <p:spPr>
              <a:xfrm>
                <a:off x="55911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𝐁</a:t>
                </a:r>
              </a:p>
            </p:txBody>
          </p:sp>
        </mc:Fallback>
      </mc:AlternateContent>
      <mc:AlternateContent xmlns:mc="http://schemas.openxmlformats.org/markup-compatibility/2006" xmlns:a14="http://schemas.microsoft.com/office/drawing/2010/main">
        <mc:Choice Requires="a14">
          <p:sp>
            <p:nvSpPr>
              <p:cNvPr id="6" name="narrative_s10_text5">
                <a:extLst>
                  <a:ext uri="{FF2B5EF4-FFF2-40B4-BE49-F238E27FC236}">
                    <a16:creationId xmlns:a16="http://schemas.microsoft.com/office/drawing/2014/main" id="{5F8686D1-126C-4495-8FFE-DD482CB66227}"/>
                  </a:ext>
                </a:extLst>
              </p:cNvPr>
              <p:cNvSpPr>
                <a:spLocks noGrp="1"/>
              </p:cNvSpPr>
              <p:nvPr/>
            </p:nvSpPr>
            <p:spPr>
              <a:xfrm>
                <a:off x="95535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𝐂</m:t>
                      </m:r>
                    </m:oMath>
                  </m:oMathPara>
                </a14:m>
                <a:endParaRPr/>
              </a:p>
            </p:txBody>
          </p:sp>
        </mc:Choice>
        <mc:Fallback xmlns="">
          <p:sp>
            <p:nvSpPr>
              <p:cNvPr id="6" name="narrative_s10_text5">
                <a:extLst>
                  <a:ext uri="{FF2B5EF4-FFF2-40B4-BE49-F238E27FC236}">
                    <a16:creationId xmlns:a16="http://schemas.microsoft.com/office/drawing/2014/main" id="{5F8686D1-126C-4495-8FFE-DD482CB66227}"/>
                  </a:ext>
                </a:extLst>
              </p:cNvPr>
              <p:cNvSpPr>
                <a:spLocks noGrp="1"/>
              </p:cNvSpPr>
              <p:nvPr/>
            </p:nvSpPr>
            <p:spPr>
              <a:xfrm>
                <a:off x="95535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𝐂</a:t>
                </a:r>
              </a:p>
            </p:txBody>
          </p:sp>
        </mc:Fallback>
      </mc:AlternateContent>
      <p:sp>
        <p:nvSpPr>
          <p:cNvPr id="7" name="A_bracket_left">
            <a:extLst>
              <a:ext uri="{FF2B5EF4-FFF2-40B4-BE49-F238E27FC236}">
                <a16:creationId xmlns:a16="http://schemas.microsoft.com/office/drawing/2014/main" id="{EC2C3FE7-9AD4-4AF8-8747-B03F9188497E}"/>
              </a:ext>
            </a:extLst>
          </p:cNvPr>
          <p:cNvSpPr>
            <a:spLocks noGrp="1"/>
          </p:cNvSpPr>
          <p:nvPr/>
        </p:nvSpPr>
        <p:spPr>
          <a:xfrm>
            <a:off x="1047750" y="2600325"/>
            <a:ext cx="28575" cy="1733550"/>
          </a:xfrm>
          <a:prstGeom prst="rect">
            <a:avLst/>
          </a:prstGeom>
          <a:solidFill>
            <a:srgbClr val="182D45"/>
          </a:solidFill>
          <a:ln w="0">
            <a:noFill/>
          </a:ln>
        </p:spPr>
        <p:txBody>
          <a:bodyPr/>
          <a:lstStyle/>
          <a:p>
            <a:endParaRPr lang="it-IT"/>
          </a:p>
        </p:txBody>
      </p:sp>
      <p:sp>
        <p:nvSpPr>
          <p:cNvPr id="8" name="A_bracket_right">
            <a:extLst>
              <a:ext uri="{FF2B5EF4-FFF2-40B4-BE49-F238E27FC236}">
                <a16:creationId xmlns:a16="http://schemas.microsoft.com/office/drawing/2014/main" id="{084C5ACC-31BC-4CEA-AB11-85B2C5121296}"/>
              </a:ext>
            </a:extLst>
          </p:cNvPr>
          <p:cNvSpPr>
            <a:spLocks noGrp="1"/>
          </p:cNvSpPr>
          <p:nvPr/>
        </p:nvSpPr>
        <p:spPr>
          <a:xfrm>
            <a:off x="3114675" y="2600325"/>
            <a:ext cx="28575" cy="1733550"/>
          </a:xfrm>
          <a:prstGeom prst="rect">
            <a:avLst/>
          </a:prstGeom>
          <a:solidFill>
            <a:srgbClr val="182D45"/>
          </a:solidFill>
          <a:ln w="0">
            <a:noFill/>
          </a:ln>
        </p:spPr>
        <p:txBody>
          <a:bodyPr/>
          <a:lstStyle/>
          <a:p>
            <a:endParaRPr lang="it-IT"/>
          </a:p>
        </p:txBody>
      </p:sp>
      <p:sp>
        <p:nvSpPr>
          <p:cNvPr id="9" name="A_bracket_l_273">
            <a:extLst>
              <a:ext uri="{FF2B5EF4-FFF2-40B4-BE49-F238E27FC236}">
                <a16:creationId xmlns:a16="http://schemas.microsoft.com/office/drawing/2014/main" id="{07F6F1B9-6E1D-4F71-9D52-9E2896842460}"/>
              </a:ext>
            </a:extLst>
          </p:cNvPr>
          <p:cNvSpPr>
            <a:spLocks noGrp="1"/>
          </p:cNvSpPr>
          <p:nvPr/>
        </p:nvSpPr>
        <p:spPr>
          <a:xfrm>
            <a:off x="1047750" y="2600325"/>
            <a:ext cx="161925" cy="28575"/>
          </a:xfrm>
          <a:prstGeom prst="rect">
            <a:avLst/>
          </a:prstGeom>
          <a:solidFill>
            <a:srgbClr val="182D45"/>
          </a:solidFill>
          <a:ln w="0">
            <a:noFill/>
          </a:ln>
        </p:spPr>
        <p:txBody>
          <a:bodyPr/>
          <a:lstStyle/>
          <a:p>
            <a:endParaRPr lang="it-IT"/>
          </a:p>
        </p:txBody>
      </p:sp>
      <p:sp>
        <p:nvSpPr>
          <p:cNvPr id="10" name="A_bracket_r_273">
            <a:extLst>
              <a:ext uri="{FF2B5EF4-FFF2-40B4-BE49-F238E27FC236}">
                <a16:creationId xmlns:a16="http://schemas.microsoft.com/office/drawing/2014/main" id="{ECB33565-A055-4118-98FE-29D71EACB667}"/>
              </a:ext>
            </a:extLst>
          </p:cNvPr>
          <p:cNvSpPr>
            <a:spLocks noGrp="1"/>
          </p:cNvSpPr>
          <p:nvPr/>
        </p:nvSpPr>
        <p:spPr>
          <a:xfrm>
            <a:off x="2981325" y="2600325"/>
            <a:ext cx="161925" cy="28575"/>
          </a:xfrm>
          <a:prstGeom prst="rect">
            <a:avLst/>
          </a:prstGeom>
          <a:solidFill>
            <a:srgbClr val="182D45"/>
          </a:solidFill>
          <a:ln w="0">
            <a:noFill/>
          </a:ln>
        </p:spPr>
        <p:txBody>
          <a:bodyPr/>
          <a:lstStyle/>
          <a:p>
            <a:endParaRPr lang="it-IT"/>
          </a:p>
        </p:txBody>
      </p:sp>
      <p:sp>
        <p:nvSpPr>
          <p:cNvPr id="11" name="A_bracket_l_452">
            <a:extLst>
              <a:ext uri="{FF2B5EF4-FFF2-40B4-BE49-F238E27FC236}">
                <a16:creationId xmlns:a16="http://schemas.microsoft.com/office/drawing/2014/main" id="{E2CB6A52-F7D0-474C-86A3-21022BE770F5}"/>
              </a:ext>
            </a:extLst>
          </p:cNvPr>
          <p:cNvSpPr>
            <a:spLocks noGrp="1"/>
          </p:cNvSpPr>
          <p:nvPr/>
        </p:nvSpPr>
        <p:spPr>
          <a:xfrm>
            <a:off x="1047750" y="4305300"/>
            <a:ext cx="161925" cy="28575"/>
          </a:xfrm>
          <a:prstGeom prst="rect">
            <a:avLst/>
          </a:prstGeom>
          <a:solidFill>
            <a:srgbClr val="182D45"/>
          </a:solidFill>
          <a:ln w="0">
            <a:noFill/>
          </a:ln>
        </p:spPr>
        <p:txBody>
          <a:bodyPr/>
          <a:lstStyle/>
          <a:p>
            <a:endParaRPr lang="it-IT"/>
          </a:p>
        </p:txBody>
      </p:sp>
      <p:sp>
        <p:nvSpPr>
          <p:cNvPr id="12" name="A_bracket_r_452">
            <a:extLst>
              <a:ext uri="{FF2B5EF4-FFF2-40B4-BE49-F238E27FC236}">
                <a16:creationId xmlns:a16="http://schemas.microsoft.com/office/drawing/2014/main" id="{8DF08D4E-19A5-4CE8-A7C6-073A2F82D96F}"/>
              </a:ext>
            </a:extLst>
          </p:cNvPr>
          <p:cNvSpPr>
            <a:spLocks noGrp="1"/>
          </p:cNvSpPr>
          <p:nvPr/>
        </p:nvSpPr>
        <p:spPr>
          <a:xfrm>
            <a:off x="2981325" y="4305300"/>
            <a:ext cx="161925" cy="28575"/>
          </a:xfrm>
          <a:prstGeom prst="rect">
            <a:avLst/>
          </a:prstGeom>
          <a:solidFill>
            <a:srgbClr val="182D45"/>
          </a:solidFill>
          <a:ln w="0">
            <a:noFill/>
          </a:ln>
        </p:spPr>
        <p:txBody>
          <a:bodyPr/>
          <a:lstStyle/>
          <a:p>
            <a:endParaRPr lang="it-IT"/>
          </a:p>
        </p:txBody>
      </p:sp>
      <p:sp>
        <p:nvSpPr>
          <p:cNvPr id="13" name="B_bracket_left">
            <a:extLst>
              <a:ext uri="{FF2B5EF4-FFF2-40B4-BE49-F238E27FC236}">
                <a16:creationId xmlns:a16="http://schemas.microsoft.com/office/drawing/2014/main" id="{27AF3ADF-ECCD-4488-BDB0-7A8C0927B92D}"/>
              </a:ext>
            </a:extLst>
          </p:cNvPr>
          <p:cNvSpPr>
            <a:spLocks noGrp="1"/>
          </p:cNvSpPr>
          <p:nvPr/>
        </p:nvSpPr>
        <p:spPr>
          <a:xfrm>
            <a:off x="4667250" y="2600325"/>
            <a:ext cx="28575" cy="1733550"/>
          </a:xfrm>
          <a:prstGeom prst="rect">
            <a:avLst/>
          </a:prstGeom>
          <a:solidFill>
            <a:srgbClr val="182D45"/>
          </a:solidFill>
          <a:ln w="0">
            <a:noFill/>
          </a:ln>
        </p:spPr>
        <p:txBody>
          <a:bodyPr/>
          <a:lstStyle/>
          <a:p>
            <a:endParaRPr lang="it-IT"/>
          </a:p>
        </p:txBody>
      </p:sp>
      <p:sp>
        <p:nvSpPr>
          <p:cNvPr id="14" name="B_bracket_right">
            <a:extLst>
              <a:ext uri="{FF2B5EF4-FFF2-40B4-BE49-F238E27FC236}">
                <a16:creationId xmlns:a16="http://schemas.microsoft.com/office/drawing/2014/main" id="{7E717AF6-218E-44A0-BCF3-4928FF3B4075}"/>
              </a:ext>
            </a:extLst>
          </p:cNvPr>
          <p:cNvSpPr>
            <a:spLocks noGrp="1"/>
          </p:cNvSpPr>
          <p:nvPr/>
        </p:nvSpPr>
        <p:spPr>
          <a:xfrm>
            <a:off x="6734175" y="2600325"/>
            <a:ext cx="28575" cy="1733550"/>
          </a:xfrm>
          <a:prstGeom prst="rect">
            <a:avLst/>
          </a:prstGeom>
          <a:solidFill>
            <a:srgbClr val="182D45"/>
          </a:solidFill>
          <a:ln w="0">
            <a:noFill/>
          </a:ln>
        </p:spPr>
        <p:txBody>
          <a:bodyPr/>
          <a:lstStyle/>
          <a:p>
            <a:endParaRPr lang="it-IT"/>
          </a:p>
        </p:txBody>
      </p:sp>
      <p:sp>
        <p:nvSpPr>
          <p:cNvPr id="15" name="B_bracket_l_273">
            <a:extLst>
              <a:ext uri="{FF2B5EF4-FFF2-40B4-BE49-F238E27FC236}">
                <a16:creationId xmlns:a16="http://schemas.microsoft.com/office/drawing/2014/main" id="{2267039D-3716-4E8D-B46E-8F656C4F6BC0}"/>
              </a:ext>
            </a:extLst>
          </p:cNvPr>
          <p:cNvSpPr>
            <a:spLocks noGrp="1"/>
          </p:cNvSpPr>
          <p:nvPr/>
        </p:nvSpPr>
        <p:spPr>
          <a:xfrm>
            <a:off x="4667250" y="2600325"/>
            <a:ext cx="161925" cy="28575"/>
          </a:xfrm>
          <a:prstGeom prst="rect">
            <a:avLst/>
          </a:prstGeom>
          <a:solidFill>
            <a:srgbClr val="182D45"/>
          </a:solidFill>
          <a:ln w="0">
            <a:noFill/>
          </a:ln>
        </p:spPr>
        <p:txBody>
          <a:bodyPr/>
          <a:lstStyle/>
          <a:p>
            <a:endParaRPr lang="it-IT"/>
          </a:p>
        </p:txBody>
      </p:sp>
      <p:sp>
        <p:nvSpPr>
          <p:cNvPr id="16" name="B_bracket_r_273">
            <a:extLst>
              <a:ext uri="{FF2B5EF4-FFF2-40B4-BE49-F238E27FC236}">
                <a16:creationId xmlns:a16="http://schemas.microsoft.com/office/drawing/2014/main" id="{5AFD1D3D-9DEA-4536-A1AD-BE8395F4C3BF}"/>
              </a:ext>
            </a:extLst>
          </p:cNvPr>
          <p:cNvSpPr>
            <a:spLocks noGrp="1"/>
          </p:cNvSpPr>
          <p:nvPr/>
        </p:nvSpPr>
        <p:spPr>
          <a:xfrm>
            <a:off x="6600825" y="2600325"/>
            <a:ext cx="161925" cy="28575"/>
          </a:xfrm>
          <a:prstGeom prst="rect">
            <a:avLst/>
          </a:prstGeom>
          <a:solidFill>
            <a:srgbClr val="182D45"/>
          </a:solidFill>
          <a:ln w="0">
            <a:noFill/>
          </a:ln>
        </p:spPr>
        <p:txBody>
          <a:bodyPr/>
          <a:lstStyle/>
          <a:p>
            <a:endParaRPr lang="it-IT"/>
          </a:p>
        </p:txBody>
      </p:sp>
      <p:sp>
        <p:nvSpPr>
          <p:cNvPr id="17" name="B_bracket_l_452">
            <a:extLst>
              <a:ext uri="{FF2B5EF4-FFF2-40B4-BE49-F238E27FC236}">
                <a16:creationId xmlns:a16="http://schemas.microsoft.com/office/drawing/2014/main" id="{FDA34F8F-610F-44E9-A97F-68BB7A6F2AB9}"/>
              </a:ext>
            </a:extLst>
          </p:cNvPr>
          <p:cNvSpPr>
            <a:spLocks noGrp="1"/>
          </p:cNvSpPr>
          <p:nvPr/>
        </p:nvSpPr>
        <p:spPr>
          <a:xfrm>
            <a:off x="4667250" y="4305300"/>
            <a:ext cx="161925" cy="28575"/>
          </a:xfrm>
          <a:prstGeom prst="rect">
            <a:avLst/>
          </a:prstGeom>
          <a:solidFill>
            <a:srgbClr val="182D45"/>
          </a:solidFill>
          <a:ln w="0">
            <a:noFill/>
          </a:ln>
        </p:spPr>
        <p:txBody>
          <a:bodyPr/>
          <a:lstStyle/>
          <a:p>
            <a:endParaRPr lang="it-IT"/>
          </a:p>
        </p:txBody>
      </p:sp>
      <p:sp>
        <p:nvSpPr>
          <p:cNvPr id="18" name="B_bracket_r_452">
            <a:extLst>
              <a:ext uri="{FF2B5EF4-FFF2-40B4-BE49-F238E27FC236}">
                <a16:creationId xmlns:a16="http://schemas.microsoft.com/office/drawing/2014/main" id="{F5C5B2C6-D4F4-44A5-8B84-273318D53104}"/>
              </a:ext>
            </a:extLst>
          </p:cNvPr>
          <p:cNvSpPr>
            <a:spLocks noGrp="1"/>
          </p:cNvSpPr>
          <p:nvPr/>
        </p:nvSpPr>
        <p:spPr>
          <a:xfrm>
            <a:off x="6600825" y="4305300"/>
            <a:ext cx="161925" cy="28575"/>
          </a:xfrm>
          <a:prstGeom prst="rect">
            <a:avLst/>
          </a:prstGeom>
          <a:solidFill>
            <a:srgbClr val="182D45"/>
          </a:solidFill>
          <a:ln w="0">
            <a:noFill/>
          </a:ln>
        </p:spPr>
        <p:txBody>
          <a:bodyPr/>
          <a:lstStyle/>
          <a:p>
            <a:endParaRPr lang="it-IT"/>
          </a:p>
        </p:txBody>
      </p:sp>
      <p:sp>
        <p:nvSpPr>
          <p:cNvPr id="19" name="C_bracket_left">
            <a:extLst>
              <a:ext uri="{FF2B5EF4-FFF2-40B4-BE49-F238E27FC236}">
                <a16:creationId xmlns:a16="http://schemas.microsoft.com/office/drawing/2014/main" id="{ABF0BE84-FF9F-4767-B64A-1D7142183518}"/>
              </a:ext>
            </a:extLst>
          </p:cNvPr>
          <p:cNvSpPr>
            <a:spLocks noGrp="1"/>
          </p:cNvSpPr>
          <p:nvPr/>
        </p:nvSpPr>
        <p:spPr>
          <a:xfrm>
            <a:off x="8620125" y="2600325"/>
            <a:ext cx="28575" cy="1733550"/>
          </a:xfrm>
          <a:prstGeom prst="rect">
            <a:avLst/>
          </a:prstGeom>
          <a:solidFill>
            <a:srgbClr val="182D45"/>
          </a:solidFill>
          <a:ln w="0">
            <a:noFill/>
          </a:ln>
        </p:spPr>
        <p:txBody>
          <a:bodyPr/>
          <a:lstStyle/>
          <a:p>
            <a:endParaRPr lang="it-IT"/>
          </a:p>
        </p:txBody>
      </p:sp>
      <p:sp>
        <p:nvSpPr>
          <p:cNvPr id="20" name="C_bracket_right">
            <a:extLst>
              <a:ext uri="{FF2B5EF4-FFF2-40B4-BE49-F238E27FC236}">
                <a16:creationId xmlns:a16="http://schemas.microsoft.com/office/drawing/2014/main" id="{D589D55C-691F-4C24-BA3D-82253C50DE99}"/>
              </a:ext>
            </a:extLst>
          </p:cNvPr>
          <p:cNvSpPr>
            <a:spLocks noGrp="1"/>
          </p:cNvSpPr>
          <p:nvPr/>
        </p:nvSpPr>
        <p:spPr>
          <a:xfrm>
            <a:off x="10687050" y="2600325"/>
            <a:ext cx="28575" cy="1733550"/>
          </a:xfrm>
          <a:prstGeom prst="rect">
            <a:avLst/>
          </a:prstGeom>
          <a:solidFill>
            <a:srgbClr val="182D45"/>
          </a:solidFill>
          <a:ln w="0">
            <a:noFill/>
          </a:ln>
        </p:spPr>
        <p:txBody>
          <a:bodyPr/>
          <a:lstStyle/>
          <a:p>
            <a:endParaRPr lang="it-IT"/>
          </a:p>
        </p:txBody>
      </p:sp>
      <p:sp>
        <p:nvSpPr>
          <p:cNvPr id="21" name="C_bracket_l_273">
            <a:extLst>
              <a:ext uri="{FF2B5EF4-FFF2-40B4-BE49-F238E27FC236}">
                <a16:creationId xmlns:a16="http://schemas.microsoft.com/office/drawing/2014/main" id="{3F5736BE-7C03-4B69-9A72-44B2135CCDA6}"/>
              </a:ext>
            </a:extLst>
          </p:cNvPr>
          <p:cNvSpPr>
            <a:spLocks noGrp="1"/>
          </p:cNvSpPr>
          <p:nvPr/>
        </p:nvSpPr>
        <p:spPr>
          <a:xfrm>
            <a:off x="8620125" y="2600325"/>
            <a:ext cx="161925" cy="28575"/>
          </a:xfrm>
          <a:prstGeom prst="rect">
            <a:avLst/>
          </a:prstGeom>
          <a:solidFill>
            <a:srgbClr val="182D45"/>
          </a:solidFill>
          <a:ln w="0">
            <a:noFill/>
          </a:ln>
        </p:spPr>
        <p:txBody>
          <a:bodyPr/>
          <a:lstStyle/>
          <a:p>
            <a:endParaRPr lang="it-IT"/>
          </a:p>
        </p:txBody>
      </p:sp>
      <p:sp>
        <p:nvSpPr>
          <p:cNvPr id="22" name="C_bracket_r_273">
            <a:extLst>
              <a:ext uri="{FF2B5EF4-FFF2-40B4-BE49-F238E27FC236}">
                <a16:creationId xmlns:a16="http://schemas.microsoft.com/office/drawing/2014/main" id="{D656C947-E208-4684-829C-BEAD89FCC317}"/>
              </a:ext>
            </a:extLst>
          </p:cNvPr>
          <p:cNvSpPr>
            <a:spLocks noGrp="1"/>
          </p:cNvSpPr>
          <p:nvPr/>
        </p:nvSpPr>
        <p:spPr>
          <a:xfrm>
            <a:off x="10553700" y="2600325"/>
            <a:ext cx="161925" cy="28575"/>
          </a:xfrm>
          <a:prstGeom prst="rect">
            <a:avLst/>
          </a:prstGeom>
          <a:solidFill>
            <a:srgbClr val="182D45"/>
          </a:solidFill>
          <a:ln w="0">
            <a:noFill/>
          </a:ln>
        </p:spPr>
        <p:txBody>
          <a:bodyPr/>
          <a:lstStyle/>
          <a:p>
            <a:endParaRPr lang="it-IT"/>
          </a:p>
        </p:txBody>
      </p:sp>
      <p:sp>
        <p:nvSpPr>
          <p:cNvPr id="23" name="C_bracket_l_452">
            <a:extLst>
              <a:ext uri="{FF2B5EF4-FFF2-40B4-BE49-F238E27FC236}">
                <a16:creationId xmlns:a16="http://schemas.microsoft.com/office/drawing/2014/main" id="{CE19B898-862E-468D-BA42-135DA11385C7}"/>
              </a:ext>
            </a:extLst>
          </p:cNvPr>
          <p:cNvSpPr>
            <a:spLocks noGrp="1"/>
          </p:cNvSpPr>
          <p:nvPr/>
        </p:nvSpPr>
        <p:spPr>
          <a:xfrm>
            <a:off x="8620125" y="4305300"/>
            <a:ext cx="161925" cy="28575"/>
          </a:xfrm>
          <a:prstGeom prst="rect">
            <a:avLst/>
          </a:prstGeom>
          <a:solidFill>
            <a:srgbClr val="182D45"/>
          </a:solidFill>
          <a:ln w="0">
            <a:noFill/>
          </a:ln>
        </p:spPr>
        <p:txBody>
          <a:bodyPr/>
          <a:lstStyle/>
          <a:p>
            <a:endParaRPr lang="it-IT"/>
          </a:p>
        </p:txBody>
      </p:sp>
      <p:sp>
        <p:nvSpPr>
          <p:cNvPr id="24" name="C_bracket_r_452">
            <a:extLst>
              <a:ext uri="{FF2B5EF4-FFF2-40B4-BE49-F238E27FC236}">
                <a16:creationId xmlns:a16="http://schemas.microsoft.com/office/drawing/2014/main" id="{B50668BD-AC66-4DE1-8429-1DE1D03A79A8}"/>
              </a:ext>
            </a:extLst>
          </p:cNvPr>
          <p:cNvSpPr>
            <a:spLocks noGrp="1"/>
          </p:cNvSpPr>
          <p:nvPr/>
        </p:nvSpPr>
        <p:spPr>
          <a:xfrm>
            <a:off x="10553700" y="4305300"/>
            <a:ext cx="161925" cy="28575"/>
          </a:xfrm>
          <a:prstGeom prst="rect">
            <a:avLst/>
          </a:prstGeom>
          <a:solidFill>
            <a:srgbClr val="182D45"/>
          </a:solidFill>
          <a:ln w="0">
            <a:noFill/>
          </a:ln>
        </p:spPr>
        <p:txBody>
          <a:bodyPr/>
          <a:lstStyle/>
          <a:p>
            <a:endParaRPr lang="it-IT"/>
          </a:p>
        </p:txBody>
      </p:sp>
      <p:sp>
        <p:nvSpPr>
          <p:cNvPr id="25" name="narrative_s10_text6">
            <a:extLst>
              <a:ext uri="{FF2B5EF4-FFF2-40B4-BE49-F238E27FC236}">
                <a16:creationId xmlns:a16="http://schemas.microsoft.com/office/drawing/2014/main" id="{A727C5A0-6F4C-4D07-8984-C097B1791845}"/>
              </a:ext>
            </a:extLst>
          </p:cNvPr>
          <p:cNvSpPr>
            <a:spLocks noGrp="1"/>
          </p:cNvSpPr>
          <p:nvPr/>
        </p:nvSpPr>
        <p:spPr>
          <a:xfrm>
            <a:off x="3609975" y="3105150"/>
            <a:ext cx="628650" cy="628650"/>
          </a:xfrm>
          <a:prstGeom prst="rect">
            <a:avLst/>
          </a:prstGeom>
          <a:noFill/>
          <a:ln w="0">
            <a:noFill/>
          </a:ln>
        </p:spPr>
        <p:txBody>
          <a:bodyPr wrap="square" lIns="0" tIns="0" rIns="0" bIns="0" anchor="t">
            <a:noAutofit/>
          </a:bodyPr>
          <a:lstStyle/>
          <a:p>
            <a:pPr algn="l">
              <a:defRPr sz="3450" b="0">
                <a:solidFill>
                  <a:srgbClr val="182D45"/>
                </a:solidFill>
                <a:latin typeface="DejaVu Sans"/>
                <a:ea typeface="DejaVu Sans"/>
                <a:cs typeface="DejaVu Sans"/>
              </a:defRPr>
            </a:pPr>
            <a:r>
              <a:rPr sz="3450" b="0">
                <a:solidFill>
                  <a:srgbClr val="182D45"/>
                </a:solidFill>
                <a:latin typeface="DejaVu Sans"/>
                <a:ea typeface="DejaVu Sans"/>
                <a:cs typeface="DejaVu Sans"/>
              </a:rPr>
              <a:t>×</a:t>
            </a:r>
          </a:p>
        </p:txBody>
      </p:sp>
      <p:sp>
        <p:nvSpPr>
          <p:cNvPr id="26" name="narrative_s10_text7">
            <a:extLst>
              <a:ext uri="{FF2B5EF4-FFF2-40B4-BE49-F238E27FC236}">
                <a16:creationId xmlns:a16="http://schemas.microsoft.com/office/drawing/2014/main" id="{507494B8-0BE0-40F9-8DAC-EA73143530D5}"/>
              </a:ext>
            </a:extLst>
          </p:cNvPr>
          <p:cNvSpPr>
            <a:spLocks noGrp="1"/>
          </p:cNvSpPr>
          <p:nvPr/>
        </p:nvSpPr>
        <p:spPr>
          <a:xfrm>
            <a:off x="7591425" y="3105150"/>
            <a:ext cx="628650" cy="628650"/>
          </a:xfrm>
          <a:prstGeom prst="rect">
            <a:avLst/>
          </a:prstGeom>
          <a:noFill/>
          <a:ln w="0">
            <a:noFill/>
          </a:ln>
        </p:spPr>
        <p:txBody>
          <a:bodyPr wrap="square" lIns="0" tIns="0" rIns="0" bIns="0" anchor="t">
            <a:noAutofit/>
          </a:bodyPr>
          <a:lstStyle/>
          <a:p>
            <a:pPr algn="l">
              <a:defRPr sz="3450" b="0">
                <a:solidFill>
                  <a:srgbClr val="182D45"/>
                </a:solidFill>
                <a:latin typeface="DejaVu Sans"/>
                <a:ea typeface="DejaVu Sans"/>
                <a:cs typeface="DejaVu Sans"/>
              </a:defRPr>
            </a:pPr>
            <a:r>
              <a:rPr sz="3450" b="0">
                <a:solidFill>
                  <a:srgbClr val="182D45"/>
                </a:solidFill>
                <a:latin typeface="DejaVu Sans"/>
                <a:ea typeface="DejaVu Sans"/>
                <a:cs typeface="DejaVu Sans"/>
              </a:rPr>
              <a:t>=</a:t>
            </a:r>
          </a:p>
        </p:txBody>
      </p:sp>
      <p:sp>
        <p:nvSpPr>
          <p:cNvPr id="27" name="selected_output">
            <a:extLst>
              <a:ext uri="{FF2B5EF4-FFF2-40B4-BE49-F238E27FC236}">
                <a16:creationId xmlns:a16="http://schemas.microsoft.com/office/drawing/2014/main" id="{B6AB0189-BB18-48EA-AD4E-04A66A4860FF}"/>
              </a:ext>
            </a:extLst>
          </p:cNvPr>
          <p:cNvSpPr>
            <a:spLocks noGrp="1"/>
          </p:cNvSpPr>
          <p:nvPr/>
        </p:nvSpPr>
        <p:spPr>
          <a:xfrm>
            <a:off x="8915400" y="2647950"/>
            <a:ext cx="742950" cy="685800"/>
          </a:xfrm>
          <a:prstGeom prst="rect">
            <a:avLst/>
          </a:prstGeom>
          <a:solidFill>
            <a:srgbClr val="EEF2F7"/>
          </a:solidFill>
          <a:ln w="23813">
            <a:solidFill>
              <a:srgbClr val="182D45"/>
            </a:solidFill>
          </a:ln>
        </p:spPr>
        <p:txBody>
          <a:bodyPr/>
          <a:lstStyle/>
          <a:p>
            <a:endParaRPr lang="it-IT"/>
          </a:p>
        </p:txBody>
      </p:sp>
      <p:sp>
        <p:nvSpPr>
          <p:cNvPr id="28" name="matrix_A_11">
            <a:extLst>
              <a:ext uri="{FF2B5EF4-FFF2-40B4-BE49-F238E27FC236}">
                <a16:creationId xmlns:a16="http://schemas.microsoft.com/office/drawing/2014/main" id="{7460006D-5B8E-4693-B685-B64E481BE7DC}"/>
              </a:ext>
            </a:extLst>
          </p:cNvPr>
          <p:cNvSpPr>
            <a:spLocks noGrp="1"/>
          </p:cNvSpPr>
          <p:nvPr/>
        </p:nvSpPr>
        <p:spPr>
          <a:xfrm>
            <a:off x="133350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5</a:t>
            </a:r>
          </a:p>
        </p:txBody>
      </p:sp>
      <p:sp>
        <p:nvSpPr>
          <p:cNvPr id="29" name="matrix_B_11">
            <a:extLst>
              <a:ext uri="{FF2B5EF4-FFF2-40B4-BE49-F238E27FC236}">
                <a16:creationId xmlns:a16="http://schemas.microsoft.com/office/drawing/2014/main" id="{6F629C40-92A3-4647-B2B2-7092A5579412}"/>
              </a:ext>
            </a:extLst>
          </p:cNvPr>
          <p:cNvSpPr>
            <a:spLocks noGrp="1"/>
          </p:cNvSpPr>
          <p:nvPr/>
        </p:nvSpPr>
        <p:spPr>
          <a:xfrm>
            <a:off x="495300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1</a:t>
            </a:r>
          </a:p>
        </p:txBody>
      </p:sp>
      <p:sp>
        <p:nvSpPr>
          <p:cNvPr id="30" name="matrix_C_11">
            <a:extLst>
              <a:ext uri="{FF2B5EF4-FFF2-40B4-BE49-F238E27FC236}">
                <a16:creationId xmlns:a16="http://schemas.microsoft.com/office/drawing/2014/main" id="{65792BC2-5584-443B-B85B-E4CEBC414069}"/>
              </a:ext>
            </a:extLst>
          </p:cNvPr>
          <p:cNvSpPr>
            <a:spLocks noGrp="1"/>
          </p:cNvSpPr>
          <p:nvPr/>
        </p:nvSpPr>
        <p:spPr>
          <a:xfrm>
            <a:off x="8924925"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23</a:t>
            </a:r>
          </a:p>
        </p:txBody>
      </p:sp>
      <p:sp>
        <p:nvSpPr>
          <p:cNvPr id="31" name="matrix_A_12">
            <a:extLst>
              <a:ext uri="{FF2B5EF4-FFF2-40B4-BE49-F238E27FC236}">
                <a16:creationId xmlns:a16="http://schemas.microsoft.com/office/drawing/2014/main" id="{E09DA78F-F403-4F96-95DC-C4207D8502A4}"/>
              </a:ext>
            </a:extLst>
          </p:cNvPr>
          <p:cNvSpPr>
            <a:spLocks noGrp="1"/>
          </p:cNvSpPr>
          <p:nvPr/>
        </p:nvSpPr>
        <p:spPr>
          <a:xfrm>
            <a:off x="219075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6</a:t>
            </a:r>
          </a:p>
        </p:txBody>
      </p:sp>
      <p:sp>
        <p:nvSpPr>
          <p:cNvPr id="32" name="matrix_B_12">
            <a:extLst>
              <a:ext uri="{FF2B5EF4-FFF2-40B4-BE49-F238E27FC236}">
                <a16:creationId xmlns:a16="http://schemas.microsoft.com/office/drawing/2014/main" id="{6448FCCA-9DE7-4CE0-A377-16FBA8A32FD0}"/>
              </a:ext>
            </a:extLst>
          </p:cNvPr>
          <p:cNvSpPr>
            <a:spLocks noGrp="1"/>
          </p:cNvSpPr>
          <p:nvPr/>
        </p:nvSpPr>
        <p:spPr>
          <a:xfrm>
            <a:off x="581025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2</a:t>
            </a:r>
          </a:p>
        </p:txBody>
      </p:sp>
      <p:sp>
        <p:nvSpPr>
          <p:cNvPr id="33" name="matrix_A_21">
            <a:extLst>
              <a:ext uri="{FF2B5EF4-FFF2-40B4-BE49-F238E27FC236}">
                <a16:creationId xmlns:a16="http://schemas.microsoft.com/office/drawing/2014/main" id="{9A947EA0-B072-493B-982C-078B44E45A61}"/>
              </a:ext>
            </a:extLst>
          </p:cNvPr>
          <p:cNvSpPr>
            <a:spLocks noGrp="1"/>
          </p:cNvSpPr>
          <p:nvPr/>
        </p:nvSpPr>
        <p:spPr>
          <a:xfrm>
            <a:off x="133350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7</a:t>
            </a:r>
          </a:p>
        </p:txBody>
      </p:sp>
      <p:sp>
        <p:nvSpPr>
          <p:cNvPr id="34" name="matrix_B_21">
            <a:extLst>
              <a:ext uri="{FF2B5EF4-FFF2-40B4-BE49-F238E27FC236}">
                <a16:creationId xmlns:a16="http://schemas.microsoft.com/office/drawing/2014/main" id="{CF9CF460-3530-4E03-8F2E-79A728AD5EA4}"/>
              </a:ext>
            </a:extLst>
          </p:cNvPr>
          <p:cNvSpPr>
            <a:spLocks noGrp="1"/>
          </p:cNvSpPr>
          <p:nvPr/>
        </p:nvSpPr>
        <p:spPr>
          <a:xfrm>
            <a:off x="495300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a:t>
            </a:r>
          </a:p>
        </p:txBody>
      </p:sp>
      <p:sp>
        <p:nvSpPr>
          <p:cNvPr id="35" name="matrix_A_22">
            <a:extLst>
              <a:ext uri="{FF2B5EF4-FFF2-40B4-BE49-F238E27FC236}">
                <a16:creationId xmlns:a16="http://schemas.microsoft.com/office/drawing/2014/main" id="{7F2AAD61-BEC3-4AC0-B159-C696CDA7F4B9}"/>
              </a:ext>
            </a:extLst>
          </p:cNvPr>
          <p:cNvSpPr>
            <a:spLocks noGrp="1"/>
          </p:cNvSpPr>
          <p:nvPr/>
        </p:nvSpPr>
        <p:spPr>
          <a:xfrm>
            <a:off x="219075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8</a:t>
            </a:r>
          </a:p>
        </p:txBody>
      </p:sp>
      <p:sp>
        <p:nvSpPr>
          <p:cNvPr id="36" name="matrix_B_22">
            <a:extLst>
              <a:ext uri="{FF2B5EF4-FFF2-40B4-BE49-F238E27FC236}">
                <a16:creationId xmlns:a16="http://schemas.microsoft.com/office/drawing/2014/main" id="{026ED5AE-B8F4-4196-90F2-B136E8807699}"/>
              </a:ext>
            </a:extLst>
          </p:cNvPr>
          <p:cNvSpPr>
            <a:spLocks noGrp="1"/>
          </p:cNvSpPr>
          <p:nvPr/>
        </p:nvSpPr>
        <p:spPr>
          <a:xfrm>
            <a:off x="581025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4</a:t>
            </a:r>
          </a:p>
        </p:txBody>
      </p:sp>
      <p:sp>
        <p:nvSpPr>
          <p:cNvPr id="37" name="matrix_A_11_highlight">
            <a:extLst>
              <a:ext uri="{FF2B5EF4-FFF2-40B4-BE49-F238E27FC236}">
                <a16:creationId xmlns:a16="http://schemas.microsoft.com/office/drawing/2014/main" id="{93D00AB6-6CB1-4AB2-88D8-DFC218CA7DE6}"/>
              </a:ext>
            </a:extLst>
          </p:cNvPr>
          <p:cNvSpPr>
            <a:spLocks noGrp="1"/>
          </p:cNvSpPr>
          <p:nvPr/>
        </p:nvSpPr>
        <p:spPr>
          <a:xfrm>
            <a:off x="1333500" y="264795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087F83"/>
                </a:solidFill>
                <a:latin typeface="DejaVu Sans"/>
                <a:ea typeface="DejaVu Sans"/>
                <a:cs typeface="DejaVu Sans"/>
              </a:defRPr>
            </a:pPr>
            <a:r>
              <a:rPr sz="3600" b="0">
                <a:solidFill>
                  <a:srgbClr val="087F83"/>
                </a:solidFill>
                <a:latin typeface="DejaVu Sans"/>
                <a:ea typeface="DejaVu Sans"/>
                <a:cs typeface="DejaVu Sans"/>
              </a:rPr>
              <a:t>5</a:t>
            </a:r>
          </a:p>
        </p:txBody>
      </p:sp>
      <p:sp>
        <p:nvSpPr>
          <p:cNvPr id="38" name="matrix_B_11_highlight">
            <a:extLst>
              <a:ext uri="{FF2B5EF4-FFF2-40B4-BE49-F238E27FC236}">
                <a16:creationId xmlns:a16="http://schemas.microsoft.com/office/drawing/2014/main" id="{B506C364-EE00-44CF-A311-11AA0C9A2868}"/>
              </a:ext>
            </a:extLst>
          </p:cNvPr>
          <p:cNvSpPr>
            <a:spLocks noGrp="1"/>
          </p:cNvSpPr>
          <p:nvPr/>
        </p:nvSpPr>
        <p:spPr>
          <a:xfrm>
            <a:off x="4953000" y="264795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087F83"/>
                </a:solidFill>
                <a:latin typeface="DejaVu Sans"/>
                <a:ea typeface="DejaVu Sans"/>
                <a:cs typeface="DejaVu Sans"/>
              </a:defRPr>
            </a:pPr>
            <a:r>
              <a:rPr sz="3600" b="0">
                <a:solidFill>
                  <a:srgbClr val="087F83"/>
                </a:solidFill>
                <a:latin typeface="DejaVu Sans"/>
                <a:ea typeface="DejaVu Sans"/>
                <a:cs typeface="DejaVu Sans"/>
              </a:rPr>
              <a:t>1</a:t>
            </a:r>
          </a:p>
        </p:txBody>
      </p:sp>
      <p:sp>
        <p:nvSpPr>
          <p:cNvPr id="39" name="matrix_A_12_highlight">
            <a:extLst>
              <a:ext uri="{FF2B5EF4-FFF2-40B4-BE49-F238E27FC236}">
                <a16:creationId xmlns:a16="http://schemas.microsoft.com/office/drawing/2014/main" id="{830F6868-E2C1-44E7-9E22-2031F1E9C705}"/>
              </a:ext>
            </a:extLst>
          </p:cNvPr>
          <p:cNvSpPr>
            <a:spLocks noGrp="1"/>
          </p:cNvSpPr>
          <p:nvPr/>
        </p:nvSpPr>
        <p:spPr>
          <a:xfrm>
            <a:off x="2190750" y="264795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C45C28"/>
                </a:solidFill>
                <a:latin typeface="DejaVu Sans"/>
                <a:ea typeface="DejaVu Sans"/>
                <a:cs typeface="DejaVu Sans"/>
              </a:defRPr>
            </a:pPr>
            <a:r>
              <a:rPr sz="3600" b="0">
                <a:solidFill>
                  <a:srgbClr val="C45C28"/>
                </a:solidFill>
                <a:latin typeface="DejaVu Sans"/>
                <a:ea typeface="DejaVu Sans"/>
                <a:cs typeface="DejaVu Sans"/>
              </a:rPr>
              <a:t>6</a:t>
            </a:r>
          </a:p>
        </p:txBody>
      </p:sp>
      <p:sp>
        <p:nvSpPr>
          <p:cNvPr id="40" name="matrix_B_21_highlight">
            <a:extLst>
              <a:ext uri="{FF2B5EF4-FFF2-40B4-BE49-F238E27FC236}">
                <a16:creationId xmlns:a16="http://schemas.microsoft.com/office/drawing/2014/main" id="{87E1C59E-83E1-4439-8731-349917216B82}"/>
              </a:ext>
            </a:extLst>
          </p:cNvPr>
          <p:cNvSpPr>
            <a:spLocks noGrp="1"/>
          </p:cNvSpPr>
          <p:nvPr/>
        </p:nvSpPr>
        <p:spPr>
          <a:xfrm>
            <a:off x="4953000" y="354330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C45C28"/>
                </a:solidFill>
                <a:latin typeface="DejaVu Sans"/>
                <a:ea typeface="DejaVu Sans"/>
                <a:cs typeface="DejaVu Sans"/>
              </a:defRPr>
            </a:pPr>
            <a:r>
              <a:rPr sz="3600" b="0">
                <a:solidFill>
                  <a:srgbClr val="C45C28"/>
                </a:solidFill>
                <a:latin typeface="DejaVu Sans"/>
                <a:ea typeface="DejaVu Sans"/>
                <a:cs typeface="DejaVu Sans"/>
              </a:rPr>
              <a:t>3</a:t>
            </a:r>
          </a:p>
        </p:txBody>
      </p:sp>
      <mc:AlternateContent xmlns:mc="http://schemas.openxmlformats.org/markup-compatibility/2006" xmlns:a14="http://schemas.microsoft.com/office/drawing/2010/main">
        <mc:Choice Requires="a14">
          <p:sp>
            <p:nvSpPr>
              <p:cNvPr id="41" name="narrative_s10_text8">
                <a:extLst>
                  <a:ext uri="{FF2B5EF4-FFF2-40B4-BE49-F238E27FC236}">
                    <a16:creationId xmlns:a16="http://schemas.microsoft.com/office/drawing/2014/main" id="{B75C3245-DB87-4FF7-AD0E-7508A5FBA83D}"/>
                  </a:ext>
                </a:extLst>
              </p:cNvPr>
              <p:cNvSpPr>
                <a:spLocks noGrp="1"/>
              </p:cNvSpPr>
              <p:nvPr/>
            </p:nvSpPr>
            <p:spPr>
              <a:xfrm>
                <a:off x="609600" y="5086350"/>
                <a:ext cx="1695450"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14:m>
                  <m:oMathPara xmlns:m="http://schemas.openxmlformats.org/officeDocument/2006/math">
                    <m:oMath>
                      <m:sSub>
                        <m:sSubPr>
                          <m:ctrlPr>
                            <a:rPr sz="3300" b="0" i="0">
                              <a:solidFill>
                                <a:srgbClr val="182D45"/>
                              </a:solidFill>
                              <a:latin typeface="Cambria Math"/>
                              <a:ea typeface="DejaVu Sans"/>
                              <a:cs typeface="DejaVu Sans"/>
                            </a:rPr>
                          </m:ctrlPr>
                        </m:sSubPr>
                        <m:e>
                          <m:r>
                            <a:rPr sz="3300" b="0" i="0">
                              <a:solidFill>
                                <a:srgbClr val="182D45"/>
                              </a:solidFill>
                              <a:latin typeface="Cambria Math"/>
                              <a:ea typeface="DejaVu Sans"/>
                              <a:cs typeface="DejaVu Sans"/>
                            </a:rPr>
                            <m:t>𝐶</m:t>
                          </m:r>
                        </m:e>
                        <m:sub>
                          <m:r>
                            <a:rPr sz="3300" b="0" i="0">
                              <a:solidFill>
                                <a:srgbClr val="182D45"/>
                              </a:solidFill>
                              <a:latin typeface="Cambria Math"/>
                              <a:ea typeface="DejaVu Sans"/>
                              <a:cs typeface="DejaVu Sans"/>
                            </a:rPr>
                            <m:t>11</m:t>
                          </m:r>
                        </m:sub>
                      </m:sSub>
                      <m:r>
                        <a:rPr sz="3300" b="0" i="0">
                          <a:solidFill>
                            <a:srgbClr val="182D45"/>
                          </a:solidFill>
                          <a:latin typeface="Cambria Math"/>
                          <a:ea typeface="DejaVu Sans"/>
                          <a:cs typeface="DejaVu Sans"/>
                        </a:rPr>
                        <m:t>=</m:t>
                      </m:r>
                    </m:oMath>
                  </m:oMathPara>
                </a14:m>
                <a:endParaRPr/>
              </a:p>
            </p:txBody>
          </p:sp>
        </mc:Choice>
        <mc:Fallback xmlns="">
          <p:sp>
            <p:nvSpPr>
              <p:cNvPr id="41" name="narrative_s10_text8">
                <a:extLst>
                  <a:ext uri="{FF2B5EF4-FFF2-40B4-BE49-F238E27FC236}">
                    <a16:creationId xmlns:a16="http://schemas.microsoft.com/office/drawing/2014/main" id="{B75C3245-DB87-4FF7-AD0E-7508A5FBA83D}"/>
                  </a:ext>
                </a:extLst>
              </p:cNvPr>
              <p:cNvSpPr>
                <a:spLocks noGrp="1"/>
              </p:cNvSpPr>
              <p:nvPr/>
            </p:nvSpPr>
            <p:spPr>
              <a:xfrm>
                <a:off x="609600" y="5086350"/>
                <a:ext cx="1695450"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r>
                  <a:rPr sz="3300" b="0" i="0">
                    <a:solidFill>
                      <a:srgbClr val="182D45"/>
                    </a:solidFill>
                    <a:latin typeface="Cambria Math"/>
                    <a:ea typeface="DejaVu Sans"/>
                    <a:cs typeface="DejaVu Sans"/>
                  </a:rPr>
                  <a:t>𝐶</a:t>
                </a:r>
                <a:r>
                  <a:rPr sz="3300" b="0" i="0" baseline="-25000">
                    <a:solidFill>
                      <a:srgbClr val="182D45"/>
                    </a:solidFill>
                    <a:latin typeface="Cambria Math"/>
                    <a:ea typeface="DejaVu Sans"/>
                    <a:cs typeface="DejaVu Sans"/>
                  </a:rPr>
                  <a:t>1</a:t>
                </a:r>
                <a:r>
                  <a:rPr sz="3300" b="0" i="0" baseline="-25000">
                    <a:solidFill>
                      <a:srgbClr val="182D45"/>
                    </a:solidFill>
                    <a:latin typeface="Cambria Math"/>
                    <a:ea typeface="DejaVu Sans"/>
                    <a:cs typeface="DejaVu Sans"/>
                  </a:rPr>
                  <a:t>1</a:t>
                </a:r>
                <a:r>
                  <a:rPr sz="3300" b="0" i="0">
                    <a:solidFill>
                      <a:srgbClr val="182D45"/>
                    </a:solidFill>
                    <a:latin typeface="Cambria Math"/>
                    <a:ea typeface="DejaVu Sans"/>
                    <a:cs typeface="DejaVu Sans"/>
                  </a:rPr>
                  <a:t> = </a:t>
                </a:r>
              </a:p>
            </p:txBody>
          </p:sp>
        </mc:Fallback>
      </mc:AlternateContent>
      <p:sp>
        <p:nvSpPr>
          <p:cNvPr id="42" name="narrative_s10_text9">
            <a:extLst>
              <a:ext uri="{FF2B5EF4-FFF2-40B4-BE49-F238E27FC236}">
                <a16:creationId xmlns:a16="http://schemas.microsoft.com/office/drawing/2014/main" id="{33701948-15FD-4EAC-A985-80321C0B1A8F}"/>
              </a:ext>
            </a:extLst>
          </p:cNvPr>
          <p:cNvSpPr>
            <a:spLocks noGrp="1"/>
          </p:cNvSpPr>
          <p:nvPr/>
        </p:nvSpPr>
        <p:spPr>
          <a:xfrm>
            <a:off x="2324100" y="5086350"/>
            <a:ext cx="1552575" cy="628650"/>
          </a:xfrm>
          <a:prstGeom prst="rect">
            <a:avLst/>
          </a:prstGeom>
          <a:noFill/>
          <a:ln w="0">
            <a:noFill/>
          </a:ln>
        </p:spPr>
        <p:txBody>
          <a:bodyPr wrap="square" lIns="0" tIns="0" rIns="0" bIns="0" anchor="t">
            <a:noAutofit/>
          </a:bodyPr>
          <a:lstStyle/>
          <a:p>
            <a:pPr algn="l">
              <a:defRPr sz="3300" b="1">
                <a:solidFill>
                  <a:srgbClr val="087F83"/>
                </a:solidFill>
                <a:latin typeface="DejaVu Sans"/>
                <a:ea typeface="DejaVu Sans"/>
                <a:cs typeface="DejaVu Sans"/>
              </a:defRPr>
            </a:pPr>
            <a:r>
              <a:rPr sz="3300" b="1">
                <a:solidFill>
                  <a:srgbClr val="087F83"/>
                </a:solidFill>
                <a:latin typeface="DejaVu Sans"/>
                <a:ea typeface="DejaVu Sans"/>
                <a:cs typeface="DejaVu Sans"/>
              </a:rPr>
              <a:t>5 × 1</a:t>
            </a:r>
          </a:p>
        </p:txBody>
      </p:sp>
      <p:sp>
        <p:nvSpPr>
          <p:cNvPr id="43" name="narrative_s10_text10">
            <a:extLst>
              <a:ext uri="{FF2B5EF4-FFF2-40B4-BE49-F238E27FC236}">
                <a16:creationId xmlns:a16="http://schemas.microsoft.com/office/drawing/2014/main" id="{38BAD6CA-1A16-44F3-A8DD-EDEC1C05F04C}"/>
              </a:ext>
            </a:extLst>
          </p:cNvPr>
          <p:cNvSpPr>
            <a:spLocks noGrp="1"/>
          </p:cNvSpPr>
          <p:nvPr/>
        </p:nvSpPr>
        <p:spPr>
          <a:xfrm>
            <a:off x="4076700" y="5086350"/>
            <a:ext cx="542925"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r>
              <a:rPr sz="3300" b="0">
                <a:solidFill>
                  <a:srgbClr val="182D45"/>
                </a:solidFill>
                <a:latin typeface="DejaVu Sans"/>
                <a:ea typeface="DejaVu Sans"/>
                <a:cs typeface="DejaVu Sans"/>
              </a:rPr>
              <a:t>+</a:t>
            </a:r>
          </a:p>
        </p:txBody>
      </p:sp>
      <p:sp>
        <p:nvSpPr>
          <p:cNvPr id="44" name="narrative_s10_text11">
            <a:extLst>
              <a:ext uri="{FF2B5EF4-FFF2-40B4-BE49-F238E27FC236}">
                <a16:creationId xmlns:a16="http://schemas.microsoft.com/office/drawing/2014/main" id="{9D7E9A01-C83C-46CE-A958-4CD034F2D38D}"/>
              </a:ext>
            </a:extLst>
          </p:cNvPr>
          <p:cNvSpPr>
            <a:spLocks noGrp="1"/>
          </p:cNvSpPr>
          <p:nvPr/>
        </p:nvSpPr>
        <p:spPr>
          <a:xfrm>
            <a:off x="4676775" y="5086350"/>
            <a:ext cx="1571625" cy="628650"/>
          </a:xfrm>
          <a:prstGeom prst="rect">
            <a:avLst/>
          </a:prstGeom>
          <a:noFill/>
          <a:ln w="0">
            <a:noFill/>
          </a:ln>
        </p:spPr>
        <p:txBody>
          <a:bodyPr wrap="square" lIns="0" tIns="0" rIns="0" bIns="0" anchor="t">
            <a:noAutofit/>
          </a:bodyPr>
          <a:lstStyle/>
          <a:p>
            <a:pPr algn="l">
              <a:defRPr sz="3300" b="1">
                <a:solidFill>
                  <a:srgbClr val="C45C28"/>
                </a:solidFill>
                <a:latin typeface="DejaVu Sans"/>
                <a:ea typeface="DejaVu Sans"/>
                <a:cs typeface="DejaVu Sans"/>
              </a:defRPr>
            </a:pPr>
            <a:r>
              <a:rPr sz="3300" b="1">
                <a:solidFill>
                  <a:srgbClr val="C45C28"/>
                </a:solidFill>
                <a:latin typeface="DejaVu Sans"/>
                <a:ea typeface="DejaVu Sans"/>
                <a:cs typeface="DejaVu Sans"/>
              </a:rPr>
              <a:t>6 × 3</a:t>
            </a:r>
          </a:p>
        </p:txBody>
      </p:sp>
      <p:sp>
        <p:nvSpPr>
          <p:cNvPr id="45" name="narrative_s10_text12">
            <a:extLst>
              <a:ext uri="{FF2B5EF4-FFF2-40B4-BE49-F238E27FC236}">
                <a16:creationId xmlns:a16="http://schemas.microsoft.com/office/drawing/2014/main" id="{7C3CB289-D6F6-4743-9CAF-521D8AB7790D}"/>
              </a:ext>
            </a:extLst>
          </p:cNvPr>
          <p:cNvSpPr>
            <a:spLocks noGrp="1"/>
          </p:cNvSpPr>
          <p:nvPr/>
        </p:nvSpPr>
        <p:spPr>
          <a:xfrm>
            <a:off x="6677025" y="5086350"/>
            <a:ext cx="1885950" cy="628650"/>
          </a:xfrm>
          <a:prstGeom prst="rect">
            <a:avLst/>
          </a:prstGeom>
          <a:noFill/>
          <a:ln w="0">
            <a:noFill/>
          </a:ln>
        </p:spPr>
        <p:txBody>
          <a:bodyPr wrap="square" lIns="0" tIns="0" rIns="0" bIns="0" anchor="t">
            <a:noAutofit/>
          </a:bodyPr>
          <a:lstStyle/>
          <a:p>
            <a:pPr algn="l">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 23</a:t>
            </a:r>
          </a:p>
        </p:txBody>
      </p:sp>
      <mc:AlternateContent xmlns:mc="http://schemas.openxmlformats.org/markup-compatibility/2006" xmlns:a14="http://schemas.microsoft.com/office/drawing/2010/main">
        <mc:Choice Requires="a14">
          <p:sp>
            <p:nvSpPr>
              <p:cNvPr id="46" name="narrative_s10_text13">
                <a:extLst>
                  <a:ext uri="{FF2B5EF4-FFF2-40B4-BE49-F238E27FC236}">
                    <a16:creationId xmlns:a16="http://schemas.microsoft.com/office/drawing/2014/main" id="{A7642677-73A9-4CD0-A55B-42DD0EB8D85D}"/>
                  </a:ext>
                </a:extLst>
              </p:cNvPr>
              <p:cNvSpPr>
                <a:spLocks noGrp="1"/>
              </p:cNvSpPr>
              <p:nvPr/>
            </p:nvSpPr>
            <p:spPr>
              <a:xfrm>
                <a:off x="609600" y="5962650"/>
                <a:ext cx="10858500" cy="45720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14:m>
                  <m:oMath xmlns:m="http://schemas.openxmlformats.org/officeDocument/2006/math">
                    <m:r>
                      <a:rPr sz="1875" b="0" i="0">
                        <a:solidFill>
                          <a:srgbClr val="526276"/>
                        </a:solidFill>
                        <a:latin typeface="Cambria Math"/>
                        <a:ea typeface="DejaVu Sans"/>
                        <a:cs typeface="DejaVu Sans"/>
                      </a:rPr>
                      <m:t>5+18=23</m:t>
                    </m:r>
                  </m:oMath>
                </a14:m>
                <a:r>
                  <a:rPr sz="1875" b="0">
                    <a:solidFill>
                      <a:srgbClr val="526276"/>
                    </a:solidFill>
                    <a:latin typeface="DejaVu Sans"/>
                    <a:ea typeface="DejaVu Sans"/>
                    <a:cs typeface="DejaVu Sans"/>
                  </a:rPr>
                  <a:t>: the sum fills the selected entry of </a:t>
                </a:r>
                <a14:m>
                  <m:oMath xmlns:m="http://schemas.openxmlformats.org/officeDocument/2006/math">
                    <m:r>
                      <a:rPr sz="1875" b="0" i="0">
                        <a:solidFill>
                          <a:srgbClr val="526276"/>
                        </a:solidFill>
                        <a:latin typeface="Cambria Math"/>
                        <a:ea typeface="DejaVu Sans"/>
                        <a:cs typeface="DejaVu Sans"/>
                      </a:rPr>
                      <m:t>𝐂</m:t>
                    </m:r>
                  </m:oMath>
                </a14:m>
                <a:r>
                  <a:rPr sz="1875" b="0">
                    <a:solidFill>
                      <a:srgbClr val="526276"/>
                    </a:solidFill>
                    <a:latin typeface="DejaVu Sans"/>
                    <a:ea typeface="DejaVu Sans"/>
                    <a:cs typeface="DejaVu Sans"/>
                  </a:rPr>
                  <a:t>.</a:t>
                </a:r>
              </a:p>
            </p:txBody>
          </p:sp>
        </mc:Choice>
        <mc:Fallback xmlns="">
          <p:sp>
            <p:nvSpPr>
              <p:cNvPr id="46" name="narrative_s10_text13">
                <a:extLst>
                  <a:ext uri="{FF2B5EF4-FFF2-40B4-BE49-F238E27FC236}">
                    <a16:creationId xmlns:a16="http://schemas.microsoft.com/office/drawing/2014/main" id="{A7642677-73A9-4CD0-A55B-42DD0EB8D85D}"/>
                  </a:ext>
                </a:extLst>
              </p:cNvPr>
              <p:cNvSpPr>
                <a:spLocks noGrp="1"/>
              </p:cNvSpPr>
              <p:nvPr/>
            </p:nvSpPr>
            <p:spPr>
              <a:xfrm>
                <a:off x="609600" y="5962650"/>
                <a:ext cx="10858500" cy="45720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i="0">
                    <a:solidFill>
                      <a:srgbClr val="526276"/>
                    </a:solidFill>
                    <a:latin typeface="Cambria Math"/>
                    <a:ea typeface="DejaVu Sans"/>
                    <a:cs typeface="DejaVu Sans"/>
                  </a:rPr>
                  <a:t>5</a:t>
                </a:r>
                <a:r>
                  <a:rPr sz="1875" b="0" i="0">
                    <a:solidFill>
                      <a:srgbClr val="526276"/>
                    </a:solidFill>
                    <a:latin typeface="Cambria Math"/>
                    <a:ea typeface="DejaVu Sans"/>
                    <a:cs typeface="DejaVu Sans"/>
                  </a:rPr>
                  <a:t> + </a:t>
                </a:r>
                <a:r>
                  <a:rPr sz="1875" b="0" i="0">
                    <a:solidFill>
                      <a:srgbClr val="526276"/>
                    </a:solidFill>
                    <a:latin typeface="Cambria Math"/>
                    <a:ea typeface="DejaVu Sans"/>
                    <a:cs typeface="DejaVu Sans"/>
                  </a:rPr>
                  <a:t>1</a:t>
                </a:r>
                <a:r>
                  <a:rPr sz="1875" b="0" i="0">
                    <a:solidFill>
                      <a:srgbClr val="526276"/>
                    </a:solidFill>
                    <a:latin typeface="Cambria Math"/>
                    <a:ea typeface="DejaVu Sans"/>
                    <a:cs typeface="DejaVu Sans"/>
                  </a:rPr>
                  <a:t>8</a:t>
                </a:r>
                <a:r>
                  <a:rPr sz="1875" b="0" i="0">
                    <a:solidFill>
                      <a:srgbClr val="526276"/>
                    </a:solidFill>
                    <a:latin typeface="Cambria Math"/>
                    <a:ea typeface="DejaVu Sans"/>
                    <a:cs typeface="DejaVu Sans"/>
                  </a:rPr>
                  <a:t> = </a:t>
                </a:r>
                <a:r>
                  <a:rPr sz="1875" b="0" i="0">
                    <a:solidFill>
                      <a:srgbClr val="526276"/>
                    </a:solidFill>
                    <a:latin typeface="Cambria Math"/>
                    <a:ea typeface="DejaVu Sans"/>
                    <a:cs typeface="DejaVu Sans"/>
                  </a:rPr>
                  <a:t>2</a:t>
                </a:r>
                <a:r>
                  <a:rPr sz="1875" b="0" i="0">
                    <a:solidFill>
                      <a:srgbClr val="526276"/>
                    </a:solidFill>
                    <a:latin typeface="Cambria Math"/>
                    <a:ea typeface="DejaVu Sans"/>
                    <a:cs typeface="DejaVu Sans"/>
                  </a:rPr>
                  <a:t>3</a:t>
                </a:r>
                <a:r>
                  <a:rPr sz="1875" b="0">
                    <a:solidFill>
                      <a:srgbClr val="526276"/>
                    </a:solidFill>
                    <a:latin typeface="DejaVu Sans"/>
                    <a:ea typeface="DejaVu Sans"/>
                    <a:cs typeface="DejaVu Sans"/>
                  </a:rPr>
                  <a:t>: the sum fills the selected entry of </a:t>
                </a:r>
                <a:r>
                  <a:rPr sz="1875" b="0" i="0">
                    <a:solidFill>
                      <a:srgbClr val="526276"/>
                    </a:solidFill>
                    <a:latin typeface="Cambria Math"/>
                    <a:ea typeface="DejaVu Sans"/>
                    <a:cs typeface="DejaVu Sans"/>
                  </a:rPr>
                  <a:t>𝐂</a:t>
                </a:r>
                <a:r>
                  <a:rPr sz="1875" b="0">
                    <a:solidFill>
                      <a:srgbClr val="526276"/>
                    </a:solidFill>
                    <a:latin typeface="DejaVu Sans"/>
                    <a:ea typeface="DejaVu Sans"/>
                    <a:cs typeface="DejaVu Sans"/>
                  </a:rPr>
                  <a:t>.</a:t>
                </a:r>
              </a:p>
            </p:txBody>
          </p:sp>
        </mc:Fallback>
      </mc:AlternateContent>
    </p:spTree>
    <p:extLst>
      <p:ext uri="{BB962C8B-B14F-4D97-AF65-F5344CB8AC3E}">
        <p14:creationId xmlns:p14="http://schemas.microsoft.com/office/powerpoint/2010/main" val="1650706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allAtOnce" animBg="1"/>
      <p:bldP spid="37" grpId="0" build="allAtOnce" animBg="1"/>
      <p:bldP spid="38" grpId="0" build="allAtOnce" animBg="1"/>
      <p:bldP spid="39" grpId="0" build="allAtOnce" animBg="1"/>
      <p:bldP spid="40" grpId="0" build="allAtOnce" animBg="1"/>
      <p:bldP spid="42" grpId="0" build="allAtOnce" animBg="1"/>
      <p:bldP spid="43" grpId="0" build="allAtOnce" animBg="1"/>
      <p:bldP spid="44" grpId="0" build="allAtOnce" animBg="1"/>
      <p:bldP spid="45" grpId="0" build="allAtOnce" animBg="1"/>
      <p:bldP spid="46" grpId="0" build="allAtOnce"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8" name="narrative_s11_text1">
                <a:extLst>
                  <a:ext uri="{FF2B5EF4-FFF2-40B4-BE49-F238E27FC236}">
                    <a16:creationId xmlns:a16="http://schemas.microsoft.com/office/drawing/2014/main" id="{D393C1B8-5050-4933-B791-946CFEB5DD3C}"/>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Computing </a:t>
                </a:r>
                <a14:m>
                  <m:oMath xmlns:m="http://schemas.openxmlformats.org/officeDocument/2006/math">
                    <m:sSub>
                      <m:sSubPr>
                        <m:ctrlPr>
                          <a:rPr sz="3150" b="0" i="0">
                            <a:solidFill>
                              <a:srgbClr val="182D45"/>
                            </a:solidFill>
                            <a:latin typeface="Cambria Math"/>
                            <a:ea typeface="DejaVu Sans"/>
                            <a:cs typeface="DejaVu Sans"/>
                          </a:rPr>
                        </m:ctrlPr>
                      </m:sSubPr>
                      <m:e>
                        <m:r>
                          <a:rPr sz="3150" b="0" i="0">
                            <a:solidFill>
                              <a:srgbClr val="182D45"/>
                            </a:solidFill>
                            <a:latin typeface="Cambria Math"/>
                            <a:ea typeface="DejaVu Sans"/>
                            <a:cs typeface="DejaVu Sans"/>
                          </a:rPr>
                          <m:t>𝐶</m:t>
                        </m:r>
                      </m:e>
                      <m:sub>
                        <m:r>
                          <a:rPr sz="3150" b="0" i="0">
                            <a:solidFill>
                              <a:srgbClr val="182D45"/>
                            </a:solidFill>
                            <a:latin typeface="Cambria Math"/>
                            <a:ea typeface="DejaVu Sans"/>
                            <a:cs typeface="DejaVu Sans"/>
                          </a:rPr>
                          <m:t>12</m:t>
                        </m:r>
                      </m:sub>
                    </m:sSub>
                  </m:oMath>
                </a14:m>
                <a:r>
                  <a:rPr sz="3150" b="1">
                    <a:solidFill>
                      <a:srgbClr val="182D45"/>
                    </a:solidFill>
                    <a:latin typeface="DejaVu Sans"/>
                    <a:ea typeface="DejaVu Sans"/>
                    <a:cs typeface="DejaVu Sans"/>
                  </a:rPr>
                  <a:t>: row 1, column 2</a:t>
                </a:r>
              </a:p>
            </p:txBody>
          </p:sp>
        </mc:Choice>
        <mc:Fallback xmlns="">
          <p:sp>
            <p:nvSpPr>
              <p:cNvPr id="48" name="narrative_s11_text1">
                <a:extLst>
                  <a:ext uri="{FF2B5EF4-FFF2-40B4-BE49-F238E27FC236}">
                    <a16:creationId xmlns:a16="http://schemas.microsoft.com/office/drawing/2014/main" id="{D393C1B8-5050-4933-B791-946CFEB5DD3C}"/>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Computing </a:t>
                </a:r>
                <a:r>
                  <a:rPr sz="3150" b="0" i="0">
                    <a:solidFill>
                      <a:srgbClr val="182D45"/>
                    </a:solidFill>
                    <a:latin typeface="Cambria Math"/>
                    <a:ea typeface="DejaVu Sans"/>
                    <a:cs typeface="DejaVu Sans"/>
                  </a:rPr>
                  <a:t>𝐶</a:t>
                </a:r>
                <a:r>
                  <a:rPr sz="3150" b="0" i="0" baseline="-25000">
                    <a:solidFill>
                      <a:srgbClr val="182D45"/>
                    </a:solidFill>
                    <a:latin typeface="Cambria Math"/>
                    <a:ea typeface="DejaVu Sans"/>
                    <a:cs typeface="DejaVu Sans"/>
                  </a:rPr>
                  <a:t>1</a:t>
                </a:r>
                <a:r>
                  <a:rPr sz="3150" b="0" i="0" baseline="-25000">
                    <a:solidFill>
                      <a:srgbClr val="182D45"/>
                    </a:solidFill>
                    <a:latin typeface="Cambria Math"/>
                    <a:ea typeface="DejaVu Sans"/>
                    <a:cs typeface="DejaVu Sans"/>
                  </a:rPr>
                  <a:t>2</a:t>
                </a:r>
                <a:r>
                  <a:rPr sz="3150" b="1">
                    <a:solidFill>
                      <a:srgbClr val="182D45"/>
                    </a:solidFill>
                    <a:latin typeface="DejaVu Sans"/>
                    <a:ea typeface="DejaVu Sans"/>
                    <a:cs typeface="DejaVu Sans"/>
                  </a:rPr>
                  <a:t>: row 1, column 2</a:t>
                </a:r>
              </a:p>
            </p:txBody>
          </p:sp>
        </mc:Fallback>
      </mc:AlternateContent>
      <p:sp>
        <p:nvSpPr>
          <p:cNvPr id="2" name="page_number">
            <a:extLst>
              <a:ext uri="{FF2B5EF4-FFF2-40B4-BE49-F238E27FC236}">
                <a16:creationId xmlns:a16="http://schemas.microsoft.com/office/drawing/2014/main" id="{87A6CDA4-8272-4CC8-B65E-A4F166EF5F7E}"/>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11</a:t>
            </a:r>
          </a:p>
        </p:txBody>
      </p:sp>
      <mc:AlternateContent xmlns:mc="http://schemas.openxmlformats.org/markup-compatibility/2006" xmlns:a14="http://schemas.microsoft.com/office/drawing/2010/main">
        <mc:Choice Requires="a14">
          <p:sp>
            <p:nvSpPr>
              <p:cNvPr id="3" name="narrative_s11_text2">
                <a:extLst>
                  <a:ext uri="{FF2B5EF4-FFF2-40B4-BE49-F238E27FC236}">
                    <a16:creationId xmlns:a16="http://schemas.microsoft.com/office/drawing/2014/main" id="{45FCDBDB-45B9-44AB-865F-0DD8D8D8D00F}"/>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14:m>
                  <m:oMath xmlns:m="http://schemas.openxmlformats.org/officeDocument/2006/math">
                    <m:sSub>
                      <m:sSubPr>
                        <m:ctrlPr>
                          <a:rPr sz="2100" b="0" i="0">
                            <a:solidFill>
                              <a:srgbClr val="182D45"/>
                            </a:solidFill>
                            <a:latin typeface="Cambria Math"/>
                            <a:ea typeface="DejaVu Sans"/>
                            <a:cs typeface="DejaVu Sans"/>
                          </a:rPr>
                        </m:ctrlPr>
                      </m:sSubPr>
                      <m:e>
                        <m:r>
                          <a:rPr sz="2100" b="0" i="0">
                            <a:solidFill>
                              <a:srgbClr val="182D45"/>
                            </a:solidFill>
                            <a:latin typeface="Cambria Math"/>
                            <a:ea typeface="DejaVu Sans"/>
                            <a:cs typeface="DejaVu Sans"/>
                          </a:rPr>
                          <m:t>𝐶</m:t>
                        </m:r>
                      </m:e>
                      <m:sub>
                        <m:r>
                          <a:rPr sz="2100" b="0" i="0">
                            <a:solidFill>
                              <a:srgbClr val="182D45"/>
                            </a:solidFill>
                            <a:latin typeface="Cambria Math"/>
                            <a:ea typeface="DejaVu Sans"/>
                            <a:cs typeface="DejaVu Sans"/>
                          </a:rPr>
                          <m:t>12</m:t>
                        </m:r>
                      </m:sub>
                    </m:sSub>
                  </m:oMath>
                </a14:m>
                <a:r>
                  <a:rPr sz="2100" b="0">
                    <a:solidFill>
                      <a:srgbClr val="182D45"/>
                    </a:solidFill>
                    <a:latin typeface="DejaVu Sans"/>
                    <a:ea typeface="DejaVu Sans"/>
                    <a:cs typeface="DejaVu Sans"/>
                  </a:rPr>
                  <a:t> uses row 1 of </a:t>
                </a:r>
                <a14:m>
                  <m:oMath xmlns:m="http://schemas.openxmlformats.org/officeDocument/2006/math">
                    <m:r>
                      <a:rPr sz="2100" b="0" i="0">
                        <a:solidFill>
                          <a:srgbClr val="182D45"/>
                        </a:solidFill>
                        <a:latin typeface="Cambria Math"/>
                        <a:ea typeface="DejaVu Sans"/>
                        <a:cs typeface="DejaVu Sans"/>
                      </a:rPr>
                      <m:t>𝐀</m:t>
                    </m:r>
                  </m:oMath>
                </a14:m>
                <a:r>
                  <a:rPr sz="2100" b="0">
                    <a:solidFill>
                      <a:srgbClr val="182D45"/>
                    </a:solidFill>
                    <a:latin typeface="DejaVu Sans"/>
                    <a:ea typeface="DejaVu Sans"/>
                    <a:cs typeface="DejaVu Sans"/>
                  </a:rPr>
                  <a:t> and column 2 of </a:t>
                </a:r>
                <a14:m>
                  <m:oMath xmlns:m="http://schemas.openxmlformats.org/officeDocument/2006/math">
                    <m:r>
                      <a:rPr sz="2100" b="0" i="0">
                        <a:solidFill>
                          <a:srgbClr val="182D45"/>
                        </a:solidFill>
                        <a:latin typeface="Cambria Math"/>
                        <a:ea typeface="DejaVu Sans"/>
                        <a:cs typeface="DejaVu Sans"/>
                      </a:rPr>
                      <m:t>𝐁</m:t>
                    </m:r>
                  </m:oMath>
                </a14:m>
                <a:r>
                  <a:rPr sz="2100" b="0">
                    <a:solidFill>
                      <a:srgbClr val="182D45"/>
                    </a:solidFill>
                    <a:latin typeface="DejaVu Sans"/>
                    <a:ea typeface="DejaVu Sans"/>
                    <a:cs typeface="DejaVu Sans"/>
                  </a:rPr>
                  <a:t>. The two colours will identify the two pairs of factors.</a:t>
                </a:r>
              </a:p>
            </p:txBody>
          </p:sp>
        </mc:Choice>
        <mc:Fallback xmlns="">
          <p:sp>
            <p:nvSpPr>
              <p:cNvPr id="3" name="narrative_s11_text2">
                <a:extLst>
                  <a:ext uri="{FF2B5EF4-FFF2-40B4-BE49-F238E27FC236}">
                    <a16:creationId xmlns:a16="http://schemas.microsoft.com/office/drawing/2014/main" id="{45FCDBDB-45B9-44AB-865F-0DD8D8D8D00F}"/>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i="0">
                    <a:solidFill>
                      <a:srgbClr val="182D45"/>
                    </a:solidFill>
                    <a:latin typeface="Cambria Math"/>
                    <a:ea typeface="DejaVu Sans"/>
                    <a:cs typeface="DejaVu Sans"/>
                  </a:rPr>
                  <a:t>𝐶</a:t>
                </a:r>
                <a:r>
                  <a:rPr sz="2100" b="0" i="0" baseline="-25000">
                    <a:solidFill>
                      <a:srgbClr val="182D45"/>
                    </a:solidFill>
                    <a:latin typeface="Cambria Math"/>
                    <a:ea typeface="DejaVu Sans"/>
                    <a:cs typeface="DejaVu Sans"/>
                  </a:rPr>
                  <a:t>1</a:t>
                </a:r>
                <a:r>
                  <a:rPr sz="2100" b="0" i="0" baseline="-25000">
                    <a:solidFill>
                      <a:srgbClr val="182D45"/>
                    </a:solidFill>
                    <a:latin typeface="Cambria Math"/>
                    <a:ea typeface="DejaVu Sans"/>
                    <a:cs typeface="DejaVu Sans"/>
                  </a:rPr>
                  <a:t>2</a:t>
                </a:r>
                <a:r>
                  <a:rPr sz="2100" b="0">
                    <a:solidFill>
                      <a:srgbClr val="182D45"/>
                    </a:solidFill>
                    <a:latin typeface="DejaVu Sans"/>
                    <a:ea typeface="DejaVu Sans"/>
                    <a:cs typeface="DejaVu Sans"/>
                  </a:rPr>
                  <a:t> uses row 1 of </a:t>
                </a:r>
                <a:r>
                  <a:rPr sz="2100" b="0" i="0">
                    <a:solidFill>
                      <a:srgbClr val="182D45"/>
                    </a:solidFill>
                    <a:latin typeface="Cambria Math"/>
                    <a:ea typeface="DejaVu Sans"/>
                    <a:cs typeface="DejaVu Sans"/>
                  </a:rPr>
                  <a:t>𝐀</a:t>
                </a:r>
                <a:r>
                  <a:rPr sz="2100" b="0">
                    <a:solidFill>
                      <a:srgbClr val="182D45"/>
                    </a:solidFill>
                    <a:latin typeface="DejaVu Sans"/>
                    <a:ea typeface="DejaVu Sans"/>
                    <a:cs typeface="DejaVu Sans"/>
                  </a:rPr>
                  <a:t> and column 2 of </a:t>
                </a:r>
                <a:r>
                  <a:rPr sz="2100" b="0" i="0">
                    <a:solidFill>
                      <a:srgbClr val="182D45"/>
                    </a:solidFill>
                    <a:latin typeface="Cambria Math"/>
                    <a:ea typeface="DejaVu Sans"/>
                    <a:cs typeface="DejaVu Sans"/>
                  </a:rPr>
                  <a:t>𝐁</a:t>
                </a:r>
                <a:r>
                  <a:rPr sz="2100" b="0">
                    <a:solidFill>
                      <a:srgbClr val="182D45"/>
                    </a:solidFill>
                    <a:latin typeface="DejaVu Sans"/>
                    <a:ea typeface="DejaVu Sans"/>
                    <a:cs typeface="DejaVu Sans"/>
                  </a:rPr>
                  <a:t>. The two colours will identify the two pairs of factors.</a:t>
                </a:r>
              </a:p>
            </p:txBody>
          </p:sp>
        </mc:Fallback>
      </mc:AlternateContent>
      <mc:AlternateContent xmlns:mc="http://schemas.openxmlformats.org/markup-compatibility/2006" xmlns:a14="http://schemas.microsoft.com/office/drawing/2010/main">
        <mc:Choice Requires="a14">
          <p:sp>
            <p:nvSpPr>
              <p:cNvPr id="4" name="narrative_s11_text3">
                <a:extLst>
                  <a:ext uri="{FF2B5EF4-FFF2-40B4-BE49-F238E27FC236}">
                    <a16:creationId xmlns:a16="http://schemas.microsoft.com/office/drawing/2014/main" id="{F9ED99C5-39FB-4B2D-9CD0-466EC7F73623}"/>
                  </a:ext>
                </a:extLst>
              </p:cNvPr>
              <p:cNvSpPr>
                <a:spLocks noGrp="1"/>
              </p:cNvSpPr>
              <p:nvPr/>
            </p:nvSpPr>
            <p:spPr>
              <a:xfrm>
                <a:off x="19716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𝐀</m:t>
                      </m:r>
                    </m:oMath>
                  </m:oMathPara>
                </a14:m>
                <a:endParaRPr/>
              </a:p>
            </p:txBody>
          </p:sp>
        </mc:Choice>
        <mc:Fallback xmlns="">
          <p:sp>
            <p:nvSpPr>
              <p:cNvPr id="4" name="narrative_s11_text3">
                <a:extLst>
                  <a:ext uri="{FF2B5EF4-FFF2-40B4-BE49-F238E27FC236}">
                    <a16:creationId xmlns:a16="http://schemas.microsoft.com/office/drawing/2014/main" id="{F9ED99C5-39FB-4B2D-9CD0-466EC7F73623}"/>
                  </a:ext>
                </a:extLst>
              </p:cNvPr>
              <p:cNvSpPr>
                <a:spLocks noGrp="1"/>
              </p:cNvSpPr>
              <p:nvPr/>
            </p:nvSpPr>
            <p:spPr>
              <a:xfrm>
                <a:off x="19716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𝐀</a:t>
                </a:r>
              </a:p>
            </p:txBody>
          </p:sp>
        </mc:Fallback>
      </mc:AlternateContent>
      <mc:AlternateContent xmlns:mc="http://schemas.openxmlformats.org/markup-compatibility/2006" xmlns:a14="http://schemas.microsoft.com/office/drawing/2010/main">
        <mc:Choice Requires="a14">
          <p:sp>
            <p:nvSpPr>
              <p:cNvPr id="5" name="narrative_s11_text4">
                <a:extLst>
                  <a:ext uri="{FF2B5EF4-FFF2-40B4-BE49-F238E27FC236}">
                    <a16:creationId xmlns:a16="http://schemas.microsoft.com/office/drawing/2014/main" id="{07A276E4-A97F-4D1D-8B03-9BD29A0E9446}"/>
                  </a:ext>
                </a:extLst>
              </p:cNvPr>
              <p:cNvSpPr>
                <a:spLocks noGrp="1"/>
              </p:cNvSpPr>
              <p:nvPr/>
            </p:nvSpPr>
            <p:spPr>
              <a:xfrm>
                <a:off x="55911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𝐁</m:t>
                      </m:r>
                    </m:oMath>
                  </m:oMathPara>
                </a14:m>
                <a:endParaRPr/>
              </a:p>
            </p:txBody>
          </p:sp>
        </mc:Choice>
        <mc:Fallback xmlns="">
          <p:sp>
            <p:nvSpPr>
              <p:cNvPr id="5" name="narrative_s11_text4">
                <a:extLst>
                  <a:ext uri="{FF2B5EF4-FFF2-40B4-BE49-F238E27FC236}">
                    <a16:creationId xmlns:a16="http://schemas.microsoft.com/office/drawing/2014/main" id="{07A276E4-A97F-4D1D-8B03-9BD29A0E9446}"/>
                  </a:ext>
                </a:extLst>
              </p:cNvPr>
              <p:cNvSpPr>
                <a:spLocks noGrp="1"/>
              </p:cNvSpPr>
              <p:nvPr/>
            </p:nvSpPr>
            <p:spPr>
              <a:xfrm>
                <a:off x="55911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𝐁</a:t>
                </a:r>
              </a:p>
            </p:txBody>
          </p:sp>
        </mc:Fallback>
      </mc:AlternateContent>
      <mc:AlternateContent xmlns:mc="http://schemas.openxmlformats.org/markup-compatibility/2006" xmlns:a14="http://schemas.microsoft.com/office/drawing/2010/main">
        <mc:Choice Requires="a14">
          <p:sp>
            <p:nvSpPr>
              <p:cNvPr id="6" name="narrative_s11_text5">
                <a:extLst>
                  <a:ext uri="{FF2B5EF4-FFF2-40B4-BE49-F238E27FC236}">
                    <a16:creationId xmlns:a16="http://schemas.microsoft.com/office/drawing/2014/main" id="{26D8FE94-1D16-4643-88B6-9749DF50E836}"/>
                  </a:ext>
                </a:extLst>
              </p:cNvPr>
              <p:cNvSpPr>
                <a:spLocks noGrp="1"/>
              </p:cNvSpPr>
              <p:nvPr/>
            </p:nvSpPr>
            <p:spPr>
              <a:xfrm>
                <a:off x="95535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𝐂</m:t>
                      </m:r>
                    </m:oMath>
                  </m:oMathPara>
                </a14:m>
                <a:endParaRPr/>
              </a:p>
            </p:txBody>
          </p:sp>
        </mc:Choice>
        <mc:Fallback xmlns="">
          <p:sp>
            <p:nvSpPr>
              <p:cNvPr id="6" name="narrative_s11_text5">
                <a:extLst>
                  <a:ext uri="{FF2B5EF4-FFF2-40B4-BE49-F238E27FC236}">
                    <a16:creationId xmlns:a16="http://schemas.microsoft.com/office/drawing/2014/main" id="{26D8FE94-1D16-4643-88B6-9749DF50E836}"/>
                  </a:ext>
                </a:extLst>
              </p:cNvPr>
              <p:cNvSpPr>
                <a:spLocks noGrp="1"/>
              </p:cNvSpPr>
              <p:nvPr/>
            </p:nvSpPr>
            <p:spPr>
              <a:xfrm>
                <a:off x="95535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𝐂</a:t>
                </a:r>
              </a:p>
            </p:txBody>
          </p:sp>
        </mc:Fallback>
      </mc:AlternateContent>
      <p:sp>
        <p:nvSpPr>
          <p:cNvPr id="7" name="A_bracket_left">
            <a:extLst>
              <a:ext uri="{FF2B5EF4-FFF2-40B4-BE49-F238E27FC236}">
                <a16:creationId xmlns:a16="http://schemas.microsoft.com/office/drawing/2014/main" id="{12AEA859-E027-4394-8716-9A72297B7499}"/>
              </a:ext>
            </a:extLst>
          </p:cNvPr>
          <p:cNvSpPr>
            <a:spLocks noGrp="1"/>
          </p:cNvSpPr>
          <p:nvPr/>
        </p:nvSpPr>
        <p:spPr>
          <a:xfrm>
            <a:off x="1047750" y="2600325"/>
            <a:ext cx="28575" cy="1733550"/>
          </a:xfrm>
          <a:prstGeom prst="rect">
            <a:avLst/>
          </a:prstGeom>
          <a:solidFill>
            <a:srgbClr val="182D45"/>
          </a:solidFill>
          <a:ln w="0">
            <a:noFill/>
          </a:ln>
        </p:spPr>
        <p:txBody>
          <a:bodyPr/>
          <a:lstStyle/>
          <a:p>
            <a:endParaRPr lang="it-IT"/>
          </a:p>
        </p:txBody>
      </p:sp>
      <p:sp>
        <p:nvSpPr>
          <p:cNvPr id="8" name="A_bracket_right">
            <a:extLst>
              <a:ext uri="{FF2B5EF4-FFF2-40B4-BE49-F238E27FC236}">
                <a16:creationId xmlns:a16="http://schemas.microsoft.com/office/drawing/2014/main" id="{F2A94DC3-9ABA-43B0-9EEA-07C9F8C8ABD0}"/>
              </a:ext>
            </a:extLst>
          </p:cNvPr>
          <p:cNvSpPr>
            <a:spLocks noGrp="1"/>
          </p:cNvSpPr>
          <p:nvPr/>
        </p:nvSpPr>
        <p:spPr>
          <a:xfrm>
            <a:off x="3114675" y="2600325"/>
            <a:ext cx="28575" cy="1733550"/>
          </a:xfrm>
          <a:prstGeom prst="rect">
            <a:avLst/>
          </a:prstGeom>
          <a:solidFill>
            <a:srgbClr val="182D45"/>
          </a:solidFill>
          <a:ln w="0">
            <a:noFill/>
          </a:ln>
        </p:spPr>
        <p:txBody>
          <a:bodyPr/>
          <a:lstStyle/>
          <a:p>
            <a:endParaRPr lang="it-IT"/>
          </a:p>
        </p:txBody>
      </p:sp>
      <p:sp>
        <p:nvSpPr>
          <p:cNvPr id="9" name="A_bracket_l_273">
            <a:extLst>
              <a:ext uri="{FF2B5EF4-FFF2-40B4-BE49-F238E27FC236}">
                <a16:creationId xmlns:a16="http://schemas.microsoft.com/office/drawing/2014/main" id="{4C234A90-00D8-4F59-BC7D-9F035927837A}"/>
              </a:ext>
            </a:extLst>
          </p:cNvPr>
          <p:cNvSpPr>
            <a:spLocks noGrp="1"/>
          </p:cNvSpPr>
          <p:nvPr/>
        </p:nvSpPr>
        <p:spPr>
          <a:xfrm>
            <a:off x="1047750" y="2600325"/>
            <a:ext cx="161925" cy="28575"/>
          </a:xfrm>
          <a:prstGeom prst="rect">
            <a:avLst/>
          </a:prstGeom>
          <a:solidFill>
            <a:srgbClr val="182D45"/>
          </a:solidFill>
          <a:ln w="0">
            <a:noFill/>
          </a:ln>
        </p:spPr>
        <p:txBody>
          <a:bodyPr/>
          <a:lstStyle/>
          <a:p>
            <a:endParaRPr lang="it-IT"/>
          </a:p>
        </p:txBody>
      </p:sp>
      <p:sp>
        <p:nvSpPr>
          <p:cNvPr id="10" name="A_bracket_r_273">
            <a:extLst>
              <a:ext uri="{FF2B5EF4-FFF2-40B4-BE49-F238E27FC236}">
                <a16:creationId xmlns:a16="http://schemas.microsoft.com/office/drawing/2014/main" id="{9A606A4D-DEAA-4779-98C5-30178813E1AE}"/>
              </a:ext>
            </a:extLst>
          </p:cNvPr>
          <p:cNvSpPr>
            <a:spLocks noGrp="1"/>
          </p:cNvSpPr>
          <p:nvPr/>
        </p:nvSpPr>
        <p:spPr>
          <a:xfrm>
            <a:off x="2981325" y="2600325"/>
            <a:ext cx="161925" cy="28575"/>
          </a:xfrm>
          <a:prstGeom prst="rect">
            <a:avLst/>
          </a:prstGeom>
          <a:solidFill>
            <a:srgbClr val="182D45"/>
          </a:solidFill>
          <a:ln w="0">
            <a:noFill/>
          </a:ln>
        </p:spPr>
        <p:txBody>
          <a:bodyPr/>
          <a:lstStyle/>
          <a:p>
            <a:endParaRPr lang="it-IT"/>
          </a:p>
        </p:txBody>
      </p:sp>
      <p:sp>
        <p:nvSpPr>
          <p:cNvPr id="11" name="A_bracket_l_452">
            <a:extLst>
              <a:ext uri="{FF2B5EF4-FFF2-40B4-BE49-F238E27FC236}">
                <a16:creationId xmlns:a16="http://schemas.microsoft.com/office/drawing/2014/main" id="{C4D1BE71-1CA2-492F-A815-B837A2EA8D59}"/>
              </a:ext>
            </a:extLst>
          </p:cNvPr>
          <p:cNvSpPr>
            <a:spLocks noGrp="1"/>
          </p:cNvSpPr>
          <p:nvPr/>
        </p:nvSpPr>
        <p:spPr>
          <a:xfrm>
            <a:off x="1047750" y="4305300"/>
            <a:ext cx="161925" cy="28575"/>
          </a:xfrm>
          <a:prstGeom prst="rect">
            <a:avLst/>
          </a:prstGeom>
          <a:solidFill>
            <a:srgbClr val="182D45"/>
          </a:solidFill>
          <a:ln w="0">
            <a:noFill/>
          </a:ln>
        </p:spPr>
        <p:txBody>
          <a:bodyPr/>
          <a:lstStyle/>
          <a:p>
            <a:endParaRPr lang="it-IT"/>
          </a:p>
        </p:txBody>
      </p:sp>
      <p:sp>
        <p:nvSpPr>
          <p:cNvPr id="12" name="A_bracket_r_452">
            <a:extLst>
              <a:ext uri="{FF2B5EF4-FFF2-40B4-BE49-F238E27FC236}">
                <a16:creationId xmlns:a16="http://schemas.microsoft.com/office/drawing/2014/main" id="{BBAB44E4-8498-44C5-9AD1-EBE8CD621295}"/>
              </a:ext>
            </a:extLst>
          </p:cNvPr>
          <p:cNvSpPr>
            <a:spLocks noGrp="1"/>
          </p:cNvSpPr>
          <p:nvPr/>
        </p:nvSpPr>
        <p:spPr>
          <a:xfrm>
            <a:off x="2981325" y="4305300"/>
            <a:ext cx="161925" cy="28575"/>
          </a:xfrm>
          <a:prstGeom prst="rect">
            <a:avLst/>
          </a:prstGeom>
          <a:solidFill>
            <a:srgbClr val="182D45"/>
          </a:solidFill>
          <a:ln w="0">
            <a:noFill/>
          </a:ln>
        </p:spPr>
        <p:txBody>
          <a:bodyPr/>
          <a:lstStyle/>
          <a:p>
            <a:endParaRPr lang="it-IT"/>
          </a:p>
        </p:txBody>
      </p:sp>
      <p:sp>
        <p:nvSpPr>
          <p:cNvPr id="13" name="B_bracket_left">
            <a:extLst>
              <a:ext uri="{FF2B5EF4-FFF2-40B4-BE49-F238E27FC236}">
                <a16:creationId xmlns:a16="http://schemas.microsoft.com/office/drawing/2014/main" id="{8CB87149-93CD-4D55-AFB4-6C7C995ED6F7}"/>
              </a:ext>
            </a:extLst>
          </p:cNvPr>
          <p:cNvSpPr>
            <a:spLocks noGrp="1"/>
          </p:cNvSpPr>
          <p:nvPr/>
        </p:nvSpPr>
        <p:spPr>
          <a:xfrm>
            <a:off x="4667250" y="2600325"/>
            <a:ext cx="28575" cy="1733550"/>
          </a:xfrm>
          <a:prstGeom prst="rect">
            <a:avLst/>
          </a:prstGeom>
          <a:solidFill>
            <a:srgbClr val="182D45"/>
          </a:solidFill>
          <a:ln w="0">
            <a:noFill/>
          </a:ln>
        </p:spPr>
        <p:txBody>
          <a:bodyPr/>
          <a:lstStyle/>
          <a:p>
            <a:endParaRPr lang="it-IT"/>
          </a:p>
        </p:txBody>
      </p:sp>
      <p:sp>
        <p:nvSpPr>
          <p:cNvPr id="14" name="B_bracket_right">
            <a:extLst>
              <a:ext uri="{FF2B5EF4-FFF2-40B4-BE49-F238E27FC236}">
                <a16:creationId xmlns:a16="http://schemas.microsoft.com/office/drawing/2014/main" id="{BEC9D05C-2CA1-4F30-9015-0F6AE2558837}"/>
              </a:ext>
            </a:extLst>
          </p:cNvPr>
          <p:cNvSpPr>
            <a:spLocks noGrp="1"/>
          </p:cNvSpPr>
          <p:nvPr/>
        </p:nvSpPr>
        <p:spPr>
          <a:xfrm>
            <a:off x="6734175" y="2600325"/>
            <a:ext cx="28575" cy="1733550"/>
          </a:xfrm>
          <a:prstGeom prst="rect">
            <a:avLst/>
          </a:prstGeom>
          <a:solidFill>
            <a:srgbClr val="182D45"/>
          </a:solidFill>
          <a:ln w="0">
            <a:noFill/>
          </a:ln>
        </p:spPr>
        <p:txBody>
          <a:bodyPr/>
          <a:lstStyle/>
          <a:p>
            <a:endParaRPr lang="it-IT"/>
          </a:p>
        </p:txBody>
      </p:sp>
      <p:sp>
        <p:nvSpPr>
          <p:cNvPr id="15" name="B_bracket_l_273">
            <a:extLst>
              <a:ext uri="{FF2B5EF4-FFF2-40B4-BE49-F238E27FC236}">
                <a16:creationId xmlns:a16="http://schemas.microsoft.com/office/drawing/2014/main" id="{49536F61-CDD0-4D5F-B495-19662314D75C}"/>
              </a:ext>
            </a:extLst>
          </p:cNvPr>
          <p:cNvSpPr>
            <a:spLocks noGrp="1"/>
          </p:cNvSpPr>
          <p:nvPr/>
        </p:nvSpPr>
        <p:spPr>
          <a:xfrm>
            <a:off x="4667250" y="2600325"/>
            <a:ext cx="161925" cy="28575"/>
          </a:xfrm>
          <a:prstGeom prst="rect">
            <a:avLst/>
          </a:prstGeom>
          <a:solidFill>
            <a:srgbClr val="182D45"/>
          </a:solidFill>
          <a:ln w="0">
            <a:noFill/>
          </a:ln>
        </p:spPr>
        <p:txBody>
          <a:bodyPr/>
          <a:lstStyle/>
          <a:p>
            <a:endParaRPr lang="it-IT"/>
          </a:p>
        </p:txBody>
      </p:sp>
      <p:sp>
        <p:nvSpPr>
          <p:cNvPr id="16" name="B_bracket_r_273">
            <a:extLst>
              <a:ext uri="{FF2B5EF4-FFF2-40B4-BE49-F238E27FC236}">
                <a16:creationId xmlns:a16="http://schemas.microsoft.com/office/drawing/2014/main" id="{790B21B8-CCB7-4502-9E7B-A2394412E52C}"/>
              </a:ext>
            </a:extLst>
          </p:cNvPr>
          <p:cNvSpPr>
            <a:spLocks noGrp="1"/>
          </p:cNvSpPr>
          <p:nvPr/>
        </p:nvSpPr>
        <p:spPr>
          <a:xfrm>
            <a:off x="6600825" y="2600325"/>
            <a:ext cx="161925" cy="28575"/>
          </a:xfrm>
          <a:prstGeom prst="rect">
            <a:avLst/>
          </a:prstGeom>
          <a:solidFill>
            <a:srgbClr val="182D45"/>
          </a:solidFill>
          <a:ln w="0">
            <a:noFill/>
          </a:ln>
        </p:spPr>
        <p:txBody>
          <a:bodyPr/>
          <a:lstStyle/>
          <a:p>
            <a:endParaRPr lang="it-IT"/>
          </a:p>
        </p:txBody>
      </p:sp>
      <p:sp>
        <p:nvSpPr>
          <p:cNvPr id="17" name="B_bracket_l_452">
            <a:extLst>
              <a:ext uri="{FF2B5EF4-FFF2-40B4-BE49-F238E27FC236}">
                <a16:creationId xmlns:a16="http://schemas.microsoft.com/office/drawing/2014/main" id="{7D2642D9-A1D6-40C7-849E-3D4787D10158}"/>
              </a:ext>
            </a:extLst>
          </p:cNvPr>
          <p:cNvSpPr>
            <a:spLocks noGrp="1"/>
          </p:cNvSpPr>
          <p:nvPr/>
        </p:nvSpPr>
        <p:spPr>
          <a:xfrm>
            <a:off x="4667250" y="4305300"/>
            <a:ext cx="161925" cy="28575"/>
          </a:xfrm>
          <a:prstGeom prst="rect">
            <a:avLst/>
          </a:prstGeom>
          <a:solidFill>
            <a:srgbClr val="182D45"/>
          </a:solidFill>
          <a:ln w="0">
            <a:noFill/>
          </a:ln>
        </p:spPr>
        <p:txBody>
          <a:bodyPr/>
          <a:lstStyle/>
          <a:p>
            <a:endParaRPr lang="it-IT"/>
          </a:p>
        </p:txBody>
      </p:sp>
      <p:sp>
        <p:nvSpPr>
          <p:cNvPr id="18" name="B_bracket_r_452">
            <a:extLst>
              <a:ext uri="{FF2B5EF4-FFF2-40B4-BE49-F238E27FC236}">
                <a16:creationId xmlns:a16="http://schemas.microsoft.com/office/drawing/2014/main" id="{AF3B454C-B417-4C01-B746-8212C7A59487}"/>
              </a:ext>
            </a:extLst>
          </p:cNvPr>
          <p:cNvSpPr>
            <a:spLocks noGrp="1"/>
          </p:cNvSpPr>
          <p:nvPr/>
        </p:nvSpPr>
        <p:spPr>
          <a:xfrm>
            <a:off x="6600825" y="4305300"/>
            <a:ext cx="161925" cy="28575"/>
          </a:xfrm>
          <a:prstGeom prst="rect">
            <a:avLst/>
          </a:prstGeom>
          <a:solidFill>
            <a:srgbClr val="182D45"/>
          </a:solidFill>
          <a:ln w="0">
            <a:noFill/>
          </a:ln>
        </p:spPr>
        <p:txBody>
          <a:bodyPr/>
          <a:lstStyle/>
          <a:p>
            <a:endParaRPr lang="it-IT"/>
          </a:p>
        </p:txBody>
      </p:sp>
      <p:sp>
        <p:nvSpPr>
          <p:cNvPr id="19" name="C_bracket_left">
            <a:extLst>
              <a:ext uri="{FF2B5EF4-FFF2-40B4-BE49-F238E27FC236}">
                <a16:creationId xmlns:a16="http://schemas.microsoft.com/office/drawing/2014/main" id="{C60350B3-E22A-43BF-8377-0594C15AB81D}"/>
              </a:ext>
            </a:extLst>
          </p:cNvPr>
          <p:cNvSpPr>
            <a:spLocks noGrp="1"/>
          </p:cNvSpPr>
          <p:nvPr/>
        </p:nvSpPr>
        <p:spPr>
          <a:xfrm>
            <a:off x="8620125" y="2600325"/>
            <a:ext cx="28575" cy="1733550"/>
          </a:xfrm>
          <a:prstGeom prst="rect">
            <a:avLst/>
          </a:prstGeom>
          <a:solidFill>
            <a:srgbClr val="182D45"/>
          </a:solidFill>
          <a:ln w="0">
            <a:noFill/>
          </a:ln>
        </p:spPr>
        <p:txBody>
          <a:bodyPr/>
          <a:lstStyle/>
          <a:p>
            <a:endParaRPr lang="it-IT"/>
          </a:p>
        </p:txBody>
      </p:sp>
      <p:sp>
        <p:nvSpPr>
          <p:cNvPr id="20" name="C_bracket_right">
            <a:extLst>
              <a:ext uri="{FF2B5EF4-FFF2-40B4-BE49-F238E27FC236}">
                <a16:creationId xmlns:a16="http://schemas.microsoft.com/office/drawing/2014/main" id="{6A81105E-9EE7-4B1E-BA46-3282DE6018F4}"/>
              </a:ext>
            </a:extLst>
          </p:cNvPr>
          <p:cNvSpPr>
            <a:spLocks noGrp="1"/>
          </p:cNvSpPr>
          <p:nvPr/>
        </p:nvSpPr>
        <p:spPr>
          <a:xfrm>
            <a:off x="10687050" y="2600325"/>
            <a:ext cx="28575" cy="1733550"/>
          </a:xfrm>
          <a:prstGeom prst="rect">
            <a:avLst/>
          </a:prstGeom>
          <a:solidFill>
            <a:srgbClr val="182D45"/>
          </a:solidFill>
          <a:ln w="0">
            <a:noFill/>
          </a:ln>
        </p:spPr>
        <p:txBody>
          <a:bodyPr/>
          <a:lstStyle/>
          <a:p>
            <a:endParaRPr lang="it-IT"/>
          </a:p>
        </p:txBody>
      </p:sp>
      <p:sp>
        <p:nvSpPr>
          <p:cNvPr id="21" name="C_bracket_l_273">
            <a:extLst>
              <a:ext uri="{FF2B5EF4-FFF2-40B4-BE49-F238E27FC236}">
                <a16:creationId xmlns:a16="http://schemas.microsoft.com/office/drawing/2014/main" id="{DF64345A-5581-4E76-B5A7-180D488E5329}"/>
              </a:ext>
            </a:extLst>
          </p:cNvPr>
          <p:cNvSpPr>
            <a:spLocks noGrp="1"/>
          </p:cNvSpPr>
          <p:nvPr/>
        </p:nvSpPr>
        <p:spPr>
          <a:xfrm>
            <a:off x="8620125" y="2600325"/>
            <a:ext cx="161925" cy="28575"/>
          </a:xfrm>
          <a:prstGeom prst="rect">
            <a:avLst/>
          </a:prstGeom>
          <a:solidFill>
            <a:srgbClr val="182D45"/>
          </a:solidFill>
          <a:ln w="0">
            <a:noFill/>
          </a:ln>
        </p:spPr>
        <p:txBody>
          <a:bodyPr/>
          <a:lstStyle/>
          <a:p>
            <a:endParaRPr lang="it-IT"/>
          </a:p>
        </p:txBody>
      </p:sp>
      <p:sp>
        <p:nvSpPr>
          <p:cNvPr id="22" name="C_bracket_r_273">
            <a:extLst>
              <a:ext uri="{FF2B5EF4-FFF2-40B4-BE49-F238E27FC236}">
                <a16:creationId xmlns:a16="http://schemas.microsoft.com/office/drawing/2014/main" id="{2E11AE9C-7174-4D6F-82B5-5A2D816E7C1A}"/>
              </a:ext>
            </a:extLst>
          </p:cNvPr>
          <p:cNvSpPr>
            <a:spLocks noGrp="1"/>
          </p:cNvSpPr>
          <p:nvPr/>
        </p:nvSpPr>
        <p:spPr>
          <a:xfrm>
            <a:off x="10553700" y="2600325"/>
            <a:ext cx="161925" cy="28575"/>
          </a:xfrm>
          <a:prstGeom prst="rect">
            <a:avLst/>
          </a:prstGeom>
          <a:solidFill>
            <a:srgbClr val="182D45"/>
          </a:solidFill>
          <a:ln w="0">
            <a:noFill/>
          </a:ln>
        </p:spPr>
        <p:txBody>
          <a:bodyPr/>
          <a:lstStyle/>
          <a:p>
            <a:endParaRPr lang="it-IT"/>
          </a:p>
        </p:txBody>
      </p:sp>
      <p:sp>
        <p:nvSpPr>
          <p:cNvPr id="23" name="C_bracket_l_452">
            <a:extLst>
              <a:ext uri="{FF2B5EF4-FFF2-40B4-BE49-F238E27FC236}">
                <a16:creationId xmlns:a16="http://schemas.microsoft.com/office/drawing/2014/main" id="{CDE322D7-FC96-42BB-B397-AA069B35C6F5}"/>
              </a:ext>
            </a:extLst>
          </p:cNvPr>
          <p:cNvSpPr>
            <a:spLocks noGrp="1"/>
          </p:cNvSpPr>
          <p:nvPr/>
        </p:nvSpPr>
        <p:spPr>
          <a:xfrm>
            <a:off x="8620125" y="4305300"/>
            <a:ext cx="161925" cy="28575"/>
          </a:xfrm>
          <a:prstGeom prst="rect">
            <a:avLst/>
          </a:prstGeom>
          <a:solidFill>
            <a:srgbClr val="182D45"/>
          </a:solidFill>
          <a:ln w="0">
            <a:noFill/>
          </a:ln>
        </p:spPr>
        <p:txBody>
          <a:bodyPr/>
          <a:lstStyle/>
          <a:p>
            <a:endParaRPr lang="it-IT"/>
          </a:p>
        </p:txBody>
      </p:sp>
      <p:sp>
        <p:nvSpPr>
          <p:cNvPr id="24" name="C_bracket_r_452">
            <a:extLst>
              <a:ext uri="{FF2B5EF4-FFF2-40B4-BE49-F238E27FC236}">
                <a16:creationId xmlns:a16="http://schemas.microsoft.com/office/drawing/2014/main" id="{FFBFFF65-6588-4333-9FFA-99E334FDD6F9}"/>
              </a:ext>
            </a:extLst>
          </p:cNvPr>
          <p:cNvSpPr>
            <a:spLocks noGrp="1"/>
          </p:cNvSpPr>
          <p:nvPr/>
        </p:nvSpPr>
        <p:spPr>
          <a:xfrm>
            <a:off x="10553700" y="4305300"/>
            <a:ext cx="161925" cy="28575"/>
          </a:xfrm>
          <a:prstGeom prst="rect">
            <a:avLst/>
          </a:prstGeom>
          <a:solidFill>
            <a:srgbClr val="182D45"/>
          </a:solidFill>
          <a:ln w="0">
            <a:noFill/>
          </a:ln>
        </p:spPr>
        <p:txBody>
          <a:bodyPr/>
          <a:lstStyle/>
          <a:p>
            <a:endParaRPr lang="it-IT"/>
          </a:p>
        </p:txBody>
      </p:sp>
      <p:sp>
        <p:nvSpPr>
          <p:cNvPr id="25" name="narrative_s11_text6">
            <a:extLst>
              <a:ext uri="{FF2B5EF4-FFF2-40B4-BE49-F238E27FC236}">
                <a16:creationId xmlns:a16="http://schemas.microsoft.com/office/drawing/2014/main" id="{9A9318C1-205D-4EB5-A3EB-307B9266F479}"/>
              </a:ext>
            </a:extLst>
          </p:cNvPr>
          <p:cNvSpPr>
            <a:spLocks noGrp="1"/>
          </p:cNvSpPr>
          <p:nvPr/>
        </p:nvSpPr>
        <p:spPr>
          <a:xfrm>
            <a:off x="3609975" y="3105150"/>
            <a:ext cx="628650" cy="628650"/>
          </a:xfrm>
          <a:prstGeom prst="rect">
            <a:avLst/>
          </a:prstGeom>
          <a:noFill/>
          <a:ln w="0">
            <a:noFill/>
          </a:ln>
        </p:spPr>
        <p:txBody>
          <a:bodyPr wrap="square" lIns="0" tIns="0" rIns="0" bIns="0" anchor="t">
            <a:noAutofit/>
          </a:bodyPr>
          <a:lstStyle/>
          <a:p>
            <a:pPr algn="l">
              <a:defRPr sz="3450" b="0">
                <a:solidFill>
                  <a:srgbClr val="182D45"/>
                </a:solidFill>
                <a:latin typeface="DejaVu Sans"/>
                <a:ea typeface="DejaVu Sans"/>
                <a:cs typeface="DejaVu Sans"/>
              </a:defRPr>
            </a:pPr>
            <a:r>
              <a:rPr sz="3450" b="0">
                <a:solidFill>
                  <a:srgbClr val="182D45"/>
                </a:solidFill>
                <a:latin typeface="DejaVu Sans"/>
                <a:ea typeface="DejaVu Sans"/>
                <a:cs typeface="DejaVu Sans"/>
              </a:rPr>
              <a:t>×</a:t>
            </a:r>
          </a:p>
        </p:txBody>
      </p:sp>
      <p:sp>
        <p:nvSpPr>
          <p:cNvPr id="26" name="narrative_s11_text7">
            <a:extLst>
              <a:ext uri="{FF2B5EF4-FFF2-40B4-BE49-F238E27FC236}">
                <a16:creationId xmlns:a16="http://schemas.microsoft.com/office/drawing/2014/main" id="{FEDB41C7-69ED-4FA4-965D-417271915FC4}"/>
              </a:ext>
            </a:extLst>
          </p:cNvPr>
          <p:cNvSpPr>
            <a:spLocks noGrp="1"/>
          </p:cNvSpPr>
          <p:nvPr/>
        </p:nvSpPr>
        <p:spPr>
          <a:xfrm>
            <a:off x="7591425" y="3105150"/>
            <a:ext cx="628650" cy="628650"/>
          </a:xfrm>
          <a:prstGeom prst="rect">
            <a:avLst/>
          </a:prstGeom>
          <a:noFill/>
          <a:ln w="0">
            <a:noFill/>
          </a:ln>
        </p:spPr>
        <p:txBody>
          <a:bodyPr wrap="square" lIns="0" tIns="0" rIns="0" bIns="0" anchor="t">
            <a:noAutofit/>
          </a:bodyPr>
          <a:lstStyle/>
          <a:p>
            <a:pPr algn="l">
              <a:defRPr sz="3450" b="0">
                <a:solidFill>
                  <a:srgbClr val="182D45"/>
                </a:solidFill>
                <a:latin typeface="DejaVu Sans"/>
                <a:ea typeface="DejaVu Sans"/>
                <a:cs typeface="DejaVu Sans"/>
              </a:defRPr>
            </a:pPr>
            <a:r>
              <a:rPr sz="3450" b="0">
                <a:solidFill>
                  <a:srgbClr val="182D45"/>
                </a:solidFill>
                <a:latin typeface="DejaVu Sans"/>
                <a:ea typeface="DejaVu Sans"/>
                <a:cs typeface="DejaVu Sans"/>
              </a:rPr>
              <a:t>=</a:t>
            </a:r>
          </a:p>
        </p:txBody>
      </p:sp>
      <p:sp>
        <p:nvSpPr>
          <p:cNvPr id="27" name="selected_output">
            <a:extLst>
              <a:ext uri="{FF2B5EF4-FFF2-40B4-BE49-F238E27FC236}">
                <a16:creationId xmlns:a16="http://schemas.microsoft.com/office/drawing/2014/main" id="{E9759270-4A85-4BFE-A171-CD8C1F11CE19}"/>
              </a:ext>
            </a:extLst>
          </p:cNvPr>
          <p:cNvSpPr>
            <a:spLocks noGrp="1"/>
          </p:cNvSpPr>
          <p:nvPr/>
        </p:nvSpPr>
        <p:spPr>
          <a:xfrm>
            <a:off x="9772650" y="2647950"/>
            <a:ext cx="742950" cy="685800"/>
          </a:xfrm>
          <a:prstGeom prst="rect">
            <a:avLst/>
          </a:prstGeom>
          <a:solidFill>
            <a:srgbClr val="EEF2F7"/>
          </a:solidFill>
          <a:ln w="23813">
            <a:solidFill>
              <a:srgbClr val="182D45"/>
            </a:solidFill>
          </a:ln>
        </p:spPr>
        <p:txBody>
          <a:bodyPr/>
          <a:lstStyle/>
          <a:p>
            <a:endParaRPr lang="it-IT"/>
          </a:p>
        </p:txBody>
      </p:sp>
      <p:sp>
        <p:nvSpPr>
          <p:cNvPr id="28" name="matrix_A_11">
            <a:extLst>
              <a:ext uri="{FF2B5EF4-FFF2-40B4-BE49-F238E27FC236}">
                <a16:creationId xmlns:a16="http://schemas.microsoft.com/office/drawing/2014/main" id="{BBF21919-F9FE-4A41-9EDD-E90413749241}"/>
              </a:ext>
            </a:extLst>
          </p:cNvPr>
          <p:cNvSpPr>
            <a:spLocks noGrp="1"/>
          </p:cNvSpPr>
          <p:nvPr/>
        </p:nvSpPr>
        <p:spPr>
          <a:xfrm>
            <a:off x="133350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5</a:t>
            </a:r>
          </a:p>
        </p:txBody>
      </p:sp>
      <p:sp>
        <p:nvSpPr>
          <p:cNvPr id="29" name="matrix_B_11">
            <a:extLst>
              <a:ext uri="{FF2B5EF4-FFF2-40B4-BE49-F238E27FC236}">
                <a16:creationId xmlns:a16="http://schemas.microsoft.com/office/drawing/2014/main" id="{AEDA7719-82F9-4EA6-A2EA-9D6FA4D0A6DA}"/>
              </a:ext>
            </a:extLst>
          </p:cNvPr>
          <p:cNvSpPr>
            <a:spLocks noGrp="1"/>
          </p:cNvSpPr>
          <p:nvPr/>
        </p:nvSpPr>
        <p:spPr>
          <a:xfrm>
            <a:off x="495300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1</a:t>
            </a:r>
          </a:p>
        </p:txBody>
      </p:sp>
      <p:sp>
        <p:nvSpPr>
          <p:cNvPr id="30" name="matrix_C_11">
            <a:extLst>
              <a:ext uri="{FF2B5EF4-FFF2-40B4-BE49-F238E27FC236}">
                <a16:creationId xmlns:a16="http://schemas.microsoft.com/office/drawing/2014/main" id="{AF925D17-1E57-4DFB-B2F6-3DE84485F1DF}"/>
              </a:ext>
            </a:extLst>
          </p:cNvPr>
          <p:cNvSpPr>
            <a:spLocks noGrp="1"/>
          </p:cNvSpPr>
          <p:nvPr/>
        </p:nvSpPr>
        <p:spPr>
          <a:xfrm>
            <a:off x="8924925"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23</a:t>
            </a:r>
          </a:p>
        </p:txBody>
      </p:sp>
      <p:sp>
        <p:nvSpPr>
          <p:cNvPr id="31" name="matrix_A_12">
            <a:extLst>
              <a:ext uri="{FF2B5EF4-FFF2-40B4-BE49-F238E27FC236}">
                <a16:creationId xmlns:a16="http://schemas.microsoft.com/office/drawing/2014/main" id="{3A644BE3-3979-473E-AEC8-5D576B479D11}"/>
              </a:ext>
            </a:extLst>
          </p:cNvPr>
          <p:cNvSpPr>
            <a:spLocks noGrp="1"/>
          </p:cNvSpPr>
          <p:nvPr/>
        </p:nvSpPr>
        <p:spPr>
          <a:xfrm>
            <a:off x="219075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6</a:t>
            </a:r>
          </a:p>
        </p:txBody>
      </p:sp>
      <p:sp>
        <p:nvSpPr>
          <p:cNvPr id="32" name="matrix_B_12">
            <a:extLst>
              <a:ext uri="{FF2B5EF4-FFF2-40B4-BE49-F238E27FC236}">
                <a16:creationId xmlns:a16="http://schemas.microsoft.com/office/drawing/2014/main" id="{27C22897-7FA5-4A60-93B5-4FF260ECB12F}"/>
              </a:ext>
            </a:extLst>
          </p:cNvPr>
          <p:cNvSpPr>
            <a:spLocks noGrp="1"/>
          </p:cNvSpPr>
          <p:nvPr/>
        </p:nvSpPr>
        <p:spPr>
          <a:xfrm>
            <a:off x="581025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2</a:t>
            </a:r>
          </a:p>
        </p:txBody>
      </p:sp>
      <p:sp>
        <p:nvSpPr>
          <p:cNvPr id="33" name="matrix_C_12">
            <a:extLst>
              <a:ext uri="{FF2B5EF4-FFF2-40B4-BE49-F238E27FC236}">
                <a16:creationId xmlns:a16="http://schemas.microsoft.com/office/drawing/2014/main" id="{03FDBF31-5BAE-4D1A-8EEE-0E2AF24E39A8}"/>
              </a:ext>
            </a:extLst>
          </p:cNvPr>
          <p:cNvSpPr>
            <a:spLocks noGrp="1"/>
          </p:cNvSpPr>
          <p:nvPr/>
        </p:nvSpPr>
        <p:spPr>
          <a:xfrm>
            <a:off x="9782175"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34</a:t>
            </a:r>
          </a:p>
        </p:txBody>
      </p:sp>
      <p:sp>
        <p:nvSpPr>
          <p:cNvPr id="34" name="matrix_A_21">
            <a:extLst>
              <a:ext uri="{FF2B5EF4-FFF2-40B4-BE49-F238E27FC236}">
                <a16:creationId xmlns:a16="http://schemas.microsoft.com/office/drawing/2014/main" id="{93923498-C96E-4305-90FB-C17414ECA37E}"/>
              </a:ext>
            </a:extLst>
          </p:cNvPr>
          <p:cNvSpPr>
            <a:spLocks noGrp="1"/>
          </p:cNvSpPr>
          <p:nvPr/>
        </p:nvSpPr>
        <p:spPr>
          <a:xfrm>
            <a:off x="133350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7</a:t>
            </a:r>
          </a:p>
        </p:txBody>
      </p:sp>
      <p:sp>
        <p:nvSpPr>
          <p:cNvPr id="35" name="matrix_B_21">
            <a:extLst>
              <a:ext uri="{FF2B5EF4-FFF2-40B4-BE49-F238E27FC236}">
                <a16:creationId xmlns:a16="http://schemas.microsoft.com/office/drawing/2014/main" id="{FDBA427D-4E7A-469C-8FF7-0586F70F6EF0}"/>
              </a:ext>
            </a:extLst>
          </p:cNvPr>
          <p:cNvSpPr>
            <a:spLocks noGrp="1"/>
          </p:cNvSpPr>
          <p:nvPr/>
        </p:nvSpPr>
        <p:spPr>
          <a:xfrm>
            <a:off x="495300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a:t>
            </a:r>
          </a:p>
        </p:txBody>
      </p:sp>
      <p:sp>
        <p:nvSpPr>
          <p:cNvPr id="36" name="matrix_A_22">
            <a:extLst>
              <a:ext uri="{FF2B5EF4-FFF2-40B4-BE49-F238E27FC236}">
                <a16:creationId xmlns:a16="http://schemas.microsoft.com/office/drawing/2014/main" id="{55803ACA-85CA-4562-8170-6E8257E7C934}"/>
              </a:ext>
            </a:extLst>
          </p:cNvPr>
          <p:cNvSpPr>
            <a:spLocks noGrp="1"/>
          </p:cNvSpPr>
          <p:nvPr/>
        </p:nvSpPr>
        <p:spPr>
          <a:xfrm>
            <a:off x="219075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8</a:t>
            </a:r>
          </a:p>
        </p:txBody>
      </p:sp>
      <p:sp>
        <p:nvSpPr>
          <p:cNvPr id="37" name="matrix_B_22">
            <a:extLst>
              <a:ext uri="{FF2B5EF4-FFF2-40B4-BE49-F238E27FC236}">
                <a16:creationId xmlns:a16="http://schemas.microsoft.com/office/drawing/2014/main" id="{0D62082C-FB4E-4D4C-8C61-165813B74B69}"/>
              </a:ext>
            </a:extLst>
          </p:cNvPr>
          <p:cNvSpPr>
            <a:spLocks noGrp="1"/>
          </p:cNvSpPr>
          <p:nvPr/>
        </p:nvSpPr>
        <p:spPr>
          <a:xfrm>
            <a:off x="581025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4</a:t>
            </a:r>
          </a:p>
        </p:txBody>
      </p:sp>
      <p:sp>
        <p:nvSpPr>
          <p:cNvPr id="38" name="matrix_A_11_highlight">
            <a:extLst>
              <a:ext uri="{FF2B5EF4-FFF2-40B4-BE49-F238E27FC236}">
                <a16:creationId xmlns:a16="http://schemas.microsoft.com/office/drawing/2014/main" id="{1A0D43A2-D235-46F4-AF83-DEA47A6D9D44}"/>
              </a:ext>
            </a:extLst>
          </p:cNvPr>
          <p:cNvSpPr>
            <a:spLocks noGrp="1"/>
          </p:cNvSpPr>
          <p:nvPr/>
        </p:nvSpPr>
        <p:spPr>
          <a:xfrm>
            <a:off x="1333500" y="264795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087F83"/>
                </a:solidFill>
                <a:latin typeface="DejaVu Sans"/>
                <a:ea typeface="DejaVu Sans"/>
                <a:cs typeface="DejaVu Sans"/>
              </a:defRPr>
            </a:pPr>
            <a:r>
              <a:rPr sz="3600" b="0">
                <a:solidFill>
                  <a:srgbClr val="087F83"/>
                </a:solidFill>
                <a:latin typeface="DejaVu Sans"/>
                <a:ea typeface="DejaVu Sans"/>
                <a:cs typeface="DejaVu Sans"/>
              </a:rPr>
              <a:t>5</a:t>
            </a:r>
          </a:p>
        </p:txBody>
      </p:sp>
      <p:sp>
        <p:nvSpPr>
          <p:cNvPr id="39" name="matrix_B_12_highlight">
            <a:extLst>
              <a:ext uri="{FF2B5EF4-FFF2-40B4-BE49-F238E27FC236}">
                <a16:creationId xmlns:a16="http://schemas.microsoft.com/office/drawing/2014/main" id="{BA8551D8-F4DF-454C-8BF8-BAD899DD54F0}"/>
              </a:ext>
            </a:extLst>
          </p:cNvPr>
          <p:cNvSpPr>
            <a:spLocks noGrp="1"/>
          </p:cNvSpPr>
          <p:nvPr/>
        </p:nvSpPr>
        <p:spPr>
          <a:xfrm>
            <a:off x="5810250" y="264795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087F83"/>
                </a:solidFill>
                <a:latin typeface="DejaVu Sans"/>
                <a:ea typeface="DejaVu Sans"/>
                <a:cs typeface="DejaVu Sans"/>
              </a:defRPr>
            </a:pPr>
            <a:r>
              <a:rPr sz="3600" b="0">
                <a:solidFill>
                  <a:srgbClr val="087F83"/>
                </a:solidFill>
                <a:latin typeface="DejaVu Sans"/>
                <a:ea typeface="DejaVu Sans"/>
                <a:cs typeface="DejaVu Sans"/>
              </a:rPr>
              <a:t>2</a:t>
            </a:r>
          </a:p>
        </p:txBody>
      </p:sp>
      <p:sp>
        <p:nvSpPr>
          <p:cNvPr id="40" name="matrix_A_12_highlight">
            <a:extLst>
              <a:ext uri="{FF2B5EF4-FFF2-40B4-BE49-F238E27FC236}">
                <a16:creationId xmlns:a16="http://schemas.microsoft.com/office/drawing/2014/main" id="{6CCE989E-EDC3-4E64-9FEE-D6F50F9C662A}"/>
              </a:ext>
            </a:extLst>
          </p:cNvPr>
          <p:cNvSpPr>
            <a:spLocks noGrp="1"/>
          </p:cNvSpPr>
          <p:nvPr/>
        </p:nvSpPr>
        <p:spPr>
          <a:xfrm>
            <a:off x="2190750" y="264795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C45C28"/>
                </a:solidFill>
                <a:latin typeface="DejaVu Sans"/>
                <a:ea typeface="DejaVu Sans"/>
                <a:cs typeface="DejaVu Sans"/>
              </a:defRPr>
            </a:pPr>
            <a:r>
              <a:rPr sz="3600" b="0">
                <a:solidFill>
                  <a:srgbClr val="C45C28"/>
                </a:solidFill>
                <a:latin typeface="DejaVu Sans"/>
                <a:ea typeface="DejaVu Sans"/>
                <a:cs typeface="DejaVu Sans"/>
              </a:rPr>
              <a:t>6</a:t>
            </a:r>
          </a:p>
        </p:txBody>
      </p:sp>
      <p:sp>
        <p:nvSpPr>
          <p:cNvPr id="41" name="matrix_B_22_highlight">
            <a:extLst>
              <a:ext uri="{FF2B5EF4-FFF2-40B4-BE49-F238E27FC236}">
                <a16:creationId xmlns:a16="http://schemas.microsoft.com/office/drawing/2014/main" id="{E421C66C-AFCF-4A2B-A78D-AF61FDAE1A3F}"/>
              </a:ext>
            </a:extLst>
          </p:cNvPr>
          <p:cNvSpPr>
            <a:spLocks noGrp="1"/>
          </p:cNvSpPr>
          <p:nvPr/>
        </p:nvSpPr>
        <p:spPr>
          <a:xfrm>
            <a:off x="5810250" y="354330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C45C28"/>
                </a:solidFill>
                <a:latin typeface="DejaVu Sans"/>
                <a:ea typeface="DejaVu Sans"/>
                <a:cs typeface="DejaVu Sans"/>
              </a:defRPr>
            </a:pPr>
            <a:r>
              <a:rPr sz="3600" b="0">
                <a:solidFill>
                  <a:srgbClr val="C45C28"/>
                </a:solidFill>
                <a:latin typeface="DejaVu Sans"/>
                <a:ea typeface="DejaVu Sans"/>
                <a:cs typeface="DejaVu Sans"/>
              </a:rPr>
              <a:t>4</a:t>
            </a:r>
          </a:p>
        </p:txBody>
      </p:sp>
      <mc:AlternateContent xmlns:mc="http://schemas.openxmlformats.org/markup-compatibility/2006" xmlns:a14="http://schemas.microsoft.com/office/drawing/2010/main">
        <mc:Choice Requires="a14">
          <p:sp>
            <p:nvSpPr>
              <p:cNvPr id="42" name="narrative_s11_text8">
                <a:extLst>
                  <a:ext uri="{FF2B5EF4-FFF2-40B4-BE49-F238E27FC236}">
                    <a16:creationId xmlns:a16="http://schemas.microsoft.com/office/drawing/2014/main" id="{70F2890D-C03B-4C2D-A394-7685E3861E9E}"/>
                  </a:ext>
                </a:extLst>
              </p:cNvPr>
              <p:cNvSpPr>
                <a:spLocks noGrp="1"/>
              </p:cNvSpPr>
              <p:nvPr/>
            </p:nvSpPr>
            <p:spPr>
              <a:xfrm>
                <a:off x="609600" y="5086350"/>
                <a:ext cx="1695450"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14:m>
                  <m:oMathPara xmlns:m="http://schemas.openxmlformats.org/officeDocument/2006/math">
                    <m:oMath>
                      <m:sSub>
                        <m:sSubPr>
                          <m:ctrlPr>
                            <a:rPr sz="3300" b="0" i="0">
                              <a:solidFill>
                                <a:srgbClr val="182D45"/>
                              </a:solidFill>
                              <a:latin typeface="Cambria Math"/>
                              <a:ea typeface="DejaVu Sans"/>
                              <a:cs typeface="DejaVu Sans"/>
                            </a:rPr>
                          </m:ctrlPr>
                        </m:sSubPr>
                        <m:e>
                          <m:r>
                            <a:rPr sz="3300" b="0" i="0">
                              <a:solidFill>
                                <a:srgbClr val="182D45"/>
                              </a:solidFill>
                              <a:latin typeface="Cambria Math"/>
                              <a:ea typeface="DejaVu Sans"/>
                              <a:cs typeface="DejaVu Sans"/>
                            </a:rPr>
                            <m:t>𝐶</m:t>
                          </m:r>
                        </m:e>
                        <m:sub>
                          <m:r>
                            <a:rPr sz="3300" b="0" i="0">
                              <a:solidFill>
                                <a:srgbClr val="182D45"/>
                              </a:solidFill>
                              <a:latin typeface="Cambria Math"/>
                              <a:ea typeface="DejaVu Sans"/>
                              <a:cs typeface="DejaVu Sans"/>
                            </a:rPr>
                            <m:t>12</m:t>
                          </m:r>
                        </m:sub>
                      </m:sSub>
                      <m:r>
                        <a:rPr sz="3300" b="0" i="0">
                          <a:solidFill>
                            <a:srgbClr val="182D45"/>
                          </a:solidFill>
                          <a:latin typeface="Cambria Math"/>
                          <a:ea typeface="DejaVu Sans"/>
                          <a:cs typeface="DejaVu Sans"/>
                        </a:rPr>
                        <m:t>=</m:t>
                      </m:r>
                    </m:oMath>
                  </m:oMathPara>
                </a14:m>
                <a:endParaRPr/>
              </a:p>
            </p:txBody>
          </p:sp>
        </mc:Choice>
        <mc:Fallback xmlns="">
          <p:sp>
            <p:nvSpPr>
              <p:cNvPr id="42" name="narrative_s11_text8">
                <a:extLst>
                  <a:ext uri="{FF2B5EF4-FFF2-40B4-BE49-F238E27FC236}">
                    <a16:creationId xmlns:a16="http://schemas.microsoft.com/office/drawing/2014/main" id="{70F2890D-C03B-4C2D-A394-7685E3861E9E}"/>
                  </a:ext>
                </a:extLst>
              </p:cNvPr>
              <p:cNvSpPr>
                <a:spLocks noGrp="1"/>
              </p:cNvSpPr>
              <p:nvPr/>
            </p:nvSpPr>
            <p:spPr>
              <a:xfrm>
                <a:off x="609600" y="5086350"/>
                <a:ext cx="1695450"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r>
                  <a:rPr sz="3300" b="0" i="0">
                    <a:solidFill>
                      <a:srgbClr val="182D45"/>
                    </a:solidFill>
                    <a:latin typeface="Cambria Math"/>
                    <a:ea typeface="DejaVu Sans"/>
                    <a:cs typeface="DejaVu Sans"/>
                  </a:rPr>
                  <a:t>𝐶</a:t>
                </a:r>
                <a:r>
                  <a:rPr sz="3300" b="0" i="0" baseline="-25000">
                    <a:solidFill>
                      <a:srgbClr val="182D45"/>
                    </a:solidFill>
                    <a:latin typeface="Cambria Math"/>
                    <a:ea typeface="DejaVu Sans"/>
                    <a:cs typeface="DejaVu Sans"/>
                  </a:rPr>
                  <a:t>1</a:t>
                </a:r>
                <a:r>
                  <a:rPr sz="3300" b="0" i="0" baseline="-25000">
                    <a:solidFill>
                      <a:srgbClr val="182D45"/>
                    </a:solidFill>
                    <a:latin typeface="Cambria Math"/>
                    <a:ea typeface="DejaVu Sans"/>
                    <a:cs typeface="DejaVu Sans"/>
                  </a:rPr>
                  <a:t>2</a:t>
                </a:r>
                <a:r>
                  <a:rPr sz="3300" b="0" i="0">
                    <a:solidFill>
                      <a:srgbClr val="182D45"/>
                    </a:solidFill>
                    <a:latin typeface="Cambria Math"/>
                    <a:ea typeface="DejaVu Sans"/>
                    <a:cs typeface="DejaVu Sans"/>
                  </a:rPr>
                  <a:t> = </a:t>
                </a:r>
              </a:p>
            </p:txBody>
          </p:sp>
        </mc:Fallback>
      </mc:AlternateContent>
      <p:sp>
        <p:nvSpPr>
          <p:cNvPr id="43" name="narrative_s11_text9">
            <a:extLst>
              <a:ext uri="{FF2B5EF4-FFF2-40B4-BE49-F238E27FC236}">
                <a16:creationId xmlns:a16="http://schemas.microsoft.com/office/drawing/2014/main" id="{A6A661AE-582D-4A50-B476-74411ED7CA6F}"/>
              </a:ext>
            </a:extLst>
          </p:cNvPr>
          <p:cNvSpPr>
            <a:spLocks noGrp="1"/>
          </p:cNvSpPr>
          <p:nvPr/>
        </p:nvSpPr>
        <p:spPr>
          <a:xfrm>
            <a:off x="2324100" y="5086350"/>
            <a:ext cx="1552575" cy="628650"/>
          </a:xfrm>
          <a:prstGeom prst="rect">
            <a:avLst/>
          </a:prstGeom>
          <a:noFill/>
          <a:ln w="0">
            <a:noFill/>
          </a:ln>
        </p:spPr>
        <p:txBody>
          <a:bodyPr wrap="square" lIns="0" tIns="0" rIns="0" bIns="0" anchor="t">
            <a:noAutofit/>
          </a:bodyPr>
          <a:lstStyle/>
          <a:p>
            <a:pPr algn="l">
              <a:defRPr sz="3300" b="1">
                <a:solidFill>
                  <a:srgbClr val="087F83"/>
                </a:solidFill>
                <a:latin typeface="DejaVu Sans"/>
                <a:ea typeface="DejaVu Sans"/>
                <a:cs typeface="DejaVu Sans"/>
              </a:defRPr>
            </a:pPr>
            <a:r>
              <a:rPr sz="3300" b="1">
                <a:solidFill>
                  <a:srgbClr val="087F83"/>
                </a:solidFill>
                <a:latin typeface="DejaVu Sans"/>
                <a:ea typeface="DejaVu Sans"/>
                <a:cs typeface="DejaVu Sans"/>
              </a:rPr>
              <a:t>5 × 2</a:t>
            </a:r>
          </a:p>
        </p:txBody>
      </p:sp>
      <p:sp>
        <p:nvSpPr>
          <p:cNvPr id="44" name="narrative_s11_text10">
            <a:extLst>
              <a:ext uri="{FF2B5EF4-FFF2-40B4-BE49-F238E27FC236}">
                <a16:creationId xmlns:a16="http://schemas.microsoft.com/office/drawing/2014/main" id="{C71E7AF1-F26B-4E5A-8454-8DE994D702F3}"/>
              </a:ext>
            </a:extLst>
          </p:cNvPr>
          <p:cNvSpPr>
            <a:spLocks noGrp="1"/>
          </p:cNvSpPr>
          <p:nvPr/>
        </p:nvSpPr>
        <p:spPr>
          <a:xfrm>
            <a:off x="4076700" y="5086350"/>
            <a:ext cx="542925"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r>
              <a:rPr sz="3300" b="0">
                <a:solidFill>
                  <a:srgbClr val="182D45"/>
                </a:solidFill>
                <a:latin typeface="DejaVu Sans"/>
                <a:ea typeface="DejaVu Sans"/>
                <a:cs typeface="DejaVu Sans"/>
              </a:rPr>
              <a:t>+</a:t>
            </a:r>
          </a:p>
        </p:txBody>
      </p:sp>
      <p:sp>
        <p:nvSpPr>
          <p:cNvPr id="45" name="narrative_s11_text11">
            <a:extLst>
              <a:ext uri="{FF2B5EF4-FFF2-40B4-BE49-F238E27FC236}">
                <a16:creationId xmlns:a16="http://schemas.microsoft.com/office/drawing/2014/main" id="{E4BB915F-3677-4062-8867-17745AACAF3D}"/>
              </a:ext>
            </a:extLst>
          </p:cNvPr>
          <p:cNvSpPr>
            <a:spLocks noGrp="1"/>
          </p:cNvSpPr>
          <p:nvPr/>
        </p:nvSpPr>
        <p:spPr>
          <a:xfrm>
            <a:off x="4676775" y="5086350"/>
            <a:ext cx="1571625" cy="628650"/>
          </a:xfrm>
          <a:prstGeom prst="rect">
            <a:avLst/>
          </a:prstGeom>
          <a:noFill/>
          <a:ln w="0">
            <a:noFill/>
          </a:ln>
        </p:spPr>
        <p:txBody>
          <a:bodyPr wrap="square" lIns="0" tIns="0" rIns="0" bIns="0" anchor="t">
            <a:noAutofit/>
          </a:bodyPr>
          <a:lstStyle/>
          <a:p>
            <a:pPr algn="l">
              <a:defRPr sz="3300" b="1">
                <a:solidFill>
                  <a:srgbClr val="C45C28"/>
                </a:solidFill>
                <a:latin typeface="DejaVu Sans"/>
                <a:ea typeface="DejaVu Sans"/>
                <a:cs typeface="DejaVu Sans"/>
              </a:defRPr>
            </a:pPr>
            <a:r>
              <a:rPr sz="3300" b="1">
                <a:solidFill>
                  <a:srgbClr val="C45C28"/>
                </a:solidFill>
                <a:latin typeface="DejaVu Sans"/>
                <a:ea typeface="DejaVu Sans"/>
                <a:cs typeface="DejaVu Sans"/>
              </a:rPr>
              <a:t>6 × 4</a:t>
            </a:r>
          </a:p>
        </p:txBody>
      </p:sp>
      <p:sp>
        <p:nvSpPr>
          <p:cNvPr id="46" name="narrative_s11_text12">
            <a:extLst>
              <a:ext uri="{FF2B5EF4-FFF2-40B4-BE49-F238E27FC236}">
                <a16:creationId xmlns:a16="http://schemas.microsoft.com/office/drawing/2014/main" id="{14B86A37-D357-4FF7-B57C-220FF2FB4431}"/>
              </a:ext>
            </a:extLst>
          </p:cNvPr>
          <p:cNvSpPr>
            <a:spLocks noGrp="1"/>
          </p:cNvSpPr>
          <p:nvPr/>
        </p:nvSpPr>
        <p:spPr>
          <a:xfrm>
            <a:off x="6677025" y="5086350"/>
            <a:ext cx="1885950" cy="628650"/>
          </a:xfrm>
          <a:prstGeom prst="rect">
            <a:avLst/>
          </a:prstGeom>
          <a:noFill/>
          <a:ln w="0">
            <a:noFill/>
          </a:ln>
        </p:spPr>
        <p:txBody>
          <a:bodyPr wrap="square" lIns="0" tIns="0" rIns="0" bIns="0" anchor="t">
            <a:noAutofit/>
          </a:bodyPr>
          <a:lstStyle/>
          <a:p>
            <a:pPr algn="l">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 34</a:t>
            </a:r>
          </a:p>
        </p:txBody>
      </p:sp>
      <mc:AlternateContent xmlns:mc="http://schemas.openxmlformats.org/markup-compatibility/2006" xmlns:a14="http://schemas.microsoft.com/office/drawing/2010/main">
        <mc:Choice Requires="a14">
          <p:sp>
            <p:nvSpPr>
              <p:cNvPr id="47" name="narrative_s11_text13">
                <a:extLst>
                  <a:ext uri="{FF2B5EF4-FFF2-40B4-BE49-F238E27FC236}">
                    <a16:creationId xmlns:a16="http://schemas.microsoft.com/office/drawing/2014/main" id="{7A916D66-CF5D-4C90-A8CD-0539E82A1B9B}"/>
                  </a:ext>
                </a:extLst>
              </p:cNvPr>
              <p:cNvSpPr>
                <a:spLocks noGrp="1"/>
              </p:cNvSpPr>
              <p:nvPr/>
            </p:nvSpPr>
            <p:spPr>
              <a:xfrm>
                <a:off x="609600" y="5962650"/>
                <a:ext cx="10858500" cy="45720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14:m>
                  <m:oMath xmlns:m="http://schemas.openxmlformats.org/officeDocument/2006/math">
                    <m:r>
                      <a:rPr sz="1875" b="0" i="0">
                        <a:solidFill>
                          <a:srgbClr val="526276"/>
                        </a:solidFill>
                        <a:latin typeface="Cambria Math"/>
                        <a:ea typeface="DejaVu Sans"/>
                        <a:cs typeface="DejaVu Sans"/>
                      </a:rPr>
                      <m:t>10+24=34</m:t>
                    </m:r>
                  </m:oMath>
                </a14:m>
                <a:r>
                  <a:rPr sz="1875" b="0">
                    <a:solidFill>
                      <a:srgbClr val="526276"/>
                    </a:solidFill>
                    <a:latin typeface="DejaVu Sans"/>
                    <a:ea typeface="DejaVu Sans"/>
                    <a:cs typeface="DejaVu Sans"/>
                  </a:rPr>
                  <a:t>: the sum fills the selected entry of </a:t>
                </a:r>
                <a14:m>
                  <m:oMath xmlns:m="http://schemas.openxmlformats.org/officeDocument/2006/math">
                    <m:r>
                      <a:rPr sz="1875" b="0" i="0">
                        <a:solidFill>
                          <a:srgbClr val="526276"/>
                        </a:solidFill>
                        <a:latin typeface="Cambria Math"/>
                        <a:ea typeface="DejaVu Sans"/>
                        <a:cs typeface="DejaVu Sans"/>
                      </a:rPr>
                      <m:t>𝐂</m:t>
                    </m:r>
                  </m:oMath>
                </a14:m>
                <a:r>
                  <a:rPr sz="1875" b="0">
                    <a:solidFill>
                      <a:srgbClr val="526276"/>
                    </a:solidFill>
                    <a:latin typeface="DejaVu Sans"/>
                    <a:ea typeface="DejaVu Sans"/>
                    <a:cs typeface="DejaVu Sans"/>
                  </a:rPr>
                  <a:t>.</a:t>
                </a:r>
              </a:p>
            </p:txBody>
          </p:sp>
        </mc:Choice>
        <mc:Fallback xmlns="">
          <p:sp>
            <p:nvSpPr>
              <p:cNvPr id="47" name="narrative_s11_text13">
                <a:extLst>
                  <a:ext uri="{FF2B5EF4-FFF2-40B4-BE49-F238E27FC236}">
                    <a16:creationId xmlns:a16="http://schemas.microsoft.com/office/drawing/2014/main" id="{7A916D66-CF5D-4C90-A8CD-0539E82A1B9B}"/>
                  </a:ext>
                </a:extLst>
              </p:cNvPr>
              <p:cNvSpPr>
                <a:spLocks noGrp="1"/>
              </p:cNvSpPr>
              <p:nvPr/>
            </p:nvSpPr>
            <p:spPr>
              <a:xfrm>
                <a:off x="609600" y="5962650"/>
                <a:ext cx="10858500" cy="45720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i="0">
                    <a:solidFill>
                      <a:srgbClr val="526276"/>
                    </a:solidFill>
                    <a:latin typeface="Cambria Math"/>
                    <a:ea typeface="DejaVu Sans"/>
                    <a:cs typeface="DejaVu Sans"/>
                  </a:rPr>
                  <a:t>1</a:t>
                </a:r>
                <a:r>
                  <a:rPr sz="1875" b="0" i="0">
                    <a:solidFill>
                      <a:srgbClr val="526276"/>
                    </a:solidFill>
                    <a:latin typeface="Cambria Math"/>
                    <a:ea typeface="DejaVu Sans"/>
                    <a:cs typeface="DejaVu Sans"/>
                  </a:rPr>
                  <a:t>0</a:t>
                </a:r>
                <a:r>
                  <a:rPr sz="1875" b="0" i="0">
                    <a:solidFill>
                      <a:srgbClr val="526276"/>
                    </a:solidFill>
                    <a:latin typeface="Cambria Math"/>
                    <a:ea typeface="DejaVu Sans"/>
                    <a:cs typeface="DejaVu Sans"/>
                  </a:rPr>
                  <a:t> + </a:t>
                </a:r>
                <a:r>
                  <a:rPr sz="1875" b="0" i="0">
                    <a:solidFill>
                      <a:srgbClr val="526276"/>
                    </a:solidFill>
                    <a:latin typeface="Cambria Math"/>
                    <a:ea typeface="DejaVu Sans"/>
                    <a:cs typeface="DejaVu Sans"/>
                  </a:rPr>
                  <a:t>2</a:t>
                </a:r>
                <a:r>
                  <a:rPr sz="1875" b="0" i="0">
                    <a:solidFill>
                      <a:srgbClr val="526276"/>
                    </a:solidFill>
                    <a:latin typeface="Cambria Math"/>
                    <a:ea typeface="DejaVu Sans"/>
                    <a:cs typeface="DejaVu Sans"/>
                  </a:rPr>
                  <a:t>4</a:t>
                </a:r>
                <a:r>
                  <a:rPr sz="1875" b="0" i="0">
                    <a:solidFill>
                      <a:srgbClr val="526276"/>
                    </a:solidFill>
                    <a:latin typeface="Cambria Math"/>
                    <a:ea typeface="DejaVu Sans"/>
                    <a:cs typeface="DejaVu Sans"/>
                  </a:rPr>
                  <a:t> = </a:t>
                </a:r>
                <a:r>
                  <a:rPr sz="1875" b="0" i="0">
                    <a:solidFill>
                      <a:srgbClr val="526276"/>
                    </a:solidFill>
                    <a:latin typeface="Cambria Math"/>
                    <a:ea typeface="DejaVu Sans"/>
                    <a:cs typeface="DejaVu Sans"/>
                  </a:rPr>
                  <a:t>3</a:t>
                </a:r>
                <a:r>
                  <a:rPr sz="1875" b="0" i="0">
                    <a:solidFill>
                      <a:srgbClr val="526276"/>
                    </a:solidFill>
                    <a:latin typeface="Cambria Math"/>
                    <a:ea typeface="DejaVu Sans"/>
                    <a:cs typeface="DejaVu Sans"/>
                  </a:rPr>
                  <a:t>4</a:t>
                </a:r>
                <a:r>
                  <a:rPr sz="1875" b="0">
                    <a:solidFill>
                      <a:srgbClr val="526276"/>
                    </a:solidFill>
                    <a:latin typeface="DejaVu Sans"/>
                    <a:ea typeface="DejaVu Sans"/>
                    <a:cs typeface="DejaVu Sans"/>
                  </a:rPr>
                  <a:t>: the sum fills the selected entry of </a:t>
                </a:r>
                <a:r>
                  <a:rPr sz="1875" b="0" i="0">
                    <a:solidFill>
                      <a:srgbClr val="526276"/>
                    </a:solidFill>
                    <a:latin typeface="Cambria Math"/>
                    <a:ea typeface="DejaVu Sans"/>
                    <a:cs typeface="DejaVu Sans"/>
                  </a:rPr>
                  <a:t>𝐂</a:t>
                </a:r>
                <a:r>
                  <a:rPr sz="1875" b="0">
                    <a:solidFill>
                      <a:srgbClr val="526276"/>
                    </a:solidFill>
                    <a:latin typeface="DejaVu Sans"/>
                    <a:ea typeface="DejaVu Sans"/>
                    <a:cs typeface="DejaVu Sans"/>
                  </a:rPr>
                  <a:t>.</a:t>
                </a:r>
              </a:p>
            </p:txBody>
          </p:sp>
        </mc:Fallback>
      </mc:AlternateContent>
    </p:spTree>
    <p:extLst>
      <p:ext uri="{BB962C8B-B14F-4D97-AF65-F5344CB8AC3E}">
        <p14:creationId xmlns:p14="http://schemas.microsoft.com/office/powerpoint/2010/main" val="12122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uild="allAtOnce" animBg="1"/>
      <p:bldP spid="38" grpId="0" build="allAtOnce" animBg="1"/>
      <p:bldP spid="39" grpId="0" build="allAtOnce" animBg="1"/>
      <p:bldP spid="40" grpId="0" build="allAtOnce" animBg="1"/>
      <p:bldP spid="41" grpId="0" build="allAtOnce" animBg="1"/>
      <p:bldP spid="43" grpId="0" build="allAtOnce" animBg="1"/>
      <p:bldP spid="44" grpId="0" build="allAtOnce" animBg="1"/>
      <p:bldP spid="45" grpId="0" build="allAtOnce" animBg="1"/>
      <p:bldP spid="46" grpId="0" build="allAtOnce" animBg="1"/>
      <p:bldP spid="47" grpId="0" build="allAtOnce"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9" name="narrative_s12_text1">
                <a:extLst>
                  <a:ext uri="{FF2B5EF4-FFF2-40B4-BE49-F238E27FC236}">
                    <a16:creationId xmlns:a16="http://schemas.microsoft.com/office/drawing/2014/main" id="{E4744E0D-06EF-4D9B-96B1-53F9C0015149}"/>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Computing </a:t>
                </a:r>
                <a14:m>
                  <m:oMath xmlns:m="http://schemas.openxmlformats.org/officeDocument/2006/math">
                    <m:sSub>
                      <m:sSubPr>
                        <m:ctrlPr>
                          <a:rPr sz="3150" b="0" i="0">
                            <a:solidFill>
                              <a:srgbClr val="182D45"/>
                            </a:solidFill>
                            <a:latin typeface="Cambria Math"/>
                            <a:ea typeface="DejaVu Sans"/>
                            <a:cs typeface="DejaVu Sans"/>
                          </a:rPr>
                        </m:ctrlPr>
                      </m:sSubPr>
                      <m:e>
                        <m:r>
                          <a:rPr sz="3150" b="0" i="0">
                            <a:solidFill>
                              <a:srgbClr val="182D45"/>
                            </a:solidFill>
                            <a:latin typeface="Cambria Math"/>
                            <a:ea typeface="DejaVu Sans"/>
                            <a:cs typeface="DejaVu Sans"/>
                          </a:rPr>
                          <m:t>𝐶</m:t>
                        </m:r>
                      </m:e>
                      <m:sub>
                        <m:r>
                          <a:rPr sz="3150" b="0" i="0">
                            <a:solidFill>
                              <a:srgbClr val="182D45"/>
                            </a:solidFill>
                            <a:latin typeface="Cambria Math"/>
                            <a:ea typeface="DejaVu Sans"/>
                            <a:cs typeface="DejaVu Sans"/>
                          </a:rPr>
                          <m:t>21</m:t>
                        </m:r>
                      </m:sub>
                    </m:sSub>
                  </m:oMath>
                </a14:m>
                <a:r>
                  <a:rPr sz="3150" b="1">
                    <a:solidFill>
                      <a:srgbClr val="182D45"/>
                    </a:solidFill>
                    <a:latin typeface="DejaVu Sans"/>
                    <a:ea typeface="DejaVu Sans"/>
                    <a:cs typeface="DejaVu Sans"/>
                  </a:rPr>
                  <a:t>: row 2, column 1</a:t>
                </a:r>
              </a:p>
            </p:txBody>
          </p:sp>
        </mc:Choice>
        <mc:Fallback xmlns="">
          <p:sp>
            <p:nvSpPr>
              <p:cNvPr id="49" name="narrative_s12_text1">
                <a:extLst>
                  <a:ext uri="{FF2B5EF4-FFF2-40B4-BE49-F238E27FC236}">
                    <a16:creationId xmlns:a16="http://schemas.microsoft.com/office/drawing/2014/main" id="{E4744E0D-06EF-4D9B-96B1-53F9C0015149}"/>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Computing </a:t>
                </a:r>
                <a:r>
                  <a:rPr sz="3150" b="0" i="0">
                    <a:solidFill>
                      <a:srgbClr val="182D45"/>
                    </a:solidFill>
                    <a:latin typeface="Cambria Math"/>
                    <a:ea typeface="DejaVu Sans"/>
                    <a:cs typeface="DejaVu Sans"/>
                  </a:rPr>
                  <a:t>𝐶</a:t>
                </a:r>
                <a:r>
                  <a:rPr sz="3150" b="0" i="0" baseline="-25000">
                    <a:solidFill>
                      <a:srgbClr val="182D45"/>
                    </a:solidFill>
                    <a:latin typeface="Cambria Math"/>
                    <a:ea typeface="DejaVu Sans"/>
                    <a:cs typeface="DejaVu Sans"/>
                  </a:rPr>
                  <a:t>2</a:t>
                </a:r>
                <a:r>
                  <a:rPr sz="3150" b="0" i="0" baseline="-25000">
                    <a:solidFill>
                      <a:srgbClr val="182D45"/>
                    </a:solidFill>
                    <a:latin typeface="Cambria Math"/>
                    <a:ea typeface="DejaVu Sans"/>
                    <a:cs typeface="DejaVu Sans"/>
                  </a:rPr>
                  <a:t>1</a:t>
                </a:r>
                <a:r>
                  <a:rPr sz="3150" b="1">
                    <a:solidFill>
                      <a:srgbClr val="182D45"/>
                    </a:solidFill>
                    <a:latin typeface="DejaVu Sans"/>
                    <a:ea typeface="DejaVu Sans"/>
                    <a:cs typeface="DejaVu Sans"/>
                  </a:rPr>
                  <a:t>: row 2, column 1</a:t>
                </a:r>
              </a:p>
            </p:txBody>
          </p:sp>
        </mc:Fallback>
      </mc:AlternateContent>
      <p:sp>
        <p:nvSpPr>
          <p:cNvPr id="2" name="page_number">
            <a:extLst>
              <a:ext uri="{FF2B5EF4-FFF2-40B4-BE49-F238E27FC236}">
                <a16:creationId xmlns:a16="http://schemas.microsoft.com/office/drawing/2014/main" id="{8C94018A-A706-4EF4-830A-EA4102E02C87}"/>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12</a:t>
            </a:r>
          </a:p>
        </p:txBody>
      </p:sp>
      <mc:AlternateContent xmlns:mc="http://schemas.openxmlformats.org/markup-compatibility/2006" xmlns:a14="http://schemas.microsoft.com/office/drawing/2010/main">
        <mc:Choice Requires="a14">
          <p:sp>
            <p:nvSpPr>
              <p:cNvPr id="3" name="narrative_s12_text2">
                <a:extLst>
                  <a:ext uri="{FF2B5EF4-FFF2-40B4-BE49-F238E27FC236}">
                    <a16:creationId xmlns:a16="http://schemas.microsoft.com/office/drawing/2014/main" id="{602DF221-5131-4945-A533-FD49703DAD98}"/>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14:m>
                  <m:oMath xmlns:m="http://schemas.openxmlformats.org/officeDocument/2006/math">
                    <m:sSub>
                      <m:sSubPr>
                        <m:ctrlPr>
                          <a:rPr sz="2100" b="0" i="0">
                            <a:solidFill>
                              <a:srgbClr val="182D45"/>
                            </a:solidFill>
                            <a:latin typeface="Cambria Math"/>
                            <a:ea typeface="DejaVu Sans"/>
                            <a:cs typeface="DejaVu Sans"/>
                          </a:rPr>
                        </m:ctrlPr>
                      </m:sSubPr>
                      <m:e>
                        <m:r>
                          <a:rPr sz="2100" b="0" i="0">
                            <a:solidFill>
                              <a:srgbClr val="182D45"/>
                            </a:solidFill>
                            <a:latin typeface="Cambria Math"/>
                            <a:ea typeface="DejaVu Sans"/>
                            <a:cs typeface="DejaVu Sans"/>
                          </a:rPr>
                          <m:t>𝐶</m:t>
                        </m:r>
                      </m:e>
                      <m:sub>
                        <m:r>
                          <a:rPr sz="2100" b="0" i="0">
                            <a:solidFill>
                              <a:srgbClr val="182D45"/>
                            </a:solidFill>
                            <a:latin typeface="Cambria Math"/>
                            <a:ea typeface="DejaVu Sans"/>
                            <a:cs typeface="DejaVu Sans"/>
                          </a:rPr>
                          <m:t>21</m:t>
                        </m:r>
                      </m:sub>
                    </m:sSub>
                  </m:oMath>
                </a14:m>
                <a:r>
                  <a:rPr sz="2100" b="0">
                    <a:solidFill>
                      <a:srgbClr val="182D45"/>
                    </a:solidFill>
                    <a:latin typeface="DejaVu Sans"/>
                    <a:ea typeface="DejaVu Sans"/>
                    <a:cs typeface="DejaVu Sans"/>
                  </a:rPr>
                  <a:t> uses row 2 of </a:t>
                </a:r>
                <a14:m>
                  <m:oMath xmlns:m="http://schemas.openxmlformats.org/officeDocument/2006/math">
                    <m:r>
                      <a:rPr sz="2100" b="0" i="0">
                        <a:solidFill>
                          <a:srgbClr val="182D45"/>
                        </a:solidFill>
                        <a:latin typeface="Cambria Math"/>
                        <a:ea typeface="DejaVu Sans"/>
                        <a:cs typeface="DejaVu Sans"/>
                      </a:rPr>
                      <m:t>𝐀</m:t>
                    </m:r>
                  </m:oMath>
                </a14:m>
                <a:r>
                  <a:rPr sz="2100" b="0">
                    <a:solidFill>
                      <a:srgbClr val="182D45"/>
                    </a:solidFill>
                    <a:latin typeface="DejaVu Sans"/>
                    <a:ea typeface="DejaVu Sans"/>
                    <a:cs typeface="DejaVu Sans"/>
                  </a:rPr>
                  <a:t> and column 1 of </a:t>
                </a:r>
                <a14:m>
                  <m:oMath xmlns:m="http://schemas.openxmlformats.org/officeDocument/2006/math">
                    <m:r>
                      <a:rPr sz="2100" b="0" i="0">
                        <a:solidFill>
                          <a:srgbClr val="182D45"/>
                        </a:solidFill>
                        <a:latin typeface="Cambria Math"/>
                        <a:ea typeface="DejaVu Sans"/>
                        <a:cs typeface="DejaVu Sans"/>
                      </a:rPr>
                      <m:t>𝐁</m:t>
                    </m:r>
                  </m:oMath>
                </a14:m>
                <a:r>
                  <a:rPr sz="2100" b="0">
                    <a:solidFill>
                      <a:srgbClr val="182D45"/>
                    </a:solidFill>
                    <a:latin typeface="DejaVu Sans"/>
                    <a:ea typeface="DejaVu Sans"/>
                    <a:cs typeface="DejaVu Sans"/>
                  </a:rPr>
                  <a:t>. The two colours will identify the two pairs of factors.</a:t>
                </a:r>
              </a:p>
            </p:txBody>
          </p:sp>
        </mc:Choice>
        <mc:Fallback xmlns="">
          <p:sp>
            <p:nvSpPr>
              <p:cNvPr id="3" name="narrative_s12_text2">
                <a:extLst>
                  <a:ext uri="{FF2B5EF4-FFF2-40B4-BE49-F238E27FC236}">
                    <a16:creationId xmlns:a16="http://schemas.microsoft.com/office/drawing/2014/main" id="{602DF221-5131-4945-A533-FD49703DAD98}"/>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i="0">
                    <a:solidFill>
                      <a:srgbClr val="182D45"/>
                    </a:solidFill>
                    <a:latin typeface="Cambria Math"/>
                    <a:ea typeface="DejaVu Sans"/>
                    <a:cs typeface="DejaVu Sans"/>
                  </a:rPr>
                  <a:t>𝐶</a:t>
                </a:r>
                <a:r>
                  <a:rPr sz="2100" b="0" i="0" baseline="-25000">
                    <a:solidFill>
                      <a:srgbClr val="182D45"/>
                    </a:solidFill>
                    <a:latin typeface="Cambria Math"/>
                    <a:ea typeface="DejaVu Sans"/>
                    <a:cs typeface="DejaVu Sans"/>
                  </a:rPr>
                  <a:t>2</a:t>
                </a:r>
                <a:r>
                  <a:rPr sz="2100" b="0" i="0" baseline="-25000">
                    <a:solidFill>
                      <a:srgbClr val="182D45"/>
                    </a:solidFill>
                    <a:latin typeface="Cambria Math"/>
                    <a:ea typeface="DejaVu Sans"/>
                    <a:cs typeface="DejaVu Sans"/>
                  </a:rPr>
                  <a:t>1</a:t>
                </a:r>
                <a:r>
                  <a:rPr sz="2100" b="0">
                    <a:solidFill>
                      <a:srgbClr val="182D45"/>
                    </a:solidFill>
                    <a:latin typeface="DejaVu Sans"/>
                    <a:ea typeface="DejaVu Sans"/>
                    <a:cs typeface="DejaVu Sans"/>
                  </a:rPr>
                  <a:t> uses row 2 of </a:t>
                </a:r>
                <a:r>
                  <a:rPr sz="2100" b="0" i="0">
                    <a:solidFill>
                      <a:srgbClr val="182D45"/>
                    </a:solidFill>
                    <a:latin typeface="Cambria Math"/>
                    <a:ea typeface="DejaVu Sans"/>
                    <a:cs typeface="DejaVu Sans"/>
                  </a:rPr>
                  <a:t>𝐀</a:t>
                </a:r>
                <a:r>
                  <a:rPr sz="2100" b="0">
                    <a:solidFill>
                      <a:srgbClr val="182D45"/>
                    </a:solidFill>
                    <a:latin typeface="DejaVu Sans"/>
                    <a:ea typeface="DejaVu Sans"/>
                    <a:cs typeface="DejaVu Sans"/>
                  </a:rPr>
                  <a:t> and column 1 of </a:t>
                </a:r>
                <a:r>
                  <a:rPr sz="2100" b="0" i="0">
                    <a:solidFill>
                      <a:srgbClr val="182D45"/>
                    </a:solidFill>
                    <a:latin typeface="Cambria Math"/>
                    <a:ea typeface="DejaVu Sans"/>
                    <a:cs typeface="DejaVu Sans"/>
                  </a:rPr>
                  <a:t>𝐁</a:t>
                </a:r>
                <a:r>
                  <a:rPr sz="2100" b="0">
                    <a:solidFill>
                      <a:srgbClr val="182D45"/>
                    </a:solidFill>
                    <a:latin typeface="DejaVu Sans"/>
                    <a:ea typeface="DejaVu Sans"/>
                    <a:cs typeface="DejaVu Sans"/>
                  </a:rPr>
                  <a:t>. The two colours will identify the two pairs of factors.</a:t>
                </a:r>
              </a:p>
            </p:txBody>
          </p:sp>
        </mc:Fallback>
      </mc:AlternateContent>
      <mc:AlternateContent xmlns:mc="http://schemas.openxmlformats.org/markup-compatibility/2006" xmlns:a14="http://schemas.microsoft.com/office/drawing/2010/main">
        <mc:Choice Requires="a14">
          <p:sp>
            <p:nvSpPr>
              <p:cNvPr id="4" name="narrative_s12_text3">
                <a:extLst>
                  <a:ext uri="{FF2B5EF4-FFF2-40B4-BE49-F238E27FC236}">
                    <a16:creationId xmlns:a16="http://schemas.microsoft.com/office/drawing/2014/main" id="{4AB0CB79-99D1-44EA-996B-A1B8F5F3570B}"/>
                  </a:ext>
                </a:extLst>
              </p:cNvPr>
              <p:cNvSpPr>
                <a:spLocks noGrp="1"/>
              </p:cNvSpPr>
              <p:nvPr/>
            </p:nvSpPr>
            <p:spPr>
              <a:xfrm>
                <a:off x="19716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𝐀</m:t>
                      </m:r>
                    </m:oMath>
                  </m:oMathPara>
                </a14:m>
                <a:endParaRPr/>
              </a:p>
            </p:txBody>
          </p:sp>
        </mc:Choice>
        <mc:Fallback xmlns="">
          <p:sp>
            <p:nvSpPr>
              <p:cNvPr id="4" name="narrative_s12_text3">
                <a:extLst>
                  <a:ext uri="{FF2B5EF4-FFF2-40B4-BE49-F238E27FC236}">
                    <a16:creationId xmlns:a16="http://schemas.microsoft.com/office/drawing/2014/main" id="{4AB0CB79-99D1-44EA-996B-A1B8F5F3570B}"/>
                  </a:ext>
                </a:extLst>
              </p:cNvPr>
              <p:cNvSpPr>
                <a:spLocks noGrp="1"/>
              </p:cNvSpPr>
              <p:nvPr/>
            </p:nvSpPr>
            <p:spPr>
              <a:xfrm>
                <a:off x="19716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𝐀</a:t>
                </a:r>
              </a:p>
            </p:txBody>
          </p:sp>
        </mc:Fallback>
      </mc:AlternateContent>
      <mc:AlternateContent xmlns:mc="http://schemas.openxmlformats.org/markup-compatibility/2006" xmlns:a14="http://schemas.microsoft.com/office/drawing/2010/main">
        <mc:Choice Requires="a14">
          <p:sp>
            <p:nvSpPr>
              <p:cNvPr id="5" name="narrative_s12_text4">
                <a:extLst>
                  <a:ext uri="{FF2B5EF4-FFF2-40B4-BE49-F238E27FC236}">
                    <a16:creationId xmlns:a16="http://schemas.microsoft.com/office/drawing/2014/main" id="{AB2E4A14-05A8-4CA9-94F3-2BAC06D56C09}"/>
                  </a:ext>
                </a:extLst>
              </p:cNvPr>
              <p:cNvSpPr>
                <a:spLocks noGrp="1"/>
              </p:cNvSpPr>
              <p:nvPr/>
            </p:nvSpPr>
            <p:spPr>
              <a:xfrm>
                <a:off x="55911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𝐁</m:t>
                      </m:r>
                    </m:oMath>
                  </m:oMathPara>
                </a14:m>
                <a:endParaRPr/>
              </a:p>
            </p:txBody>
          </p:sp>
        </mc:Choice>
        <mc:Fallback xmlns="">
          <p:sp>
            <p:nvSpPr>
              <p:cNvPr id="5" name="narrative_s12_text4">
                <a:extLst>
                  <a:ext uri="{FF2B5EF4-FFF2-40B4-BE49-F238E27FC236}">
                    <a16:creationId xmlns:a16="http://schemas.microsoft.com/office/drawing/2014/main" id="{AB2E4A14-05A8-4CA9-94F3-2BAC06D56C09}"/>
                  </a:ext>
                </a:extLst>
              </p:cNvPr>
              <p:cNvSpPr>
                <a:spLocks noGrp="1"/>
              </p:cNvSpPr>
              <p:nvPr/>
            </p:nvSpPr>
            <p:spPr>
              <a:xfrm>
                <a:off x="55911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𝐁</a:t>
                </a:r>
              </a:p>
            </p:txBody>
          </p:sp>
        </mc:Fallback>
      </mc:AlternateContent>
      <mc:AlternateContent xmlns:mc="http://schemas.openxmlformats.org/markup-compatibility/2006" xmlns:a14="http://schemas.microsoft.com/office/drawing/2010/main">
        <mc:Choice Requires="a14">
          <p:sp>
            <p:nvSpPr>
              <p:cNvPr id="6" name="narrative_s12_text5">
                <a:extLst>
                  <a:ext uri="{FF2B5EF4-FFF2-40B4-BE49-F238E27FC236}">
                    <a16:creationId xmlns:a16="http://schemas.microsoft.com/office/drawing/2014/main" id="{BD2EBB60-2823-470E-9BA2-B8C86C245850}"/>
                  </a:ext>
                </a:extLst>
              </p:cNvPr>
              <p:cNvSpPr>
                <a:spLocks noGrp="1"/>
              </p:cNvSpPr>
              <p:nvPr/>
            </p:nvSpPr>
            <p:spPr>
              <a:xfrm>
                <a:off x="95535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𝐂</m:t>
                      </m:r>
                    </m:oMath>
                  </m:oMathPara>
                </a14:m>
                <a:endParaRPr/>
              </a:p>
            </p:txBody>
          </p:sp>
        </mc:Choice>
        <mc:Fallback xmlns="">
          <p:sp>
            <p:nvSpPr>
              <p:cNvPr id="6" name="narrative_s12_text5">
                <a:extLst>
                  <a:ext uri="{FF2B5EF4-FFF2-40B4-BE49-F238E27FC236}">
                    <a16:creationId xmlns:a16="http://schemas.microsoft.com/office/drawing/2014/main" id="{BD2EBB60-2823-470E-9BA2-B8C86C245850}"/>
                  </a:ext>
                </a:extLst>
              </p:cNvPr>
              <p:cNvSpPr>
                <a:spLocks noGrp="1"/>
              </p:cNvSpPr>
              <p:nvPr/>
            </p:nvSpPr>
            <p:spPr>
              <a:xfrm>
                <a:off x="95535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𝐂</a:t>
                </a:r>
              </a:p>
            </p:txBody>
          </p:sp>
        </mc:Fallback>
      </mc:AlternateContent>
      <p:sp>
        <p:nvSpPr>
          <p:cNvPr id="7" name="A_bracket_left">
            <a:extLst>
              <a:ext uri="{FF2B5EF4-FFF2-40B4-BE49-F238E27FC236}">
                <a16:creationId xmlns:a16="http://schemas.microsoft.com/office/drawing/2014/main" id="{2558E064-2EBB-42B5-9D4B-9B9328EEE264}"/>
              </a:ext>
            </a:extLst>
          </p:cNvPr>
          <p:cNvSpPr>
            <a:spLocks noGrp="1"/>
          </p:cNvSpPr>
          <p:nvPr/>
        </p:nvSpPr>
        <p:spPr>
          <a:xfrm>
            <a:off x="1047750" y="2600325"/>
            <a:ext cx="28575" cy="1733550"/>
          </a:xfrm>
          <a:prstGeom prst="rect">
            <a:avLst/>
          </a:prstGeom>
          <a:solidFill>
            <a:srgbClr val="182D45"/>
          </a:solidFill>
          <a:ln w="0">
            <a:noFill/>
          </a:ln>
        </p:spPr>
        <p:txBody>
          <a:bodyPr/>
          <a:lstStyle/>
          <a:p>
            <a:endParaRPr lang="it-IT"/>
          </a:p>
        </p:txBody>
      </p:sp>
      <p:sp>
        <p:nvSpPr>
          <p:cNvPr id="8" name="A_bracket_right">
            <a:extLst>
              <a:ext uri="{FF2B5EF4-FFF2-40B4-BE49-F238E27FC236}">
                <a16:creationId xmlns:a16="http://schemas.microsoft.com/office/drawing/2014/main" id="{7C9670E0-F329-41F9-B46F-A955AE055431}"/>
              </a:ext>
            </a:extLst>
          </p:cNvPr>
          <p:cNvSpPr>
            <a:spLocks noGrp="1"/>
          </p:cNvSpPr>
          <p:nvPr/>
        </p:nvSpPr>
        <p:spPr>
          <a:xfrm>
            <a:off x="3114675" y="2600325"/>
            <a:ext cx="28575" cy="1733550"/>
          </a:xfrm>
          <a:prstGeom prst="rect">
            <a:avLst/>
          </a:prstGeom>
          <a:solidFill>
            <a:srgbClr val="182D45"/>
          </a:solidFill>
          <a:ln w="0">
            <a:noFill/>
          </a:ln>
        </p:spPr>
        <p:txBody>
          <a:bodyPr/>
          <a:lstStyle/>
          <a:p>
            <a:endParaRPr lang="it-IT"/>
          </a:p>
        </p:txBody>
      </p:sp>
      <p:sp>
        <p:nvSpPr>
          <p:cNvPr id="9" name="A_bracket_l_273">
            <a:extLst>
              <a:ext uri="{FF2B5EF4-FFF2-40B4-BE49-F238E27FC236}">
                <a16:creationId xmlns:a16="http://schemas.microsoft.com/office/drawing/2014/main" id="{0A81E411-C34D-4D48-A7B9-4A3D5B8E6740}"/>
              </a:ext>
            </a:extLst>
          </p:cNvPr>
          <p:cNvSpPr>
            <a:spLocks noGrp="1"/>
          </p:cNvSpPr>
          <p:nvPr/>
        </p:nvSpPr>
        <p:spPr>
          <a:xfrm>
            <a:off x="1047750" y="2600325"/>
            <a:ext cx="161925" cy="28575"/>
          </a:xfrm>
          <a:prstGeom prst="rect">
            <a:avLst/>
          </a:prstGeom>
          <a:solidFill>
            <a:srgbClr val="182D45"/>
          </a:solidFill>
          <a:ln w="0">
            <a:noFill/>
          </a:ln>
        </p:spPr>
        <p:txBody>
          <a:bodyPr/>
          <a:lstStyle/>
          <a:p>
            <a:endParaRPr lang="it-IT"/>
          </a:p>
        </p:txBody>
      </p:sp>
      <p:sp>
        <p:nvSpPr>
          <p:cNvPr id="10" name="A_bracket_r_273">
            <a:extLst>
              <a:ext uri="{FF2B5EF4-FFF2-40B4-BE49-F238E27FC236}">
                <a16:creationId xmlns:a16="http://schemas.microsoft.com/office/drawing/2014/main" id="{D3E0AB16-328E-426A-9D45-20D07A6FB7ED}"/>
              </a:ext>
            </a:extLst>
          </p:cNvPr>
          <p:cNvSpPr>
            <a:spLocks noGrp="1"/>
          </p:cNvSpPr>
          <p:nvPr/>
        </p:nvSpPr>
        <p:spPr>
          <a:xfrm>
            <a:off x="2981325" y="2600325"/>
            <a:ext cx="161925" cy="28575"/>
          </a:xfrm>
          <a:prstGeom prst="rect">
            <a:avLst/>
          </a:prstGeom>
          <a:solidFill>
            <a:srgbClr val="182D45"/>
          </a:solidFill>
          <a:ln w="0">
            <a:noFill/>
          </a:ln>
        </p:spPr>
        <p:txBody>
          <a:bodyPr/>
          <a:lstStyle/>
          <a:p>
            <a:endParaRPr lang="it-IT"/>
          </a:p>
        </p:txBody>
      </p:sp>
      <p:sp>
        <p:nvSpPr>
          <p:cNvPr id="11" name="A_bracket_l_452">
            <a:extLst>
              <a:ext uri="{FF2B5EF4-FFF2-40B4-BE49-F238E27FC236}">
                <a16:creationId xmlns:a16="http://schemas.microsoft.com/office/drawing/2014/main" id="{5E2305CE-0DBF-4BA5-AF08-65A6C0CD0264}"/>
              </a:ext>
            </a:extLst>
          </p:cNvPr>
          <p:cNvSpPr>
            <a:spLocks noGrp="1"/>
          </p:cNvSpPr>
          <p:nvPr/>
        </p:nvSpPr>
        <p:spPr>
          <a:xfrm>
            <a:off x="1047750" y="4305300"/>
            <a:ext cx="161925" cy="28575"/>
          </a:xfrm>
          <a:prstGeom prst="rect">
            <a:avLst/>
          </a:prstGeom>
          <a:solidFill>
            <a:srgbClr val="182D45"/>
          </a:solidFill>
          <a:ln w="0">
            <a:noFill/>
          </a:ln>
        </p:spPr>
        <p:txBody>
          <a:bodyPr/>
          <a:lstStyle/>
          <a:p>
            <a:endParaRPr lang="it-IT"/>
          </a:p>
        </p:txBody>
      </p:sp>
      <p:sp>
        <p:nvSpPr>
          <p:cNvPr id="12" name="A_bracket_r_452">
            <a:extLst>
              <a:ext uri="{FF2B5EF4-FFF2-40B4-BE49-F238E27FC236}">
                <a16:creationId xmlns:a16="http://schemas.microsoft.com/office/drawing/2014/main" id="{4234B537-311B-49A0-A21A-8AAA6CCDE310}"/>
              </a:ext>
            </a:extLst>
          </p:cNvPr>
          <p:cNvSpPr>
            <a:spLocks noGrp="1"/>
          </p:cNvSpPr>
          <p:nvPr/>
        </p:nvSpPr>
        <p:spPr>
          <a:xfrm>
            <a:off x="2981325" y="4305300"/>
            <a:ext cx="161925" cy="28575"/>
          </a:xfrm>
          <a:prstGeom prst="rect">
            <a:avLst/>
          </a:prstGeom>
          <a:solidFill>
            <a:srgbClr val="182D45"/>
          </a:solidFill>
          <a:ln w="0">
            <a:noFill/>
          </a:ln>
        </p:spPr>
        <p:txBody>
          <a:bodyPr/>
          <a:lstStyle/>
          <a:p>
            <a:endParaRPr lang="it-IT"/>
          </a:p>
        </p:txBody>
      </p:sp>
      <p:sp>
        <p:nvSpPr>
          <p:cNvPr id="13" name="B_bracket_left">
            <a:extLst>
              <a:ext uri="{FF2B5EF4-FFF2-40B4-BE49-F238E27FC236}">
                <a16:creationId xmlns:a16="http://schemas.microsoft.com/office/drawing/2014/main" id="{4F15C666-8B4B-4105-8FB6-08F73A8E51C7}"/>
              </a:ext>
            </a:extLst>
          </p:cNvPr>
          <p:cNvSpPr>
            <a:spLocks noGrp="1"/>
          </p:cNvSpPr>
          <p:nvPr/>
        </p:nvSpPr>
        <p:spPr>
          <a:xfrm>
            <a:off x="4667250" y="2600325"/>
            <a:ext cx="28575" cy="1733550"/>
          </a:xfrm>
          <a:prstGeom prst="rect">
            <a:avLst/>
          </a:prstGeom>
          <a:solidFill>
            <a:srgbClr val="182D45"/>
          </a:solidFill>
          <a:ln w="0">
            <a:noFill/>
          </a:ln>
        </p:spPr>
        <p:txBody>
          <a:bodyPr/>
          <a:lstStyle/>
          <a:p>
            <a:endParaRPr lang="it-IT"/>
          </a:p>
        </p:txBody>
      </p:sp>
      <p:sp>
        <p:nvSpPr>
          <p:cNvPr id="14" name="B_bracket_right">
            <a:extLst>
              <a:ext uri="{FF2B5EF4-FFF2-40B4-BE49-F238E27FC236}">
                <a16:creationId xmlns:a16="http://schemas.microsoft.com/office/drawing/2014/main" id="{2BEF9E36-0967-4289-A844-1CDF87C51197}"/>
              </a:ext>
            </a:extLst>
          </p:cNvPr>
          <p:cNvSpPr>
            <a:spLocks noGrp="1"/>
          </p:cNvSpPr>
          <p:nvPr/>
        </p:nvSpPr>
        <p:spPr>
          <a:xfrm>
            <a:off x="6734175" y="2600325"/>
            <a:ext cx="28575" cy="1733550"/>
          </a:xfrm>
          <a:prstGeom prst="rect">
            <a:avLst/>
          </a:prstGeom>
          <a:solidFill>
            <a:srgbClr val="182D45"/>
          </a:solidFill>
          <a:ln w="0">
            <a:noFill/>
          </a:ln>
        </p:spPr>
        <p:txBody>
          <a:bodyPr/>
          <a:lstStyle/>
          <a:p>
            <a:endParaRPr lang="it-IT"/>
          </a:p>
        </p:txBody>
      </p:sp>
      <p:sp>
        <p:nvSpPr>
          <p:cNvPr id="15" name="B_bracket_l_273">
            <a:extLst>
              <a:ext uri="{FF2B5EF4-FFF2-40B4-BE49-F238E27FC236}">
                <a16:creationId xmlns:a16="http://schemas.microsoft.com/office/drawing/2014/main" id="{54CBED60-F898-4304-9D46-CC05F1F88CA8}"/>
              </a:ext>
            </a:extLst>
          </p:cNvPr>
          <p:cNvSpPr>
            <a:spLocks noGrp="1"/>
          </p:cNvSpPr>
          <p:nvPr/>
        </p:nvSpPr>
        <p:spPr>
          <a:xfrm>
            <a:off x="4667250" y="2600325"/>
            <a:ext cx="161925" cy="28575"/>
          </a:xfrm>
          <a:prstGeom prst="rect">
            <a:avLst/>
          </a:prstGeom>
          <a:solidFill>
            <a:srgbClr val="182D45"/>
          </a:solidFill>
          <a:ln w="0">
            <a:noFill/>
          </a:ln>
        </p:spPr>
        <p:txBody>
          <a:bodyPr/>
          <a:lstStyle/>
          <a:p>
            <a:endParaRPr lang="it-IT"/>
          </a:p>
        </p:txBody>
      </p:sp>
      <p:sp>
        <p:nvSpPr>
          <p:cNvPr id="16" name="B_bracket_r_273">
            <a:extLst>
              <a:ext uri="{FF2B5EF4-FFF2-40B4-BE49-F238E27FC236}">
                <a16:creationId xmlns:a16="http://schemas.microsoft.com/office/drawing/2014/main" id="{893AB5AE-0EFB-4908-BFAB-596348DE148D}"/>
              </a:ext>
            </a:extLst>
          </p:cNvPr>
          <p:cNvSpPr>
            <a:spLocks noGrp="1"/>
          </p:cNvSpPr>
          <p:nvPr/>
        </p:nvSpPr>
        <p:spPr>
          <a:xfrm>
            <a:off x="6600825" y="2600325"/>
            <a:ext cx="161925" cy="28575"/>
          </a:xfrm>
          <a:prstGeom prst="rect">
            <a:avLst/>
          </a:prstGeom>
          <a:solidFill>
            <a:srgbClr val="182D45"/>
          </a:solidFill>
          <a:ln w="0">
            <a:noFill/>
          </a:ln>
        </p:spPr>
        <p:txBody>
          <a:bodyPr/>
          <a:lstStyle/>
          <a:p>
            <a:endParaRPr lang="it-IT"/>
          </a:p>
        </p:txBody>
      </p:sp>
      <p:sp>
        <p:nvSpPr>
          <p:cNvPr id="17" name="B_bracket_l_452">
            <a:extLst>
              <a:ext uri="{FF2B5EF4-FFF2-40B4-BE49-F238E27FC236}">
                <a16:creationId xmlns:a16="http://schemas.microsoft.com/office/drawing/2014/main" id="{4B504790-46AE-411A-BBDC-0613B6E5B4BF}"/>
              </a:ext>
            </a:extLst>
          </p:cNvPr>
          <p:cNvSpPr>
            <a:spLocks noGrp="1"/>
          </p:cNvSpPr>
          <p:nvPr/>
        </p:nvSpPr>
        <p:spPr>
          <a:xfrm>
            <a:off x="4667250" y="4305300"/>
            <a:ext cx="161925" cy="28575"/>
          </a:xfrm>
          <a:prstGeom prst="rect">
            <a:avLst/>
          </a:prstGeom>
          <a:solidFill>
            <a:srgbClr val="182D45"/>
          </a:solidFill>
          <a:ln w="0">
            <a:noFill/>
          </a:ln>
        </p:spPr>
        <p:txBody>
          <a:bodyPr/>
          <a:lstStyle/>
          <a:p>
            <a:endParaRPr lang="it-IT"/>
          </a:p>
        </p:txBody>
      </p:sp>
      <p:sp>
        <p:nvSpPr>
          <p:cNvPr id="18" name="B_bracket_r_452">
            <a:extLst>
              <a:ext uri="{FF2B5EF4-FFF2-40B4-BE49-F238E27FC236}">
                <a16:creationId xmlns:a16="http://schemas.microsoft.com/office/drawing/2014/main" id="{842FA47D-5E1B-4222-93AA-1B96B8983AC5}"/>
              </a:ext>
            </a:extLst>
          </p:cNvPr>
          <p:cNvSpPr>
            <a:spLocks noGrp="1"/>
          </p:cNvSpPr>
          <p:nvPr/>
        </p:nvSpPr>
        <p:spPr>
          <a:xfrm>
            <a:off x="6600825" y="4305300"/>
            <a:ext cx="161925" cy="28575"/>
          </a:xfrm>
          <a:prstGeom prst="rect">
            <a:avLst/>
          </a:prstGeom>
          <a:solidFill>
            <a:srgbClr val="182D45"/>
          </a:solidFill>
          <a:ln w="0">
            <a:noFill/>
          </a:ln>
        </p:spPr>
        <p:txBody>
          <a:bodyPr/>
          <a:lstStyle/>
          <a:p>
            <a:endParaRPr lang="it-IT"/>
          </a:p>
        </p:txBody>
      </p:sp>
      <p:sp>
        <p:nvSpPr>
          <p:cNvPr id="19" name="C_bracket_left">
            <a:extLst>
              <a:ext uri="{FF2B5EF4-FFF2-40B4-BE49-F238E27FC236}">
                <a16:creationId xmlns:a16="http://schemas.microsoft.com/office/drawing/2014/main" id="{341D729C-4171-4564-BEC8-656FC3AFC694}"/>
              </a:ext>
            </a:extLst>
          </p:cNvPr>
          <p:cNvSpPr>
            <a:spLocks noGrp="1"/>
          </p:cNvSpPr>
          <p:nvPr/>
        </p:nvSpPr>
        <p:spPr>
          <a:xfrm>
            <a:off x="8620125" y="2600325"/>
            <a:ext cx="28575" cy="1733550"/>
          </a:xfrm>
          <a:prstGeom prst="rect">
            <a:avLst/>
          </a:prstGeom>
          <a:solidFill>
            <a:srgbClr val="182D45"/>
          </a:solidFill>
          <a:ln w="0">
            <a:noFill/>
          </a:ln>
        </p:spPr>
        <p:txBody>
          <a:bodyPr/>
          <a:lstStyle/>
          <a:p>
            <a:endParaRPr lang="it-IT"/>
          </a:p>
        </p:txBody>
      </p:sp>
      <p:sp>
        <p:nvSpPr>
          <p:cNvPr id="20" name="C_bracket_right">
            <a:extLst>
              <a:ext uri="{FF2B5EF4-FFF2-40B4-BE49-F238E27FC236}">
                <a16:creationId xmlns:a16="http://schemas.microsoft.com/office/drawing/2014/main" id="{4F692F01-24F3-4F13-84B3-BA943D55D5A1}"/>
              </a:ext>
            </a:extLst>
          </p:cNvPr>
          <p:cNvSpPr>
            <a:spLocks noGrp="1"/>
          </p:cNvSpPr>
          <p:nvPr/>
        </p:nvSpPr>
        <p:spPr>
          <a:xfrm>
            <a:off x="10687050" y="2600325"/>
            <a:ext cx="28575" cy="1733550"/>
          </a:xfrm>
          <a:prstGeom prst="rect">
            <a:avLst/>
          </a:prstGeom>
          <a:solidFill>
            <a:srgbClr val="182D45"/>
          </a:solidFill>
          <a:ln w="0">
            <a:noFill/>
          </a:ln>
        </p:spPr>
        <p:txBody>
          <a:bodyPr/>
          <a:lstStyle/>
          <a:p>
            <a:endParaRPr lang="it-IT"/>
          </a:p>
        </p:txBody>
      </p:sp>
      <p:sp>
        <p:nvSpPr>
          <p:cNvPr id="21" name="C_bracket_l_273">
            <a:extLst>
              <a:ext uri="{FF2B5EF4-FFF2-40B4-BE49-F238E27FC236}">
                <a16:creationId xmlns:a16="http://schemas.microsoft.com/office/drawing/2014/main" id="{1A9056EC-552C-42D0-B628-360B12610060}"/>
              </a:ext>
            </a:extLst>
          </p:cNvPr>
          <p:cNvSpPr>
            <a:spLocks noGrp="1"/>
          </p:cNvSpPr>
          <p:nvPr/>
        </p:nvSpPr>
        <p:spPr>
          <a:xfrm>
            <a:off x="8620125" y="2600325"/>
            <a:ext cx="161925" cy="28575"/>
          </a:xfrm>
          <a:prstGeom prst="rect">
            <a:avLst/>
          </a:prstGeom>
          <a:solidFill>
            <a:srgbClr val="182D45"/>
          </a:solidFill>
          <a:ln w="0">
            <a:noFill/>
          </a:ln>
        </p:spPr>
        <p:txBody>
          <a:bodyPr/>
          <a:lstStyle/>
          <a:p>
            <a:endParaRPr lang="it-IT"/>
          </a:p>
        </p:txBody>
      </p:sp>
      <p:sp>
        <p:nvSpPr>
          <p:cNvPr id="22" name="C_bracket_r_273">
            <a:extLst>
              <a:ext uri="{FF2B5EF4-FFF2-40B4-BE49-F238E27FC236}">
                <a16:creationId xmlns:a16="http://schemas.microsoft.com/office/drawing/2014/main" id="{3328A62F-1CF4-4E9D-9A88-9605D7FE5EE9}"/>
              </a:ext>
            </a:extLst>
          </p:cNvPr>
          <p:cNvSpPr>
            <a:spLocks noGrp="1"/>
          </p:cNvSpPr>
          <p:nvPr/>
        </p:nvSpPr>
        <p:spPr>
          <a:xfrm>
            <a:off x="10553700" y="2600325"/>
            <a:ext cx="161925" cy="28575"/>
          </a:xfrm>
          <a:prstGeom prst="rect">
            <a:avLst/>
          </a:prstGeom>
          <a:solidFill>
            <a:srgbClr val="182D45"/>
          </a:solidFill>
          <a:ln w="0">
            <a:noFill/>
          </a:ln>
        </p:spPr>
        <p:txBody>
          <a:bodyPr/>
          <a:lstStyle/>
          <a:p>
            <a:endParaRPr lang="it-IT"/>
          </a:p>
        </p:txBody>
      </p:sp>
      <p:sp>
        <p:nvSpPr>
          <p:cNvPr id="23" name="C_bracket_l_452">
            <a:extLst>
              <a:ext uri="{FF2B5EF4-FFF2-40B4-BE49-F238E27FC236}">
                <a16:creationId xmlns:a16="http://schemas.microsoft.com/office/drawing/2014/main" id="{19D8264F-EF65-45A2-A518-C12C928443EE}"/>
              </a:ext>
            </a:extLst>
          </p:cNvPr>
          <p:cNvSpPr>
            <a:spLocks noGrp="1"/>
          </p:cNvSpPr>
          <p:nvPr/>
        </p:nvSpPr>
        <p:spPr>
          <a:xfrm>
            <a:off x="8620125" y="4305300"/>
            <a:ext cx="161925" cy="28575"/>
          </a:xfrm>
          <a:prstGeom prst="rect">
            <a:avLst/>
          </a:prstGeom>
          <a:solidFill>
            <a:srgbClr val="182D45"/>
          </a:solidFill>
          <a:ln w="0">
            <a:noFill/>
          </a:ln>
        </p:spPr>
        <p:txBody>
          <a:bodyPr/>
          <a:lstStyle/>
          <a:p>
            <a:endParaRPr lang="it-IT"/>
          </a:p>
        </p:txBody>
      </p:sp>
      <p:sp>
        <p:nvSpPr>
          <p:cNvPr id="24" name="C_bracket_r_452">
            <a:extLst>
              <a:ext uri="{FF2B5EF4-FFF2-40B4-BE49-F238E27FC236}">
                <a16:creationId xmlns:a16="http://schemas.microsoft.com/office/drawing/2014/main" id="{070E6A2F-5E71-4DB7-A5EA-5E785E468787}"/>
              </a:ext>
            </a:extLst>
          </p:cNvPr>
          <p:cNvSpPr>
            <a:spLocks noGrp="1"/>
          </p:cNvSpPr>
          <p:nvPr/>
        </p:nvSpPr>
        <p:spPr>
          <a:xfrm>
            <a:off x="10553700" y="4305300"/>
            <a:ext cx="161925" cy="28575"/>
          </a:xfrm>
          <a:prstGeom prst="rect">
            <a:avLst/>
          </a:prstGeom>
          <a:solidFill>
            <a:srgbClr val="182D45"/>
          </a:solidFill>
          <a:ln w="0">
            <a:noFill/>
          </a:ln>
        </p:spPr>
        <p:txBody>
          <a:bodyPr/>
          <a:lstStyle/>
          <a:p>
            <a:endParaRPr lang="it-IT"/>
          </a:p>
        </p:txBody>
      </p:sp>
      <p:sp>
        <p:nvSpPr>
          <p:cNvPr id="25" name="narrative_s12_text6">
            <a:extLst>
              <a:ext uri="{FF2B5EF4-FFF2-40B4-BE49-F238E27FC236}">
                <a16:creationId xmlns:a16="http://schemas.microsoft.com/office/drawing/2014/main" id="{550066F2-18F2-4139-9DF2-9B8D5A0AC3F3}"/>
              </a:ext>
            </a:extLst>
          </p:cNvPr>
          <p:cNvSpPr>
            <a:spLocks noGrp="1"/>
          </p:cNvSpPr>
          <p:nvPr/>
        </p:nvSpPr>
        <p:spPr>
          <a:xfrm>
            <a:off x="3609975" y="3105150"/>
            <a:ext cx="628650" cy="628650"/>
          </a:xfrm>
          <a:prstGeom prst="rect">
            <a:avLst/>
          </a:prstGeom>
          <a:noFill/>
          <a:ln w="0">
            <a:noFill/>
          </a:ln>
        </p:spPr>
        <p:txBody>
          <a:bodyPr wrap="square" lIns="0" tIns="0" rIns="0" bIns="0" anchor="t">
            <a:noAutofit/>
          </a:bodyPr>
          <a:lstStyle/>
          <a:p>
            <a:pPr algn="l">
              <a:defRPr sz="3450" b="0">
                <a:solidFill>
                  <a:srgbClr val="182D45"/>
                </a:solidFill>
                <a:latin typeface="DejaVu Sans"/>
                <a:ea typeface="DejaVu Sans"/>
                <a:cs typeface="DejaVu Sans"/>
              </a:defRPr>
            </a:pPr>
            <a:r>
              <a:rPr sz="3450" b="0">
                <a:solidFill>
                  <a:srgbClr val="182D45"/>
                </a:solidFill>
                <a:latin typeface="DejaVu Sans"/>
                <a:ea typeface="DejaVu Sans"/>
                <a:cs typeface="DejaVu Sans"/>
              </a:rPr>
              <a:t>×</a:t>
            </a:r>
          </a:p>
        </p:txBody>
      </p:sp>
      <p:sp>
        <p:nvSpPr>
          <p:cNvPr id="26" name="narrative_s12_text7">
            <a:extLst>
              <a:ext uri="{FF2B5EF4-FFF2-40B4-BE49-F238E27FC236}">
                <a16:creationId xmlns:a16="http://schemas.microsoft.com/office/drawing/2014/main" id="{8D97A7E5-35D9-41E3-8876-E4DED3F6339C}"/>
              </a:ext>
            </a:extLst>
          </p:cNvPr>
          <p:cNvSpPr>
            <a:spLocks noGrp="1"/>
          </p:cNvSpPr>
          <p:nvPr/>
        </p:nvSpPr>
        <p:spPr>
          <a:xfrm>
            <a:off x="7591425" y="3105150"/>
            <a:ext cx="628650" cy="628650"/>
          </a:xfrm>
          <a:prstGeom prst="rect">
            <a:avLst/>
          </a:prstGeom>
          <a:noFill/>
          <a:ln w="0">
            <a:noFill/>
          </a:ln>
        </p:spPr>
        <p:txBody>
          <a:bodyPr wrap="square" lIns="0" tIns="0" rIns="0" bIns="0" anchor="t">
            <a:noAutofit/>
          </a:bodyPr>
          <a:lstStyle/>
          <a:p>
            <a:pPr algn="l">
              <a:defRPr sz="3450" b="0">
                <a:solidFill>
                  <a:srgbClr val="182D45"/>
                </a:solidFill>
                <a:latin typeface="DejaVu Sans"/>
                <a:ea typeface="DejaVu Sans"/>
                <a:cs typeface="DejaVu Sans"/>
              </a:defRPr>
            </a:pPr>
            <a:r>
              <a:rPr sz="3450" b="0">
                <a:solidFill>
                  <a:srgbClr val="182D45"/>
                </a:solidFill>
                <a:latin typeface="DejaVu Sans"/>
                <a:ea typeface="DejaVu Sans"/>
                <a:cs typeface="DejaVu Sans"/>
              </a:rPr>
              <a:t>=</a:t>
            </a:r>
          </a:p>
        </p:txBody>
      </p:sp>
      <p:sp>
        <p:nvSpPr>
          <p:cNvPr id="27" name="selected_output">
            <a:extLst>
              <a:ext uri="{FF2B5EF4-FFF2-40B4-BE49-F238E27FC236}">
                <a16:creationId xmlns:a16="http://schemas.microsoft.com/office/drawing/2014/main" id="{EB69A8E4-3F84-4692-A1AC-D064CC10D25C}"/>
              </a:ext>
            </a:extLst>
          </p:cNvPr>
          <p:cNvSpPr>
            <a:spLocks noGrp="1"/>
          </p:cNvSpPr>
          <p:nvPr/>
        </p:nvSpPr>
        <p:spPr>
          <a:xfrm>
            <a:off x="8915400" y="3543300"/>
            <a:ext cx="742950" cy="685800"/>
          </a:xfrm>
          <a:prstGeom prst="rect">
            <a:avLst/>
          </a:prstGeom>
          <a:solidFill>
            <a:srgbClr val="EEF2F7"/>
          </a:solidFill>
          <a:ln w="23813">
            <a:solidFill>
              <a:srgbClr val="182D45"/>
            </a:solidFill>
          </a:ln>
        </p:spPr>
        <p:txBody>
          <a:bodyPr/>
          <a:lstStyle/>
          <a:p>
            <a:endParaRPr lang="it-IT"/>
          </a:p>
        </p:txBody>
      </p:sp>
      <p:sp>
        <p:nvSpPr>
          <p:cNvPr id="28" name="matrix_A_11">
            <a:extLst>
              <a:ext uri="{FF2B5EF4-FFF2-40B4-BE49-F238E27FC236}">
                <a16:creationId xmlns:a16="http://schemas.microsoft.com/office/drawing/2014/main" id="{B5A3D8EE-D623-40F0-9350-9B8E61E748FF}"/>
              </a:ext>
            </a:extLst>
          </p:cNvPr>
          <p:cNvSpPr>
            <a:spLocks noGrp="1"/>
          </p:cNvSpPr>
          <p:nvPr/>
        </p:nvSpPr>
        <p:spPr>
          <a:xfrm>
            <a:off x="133350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5</a:t>
            </a:r>
          </a:p>
        </p:txBody>
      </p:sp>
      <p:sp>
        <p:nvSpPr>
          <p:cNvPr id="29" name="matrix_B_11">
            <a:extLst>
              <a:ext uri="{FF2B5EF4-FFF2-40B4-BE49-F238E27FC236}">
                <a16:creationId xmlns:a16="http://schemas.microsoft.com/office/drawing/2014/main" id="{D980A139-939B-4DF7-90AF-F051E80EA977}"/>
              </a:ext>
            </a:extLst>
          </p:cNvPr>
          <p:cNvSpPr>
            <a:spLocks noGrp="1"/>
          </p:cNvSpPr>
          <p:nvPr/>
        </p:nvSpPr>
        <p:spPr>
          <a:xfrm>
            <a:off x="495300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1</a:t>
            </a:r>
          </a:p>
        </p:txBody>
      </p:sp>
      <p:sp>
        <p:nvSpPr>
          <p:cNvPr id="30" name="matrix_C_11">
            <a:extLst>
              <a:ext uri="{FF2B5EF4-FFF2-40B4-BE49-F238E27FC236}">
                <a16:creationId xmlns:a16="http://schemas.microsoft.com/office/drawing/2014/main" id="{E072A920-782B-44A9-ACEB-1FE181ECC6BB}"/>
              </a:ext>
            </a:extLst>
          </p:cNvPr>
          <p:cNvSpPr>
            <a:spLocks noGrp="1"/>
          </p:cNvSpPr>
          <p:nvPr/>
        </p:nvSpPr>
        <p:spPr>
          <a:xfrm>
            <a:off x="8924925"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23</a:t>
            </a:r>
          </a:p>
        </p:txBody>
      </p:sp>
      <p:sp>
        <p:nvSpPr>
          <p:cNvPr id="31" name="matrix_A_12">
            <a:extLst>
              <a:ext uri="{FF2B5EF4-FFF2-40B4-BE49-F238E27FC236}">
                <a16:creationId xmlns:a16="http://schemas.microsoft.com/office/drawing/2014/main" id="{DAF9CA6D-B171-480E-84EA-639BCFB0F5A8}"/>
              </a:ext>
            </a:extLst>
          </p:cNvPr>
          <p:cNvSpPr>
            <a:spLocks noGrp="1"/>
          </p:cNvSpPr>
          <p:nvPr/>
        </p:nvSpPr>
        <p:spPr>
          <a:xfrm>
            <a:off x="219075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6</a:t>
            </a:r>
          </a:p>
        </p:txBody>
      </p:sp>
      <p:sp>
        <p:nvSpPr>
          <p:cNvPr id="32" name="matrix_B_12">
            <a:extLst>
              <a:ext uri="{FF2B5EF4-FFF2-40B4-BE49-F238E27FC236}">
                <a16:creationId xmlns:a16="http://schemas.microsoft.com/office/drawing/2014/main" id="{AA693E2A-AC00-45BD-AF8B-19DCC70B5C6B}"/>
              </a:ext>
            </a:extLst>
          </p:cNvPr>
          <p:cNvSpPr>
            <a:spLocks noGrp="1"/>
          </p:cNvSpPr>
          <p:nvPr/>
        </p:nvSpPr>
        <p:spPr>
          <a:xfrm>
            <a:off x="581025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2</a:t>
            </a:r>
          </a:p>
        </p:txBody>
      </p:sp>
      <p:sp>
        <p:nvSpPr>
          <p:cNvPr id="33" name="matrix_C_12">
            <a:extLst>
              <a:ext uri="{FF2B5EF4-FFF2-40B4-BE49-F238E27FC236}">
                <a16:creationId xmlns:a16="http://schemas.microsoft.com/office/drawing/2014/main" id="{ABCE98B4-C549-4AA4-8BA4-3F679B7A1D20}"/>
              </a:ext>
            </a:extLst>
          </p:cNvPr>
          <p:cNvSpPr>
            <a:spLocks noGrp="1"/>
          </p:cNvSpPr>
          <p:nvPr/>
        </p:nvSpPr>
        <p:spPr>
          <a:xfrm>
            <a:off x="9782175"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34</a:t>
            </a:r>
          </a:p>
        </p:txBody>
      </p:sp>
      <p:sp>
        <p:nvSpPr>
          <p:cNvPr id="34" name="matrix_A_21">
            <a:extLst>
              <a:ext uri="{FF2B5EF4-FFF2-40B4-BE49-F238E27FC236}">
                <a16:creationId xmlns:a16="http://schemas.microsoft.com/office/drawing/2014/main" id="{B5388A4E-0005-4ADD-A093-1F415185D72F}"/>
              </a:ext>
            </a:extLst>
          </p:cNvPr>
          <p:cNvSpPr>
            <a:spLocks noGrp="1"/>
          </p:cNvSpPr>
          <p:nvPr/>
        </p:nvSpPr>
        <p:spPr>
          <a:xfrm>
            <a:off x="133350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7</a:t>
            </a:r>
          </a:p>
        </p:txBody>
      </p:sp>
      <p:sp>
        <p:nvSpPr>
          <p:cNvPr id="35" name="matrix_B_21">
            <a:extLst>
              <a:ext uri="{FF2B5EF4-FFF2-40B4-BE49-F238E27FC236}">
                <a16:creationId xmlns:a16="http://schemas.microsoft.com/office/drawing/2014/main" id="{2FACF8AA-D741-4E14-8C93-838989A6A12E}"/>
              </a:ext>
            </a:extLst>
          </p:cNvPr>
          <p:cNvSpPr>
            <a:spLocks noGrp="1"/>
          </p:cNvSpPr>
          <p:nvPr/>
        </p:nvSpPr>
        <p:spPr>
          <a:xfrm>
            <a:off x="495300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a:t>
            </a:r>
          </a:p>
        </p:txBody>
      </p:sp>
      <p:sp>
        <p:nvSpPr>
          <p:cNvPr id="36" name="matrix_C_21">
            <a:extLst>
              <a:ext uri="{FF2B5EF4-FFF2-40B4-BE49-F238E27FC236}">
                <a16:creationId xmlns:a16="http://schemas.microsoft.com/office/drawing/2014/main" id="{94B01057-852E-4CFA-98EB-4E2F21185B4D}"/>
              </a:ext>
            </a:extLst>
          </p:cNvPr>
          <p:cNvSpPr>
            <a:spLocks noGrp="1"/>
          </p:cNvSpPr>
          <p:nvPr/>
        </p:nvSpPr>
        <p:spPr>
          <a:xfrm>
            <a:off x="8924925"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31</a:t>
            </a:r>
          </a:p>
        </p:txBody>
      </p:sp>
      <p:sp>
        <p:nvSpPr>
          <p:cNvPr id="37" name="matrix_A_22">
            <a:extLst>
              <a:ext uri="{FF2B5EF4-FFF2-40B4-BE49-F238E27FC236}">
                <a16:creationId xmlns:a16="http://schemas.microsoft.com/office/drawing/2014/main" id="{BB4D6C54-9674-4E3D-B470-F8832C232FBD}"/>
              </a:ext>
            </a:extLst>
          </p:cNvPr>
          <p:cNvSpPr>
            <a:spLocks noGrp="1"/>
          </p:cNvSpPr>
          <p:nvPr/>
        </p:nvSpPr>
        <p:spPr>
          <a:xfrm>
            <a:off x="219075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8</a:t>
            </a:r>
          </a:p>
        </p:txBody>
      </p:sp>
      <p:sp>
        <p:nvSpPr>
          <p:cNvPr id="38" name="matrix_B_22">
            <a:extLst>
              <a:ext uri="{FF2B5EF4-FFF2-40B4-BE49-F238E27FC236}">
                <a16:creationId xmlns:a16="http://schemas.microsoft.com/office/drawing/2014/main" id="{65414619-CBA4-4C9F-8ADE-69EE4A4583A2}"/>
              </a:ext>
            </a:extLst>
          </p:cNvPr>
          <p:cNvSpPr>
            <a:spLocks noGrp="1"/>
          </p:cNvSpPr>
          <p:nvPr/>
        </p:nvSpPr>
        <p:spPr>
          <a:xfrm>
            <a:off x="581025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4</a:t>
            </a:r>
          </a:p>
        </p:txBody>
      </p:sp>
      <p:sp>
        <p:nvSpPr>
          <p:cNvPr id="39" name="matrix_A_21_highlight">
            <a:extLst>
              <a:ext uri="{FF2B5EF4-FFF2-40B4-BE49-F238E27FC236}">
                <a16:creationId xmlns:a16="http://schemas.microsoft.com/office/drawing/2014/main" id="{40448F1E-0836-49EF-9A2C-597340E1CA82}"/>
              </a:ext>
            </a:extLst>
          </p:cNvPr>
          <p:cNvSpPr>
            <a:spLocks noGrp="1"/>
          </p:cNvSpPr>
          <p:nvPr/>
        </p:nvSpPr>
        <p:spPr>
          <a:xfrm>
            <a:off x="1333500" y="354330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087F83"/>
                </a:solidFill>
                <a:latin typeface="DejaVu Sans"/>
                <a:ea typeface="DejaVu Sans"/>
                <a:cs typeface="DejaVu Sans"/>
              </a:defRPr>
            </a:pPr>
            <a:r>
              <a:rPr sz="3600" b="0">
                <a:solidFill>
                  <a:srgbClr val="087F83"/>
                </a:solidFill>
                <a:latin typeface="DejaVu Sans"/>
                <a:ea typeface="DejaVu Sans"/>
                <a:cs typeface="DejaVu Sans"/>
              </a:rPr>
              <a:t>7</a:t>
            </a:r>
          </a:p>
        </p:txBody>
      </p:sp>
      <p:sp>
        <p:nvSpPr>
          <p:cNvPr id="40" name="matrix_B_11_highlight">
            <a:extLst>
              <a:ext uri="{FF2B5EF4-FFF2-40B4-BE49-F238E27FC236}">
                <a16:creationId xmlns:a16="http://schemas.microsoft.com/office/drawing/2014/main" id="{D524365F-4105-451D-982B-27F629CD9219}"/>
              </a:ext>
            </a:extLst>
          </p:cNvPr>
          <p:cNvSpPr>
            <a:spLocks noGrp="1"/>
          </p:cNvSpPr>
          <p:nvPr/>
        </p:nvSpPr>
        <p:spPr>
          <a:xfrm>
            <a:off x="4953000" y="264795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087F83"/>
                </a:solidFill>
                <a:latin typeface="DejaVu Sans"/>
                <a:ea typeface="DejaVu Sans"/>
                <a:cs typeface="DejaVu Sans"/>
              </a:defRPr>
            </a:pPr>
            <a:r>
              <a:rPr sz="3600" b="0">
                <a:solidFill>
                  <a:srgbClr val="087F83"/>
                </a:solidFill>
                <a:latin typeface="DejaVu Sans"/>
                <a:ea typeface="DejaVu Sans"/>
                <a:cs typeface="DejaVu Sans"/>
              </a:rPr>
              <a:t>1</a:t>
            </a:r>
          </a:p>
        </p:txBody>
      </p:sp>
      <p:sp>
        <p:nvSpPr>
          <p:cNvPr id="41" name="matrix_A_22_highlight">
            <a:extLst>
              <a:ext uri="{FF2B5EF4-FFF2-40B4-BE49-F238E27FC236}">
                <a16:creationId xmlns:a16="http://schemas.microsoft.com/office/drawing/2014/main" id="{4B5E3A42-DF5A-4FC7-94B9-738E0CC21940}"/>
              </a:ext>
            </a:extLst>
          </p:cNvPr>
          <p:cNvSpPr>
            <a:spLocks noGrp="1"/>
          </p:cNvSpPr>
          <p:nvPr/>
        </p:nvSpPr>
        <p:spPr>
          <a:xfrm>
            <a:off x="2190750" y="354330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C45C28"/>
                </a:solidFill>
                <a:latin typeface="DejaVu Sans"/>
                <a:ea typeface="DejaVu Sans"/>
                <a:cs typeface="DejaVu Sans"/>
              </a:defRPr>
            </a:pPr>
            <a:r>
              <a:rPr sz="3600" b="0">
                <a:solidFill>
                  <a:srgbClr val="C45C28"/>
                </a:solidFill>
                <a:latin typeface="DejaVu Sans"/>
                <a:ea typeface="DejaVu Sans"/>
                <a:cs typeface="DejaVu Sans"/>
              </a:rPr>
              <a:t>8</a:t>
            </a:r>
          </a:p>
        </p:txBody>
      </p:sp>
      <p:sp>
        <p:nvSpPr>
          <p:cNvPr id="42" name="matrix_B_21_highlight">
            <a:extLst>
              <a:ext uri="{FF2B5EF4-FFF2-40B4-BE49-F238E27FC236}">
                <a16:creationId xmlns:a16="http://schemas.microsoft.com/office/drawing/2014/main" id="{7230E063-58B8-4564-8B4E-3EEF919E187B}"/>
              </a:ext>
            </a:extLst>
          </p:cNvPr>
          <p:cNvSpPr>
            <a:spLocks noGrp="1"/>
          </p:cNvSpPr>
          <p:nvPr/>
        </p:nvSpPr>
        <p:spPr>
          <a:xfrm>
            <a:off x="4953000" y="354330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C45C28"/>
                </a:solidFill>
                <a:latin typeface="DejaVu Sans"/>
                <a:ea typeface="DejaVu Sans"/>
                <a:cs typeface="DejaVu Sans"/>
              </a:defRPr>
            </a:pPr>
            <a:r>
              <a:rPr sz="3600" b="0">
                <a:solidFill>
                  <a:srgbClr val="C45C28"/>
                </a:solidFill>
                <a:latin typeface="DejaVu Sans"/>
                <a:ea typeface="DejaVu Sans"/>
                <a:cs typeface="DejaVu Sans"/>
              </a:rPr>
              <a:t>3</a:t>
            </a:r>
          </a:p>
        </p:txBody>
      </p:sp>
      <mc:AlternateContent xmlns:mc="http://schemas.openxmlformats.org/markup-compatibility/2006" xmlns:a14="http://schemas.microsoft.com/office/drawing/2010/main">
        <mc:Choice Requires="a14">
          <p:sp>
            <p:nvSpPr>
              <p:cNvPr id="43" name="narrative_s12_text8">
                <a:extLst>
                  <a:ext uri="{FF2B5EF4-FFF2-40B4-BE49-F238E27FC236}">
                    <a16:creationId xmlns:a16="http://schemas.microsoft.com/office/drawing/2014/main" id="{BBFCEBF6-E6DB-4F91-84D3-938994C65A0A}"/>
                  </a:ext>
                </a:extLst>
              </p:cNvPr>
              <p:cNvSpPr>
                <a:spLocks noGrp="1"/>
              </p:cNvSpPr>
              <p:nvPr/>
            </p:nvSpPr>
            <p:spPr>
              <a:xfrm>
                <a:off x="609600" y="5086350"/>
                <a:ext cx="1695450"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14:m>
                  <m:oMathPara xmlns:m="http://schemas.openxmlformats.org/officeDocument/2006/math">
                    <m:oMath>
                      <m:sSub>
                        <m:sSubPr>
                          <m:ctrlPr>
                            <a:rPr sz="3300" b="0" i="0">
                              <a:solidFill>
                                <a:srgbClr val="182D45"/>
                              </a:solidFill>
                              <a:latin typeface="Cambria Math"/>
                              <a:ea typeface="DejaVu Sans"/>
                              <a:cs typeface="DejaVu Sans"/>
                            </a:rPr>
                          </m:ctrlPr>
                        </m:sSubPr>
                        <m:e>
                          <m:r>
                            <a:rPr sz="3300" b="0" i="0">
                              <a:solidFill>
                                <a:srgbClr val="182D45"/>
                              </a:solidFill>
                              <a:latin typeface="Cambria Math"/>
                              <a:ea typeface="DejaVu Sans"/>
                              <a:cs typeface="DejaVu Sans"/>
                            </a:rPr>
                            <m:t>𝐶</m:t>
                          </m:r>
                        </m:e>
                        <m:sub>
                          <m:r>
                            <a:rPr sz="3300" b="0" i="0">
                              <a:solidFill>
                                <a:srgbClr val="182D45"/>
                              </a:solidFill>
                              <a:latin typeface="Cambria Math"/>
                              <a:ea typeface="DejaVu Sans"/>
                              <a:cs typeface="DejaVu Sans"/>
                            </a:rPr>
                            <m:t>21</m:t>
                          </m:r>
                        </m:sub>
                      </m:sSub>
                      <m:r>
                        <a:rPr sz="3300" b="0" i="0">
                          <a:solidFill>
                            <a:srgbClr val="182D45"/>
                          </a:solidFill>
                          <a:latin typeface="Cambria Math"/>
                          <a:ea typeface="DejaVu Sans"/>
                          <a:cs typeface="DejaVu Sans"/>
                        </a:rPr>
                        <m:t>=</m:t>
                      </m:r>
                    </m:oMath>
                  </m:oMathPara>
                </a14:m>
                <a:endParaRPr/>
              </a:p>
            </p:txBody>
          </p:sp>
        </mc:Choice>
        <mc:Fallback xmlns="">
          <p:sp>
            <p:nvSpPr>
              <p:cNvPr id="43" name="narrative_s12_text8">
                <a:extLst>
                  <a:ext uri="{FF2B5EF4-FFF2-40B4-BE49-F238E27FC236}">
                    <a16:creationId xmlns:a16="http://schemas.microsoft.com/office/drawing/2014/main" id="{BBFCEBF6-E6DB-4F91-84D3-938994C65A0A}"/>
                  </a:ext>
                </a:extLst>
              </p:cNvPr>
              <p:cNvSpPr>
                <a:spLocks noGrp="1"/>
              </p:cNvSpPr>
              <p:nvPr/>
            </p:nvSpPr>
            <p:spPr>
              <a:xfrm>
                <a:off x="609600" y="5086350"/>
                <a:ext cx="1695450"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r>
                  <a:rPr sz="3300" b="0" i="0">
                    <a:solidFill>
                      <a:srgbClr val="182D45"/>
                    </a:solidFill>
                    <a:latin typeface="Cambria Math"/>
                    <a:ea typeface="DejaVu Sans"/>
                    <a:cs typeface="DejaVu Sans"/>
                  </a:rPr>
                  <a:t>𝐶</a:t>
                </a:r>
                <a:r>
                  <a:rPr sz="3300" b="0" i="0" baseline="-25000">
                    <a:solidFill>
                      <a:srgbClr val="182D45"/>
                    </a:solidFill>
                    <a:latin typeface="Cambria Math"/>
                    <a:ea typeface="DejaVu Sans"/>
                    <a:cs typeface="DejaVu Sans"/>
                  </a:rPr>
                  <a:t>2</a:t>
                </a:r>
                <a:r>
                  <a:rPr sz="3300" b="0" i="0" baseline="-25000">
                    <a:solidFill>
                      <a:srgbClr val="182D45"/>
                    </a:solidFill>
                    <a:latin typeface="Cambria Math"/>
                    <a:ea typeface="DejaVu Sans"/>
                    <a:cs typeface="DejaVu Sans"/>
                  </a:rPr>
                  <a:t>1</a:t>
                </a:r>
                <a:r>
                  <a:rPr sz="3300" b="0" i="0">
                    <a:solidFill>
                      <a:srgbClr val="182D45"/>
                    </a:solidFill>
                    <a:latin typeface="Cambria Math"/>
                    <a:ea typeface="DejaVu Sans"/>
                    <a:cs typeface="DejaVu Sans"/>
                  </a:rPr>
                  <a:t> = </a:t>
                </a:r>
              </a:p>
            </p:txBody>
          </p:sp>
        </mc:Fallback>
      </mc:AlternateContent>
      <p:sp>
        <p:nvSpPr>
          <p:cNvPr id="44" name="narrative_s12_text9">
            <a:extLst>
              <a:ext uri="{FF2B5EF4-FFF2-40B4-BE49-F238E27FC236}">
                <a16:creationId xmlns:a16="http://schemas.microsoft.com/office/drawing/2014/main" id="{F74BABF3-5881-4D78-BC4C-4A765B3781B2}"/>
              </a:ext>
            </a:extLst>
          </p:cNvPr>
          <p:cNvSpPr>
            <a:spLocks noGrp="1"/>
          </p:cNvSpPr>
          <p:nvPr/>
        </p:nvSpPr>
        <p:spPr>
          <a:xfrm>
            <a:off x="2324100" y="5086350"/>
            <a:ext cx="1552575" cy="628650"/>
          </a:xfrm>
          <a:prstGeom prst="rect">
            <a:avLst/>
          </a:prstGeom>
          <a:noFill/>
          <a:ln w="0">
            <a:noFill/>
          </a:ln>
        </p:spPr>
        <p:txBody>
          <a:bodyPr wrap="square" lIns="0" tIns="0" rIns="0" bIns="0" anchor="t">
            <a:noAutofit/>
          </a:bodyPr>
          <a:lstStyle/>
          <a:p>
            <a:pPr algn="l">
              <a:defRPr sz="3300" b="1">
                <a:solidFill>
                  <a:srgbClr val="087F83"/>
                </a:solidFill>
                <a:latin typeface="DejaVu Sans"/>
                <a:ea typeface="DejaVu Sans"/>
                <a:cs typeface="DejaVu Sans"/>
              </a:defRPr>
            </a:pPr>
            <a:r>
              <a:rPr sz="3300" b="1">
                <a:solidFill>
                  <a:srgbClr val="087F83"/>
                </a:solidFill>
                <a:latin typeface="DejaVu Sans"/>
                <a:ea typeface="DejaVu Sans"/>
                <a:cs typeface="DejaVu Sans"/>
              </a:rPr>
              <a:t>7 × 1</a:t>
            </a:r>
          </a:p>
        </p:txBody>
      </p:sp>
      <p:sp>
        <p:nvSpPr>
          <p:cNvPr id="45" name="narrative_s12_text10">
            <a:extLst>
              <a:ext uri="{FF2B5EF4-FFF2-40B4-BE49-F238E27FC236}">
                <a16:creationId xmlns:a16="http://schemas.microsoft.com/office/drawing/2014/main" id="{B94BBC3C-F794-45CB-A642-228C3084481C}"/>
              </a:ext>
            </a:extLst>
          </p:cNvPr>
          <p:cNvSpPr>
            <a:spLocks noGrp="1"/>
          </p:cNvSpPr>
          <p:nvPr/>
        </p:nvSpPr>
        <p:spPr>
          <a:xfrm>
            <a:off x="4076700" y="5086350"/>
            <a:ext cx="542925"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r>
              <a:rPr sz="3300" b="0">
                <a:solidFill>
                  <a:srgbClr val="182D45"/>
                </a:solidFill>
                <a:latin typeface="DejaVu Sans"/>
                <a:ea typeface="DejaVu Sans"/>
                <a:cs typeface="DejaVu Sans"/>
              </a:rPr>
              <a:t>+</a:t>
            </a:r>
          </a:p>
        </p:txBody>
      </p:sp>
      <p:sp>
        <p:nvSpPr>
          <p:cNvPr id="46" name="narrative_s12_text11">
            <a:extLst>
              <a:ext uri="{FF2B5EF4-FFF2-40B4-BE49-F238E27FC236}">
                <a16:creationId xmlns:a16="http://schemas.microsoft.com/office/drawing/2014/main" id="{6E11FFE1-AACE-4D27-9541-E8F08089FC53}"/>
              </a:ext>
            </a:extLst>
          </p:cNvPr>
          <p:cNvSpPr>
            <a:spLocks noGrp="1"/>
          </p:cNvSpPr>
          <p:nvPr/>
        </p:nvSpPr>
        <p:spPr>
          <a:xfrm>
            <a:off x="4676775" y="5086350"/>
            <a:ext cx="1571625" cy="628650"/>
          </a:xfrm>
          <a:prstGeom prst="rect">
            <a:avLst/>
          </a:prstGeom>
          <a:noFill/>
          <a:ln w="0">
            <a:noFill/>
          </a:ln>
        </p:spPr>
        <p:txBody>
          <a:bodyPr wrap="square" lIns="0" tIns="0" rIns="0" bIns="0" anchor="t">
            <a:noAutofit/>
          </a:bodyPr>
          <a:lstStyle/>
          <a:p>
            <a:pPr algn="l">
              <a:defRPr sz="3300" b="1">
                <a:solidFill>
                  <a:srgbClr val="C45C28"/>
                </a:solidFill>
                <a:latin typeface="DejaVu Sans"/>
                <a:ea typeface="DejaVu Sans"/>
                <a:cs typeface="DejaVu Sans"/>
              </a:defRPr>
            </a:pPr>
            <a:r>
              <a:rPr sz="3300" b="1">
                <a:solidFill>
                  <a:srgbClr val="C45C28"/>
                </a:solidFill>
                <a:latin typeface="DejaVu Sans"/>
                <a:ea typeface="DejaVu Sans"/>
                <a:cs typeface="DejaVu Sans"/>
              </a:rPr>
              <a:t>8 × 3</a:t>
            </a:r>
          </a:p>
        </p:txBody>
      </p:sp>
      <p:sp>
        <p:nvSpPr>
          <p:cNvPr id="47" name="narrative_s12_text12">
            <a:extLst>
              <a:ext uri="{FF2B5EF4-FFF2-40B4-BE49-F238E27FC236}">
                <a16:creationId xmlns:a16="http://schemas.microsoft.com/office/drawing/2014/main" id="{E27520F2-FA2A-49C3-8DB9-1605183A2C87}"/>
              </a:ext>
            </a:extLst>
          </p:cNvPr>
          <p:cNvSpPr>
            <a:spLocks noGrp="1"/>
          </p:cNvSpPr>
          <p:nvPr/>
        </p:nvSpPr>
        <p:spPr>
          <a:xfrm>
            <a:off x="6677025" y="5086350"/>
            <a:ext cx="1885950" cy="628650"/>
          </a:xfrm>
          <a:prstGeom prst="rect">
            <a:avLst/>
          </a:prstGeom>
          <a:noFill/>
          <a:ln w="0">
            <a:noFill/>
          </a:ln>
        </p:spPr>
        <p:txBody>
          <a:bodyPr wrap="square" lIns="0" tIns="0" rIns="0" bIns="0" anchor="t">
            <a:noAutofit/>
          </a:bodyPr>
          <a:lstStyle/>
          <a:p>
            <a:pPr algn="l">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 31</a:t>
            </a:r>
          </a:p>
        </p:txBody>
      </p:sp>
      <mc:AlternateContent xmlns:mc="http://schemas.openxmlformats.org/markup-compatibility/2006" xmlns:a14="http://schemas.microsoft.com/office/drawing/2010/main">
        <mc:Choice Requires="a14">
          <p:sp>
            <p:nvSpPr>
              <p:cNvPr id="48" name="narrative_s12_text13">
                <a:extLst>
                  <a:ext uri="{FF2B5EF4-FFF2-40B4-BE49-F238E27FC236}">
                    <a16:creationId xmlns:a16="http://schemas.microsoft.com/office/drawing/2014/main" id="{0D49FDAF-CE09-48B1-95E1-46A0FB1B52FE}"/>
                  </a:ext>
                </a:extLst>
              </p:cNvPr>
              <p:cNvSpPr>
                <a:spLocks noGrp="1"/>
              </p:cNvSpPr>
              <p:nvPr/>
            </p:nvSpPr>
            <p:spPr>
              <a:xfrm>
                <a:off x="609600" y="5962650"/>
                <a:ext cx="10858500" cy="45720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14:m>
                  <m:oMath xmlns:m="http://schemas.openxmlformats.org/officeDocument/2006/math">
                    <m:r>
                      <a:rPr sz="1875" b="0" i="0">
                        <a:solidFill>
                          <a:srgbClr val="526276"/>
                        </a:solidFill>
                        <a:latin typeface="Cambria Math"/>
                        <a:ea typeface="DejaVu Sans"/>
                        <a:cs typeface="DejaVu Sans"/>
                      </a:rPr>
                      <m:t>7+24=31</m:t>
                    </m:r>
                  </m:oMath>
                </a14:m>
                <a:r>
                  <a:rPr sz="1875" b="0">
                    <a:solidFill>
                      <a:srgbClr val="526276"/>
                    </a:solidFill>
                    <a:latin typeface="DejaVu Sans"/>
                    <a:ea typeface="DejaVu Sans"/>
                    <a:cs typeface="DejaVu Sans"/>
                  </a:rPr>
                  <a:t>: the sum fills the selected entry of </a:t>
                </a:r>
                <a14:m>
                  <m:oMath xmlns:m="http://schemas.openxmlformats.org/officeDocument/2006/math">
                    <m:r>
                      <a:rPr sz="1875" b="0" i="0">
                        <a:solidFill>
                          <a:srgbClr val="526276"/>
                        </a:solidFill>
                        <a:latin typeface="Cambria Math"/>
                        <a:ea typeface="DejaVu Sans"/>
                        <a:cs typeface="DejaVu Sans"/>
                      </a:rPr>
                      <m:t>𝐂</m:t>
                    </m:r>
                  </m:oMath>
                </a14:m>
                <a:r>
                  <a:rPr sz="1875" b="0">
                    <a:solidFill>
                      <a:srgbClr val="526276"/>
                    </a:solidFill>
                    <a:latin typeface="DejaVu Sans"/>
                    <a:ea typeface="DejaVu Sans"/>
                    <a:cs typeface="DejaVu Sans"/>
                  </a:rPr>
                  <a:t>.</a:t>
                </a:r>
              </a:p>
            </p:txBody>
          </p:sp>
        </mc:Choice>
        <mc:Fallback xmlns="">
          <p:sp>
            <p:nvSpPr>
              <p:cNvPr id="48" name="narrative_s12_text13">
                <a:extLst>
                  <a:ext uri="{FF2B5EF4-FFF2-40B4-BE49-F238E27FC236}">
                    <a16:creationId xmlns:a16="http://schemas.microsoft.com/office/drawing/2014/main" id="{0D49FDAF-CE09-48B1-95E1-46A0FB1B52FE}"/>
                  </a:ext>
                </a:extLst>
              </p:cNvPr>
              <p:cNvSpPr>
                <a:spLocks noGrp="1"/>
              </p:cNvSpPr>
              <p:nvPr/>
            </p:nvSpPr>
            <p:spPr>
              <a:xfrm>
                <a:off x="609600" y="5962650"/>
                <a:ext cx="10858500" cy="45720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i="0">
                    <a:solidFill>
                      <a:srgbClr val="526276"/>
                    </a:solidFill>
                    <a:latin typeface="Cambria Math"/>
                    <a:ea typeface="DejaVu Sans"/>
                    <a:cs typeface="DejaVu Sans"/>
                  </a:rPr>
                  <a:t>7</a:t>
                </a:r>
                <a:r>
                  <a:rPr sz="1875" b="0" i="0">
                    <a:solidFill>
                      <a:srgbClr val="526276"/>
                    </a:solidFill>
                    <a:latin typeface="Cambria Math"/>
                    <a:ea typeface="DejaVu Sans"/>
                    <a:cs typeface="DejaVu Sans"/>
                  </a:rPr>
                  <a:t> + </a:t>
                </a:r>
                <a:r>
                  <a:rPr sz="1875" b="0" i="0">
                    <a:solidFill>
                      <a:srgbClr val="526276"/>
                    </a:solidFill>
                    <a:latin typeface="Cambria Math"/>
                    <a:ea typeface="DejaVu Sans"/>
                    <a:cs typeface="DejaVu Sans"/>
                  </a:rPr>
                  <a:t>2</a:t>
                </a:r>
                <a:r>
                  <a:rPr sz="1875" b="0" i="0">
                    <a:solidFill>
                      <a:srgbClr val="526276"/>
                    </a:solidFill>
                    <a:latin typeface="Cambria Math"/>
                    <a:ea typeface="DejaVu Sans"/>
                    <a:cs typeface="DejaVu Sans"/>
                  </a:rPr>
                  <a:t>4</a:t>
                </a:r>
                <a:r>
                  <a:rPr sz="1875" b="0" i="0">
                    <a:solidFill>
                      <a:srgbClr val="526276"/>
                    </a:solidFill>
                    <a:latin typeface="Cambria Math"/>
                    <a:ea typeface="DejaVu Sans"/>
                    <a:cs typeface="DejaVu Sans"/>
                  </a:rPr>
                  <a:t> = </a:t>
                </a:r>
                <a:r>
                  <a:rPr sz="1875" b="0" i="0">
                    <a:solidFill>
                      <a:srgbClr val="526276"/>
                    </a:solidFill>
                    <a:latin typeface="Cambria Math"/>
                    <a:ea typeface="DejaVu Sans"/>
                    <a:cs typeface="DejaVu Sans"/>
                  </a:rPr>
                  <a:t>3</a:t>
                </a:r>
                <a:r>
                  <a:rPr sz="1875" b="0" i="0">
                    <a:solidFill>
                      <a:srgbClr val="526276"/>
                    </a:solidFill>
                    <a:latin typeface="Cambria Math"/>
                    <a:ea typeface="DejaVu Sans"/>
                    <a:cs typeface="DejaVu Sans"/>
                  </a:rPr>
                  <a:t>1</a:t>
                </a:r>
                <a:r>
                  <a:rPr sz="1875" b="0">
                    <a:solidFill>
                      <a:srgbClr val="526276"/>
                    </a:solidFill>
                    <a:latin typeface="DejaVu Sans"/>
                    <a:ea typeface="DejaVu Sans"/>
                    <a:cs typeface="DejaVu Sans"/>
                  </a:rPr>
                  <a:t>: the sum fills the selected entry of </a:t>
                </a:r>
                <a:r>
                  <a:rPr sz="1875" b="0" i="0">
                    <a:solidFill>
                      <a:srgbClr val="526276"/>
                    </a:solidFill>
                    <a:latin typeface="Cambria Math"/>
                    <a:ea typeface="DejaVu Sans"/>
                    <a:cs typeface="DejaVu Sans"/>
                  </a:rPr>
                  <a:t>𝐂</a:t>
                </a:r>
                <a:r>
                  <a:rPr sz="1875" b="0">
                    <a:solidFill>
                      <a:srgbClr val="526276"/>
                    </a:solidFill>
                    <a:latin typeface="DejaVu Sans"/>
                    <a:ea typeface="DejaVu Sans"/>
                    <a:cs typeface="DejaVu Sans"/>
                  </a:rPr>
                  <a:t>.</a:t>
                </a:r>
              </a:p>
            </p:txBody>
          </p:sp>
        </mc:Fallback>
      </mc:AlternateContent>
    </p:spTree>
    <p:extLst>
      <p:ext uri="{BB962C8B-B14F-4D97-AF65-F5344CB8AC3E}">
        <p14:creationId xmlns:p14="http://schemas.microsoft.com/office/powerpoint/2010/main" val="17180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build="allAtOnce" animBg="1"/>
      <p:bldP spid="39" grpId="0" build="allAtOnce" animBg="1"/>
      <p:bldP spid="40" grpId="0" build="allAtOnce" animBg="1"/>
      <p:bldP spid="41" grpId="0" build="allAtOnce" animBg="1"/>
      <p:bldP spid="42" grpId="0" build="allAtOnce" animBg="1"/>
      <p:bldP spid="44" grpId="0" build="allAtOnce" animBg="1"/>
      <p:bldP spid="45" grpId="0" build="allAtOnce" animBg="1"/>
      <p:bldP spid="46" grpId="0" build="allAtOnce" animBg="1"/>
      <p:bldP spid="47" grpId="0" build="allAtOnce" animBg="1"/>
      <p:bldP spid="48" grpId="0" build="allAtOnce"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4" name="narrative_s13_text1">
                <a:extLst>
                  <a:ext uri="{FF2B5EF4-FFF2-40B4-BE49-F238E27FC236}">
                    <a16:creationId xmlns:a16="http://schemas.microsoft.com/office/drawing/2014/main" id="{539FD050-CBB2-4860-90EA-04A1C976842D}"/>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Computing </a:t>
                </a:r>
                <a14:m>
                  <m:oMath xmlns:m="http://schemas.openxmlformats.org/officeDocument/2006/math">
                    <m:sSub>
                      <m:sSubPr>
                        <m:ctrlPr>
                          <a:rPr sz="3150" b="0" i="0">
                            <a:solidFill>
                              <a:srgbClr val="182D45"/>
                            </a:solidFill>
                            <a:latin typeface="Cambria Math"/>
                            <a:ea typeface="DejaVu Sans"/>
                            <a:cs typeface="DejaVu Sans"/>
                          </a:rPr>
                        </m:ctrlPr>
                      </m:sSubPr>
                      <m:e>
                        <m:r>
                          <a:rPr sz="3150" b="0" i="0">
                            <a:solidFill>
                              <a:srgbClr val="182D45"/>
                            </a:solidFill>
                            <a:latin typeface="Cambria Math"/>
                            <a:ea typeface="DejaVu Sans"/>
                            <a:cs typeface="DejaVu Sans"/>
                          </a:rPr>
                          <m:t>𝐶</m:t>
                        </m:r>
                      </m:e>
                      <m:sub>
                        <m:r>
                          <a:rPr sz="3150" b="0" i="0">
                            <a:solidFill>
                              <a:srgbClr val="182D45"/>
                            </a:solidFill>
                            <a:latin typeface="Cambria Math"/>
                            <a:ea typeface="DejaVu Sans"/>
                            <a:cs typeface="DejaVu Sans"/>
                          </a:rPr>
                          <m:t>22</m:t>
                        </m:r>
                      </m:sub>
                    </m:sSub>
                  </m:oMath>
                </a14:m>
                <a:r>
                  <a:rPr sz="3150" b="1" dirty="0">
                    <a:solidFill>
                      <a:srgbClr val="182D45"/>
                    </a:solidFill>
                    <a:latin typeface="DejaVu Sans"/>
                    <a:ea typeface="DejaVu Sans"/>
                    <a:cs typeface="DejaVu Sans"/>
                  </a:rPr>
                  <a:t>: row 2, column 2</a:t>
                </a:r>
              </a:p>
            </p:txBody>
          </p:sp>
        </mc:Choice>
        <mc:Fallback xmlns="">
          <p:sp>
            <p:nvSpPr>
              <p:cNvPr id="54" name="narrative_s13_text1">
                <a:extLst>
                  <a:ext uri="{FF2B5EF4-FFF2-40B4-BE49-F238E27FC236}">
                    <a16:creationId xmlns:a16="http://schemas.microsoft.com/office/drawing/2014/main" id="{539FD050-CBB2-4860-90EA-04A1C976842D}"/>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Computing </a:t>
                </a:r>
                <a:r>
                  <a:rPr sz="3150" b="0" i="0">
                    <a:solidFill>
                      <a:srgbClr val="182D45"/>
                    </a:solidFill>
                    <a:latin typeface="Cambria Math"/>
                    <a:ea typeface="DejaVu Sans"/>
                    <a:cs typeface="DejaVu Sans"/>
                  </a:rPr>
                  <a:t>𝐶</a:t>
                </a:r>
                <a:r>
                  <a:rPr sz="3150" b="0" i="0" baseline="-25000">
                    <a:solidFill>
                      <a:srgbClr val="182D45"/>
                    </a:solidFill>
                    <a:latin typeface="Cambria Math"/>
                    <a:ea typeface="DejaVu Sans"/>
                    <a:cs typeface="DejaVu Sans"/>
                  </a:rPr>
                  <a:t>2</a:t>
                </a:r>
                <a:r>
                  <a:rPr sz="3150" b="0" i="0" baseline="-25000">
                    <a:solidFill>
                      <a:srgbClr val="182D45"/>
                    </a:solidFill>
                    <a:latin typeface="Cambria Math"/>
                    <a:ea typeface="DejaVu Sans"/>
                    <a:cs typeface="DejaVu Sans"/>
                  </a:rPr>
                  <a:t>2</a:t>
                </a:r>
                <a:r>
                  <a:rPr sz="3150" b="1">
                    <a:solidFill>
                      <a:srgbClr val="182D45"/>
                    </a:solidFill>
                    <a:latin typeface="DejaVu Sans"/>
                    <a:ea typeface="DejaVu Sans"/>
                    <a:cs typeface="DejaVu Sans"/>
                  </a:rPr>
                  <a:t>: row 2, column 2</a:t>
                </a:r>
              </a:p>
            </p:txBody>
          </p:sp>
        </mc:Fallback>
      </mc:AlternateContent>
      <p:sp>
        <p:nvSpPr>
          <p:cNvPr id="2" name="page_number">
            <a:extLst>
              <a:ext uri="{FF2B5EF4-FFF2-40B4-BE49-F238E27FC236}">
                <a16:creationId xmlns:a16="http://schemas.microsoft.com/office/drawing/2014/main" id="{2B56FA20-41F0-499E-A864-6BD8F3D6D998}"/>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13</a:t>
            </a:r>
          </a:p>
        </p:txBody>
      </p:sp>
      <mc:AlternateContent xmlns:mc="http://schemas.openxmlformats.org/markup-compatibility/2006" xmlns:a14="http://schemas.microsoft.com/office/drawing/2010/main">
        <mc:Choice Requires="a14">
          <p:sp>
            <p:nvSpPr>
              <p:cNvPr id="3" name="narrative_s13_text2">
                <a:extLst>
                  <a:ext uri="{FF2B5EF4-FFF2-40B4-BE49-F238E27FC236}">
                    <a16:creationId xmlns:a16="http://schemas.microsoft.com/office/drawing/2014/main" id="{167FB487-1ACB-4F48-8A1B-99847962C229}"/>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14:m>
                  <m:oMath xmlns:m="http://schemas.openxmlformats.org/officeDocument/2006/math">
                    <m:sSub>
                      <m:sSubPr>
                        <m:ctrlPr>
                          <a:rPr sz="2100" b="0" i="0">
                            <a:solidFill>
                              <a:srgbClr val="182D45"/>
                            </a:solidFill>
                            <a:latin typeface="Cambria Math"/>
                            <a:ea typeface="DejaVu Sans"/>
                            <a:cs typeface="DejaVu Sans"/>
                          </a:rPr>
                        </m:ctrlPr>
                      </m:sSubPr>
                      <m:e>
                        <m:r>
                          <a:rPr sz="2100" b="0" i="0">
                            <a:solidFill>
                              <a:srgbClr val="182D45"/>
                            </a:solidFill>
                            <a:latin typeface="Cambria Math"/>
                            <a:ea typeface="DejaVu Sans"/>
                            <a:cs typeface="DejaVu Sans"/>
                          </a:rPr>
                          <m:t>𝐶</m:t>
                        </m:r>
                      </m:e>
                      <m:sub>
                        <m:r>
                          <a:rPr sz="2100" b="0" i="0">
                            <a:solidFill>
                              <a:srgbClr val="182D45"/>
                            </a:solidFill>
                            <a:latin typeface="Cambria Math"/>
                            <a:ea typeface="DejaVu Sans"/>
                            <a:cs typeface="DejaVu Sans"/>
                          </a:rPr>
                          <m:t>22</m:t>
                        </m:r>
                      </m:sub>
                    </m:sSub>
                  </m:oMath>
                </a14:m>
                <a:r>
                  <a:rPr sz="2100" b="0">
                    <a:solidFill>
                      <a:srgbClr val="182D45"/>
                    </a:solidFill>
                    <a:latin typeface="DejaVu Sans"/>
                    <a:ea typeface="DejaVu Sans"/>
                    <a:cs typeface="DejaVu Sans"/>
                  </a:rPr>
                  <a:t> uses row 2 of </a:t>
                </a:r>
                <a14:m>
                  <m:oMath xmlns:m="http://schemas.openxmlformats.org/officeDocument/2006/math">
                    <m:r>
                      <a:rPr sz="2100" b="0" i="0">
                        <a:solidFill>
                          <a:srgbClr val="182D45"/>
                        </a:solidFill>
                        <a:latin typeface="Cambria Math"/>
                        <a:ea typeface="DejaVu Sans"/>
                        <a:cs typeface="DejaVu Sans"/>
                      </a:rPr>
                      <m:t>𝐀</m:t>
                    </m:r>
                  </m:oMath>
                </a14:m>
                <a:r>
                  <a:rPr sz="2100" b="0">
                    <a:solidFill>
                      <a:srgbClr val="182D45"/>
                    </a:solidFill>
                    <a:latin typeface="DejaVu Sans"/>
                    <a:ea typeface="DejaVu Sans"/>
                    <a:cs typeface="DejaVu Sans"/>
                  </a:rPr>
                  <a:t> and column 2 of </a:t>
                </a:r>
                <a14:m>
                  <m:oMath xmlns:m="http://schemas.openxmlformats.org/officeDocument/2006/math">
                    <m:r>
                      <a:rPr sz="2100" b="0" i="0">
                        <a:solidFill>
                          <a:srgbClr val="182D45"/>
                        </a:solidFill>
                        <a:latin typeface="Cambria Math"/>
                        <a:ea typeface="DejaVu Sans"/>
                        <a:cs typeface="DejaVu Sans"/>
                      </a:rPr>
                      <m:t>𝐁</m:t>
                    </m:r>
                  </m:oMath>
                </a14:m>
                <a:r>
                  <a:rPr sz="2100" b="0">
                    <a:solidFill>
                      <a:srgbClr val="182D45"/>
                    </a:solidFill>
                    <a:latin typeface="DejaVu Sans"/>
                    <a:ea typeface="DejaVu Sans"/>
                    <a:cs typeface="DejaVu Sans"/>
                  </a:rPr>
                  <a:t>. The two colours will identify the two pairs of factors.</a:t>
                </a:r>
              </a:p>
            </p:txBody>
          </p:sp>
        </mc:Choice>
        <mc:Fallback xmlns="">
          <p:sp>
            <p:nvSpPr>
              <p:cNvPr id="3" name="narrative_s13_text2">
                <a:extLst>
                  <a:ext uri="{FF2B5EF4-FFF2-40B4-BE49-F238E27FC236}">
                    <a16:creationId xmlns:a16="http://schemas.microsoft.com/office/drawing/2014/main" id="{167FB487-1ACB-4F48-8A1B-99847962C229}"/>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i="0">
                    <a:solidFill>
                      <a:srgbClr val="182D45"/>
                    </a:solidFill>
                    <a:latin typeface="Cambria Math"/>
                    <a:ea typeface="DejaVu Sans"/>
                    <a:cs typeface="DejaVu Sans"/>
                  </a:rPr>
                  <a:t>𝐶</a:t>
                </a:r>
                <a:r>
                  <a:rPr sz="2100" b="0" i="0" baseline="-25000">
                    <a:solidFill>
                      <a:srgbClr val="182D45"/>
                    </a:solidFill>
                    <a:latin typeface="Cambria Math"/>
                    <a:ea typeface="DejaVu Sans"/>
                    <a:cs typeface="DejaVu Sans"/>
                  </a:rPr>
                  <a:t>2</a:t>
                </a:r>
                <a:r>
                  <a:rPr sz="2100" b="0" i="0" baseline="-25000">
                    <a:solidFill>
                      <a:srgbClr val="182D45"/>
                    </a:solidFill>
                    <a:latin typeface="Cambria Math"/>
                    <a:ea typeface="DejaVu Sans"/>
                    <a:cs typeface="DejaVu Sans"/>
                  </a:rPr>
                  <a:t>2</a:t>
                </a:r>
                <a:r>
                  <a:rPr sz="2100" b="0">
                    <a:solidFill>
                      <a:srgbClr val="182D45"/>
                    </a:solidFill>
                    <a:latin typeface="DejaVu Sans"/>
                    <a:ea typeface="DejaVu Sans"/>
                    <a:cs typeface="DejaVu Sans"/>
                  </a:rPr>
                  <a:t> uses row 2 of </a:t>
                </a:r>
                <a:r>
                  <a:rPr sz="2100" b="0" i="0">
                    <a:solidFill>
                      <a:srgbClr val="182D45"/>
                    </a:solidFill>
                    <a:latin typeface="Cambria Math"/>
                    <a:ea typeface="DejaVu Sans"/>
                    <a:cs typeface="DejaVu Sans"/>
                  </a:rPr>
                  <a:t>𝐀</a:t>
                </a:r>
                <a:r>
                  <a:rPr sz="2100" b="0">
                    <a:solidFill>
                      <a:srgbClr val="182D45"/>
                    </a:solidFill>
                    <a:latin typeface="DejaVu Sans"/>
                    <a:ea typeface="DejaVu Sans"/>
                    <a:cs typeface="DejaVu Sans"/>
                  </a:rPr>
                  <a:t> and column 2 of </a:t>
                </a:r>
                <a:r>
                  <a:rPr sz="2100" b="0" i="0">
                    <a:solidFill>
                      <a:srgbClr val="182D45"/>
                    </a:solidFill>
                    <a:latin typeface="Cambria Math"/>
                    <a:ea typeface="DejaVu Sans"/>
                    <a:cs typeface="DejaVu Sans"/>
                  </a:rPr>
                  <a:t>𝐁</a:t>
                </a:r>
                <a:r>
                  <a:rPr sz="2100" b="0">
                    <a:solidFill>
                      <a:srgbClr val="182D45"/>
                    </a:solidFill>
                    <a:latin typeface="DejaVu Sans"/>
                    <a:ea typeface="DejaVu Sans"/>
                    <a:cs typeface="DejaVu Sans"/>
                  </a:rPr>
                  <a:t>. The two colours will identify the two pairs of factors.</a:t>
                </a:r>
              </a:p>
            </p:txBody>
          </p:sp>
        </mc:Fallback>
      </mc:AlternateContent>
      <mc:AlternateContent xmlns:mc="http://schemas.openxmlformats.org/markup-compatibility/2006" xmlns:a14="http://schemas.microsoft.com/office/drawing/2010/main">
        <mc:Choice Requires="a14">
          <p:sp>
            <p:nvSpPr>
              <p:cNvPr id="4" name="narrative_s13_text3">
                <a:extLst>
                  <a:ext uri="{FF2B5EF4-FFF2-40B4-BE49-F238E27FC236}">
                    <a16:creationId xmlns:a16="http://schemas.microsoft.com/office/drawing/2014/main" id="{0EFDB5E0-80DB-4D77-A8E8-B6E737A7AAFC}"/>
                  </a:ext>
                </a:extLst>
              </p:cNvPr>
              <p:cNvSpPr>
                <a:spLocks noGrp="1"/>
              </p:cNvSpPr>
              <p:nvPr/>
            </p:nvSpPr>
            <p:spPr>
              <a:xfrm>
                <a:off x="19716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𝐀</m:t>
                      </m:r>
                    </m:oMath>
                  </m:oMathPara>
                </a14:m>
                <a:endParaRPr/>
              </a:p>
            </p:txBody>
          </p:sp>
        </mc:Choice>
        <mc:Fallback xmlns="">
          <p:sp>
            <p:nvSpPr>
              <p:cNvPr id="4" name="narrative_s13_text3">
                <a:extLst>
                  <a:ext uri="{FF2B5EF4-FFF2-40B4-BE49-F238E27FC236}">
                    <a16:creationId xmlns:a16="http://schemas.microsoft.com/office/drawing/2014/main" id="{0EFDB5E0-80DB-4D77-A8E8-B6E737A7AAFC}"/>
                  </a:ext>
                </a:extLst>
              </p:cNvPr>
              <p:cNvSpPr>
                <a:spLocks noGrp="1"/>
              </p:cNvSpPr>
              <p:nvPr/>
            </p:nvSpPr>
            <p:spPr>
              <a:xfrm>
                <a:off x="19716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𝐀</a:t>
                </a:r>
              </a:p>
            </p:txBody>
          </p:sp>
        </mc:Fallback>
      </mc:AlternateContent>
      <mc:AlternateContent xmlns:mc="http://schemas.openxmlformats.org/markup-compatibility/2006" xmlns:a14="http://schemas.microsoft.com/office/drawing/2010/main">
        <mc:Choice Requires="a14">
          <p:sp>
            <p:nvSpPr>
              <p:cNvPr id="5" name="narrative_s13_text4">
                <a:extLst>
                  <a:ext uri="{FF2B5EF4-FFF2-40B4-BE49-F238E27FC236}">
                    <a16:creationId xmlns:a16="http://schemas.microsoft.com/office/drawing/2014/main" id="{8F4EA470-1FF2-4409-94E0-3A21FEC90BC9}"/>
                  </a:ext>
                </a:extLst>
              </p:cNvPr>
              <p:cNvSpPr>
                <a:spLocks noGrp="1"/>
              </p:cNvSpPr>
              <p:nvPr/>
            </p:nvSpPr>
            <p:spPr>
              <a:xfrm>
                <a:off x="55911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𝐁</m:t>
                      </m:r>
                    </m:oMath>
                  </m:oMathPara>
                </a14:m>
                <a:endParaRPr/>
              </a:p>
            </p:txBody>
          </p:sp>
        </mc:Choice>
        <mc:Fallback xmlns="">
          <p:sp>
            <p:nvSpPr>
              <p:cNvPr id="5" name="narrative_s13_text4">
                <a:extLst>
                  <a:ext uri="{FF2B5EF4-FFF2-40B4-BE49-F238E27FC236}">
                    <a16:creationId xmlns:a16="http://schemas.microsoft.com/office/drawing/2014/main" id="{8F4EA470-1FF2-4409-94E0-3A21FEC90BC9}"/>
                  </a:ext>
                </a:extLst>
              </p:cNvPr>
              <p:cNvSpPr>
                <a:spLocks noGrp="1"/>
              </p:cNvSpPr>
              <p:nvPr/>
            </p:nvSpPr>
            <p:spPr>
              <a:xfrm>
                <a:off x="55911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𝐁</a:t>
                </a:r>
              </a:p>
            </p:txBody>
          </p:sp>
        </mc:Fallback>
      </mc:AlternateContent>
      <mc:AlternateContent xmlns:mc="http://schemas.openxmlformats.org/markup-compatibility/2006" xmlns:a14="http://schemas.microsoft.com/office/drawing/2010/main">
        <mc:Choice Requires="a14">
          <p:sp>
            <p:nvSpPr>
              <p:cNvPr id="6" name="narrative_s13_text5">
                <a:extLst>
                  <a:ext uri="{FF2B5EF4-FFF2-40B4-BE49-F238E27FC236}">
                    <a16:creationId xmlns:a16="http://schemas.microsoft.com/office/drawing/2014/main" id="{17614749-162E-46F2-810C-0F9C46F003CB}"/>
                  </a:ext>
                </a:extLst>
              </p:cNvPr>
              <p:cNvSpPr>
                <a:spLocks noGrp="1"/>
              </p:cNvSpPr>
              <p:nvPr/>
            </p:nvSpPr>
            <p:spPr>
              <a:xfrm>
                <a:off x="95535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𝐂</m:t>
                      </m:r>
                    </m:oMath>
                  </m:oMathPara>
                </a14:m>
                <a:endParaRPr/>
              </a:p>
            </p:txBody>
          </p:sp>
        </mc:Choice>
        <mc:Fallback xmlns="">
          <p:sp>
            <p:nvSpPr>
              <p:cNvPr id="6" name="narrative_s13_text5">
                <a:extLst>
                  <a:ext uri="{FF2B5EF4-FFF2-40B4-BE49-F238E27FC236}">
                    <a16:creationId xmlns:a16="http://schemas.microsoft.com/office/drawing/2014/main" id="{17614749-162E-46F2-810C-0F9C46F003CB}"/>
                  </a:ext>
                </a:extLst>
              </p:cNvPr>
              <p:cNvSpPr>
                <a:spLocks noGrp="1"/>
              </p:cNvSpPr>
              <p:nvPr/>
            </p:nvSpPr>
            <p:spPr>
              <a:xfrm>
                <a:off x="95535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𝐂</a:t>
                </a:r>
              </a:p>
            </p:txBody>
          </p:sp>
        </mc:Fallback>
      </mc:AlternateContent>
      <p:sp>
        <p:nvSpPr>
          <p:cNvPr id="7" name="A_bracket_left">
            <a:extLst>
              <a:ext uri="{FF2B5EF4-FFF2-40B4-BE49-F238E27FC236}">
                <a16:creationId xmlns:a16="http://schemas.microsoft.com/office/drawing/2014/main" id="{0176B4CC-7E62-4C4C-9F7B-39E3C27854ED}"/>
              </a:ext>
            </a:extLst>
          </p:cNvPr>
          <p:cNvSpPr>
            <a:spLocks noGrp="1"/>
          </p:cNvSpPr>
          <p:nvPr/>
        </p:nvSpPr>
        <p:spPr>
          <a:xfrm>
            <a:off x="1047750" y="2600325"/>
            <a:ext cx="28575" cy="1733550"/>
          </a:xfrm>
          <a:prstGeom prst="rect">
            <a:avLst/>
          </a:prstGeom>
          <a:solidFill>
            <a:srgbClr val="182D45"/>
          </a:solidFill>
          <a:ln w="0">
            <a:noFill/>
          </a:ln>
        </p:spPr>
        <p:txBody>
          <a:bodyPr/>
          <a:lstStyle/>
          <a:p>
            <a:endParaRPr lang="it-IT"/>
          </a:p>
        </p:txBody>
      </p:sp>
      <p:sp>
        <p:nvSpPr>
          <p:cNvPr id="8" name="A_bracket_right">
            <a:extLst>
              <a:ext uri="{FF2B5EF4-FFF2-40B4-BE49-F238E27FC236}">
                <a16:creationId xmlns:a16="http://schemas.microsoft.com/office/drawing/2014/main" id="{A940D332-3D5A-49A6-933C-1537C00A2EF3}"/>
              </a:ext>
            </a:extLst>
          </p:cNvPr>
          <p:cNvSpPr>
            <a:spLocks noGrp="1"/>
          </p:cNvSpPr>
          <p:nvPr/>
        </p:nvSpPr>
        <p:spPr>
          <a:xfrm>
            <a:off x="3114675" y="2600325"/>
            <a:ext cx="28575" cy="1733550"/>
          </a:xfrm>
          <a:prstGeom prst="rect">
            <a:avLst/>
          </a:prstGeom>
          <a:solidFill>
            <a:srgbClr val="182D45"/>
          </a:solidFill>
          <a:ln w="0">
            <a:noFill/>
          </a:ln>
        </p:spPr>
        <p:txBody>
          <a:bodyPr/>
          <a:lstStyle/>
          <a:p>
            <a:endParaRPr lang="it-IT"/>
          </a:p>
        </p:txBody>
      </p:sp>
      <p:sp>
        <p:nvSpPr>
          <p:cNvPr id="9" name="A_bracket_l_273">
            <a:extLst>
              <a:ext uri="{FF2B5EF4-FFF2-40B4-BE49-F238E27FC236}">
                <a16:creationId xmlns:a16="http://schemas.microsoft.com/office/drawing/2014/main" id="{A43121A8-A388-40C0-BD98-A981C0197F81}"/>
              </a:ext>
            </a:extLst>
          </p:cNvPr>
          <p:cNvSpPr>
            <a:spLocks noGrp="1"/>
          </p:cNvSpPr>
          <p:nvPr/>
        </p:nvSpPr>
        <p:spPr>
          <a:xfrm>
            <a:off x="1047750" y="2600325"/>
            <a:ext cx="161925" cy="28575"/>
          </a:xfrm>
          <a:prstGeom prst="rect">
            <a:avLst/>
          </a:prstGeom>
          <a:solidFill>
            <a:srgbClr val="182D45"/>
          </a:solidFill>
          <a:ln w="0">
            <a:noFill/>
          </a:ln>
        </p:spPr>
        <p:txBody>
          <a:bodyPr/>
          <a:lstStyle/>
          <a:p>
            <a:endParaRPr lang="it-IT"/>
          </a:p>
        </p:txBody>
      </p:sp>
      <p:sp>
        <p:nvSpPr>
          <p:cNvPr id="10" name="A_bracket_r_273">
            <a:extLst>
              <a:ext uri="{FF2B5EF4-FFF2-40B4-BE49-F238E27FC236}">
                <a16:creationId xmlns:a16="http://schemas.microsoft.com/office/drawing/2014/main" id="{330C2CB6-7205-405E-BEA9-7A2C2A8CAA90}"/>
              </a:ext>
            </a:extLst>
          </p:cNvPr>
          <p:cNvSpPr>
            <a:spLocks noGrp="1"/>
          </p:cNvSpPr>
          <p:nvPr/>
        </p:nvSpPr>
        <p:spPr>
          <a:xfrm>
            <a:off x="2981325" y="2600325"/>
            <a:ext cx="161925" cy="28575"/>
          </a:xfrm>
          <a:prstGeom prst="rect">
            <a:avLst/>
          </a:prstGeom>
          <a:solidFill>
            <a:srgbClr val="182D45"/>
          </a:solidFill>
          <a:ln w="0">
            <a:noFill/>
          </a:ln>
        </p:spPr>
        <p:txBody>
          <a:bodyPr/>
          <a:lstStyle/>
          <a:p>
            <a:endParaRPr lang="it-IT"/>
          </a:p>
        </p:txBody>
      </p:sp>
      <p:sp>
        <p:nvSpPr>
          <p:cNvPr id="11" name="A_bracket_l_452">
            <a:extLst>
              <a:ext uri="{FF2B5EF4-FFF2-40B4-BE49-F238E27FC236}">
                <a16:creationId xmlns:a16="http://schemas.microsoft.com/office/drawing/2014/main" id="{46BF0F3C-7F70-454E-8207-1AC6F83842B8}"/>
              </a:ext>
            </a:extLst>
          </p:cNvPr>
          <p:cNvSpPr>
            <a:spLocks noGrp="1"/>
          </p:cNvSpPr>
          <p:nvPr/>
        </p:nvSpPr>
        <p:spPr>
          <a:xfrm>
            <a:off x="1047750" y="4305300"/>
            <a:ext cx="161925" cy="28575"/>
          </a:xfrm>
          <a:prstGeom prst="rect">
            <a:avLst/>
          </a:prstGeom>
          <a:solidFill>
            <a:srgbClr val="182D45"/>
          </a:solidFill>
          <a:ln w="0">
            <a:noFill/>
          </a:ln>
        </p:spPr>
        <p:txBody>
          <a:bodyPr/>
          <a:lstStyle/>
          <a:p>
            <a:endParaRPr lang="it-IT"/>
          </a:p>
        </p:txBody>
      </p:sp>
      <p:sp>
        <p:nvSpPr>
          <p:cNvPr id="12" name="A_bracket_r_452">
            <a:extLst>
              <a:ext uri="{FF2B5EF4-FFF2-40B4-BE49-F238E27FC236}">
                <a16:creationId xmlns:a16="http://schemas.microsoft.com/office/drawing/2014/main" id="{671ECE46-4C53-450B-BB11-53180AD880F0}"/>
              </a:ext>
            </a:extLst>
          </p:cNvPr>
          <p:cNvSpPr>
            <a:spLocks noGrp="1"/>
          </p:cNvSpPr>
          <p:nvPr/>
        </p:nvSpPr>
        <p:spPr>
          <a:xfrm>
            <a:off x="2981325" y="4305300"/>
            <a:ext cx="161925" cy="28575"/>
          </a:xfrm>
          <a:prstGeom prst="rect">
            <a:avLst/>
          </a:prstGeom>
          <a:solidFill>
            <a:srgbClr val="182D45"/>
          </a:solidFill>
          <a:ln w="0">
            <a:noFill/>
          </a:ln>
        </p:spPr>
        <p:txBody>
          <a:bodyPr/>
          <a:lstStyle/>
          <a:p>
            <a:endParaRPr lang="it-IT"/>
          </a:p>
        </p:txBody>
      </p:sp>
      <p:sp>
        <p:nvSpPr>
          <p:cNvPr id="13" name="B_bracket_left">
            <a:extLst>
              <a:ext uri="{FF2B5EF4-FFF2-40B4-BE49-F238E27FC236}">
                <a16:creationId xmlns:a16="http://schemas.microsoft.com/office/drawing/2014/main" id="{B7937B47-A60A-4614-BF53-6B8FDD86CC7D}"/>
              </a:ext>
            </a:extLst>
          </p:cNvPr>
          <p:cNvSpPr>
            <a:spLocks noGrp="1"/>
          </p:cNvSpPr>
          <p:nvPr/>
        </p:nvSpPr>
        <p:spPr>
          <a:xfrm>
            <a:off x="4667250" y="2600325"/>
            <a:ext cx="28575" cy="1733550"/>
          </a:xfrm>
          <a:prstGeom prst="rect">
            <a:avLst/>
          </a:prstGeom>
          <a:solidFill>
            <a:srgbClr val="182D45"/>
          </a:solidFill>
          <a:ln w="0">
            <a:noFill/>
          </a:ln>
        </p:spPr>
        <p:txBody>
          <a:bodyPr/>
          <a:lstStyle/>
          <a:p>
            <a:endParaRPr lang="it-IT"/>
          </a:p>
        </p:txBody>
      </p:sp>
      <p:sp>
        <p:nvSpPr>
          <p:cNvPr id="14" name="B_bracket_right">
            <a:extLst>
              <a:ext uri="{FF2B5EF4-FFF2-40B4-BE49-F238E27FC236}">
                <a16:creationId xmlns:a16="http://schemas.microsoft.com/office/drawing/2014/main" id="{97246B62-57D8-4A4A-B473-109939B9D8EB}"/>
              </a:ext>
            </a:extLst>
          </p:cNvPr>
          <p:cNvSpPr>
            <a:spLocks noGrp="1"/>
          </p:cNvSpPr>
          <p:nvPr/>
        </p:nvSpPr>
        <p:spPr>
          <a:xfrm>
            <a:off x="6734175" y="2600325"/>
            <a:ext cx="28575" cy="1733550"/>
          </a:xfrm>
          <a:prstGeom prst="rect">
            <a:avLst/>
          </a:prstGeom>
          <a:solidFill>
            <a:srgbClr val="182D45"/>
          </a:solidFill>
          <a:ln w="0">
            <a:noFill/>
          </a:ln>
        </p:spPr>
        <p:txBody>
          <a:bodyPr/>
          <a:lstStyle/>
          <a:p>
            <a:endParaRPr lang="it-IT"/>
          </a:p>
        </p:txBody>
      </p:sp>
      <p:sp>
        <p:nvSpPr>
          <p:cNvPr id="15" name="B_bracket_l_273">
            <a:extLst>
              <a:ext uri="{FF2B5EF4-FFF2-40B4-BE49-F238E27FC236}">
                <a16:creationId xmlns:a16="http://schemas.microsoft.com/office/drawing/2014/main" id="{F50A76BA-022D-4D19-BD8C-065CAC4DD42D}"/>
              </a:ext>
            </a:extLst>
          </p:cNvPr>
          <p:cNvSpPr>
            <a:spLocks noGrp="1"/>
          </p:cNvSpPr>
          <p:nvPr/>
        </p:nvSpPr>
        <p:spPr>
          <a:xfrm>
            <a:off x="4667250" y="2600325"/>
            <a:ext cx="161925" cy="28575"/>
          </a:xfrm>
          <a:prstGeom prst="rect">
            <a:avLst/>
          </a:prstGeom>
          <a:solidFill>
            <a:srgbClr val="182D45"/>
          </a:solidFill>
          <a:ln w="0">
            <a:noFill/>
          </a:ln>
        </p:spPr>
        <p:txBody>
          <a:bodyPr/>
          <a:lstStyle/>
          <a:p>
            <a:endParaRPr lang="it-IT"/>
          </a:p>
        </p:txBody>
      </p:sp>
      <p:sp>
        <p:nvSpPr>
          <p:cNvPr id="16" name="B_bracket_r_273">
            <a:extLst>
              <a:ext uri="{FF2B5EF4-FFF2-40B4-BE49-F238E27FC236}">
                <a16:creationId xmlns:a16="http://schemas.microsoft.com/office/drawing/2014/main" id="{92B945D1-30F5-43BE-A9A1-0DB6BD8EFB16}"/>
              </a:ext>
            </a:extLst>
          </p:cNvPr>
          <p:cNvSpPr>
            <a:spLocks noGrp="1"/>
          </p:cNvSpPr>
          <p:nvPr/>
        </p:nvSpPr>
        <p:spPr>
          <a:xfrm>
            <a:off x="6600825" y="2600325"/>
            <a:ext cx="161925" cy="28575"/>
          </a:xfrm>
          <a:prstGeom prst="rect">
            <a:avLst/>
          </a:prstGeom>
          <a:solidFill>
            <a:srgbClr val="182D45"/>
          </a:solidFill>
          <a:ln w="0">
            <a:noFill/>
          </a:ln>
        </p:spPr>
        <p:txBody>
          <a:bodyPr/>
          <a:lstStyle/>
          <a:p>
            <a:endParaRPr lang="it-IT"/>
          </a:p>
        </p:txBody>
      </p:sp>
      <p:sp>
        <p:nvSpPr>
          <p:cNvPr id="17" name="B_bracket_l_452">
            <a:extLst>
              <a:ext uri="{FF2B5EF4-FFF2-40B4-BE49-F238E27FC236}">
                <a16:creationId xmlns:a16="http://schemas.microsoft.com/office/drawing/2014/main" id="{D94B75EB-FDA0-4E53-B6DA-BF11CE095160}"/>
              </a:ext>
            </a:extLst>
          </p:cNvPr>
          <p:cNvSpPr>
            <a:spLocks noGrp="1"/>
          </p:cNvSpPr>
          <p:nvPr/>
        </p:nvSpPr>
        <p:spPr>
          <a:xfrm>
            <a:off x="4667250" y="4305300"/>
            <a:ext cx="161925" cy="28575"/>
          </a:xfrm>
          <a:prstGeom prst="rect">
            <a:avLst/>
          </a:prstGeom>
          <a:solidFill>
            <a:srgbClr val="182D45"/>
          </a:solidFill>
          <a:ln w="0">
            <a:noFill/>
          </a:ln>
        </p:spPr>
        <p:txBody>
          <a:bodyPr/>
          <a:lstStyle/>
          <a:p>
            <a:endParaRPr lang="it-IT"/>
          </a:p>
        </p:txBody>
      </p:sp>
      <p:sp>
        <p:nvSpPr>
          <p:cNvPr id="18" name="B_bracket_r_452">
            <a:extLst>
              <a:ext uri="{FF2B5EF4-FFF2-40B4-BE49-F238E27FC236}">
                <a16:creationId xmlns:a16="http://schemas.microsoft.com/office/drawing/2014/main" id="{BADD0618-9FA6-41A3-A274-021F9C51DA5E}"/>
              </a:ext>
            </a:extLst>
          </p:cNvPr>
          <p:cNvSpPr>
            <a:spLocks noGrp="1"/>
          </p:cNvSpPr>
          <p:nvPr/>
        </p:nvSpPr>
        <p:spPr>
          <a:xfrm>
            <a:off x="6600825" y="4305300"/>
            <a:ext cx="161925" cy="28575"/>
          </a:xfrm>
          <a:prstGeom prst="rect">
            <a:avLst/>
          </a:prstGeom>
          <a:solidFill>
            <a:srgbClr val="182D45"/>
          </a:solidFill>
          <a:ln w="0">
            <a:noFill/>
          </a:ln>
        </p:spPr>
        <p:txBody>
          <a:bodyPr/>
          <a:lstStyle/>
          <a:p>
            <a:endParaRPr lang="it-IT"/>
          </a:p>
        </p:txBody>
      </p:sp>
      <p:sp>
        <p:nvSpPr>
          <p:cNvPr id="19" name="C_bracket_left">
            <a:extLst>
              <a:ext uri="{FF2B5EF4-FFF2-40B4-BE49-F238E27FC236}">
                <a16:creationId xmlns:a16="http://schemas.microsoft.com/office/drawing/2014/main" id="{B7439B46-6B91-4B6B-B739-7D6A902EF96C}"/>
              </a:ext>
            </a:extLst>
          </p:cNvPr>
          <p:cNvSpPr>
            <a:spLocks noGrp="1"/>
          </p:cNvSpPr>
          <p:nvPr/>
        </p:nvSpPr>
        <p:spPr>
          <a:xfrm>
            <a:off x="8620125" y="2600325"/>
            <a:ext cx="28575" cy="1733550"/>
          </a:xfrm>
          <a:prstGeom prst="rect">
            <a:avLst/>
          </a:prstGeom>
          <a:solidFill>
            <a:srgbClr val="182D45"/>
          </a:solidFill>
          <a:ln w="0">
            <a:noFill/>
          </a:ln>
        </p:spPr>
        <p:txBody>
          <a:bodyPr/>
          <a:lstStyle/>
          <a:p>
            <a:endParaRPr lang="it-IT"/>
          </a:p>
        </p:txBody>
      </p:sp>
      <p:sp>
        <p:nvSpPr>
          <p:cNvPr id="20" name="C_bracket_right">
            <a:extLst>
              <a:ext uri="{FF2B5EF4-FFF2-40B4-BE49-F238E27FC236}">
                <a16:creationId xmlns:a16="http://schemas.microsoft.com/office/drawing/2014/main" id="{970E7400-8666-48FD-A0A0-1C6328A3BC40}"/>
              </a:ext>
            </a:extLst>
          </p:cNvPr>
          <p:cNvSpPr>
            <a:spLocks noGrp="1"/>
          </p:cNvSpPr>
          <p:nvPr/>
        </p:nvSpPr>
        <p:spPr>
          <a:xfrm>
            <a:off x="10687050" y="2600325"/>
            <a:ext cx="28575" cy="1733550"/>
          </a:xfrm>
          <a:prstGeom prst="rect">
            <a:avLst/>
          </a:prstGeom>
          <a:solidFill>
            <a:srgbClr val="182D45"/>
          </a:solidFill>
          <a:ln w="0">
            <a:noFill/>
          </a:ln>
        </p:spPr>
        <p:txBody>
          <a:bodyPr/>
          <a:lstStyle/>
          <a:p>
            <a:endParaRPr lang="it-IT"/>
          </a:p>
        </p:txBody>
      </p:sp>
      <p:sp>
        <p:nvSpPr>
          <p:cNvPr id="21" name="C_bracket_l_273">
            <a:extLst>
              <a:ext uri="{FF2B5EF4-FFF2-40B4-BE49-F238E27FC236}">
                <a16:creationId xmlns:a16="http://schemas.microsoft.com/office/drawing/2014/main" id="{9BA39CF6-2528-4EF8-B24B-61AD5E5C8C3E}"/>
              </a:ext>
            </a:extLst>
          </p:cNvPr>
          <p:cNvSpPr>
            <a:spLocks noGrp="1"/>
          </p:cNvSpPr>
          <p:nvPr/>
        </p:nvSpPr>
        <p:spPr>
          <a:xfrm>
            <a:off x="8620125" y="2600325"/>
            <a:ext cx="161925" cy="28575"/>
          </a:xfrm>
          <a:prstGeom prst="rect">
            <a:avLst/>
          </a:prstGeom>
          <a:solidFill>
            <a:srgbClr val="182D45"/>
          </a:solidFill>
          <a:ln w="0">
            <a:noFill/>
          </a:ln>
        </p:spPr>
        <p:txBody>
          <a:bodyPr/>
          <a:lstStyle/>
          <a:p>
            <a:endParaRPr lang="it-IT"/>
          </a:p>
        </p:txBody>
      </p:sp>
      <p:sp>
        <p:nvSpPr>
          <p:cNvPr id="22" name="C_bracket_r_273">
            <a:extLst>
              <a:ext uri="{FF2B5EF4-FFF2-40B4-BE49-F238E27FC236}">
                <a16:creationId xmlns:a16="http://schemas.microsoft.com/office/drawing/2014/main" id="{DB2B48D7-CE79-4F3A-86D7-5559E7592D0E}"/>
              </a:ext>
            </a:extLst>
          </p:cNvPr>
          <p:cNvSpPr>
            <a:spLocks noGrp="1"/>
          </p:cNvSpPr>
          <p:nvPr/>
        </p:nvSpPr>
        <p:spPr>
          <a:xfrm>
            <a:off x="10553700" y="2600325"/>
            <a:ext cx="161925" cy="28575"/>
          </a:xfrm>
          <a:prstGeom prst="rect">
            <a:avLst/>
          </a:prstGeom>
          <a:solidFill>
            <a:srgbClr val="182D45"/>
          </a:solidFill>
          <a:ln w="0">
            <a:noFill/>
          </a:ln>
        </p:spPr>
        <p:txBody>
          <a:bodyPr/>
          <a:lstStyle/>
          <a:p>
            <a:endParaRPr lang="it-IT"/>
          </a:p>
        </p:txBody>
      </p:sp>
      <p:sp>
        <p:nvSpPr>
          <p:cNvPr id="23" name="C_bracket_l_452">
            <a:extLst>
              <a:ext uri="{FF2B5EF4-FFF2-40B4-BE49-F238E27FC236}">
                <a16:creationId xmlns:a16="http://schemas.microsoft.com/office/drawing/2014/main" id="{FC9D8AD0-E1ED-466A-AF64-BF1B6D78F438}"/>
              </a:ext>
            </a:extLst>
          </p:cNvPr>
          <p:cNvSpPr>
            <a:spLocks noGrp="1"/>
          </p:cNvSpPr>
          <p:nvPr/>
        </p:nvSpPr>
        <p:spPr>
          <a:xfrm>
            <a:off x="8620125" y="4305300"/>
            <a:ext cx="161925" cy="28575"/>
          </a:xfrm>
          <a:prstGeom prst="rect">
            <a:avLst/>
          </a:prstGeom>
          <a:solidFill>
            <a:srgbClr val="182D45"/>
          </a:solidFill>
          <a:ln w="0">
            <a:noFill/>
          </a:ln>
        </p:spPr>
        <p:txBody>
          <a:bodyPr/>
          <a:lstStyle/>
          <a:p>
            <a:endParaRPr lang="it-IT"/>
          </a:p>
        </p:txBody>
      </p:sp>
      <p:sp>
        <p:nvSpPr>
          <p:cNvPr id="24" name="C_bracket_r_452">
            <a:extLst>
              <a:ext uri="{FF2B5EF4-FFF2-40B4-BE49-F238E27FC236}">
                <a16:creationId xmlns:a16="http://schemas.microsoft.com/office/drawing/2014/main" id="{56F48006-6220-4424-9620-2AC8691E8CD0}"/>
              </a:ext>
            </a:extLst>
          </p:cNvPr>
          <p:cNvSpPr>
            <a:spLocks noGrp="1"/>
          </p:cNvSpPr>
          <p:nvPr/>
        </p:nvSpPr>
        <p:spPr>
          <a:xfrm>
            <a:off x="10553700" y="4305300"/>
            <a:ext cx="161925" cy="28575"/>
          </a:xfrm>
          <a:prstGeom prst="rect">
            <a:avLst/>
          </a:prstGeom>
          <a:solidFill>
            <a:srgbClr val="182D45"/>
          </a:solidFill>
          <a:ln w="0">
            <a:noFill/>
          </a:ln>
        </p:spPr>
        <p:txBody>
          <a:bodyPr/>
          <a:lstStyle/>
          <a:p>
            <a:endParaRPr lang="it-IT"/>
          </a:p>
        </p:txBody>
      </p:sp>
      <p:sp>
        <p:nvSpPr>
          <p:cNvPr id="25" name="narrative_s13_text6">
            <a:extLst>
              <a:ext uri="{FF2B5EF4-FFF2-40B4-BE49-F238E27FC236}">
                <a16:creationId xmlns:a16="http://schemas.microsoft.com/office/drawing/2014/main" id="{9BC9F49D-F120-48CA-B25E-441946311909}"/>
              </a:ext>
            </a:extLst>
          </p:cNvPr>
          <p:cNvSpPr>
            <a:spLocks noGrp="1"/>
          </p:cNvSpPr>
          <p:nvPr/>
        </p:nvSpPr>
        <p:spPr>
          <a:xfrm>
            <a:off x="3609975" y="3105150"/>
            <a:ext cx="628650" cy="628650"/>
          </a:xfrm>
          <a:prstGeom prst="rect">
            <a:avLst/>
          </a:prstGeom>
          <a:noFill/>
          <a:ln w="0">
            <a:noFill/>
          </a:ln>
        </p:spPr>
        <p:txBody>
          <a:bodyPr wrap="square" lIns="0" tIns="0" rIns="0" bIns="0" anchor="t">
            <a:noAutofit/>
          </a:bodyPr>
          <a:lstStyle/>
          <a:p>
            <a:pPr algn="l">
              <a:defRPr sz="3450" b="0">
                <a:solidFill>
                  <a:srgbClr val="182D45"/>
                </a:solidFill>
                <a:latin typeface="DejaVu Sans"/>
                <a:ea typeface="DejaVu Sans"/>
                <a:cs typeface="DejaVu Sans"/>
              </a:defRPr>
            </a:pPr>
            <a:r>
              <a:rPr sz="3450" b="0">
                <a:solidFill>
                  <a:srgbClr val="182D45"/>
                </a:solidFill>
                <a:latin typeface="DejaVu Sans"/>
                <a:ea typeface="DejaVu Sans"/>
                <a:cs typeface="DejaVu Sans"/>
              </a:rPr>
              <a:t>×</a:t>
            </a:r>
          </a:p>
        </p:txBody>
      </p:sp>
      <p:sp>
        <p:nvSpPr>
          <p:cNvPr id="26" name="narrative_s13_text7">
            <a:extLst>
              <a:ext uri="{FF2B5EF4-FFF2-40B4-BE49-F238E27FC236}">
                <a16:creationId xmlns:a16="http://schemas.microsoft.com/office/drawing/2014/main" id="{84F9E0A5-3EB0-488D-8C74-9843DE9A1E5D}"/>
              </a:ext>
            </a:extLst>
          </p:cNvPr>
          <p:cNvSpPr>
            <a:spLocks noGrp="1"/>
          </p:cNvSpPr>
          <p:nvPr/>
        </p:nvSpPr>
        <p:spPr>
          <a:xfrm>
            <a:off x="7591425" y="3105150"/>
            <a:ext cx="628650" cy="628650"/>
          </a:xfrm>
          <a:prstGeom prst="rect">
            <a:avLst/>
          </a:prstGeom>
          <a:noFill/>
          <a:ln w="0">
            <a:noFill/>
          </a:ln>
        </p:spPr>
        <p:txBody>
          <a:bodyPr wrap="square" lIns="0" tIns="0" rIns="0" bIns="0" anchor="t">
            <a:noAutofit/>
          </a:bodyPr>
          <a:lstStyle/>
          <a:p>
            <a:pPr algn="l">
              <a:defRPr sz="3450" b="0">
                <a:solidFill>
                  <a:srgbClr val="182D45"/>
                </a:solidFill>
                <a:latin typeface="DejaVu Sans"/>
                <a:ea typeface="DejaVu Sans"/>
                <a:cs typeface="DejaVu Sans"/>
              </a:defRPr>
            </a:pPr>
            <a:r>
              <a:rPr sz="3450" b="0">
                <a:solidFill>
                  <a:srgbClr val="182D45"/>
                </a:solidFill>
                <a:latin typeface="DejaVu Sans"/>
                <a:ea typeface="DejaVu Sans"/>
                <a:cs typeface="DejaVu Sans"/>
              </a:rPr>
              <a:t>=</a:t>
            </a:r>
          </a:p>
        </p:txBody>
      </p:sp>
      <p:sp>
        <p:nvSpPr>
          <p:cNvPr id="27" name="selected_output">
            <a:extLst>
              <a:ext uri="{FF2B5EF4-FFF2-40B4-BE49-F238E27FC236}">
                <a16:creationId xmlns:a16="http://schemas.microsoft.com/office/drawing/2014/main" id="{AA58E9FF-69B1-40EE-A768-ACDCC3ACF524}"/>
              </a:ext>
            </a:extLst>
          </p:cNvPr>
          <p:cNvSpPr>
            <a:spLocks noGrp="1"/>
          </p:cNvSpPr>
          <p:nvPr/>
        </p:nvSpPr>
        <p:spPr>
          <a:xfrm>
            <a:off x="9772650" y="3543300"/>
            <a:ext cx="742950" cy="685800"/>
          </a:xfrm>
          <a:prstGeom prst="rect">
            <a:avLst/>
          </a:prstGeom>
          <a:solidFill>
            <a:srgbClr val="EEF2F7"/>
          </a:solidFill>
          <a:ln w="23813">
            <a:solidFill>
              <a:srgbClr val="182D45"/>
            </a:solidFill>
          </a:ln>
        </p:spPr>
        <p:txBody>
          <a:bodyPr/>
          <a:lstStyle/>
          <a:p>
            <a:endParaRPr lang="it-IT"/>
          </a:p>
        </p:txBody>
      </p:sp>
      <p:sp>
        <p:nvSpPr>
          <p:cNvPr id="28" name="matrix_A_11">
            <a:extLst>
              <a:ext uri="{FF2B5EF4-FFF2-40B4-BE49-F238E27FC236}">
                <a16:creationId xmlns:a16="http://schemas.microsoft.com/office/drawing/2014/main" id="{08E75829-8AA2-4903-8C8F-FE1CBC7BD5A3}"/>
              </a:ext>
            </a:extLst>
          </p:cNvPr>
          <p:cNvSpPr>
            <a:spLocks noGrp="1"/>
          </p:cNvSpPr>
          <p:nvPr/>
        </p:nvSpPr>
        <p:spPr>
          <a:xfrm>
            <a:off x="133350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5</a:t>
            </a:r>
          </a:p>
        </p:txBody>
      </p:sp>
      <p:sp>
        <p:nvSpPr>
          <p:cNvPr id="29" name="matrix_B_11">
            <a:extLst>
              <a:ext uri="{FF2B5EF4-FFF2-40B4-BE49-F238E27FC236}">
                <a16:creationId xmlns:a16="http://schemas.microsoft.com/office/drawing/2014/main" id="{29B81113-ACF4-4624-9DFD-90C3F71760D7}"/>
              </a:ext>
            </a:extLst>
          </p:cNvPr>
          <p:cNvSpPr>
            <a:spLocks noGrp="1"/>
          </p:cNvSpPr>
          <p:nvPr/>
        </p:nvSpPr>
        <p:spPr>
          <a:xfrm>
            <a:off x="495300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1</a:t>
            </a:r>
          </a:p>
        </p:txBody>
      </p:sp>
      <p:sp>
        <p:nvSpPr>
          <p:cNvPr id="30" name="matrix_C_11">
            <a:extLst>
              <a:ext uri="{FF2B5EF4-FFF2-40B4-BE49-F238E27FC236}">
                <a16:creationId xmlns:a16="http://schemas.microsoft.com/office/drawing/2014/main" id="{75976EB2-ECCA-4B71-A297-5077635BD3B4}"/>
              </a:ext>
            </a:extLst>
          </p:cNvPr>
          <p:cNvSpPr>
            <a:spLocks noGrp="1"/>
          </p:cNvSpPr>
          <p:nvPr/>
        </p:nvSpPr>
        <p:spPr>
          <a:xfrm>
            <a:off x="8924925"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23</a:t>
            </a:r>
          </a:p>
        </p:txBody>
      </p:sp>
      <p:sp>
        <p:nvSpPr>
          <p:cNvPr id="31" name="matrix_A_12">
            <a:extLst>
              <a:ext uri="{FF2B5EF4-FFF2-40B4-BE49-F238E27FC236}">
                <a16:creationId xmlns:a16="http://schemas.microsoft.com/office/drawing/2014/main" id="{E4069E11-DC53-425E-A126-FC05AE85E6AD}"/>
              </a:ext>
            </a:extLst>
          </p:cNvPr>
          <p:cNvSpPr>
            <a:spLocks noGrp="1"/>
          </p:cNvSpPr>
          <p:nvPr/>
        </p:nvSpPr>
        <p:spPr>
          <a:xfrm>
            <a:off x="219075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6</a:t>
            </a:r>
          </a:p>
        </p:txBody>
      </p:sp>
      <p:sp>
        <p:nvSpPr>
          <p:cNvPr id="32" name="matrix_B_12">
            <a:extLst>
              <a:ext uri="{FF2B5EF4-FFF2-40B4-BE49-F238E27FC236}">
                <a16:creationId xmlns:a16="http://schemas.microsoft.com/office/drawing/2014/main" id="{99606275-8F4A-46C3-BB02-757205A198A8}"/>
              </a:ext>
            </a:extLst>
          </p:cNvPr>
          <p:cNvSpPr>
            <a:spLocks noGrp="1"/>
          </p:cNvSpPr>
          <p:nvPr/>
        </p:nvSpPr>
        <p:spPr>
          <a:xfrm>
            <a:off x="581025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2</a:t>
            </a:r>
          </a:p>
        </p:txBody>
      </p:sp>
      <p:sp>
        <p:nvSpPr>
          <p:cNvPr id="33" name="matrix_C_12">
            <a:extLst>
              <a:ext uri="{FF2B5EF4-FFF2-40B4-BE49-F238E27FC236}">
                <a16:creationId xmlns:a16="http://schemas.microsoft.com/office/drawing/2014/main" id="{702DB7C4-DA89-425D-8659-509E418F51A3}"/>
              </a:ext>
            </a:extLst>
          </p:cNvPr>
          <p:cNvSpPr>
            <a:spLocks noGrp="1"/>
          </p:cNvSpPr>
          <p:nvPr/>
        </p:nvSpPr>
        <p:spPr>
          <a:xfrm>
            <a:off x="9782175"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34</a:t>
            </a:r>
          </a:p>
        </p:txBody>
      </p:sp>
      <p:sp>
        <p:nvSpPr>
          <p:cNvPr id="34" name="matrix_A_21">
            <a:extLst>
              <a:ext uri="{FF2B5EF4-FFF2-40B4-BE49-F238E27FC236}">
                <a16:creationId xmlns:a16="http://schemas.microsoft.com/office/drawing/2014/main" id="{74486F2B-CF01-4C0A-ABC6-FC0F83819B3B}"/>
              </a:ext>
            </a:extLst>
          </p:cNvPr>
          <p:cNvSpPr>
            <a:spLocks noGrp="1"/>
          </p:cNvSpPr>
          <p:nvPr/>
        </p:nvSpPr>
        <p:spPr>
          <a:xfrm>
            <a:off x="133350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7</a:t>
            </a:r>
          </a:p>
        </p:txBody>
      </p:sp>
      <p:sp>
        <p:nvSpPr>
          <p:cNvPr id="35" name="matrix_B_21">
            <a:extLst>
              <a:ext uri="{FF2B5EF4-FFF2-40B4-BE49-F238E27FC236}">
                <a16:creationId xmlns:a16="http://schemas.microsoft.com/office/drawing/2014/main" id="{6A909681-27AB-43C8-BAC3-5897C858550F}"/>
              </a:ext>
            </a:extLst>
          </p:cNvPr>
          <p:cNvSpPr>
            <a:spLocks noGrp="1"/>
          </p:cNvSpPr>
          <p:nvPr/>
        </p:nvSpPr>
        <p:spPr>
          <a:xfrm>
            <a:off x="495300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a:t>
            </a:r>
          </a:p>
        </p:txBody>
      </p:sp>
      <p:sp>
        <p:nvSpPr>
          <p:cNvPr id="36" name="matrix_C_21">
            <a:extLst>
              <a:ext uri="{FF2B5EF4-FFF2-40B4-BE49-F238E27FC236}">
                <a16:creationId xmlns:a16="http://schemas.microsoft.com/office/drawing/2014/main" id="{DBD8D788-581B-459C-8735-61F4869D6936}"/>
              </a:ext>
            </a:extLst>
          </p:cNvPr>
          <p:cNvSpPr>
            <a:spLocks noGrp="1"/>
          </p:cNvSpPr>
          <p:nvPr/>
        </p:nvSpPr>
        <p:spPr>
          <a:xfrm>
            <a:off x="8924925"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31</a:t>
            </a:r>
          </a:p>
        </p:txBody>
      </p:sp>
      <p:sp>
        <p:nvSpPr>
          <p:cNvPr id="37" name="matrix_A_22">
            <a:extLst>
              <a:ext uri="{FF2B5EF4-FFF2-40B4-BE49-F238E27FC236}">
                <a16:creationId xmlns:a16="http://schemas.microsoft.com/office/drawing/2014/main" id="{AA318B97-89C1-4473-92B6-CDA537B25ED2}"/>
              </a:ext>
            </a:extLst>
          </p:cNvPr>
          <p:cNvSpPr>
            <a:spLocks noGrp="1"/>
          </p:cNvSpPr>
          <p:nvPr/>
        </p:nvSpPr>
        <p:spPr>
          <a:xfrm>
            <a:off x="219075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8</a:t>
            </a:r>
          </a:p>
        </p:txBody>
      </p:sp>
      <p:sp>
        <p:nvSpPr>
          <p:cNvPr id="38" name="matrix_B_22">
            <a:extLst>
              <a:ext uri="{FF2B5EF4-FFF2-40B4-BE49-F238E27FC236}">
                <a16:creationId xmlns:a16="http://schemas.microsoft.com/office/drawing/2014/main" id="{3B017159-8D22-4B4C-9456-5759668A5427}"/>
              </a:ext>
            </a:extLst>
          </p:cNvPr>
          <p:cNvSpPr>
            <a:spLocks noGrp="1"/>
          </p:cNvSpPr>
          <p:nvPr/>
        </p:nvSpPr>
        <p:spPr>
          <a:xfrm>
            <a:off x="581025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4</a:t>
            </a:r>
          </a:p>
        </p:txBody>
      </p:sp>
      <p:sp>
        <p:nvSpPr>
          <p:cNvPr id="39" name="matrix_C_22">
            <a:extLst>
              <a:ext uri="{FF2B5EF4-FFF2-40B4-BE49-F238E27FC236}">
                <a16:creationId xmlns:a16="http://schemas.microsoft.com/office/drawing/2014/main" id="{01F54053-BB3C-4282-8DB3-BC8BB53950F1}"/>
              </a:ext>
            </a:extLst>
          </p:cNvPr>
          <p:cNvSpPr>
            <a:spLocks noGrp="1"/>
          </p:cNvSpPr>
          <p:nvPr/>
        </p:nvSpPr>
        <p:spPr>
          <a:xfrm>
            <a:off x="9782175"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46</a:t>
            </a:r>
          </a:p>
        </p:txBody>
      </p:sp>
      <p:sp>
        <p:nvSpPr>
          <p:cNvPr id="40" name="matrix_A_21_highlight">
            <a:extLst>
              <a:ext uri="{FF2B5EF4-FFF2-40B4-BE49-F238E27FC236}">
                <a16:creationId xmlns:a16="http://schemas.microsoft.com/office/drawing/2014/main" id="{EDA477F8-229C-4C3C-AE7D-D0FB39880A5C}"/>
              </a:ext>
            </a:extLst>
          </p:cNvPr>
          <p:cNvSpPr>
            <a:spLocks noGrp="1"/>
          </p:cNvSpPr>
          <p:nvPr/>
        </p:nvSpPr>
        <p:spPr>
          <a:xfrm>
            <a:off x="1333500" y="354330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087F83"/>
                </a:solidFill>
                <a:latin typeface="DejaVu Sans"/>
                <a:ea typeface="DejaVu Sans"/>
                <a:cs typeface="DejaVu Sans"/>
              </a:defRPr>
            </a:pPr>
            <a:r>
              <a:rPr sz="3600" b="0">
                <a:solidFill>
                  <a:srgbClr val="087F83"/>
                </a:solidFill>
                <a:latin typeface="DejaVu Sans"/>
                <a:ea typeface="DejaVu Sans"/>
                <a:cs typeface="DejaVu Sans"/>
              </a:rPr>
              <a:t>7</a:t>
            </a:r>
          </a:p>
        </p:txBody>
      </p:sp>
      <p:sp>
        <p:nvSpPr>
          <p:cNvPr id="41" name="matrix_B_12_highlight">
            <a:extLst>
              <a:ext uri="{FF2B5EF4-FFF2-40B4-BE49-F238E27FC236}">
                <a16:creationId xmlns:a16="http://schemas.microsoft.com/office/drawing/2014/main" id="{88258175-098A-408B-BCEA-F7F861C85F3F}"/>
              </a:ext>
            </a:extLst>
          </p:cNvPr>
          <p:cNvSpPr>
            <a:spLocks noGrp="1"/>
          </p:cNvSpPr>
          <p:nvPr/>
        </p:nvSpPr>
        <p:spPr>
          <a:xfrm>
            <a:off x="5810250" y="264795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087F83"/>
                </a:solidFill>
                <a:latin typeface="DejaVu Sans"/>
                <a:ea typeface="DejaVu Sans"/>
                <a:cs typeface="DejaVu Sans"/>
              </a:defRPr>
            </a:pPr>
            <a:r>
              <a:rPr sz="3600" b="0">
                <a:solidFill>
                  <a:srgbClr val="087F83"/>
                </a:solidFill>
                <a:latin typeface="DejaVu Sans"/>
                <a:ea typeface="DejaVu Sans"/>
                <a:cs typeface="DejaVu Sans"/>
              </a:rPr>
              <a:t>2</a:t>
            </a:r>
          </a:p>
        </p:txBody>
      </p:sp>
      <p:sp>
        <p:nvSpPr>
          <p:cNvPr id="42" name="matrix_A_22_highlight">
            <a:extLst>
              <a:ext uri="{FF2B5EF4-FFF2-40B4-BE49-F238E27FC236}">
                <a16:creationId xmlns:a16="http://schemas.microsoft.com/office/drawing/2014/main" id="{9453DF4B-F27E-4F89-B4A9-2CFDDB39D2E7}"/>
              </a:ext>
            </a:extLst>
          </p:cNvPr>
          <p:cNvSpPr>
            <a:spLocks noGrp="1"/>
          </p:cNvSpPr>
          <p:nvPr/>
        </p:nvSpPr>
        <p:spPr>
          <a:xfrm>
            <a:off x="2190750" y="354330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C45C28"/>
                </a:solidFill>
                <a:latin typeface="DejaVu Sans"/>
                <a:ea typeface="DejaVu Sans"/>
                <a:cs typeface="DejaVu Sans"/>
              </a:defRPr>
            </a:pPr>
            <a:r>
              <a:rPr sz="3600" b="0">
                <a:solidFill>
                  <a:srgbClr val="C45C28"/>
                </a:solidFill>
                <a:latin typeface="DejaVu Sans"/>
                <a:ea typeface="DejaVu Sans"/>
                <a:cs typeface="DejaVu Sans"/>
              </a:rPr>
              <a:t>8</a:t>
            </a:r>
          </a:p>
        </p:txBody>
      </p:sp>
      <p:sp>
        <p:nvSpPr>
          <p:cNvPr id="43" name="matrix_B_22_highlight">
            <a:extLst>
              <a:ext uri="{FF2B5EF4-FFF2-40B4-BE49-F238E27FC236}">
                <a16:creationId xmlns:a16="http://schemas.microsoft.com/office/drawing/2014/main" id="{5967680F-7C05-4A3A-B40D-832F85541458}"/>
              </a:ext>
            </a:extLst>
          </p:cNvPr>
          <p:cNvSpPr>
            <a:spLocks noGrp="1"/>
          </p:cNvSpPr>
          <p:nvPr/>
        </p:nvSpPr>
        <p:spPr>
          <a:xfrm>
            <a:off x="5810250" y="3543300"/>
            <a:ext cx="723900" cy="685800"/>
          </a:xfrm>
          <a:prstGeom prst="rect">
            <a:avLst/>
          </a:prstGeom>
          <a:solidFill>
            <a:srgbClr val="FFFFFF"/>
          </a:solidFill>
          <a:ln w="0">
            <a:noFill/>
          </a:ln>
        </p:spPr>
        <p:txBody>
          <a:bodyPr wrap="square" lIns="0" tIns="0" rIns="0" bIns="0" anchor="ctr">
            <a:noAutofit/>
          </a:bodyPr>
          <a:lstStyle/>
          <a:p>
            <a:pPr algn="ctr">
              <a:defRPr sz="3600" b="0">
                <a:solidFill>
                  <a:srgbClr val="C45C28"/>
                </a:solidFill>
                <a:latin typeface="DejaVu Sans"/>
                <a:ea typeface="DejaVu Sans"/>
                <a:cs typeface="DejaVu Sans"/>
              </a:defRPr>
            </a:pPr>
            <a:r>
              <a:rPr sz="3600" b="0">
                <a:solidFill>
                  <a:srgbClr val="C45C28"/>
                </a:solidFill>
                <a:latin typeface="DejaVu Sans"/>
                <a:ea typeface="DejaVu Sans"/>
                <a:cs typeface="DejaVu Sans"/>
              </a:rPr>
              <a:t>4</a:t>
            </a:r>
          </a:p>
        </p:txBody>
      </p:sp>
      <mc:AlternateContent xmlns:mc="http://schemas.openxmlformats.org/markup-compatibility/2006" xmlns:a14="http://schemas.microsoft.com/office/drawing/2010/main">
        <mc:Choice Requires="a14">
          <p:sp>
            <p:nvSpPr>
              <p:cNvPr id="44" name="narrative_s13_text8">
                <a:extLst>
                  <a:ext uri="{FF2B5EF4-FFF2-40B4-BE49-F238E27FC236}">
                    <a16:creationId xmlns:a16="http://schemas.microsoft.com/office/drawing/2014/main" id="{1412C204-B803-4355-BCF8-674ECBD5511D}"/>
                  </a:ext>
                </a:extLst>
              </p:cNvPr>
              <p:cNvSpPr>
                <a:spLocks noGrp="1"/>
              </p:cNvSpPr>
              <p:nvPr/>
            </p:nvSpPr>
            <p:spPr>
              <a:xfrm>
                <a:off x="609600" y="5086350"/>
                <a:ext cx="1695450"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14:m>
                  <m:oMathPara xmlns:m="http://schemas.openxmlformats.org/officeDocument/2006/math">
                    <m:oMath>
                      <m:sSub>
                        <m:sSubPr>
                          <m:ctrlPr>
                            <a:rPr sz="3300" b="0" i="0">
                              <a:solidFill>
                                <a:srgbClr val="182D45"/>
                              </a:solidFill>
                              <a:latin typeface="Cambria Math"/>
                              <a:ea typeface="DejaVu Sans"/>
                              <a:cs typeface="DejaVu Sans"/>
                            </a:rPr>
                          </m:ctrlPr>
                        </m:sSubPr>
                        <m:e>
                          <m:r>
                            <a:rPr sz="3300" b="0" i="0">
                              <a:solidFill>
                                <a:srgbClr val="182D45"/>
                              </a:solidFill>
                              <a:latin typeface="Cambria Math"/>
                              <a:ea typeface="DejaVu Sans"/>
                              <a:cs typeface="DejaVu Sans"/>
                            </a:rPr>
                            <m:t>𝐶</m:t>
                          </m:r>
                        </m:e>
                        <m:sub>
                          <m:r>
                            <a:rPr sz="3300" b="0" i="0">
                              <a:solidFill>
                                <a:srgbClr val="182D45"/>
                              </a:solidFill>
                              <a:latin typeface="Cambria Math"/>
                              <a:ea typeface="DejaVu Sans"/>
                              <a:cs typeface="DejaVu Sans"/>
                            </a:rPr>
                            <m:t>22</m:t>
                          </m:r>
                        </m:sub>
                      </m:sSub>
                      <m:r>
                        <a:rPr sz="3300" b="0" i="0">
                          <a:solidFill>
                            <a:srgbClr val="182D45"/>
                          </a:solidFill>
                          <a:latin typeface="Cambria Math"/>
                          <a:ea typeface="DejaVu Sans"/>
                          <a:cs typeface="DejaVu Sans"/>
                        </a:rPr>
                        <m:t>=</m:t>
                      </m:r>
                    </m:oMath>
                  </m:oMathPara>
                </a14:m>
                <a:endParaRPr/>
              </a:p>
            </p:txBody>
          </p:sp>
        </mc:Choice>
        <mc:Fallback xmlns="">
          <p:sp>
            <p:nvSpPr>
              <p:cNvPr id="44" name="narrative_s13_text8">
                <a:extLst>
                  <a:ext uri="{FF2B5EF4-FFF2-40B4-BE49-F238E27FC236}">
                    <a16:creationId xmlns:a16="http://schemas.microsoft.com/office/drawing/2014/main" id="{1412C204-B803-4355-BCF8-674ECBD5511D}"/>
                  </a:ext>
                </a:extLst>
              </p:cNvPr>
              <p:cNvSpPr>
                <a:spLocks noGrp="1"/>
              </p:cNvSpPr>
              <p:nvPr/>
            </p:nvSpPr>
            <p:spPr>
              <a:xfrm>
                <a:off x="609600" y="5086350"/>
                <a:ext cx="1695450"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r>
                  <a:rPr sz="3300" b="0" i="0">
                    <a:solidFill>
                      <a:srgbClr val="182D45"/>
                    </a:solidFill>
                    <a:latin typeface="Cambria Math"/>
                    <a:ea typeface="DejaVu Sans"/>
                    <a:cs typeface="DejaVu Sans"/>
                  </a:rPr>
                  <a:t>𝐶</a:t>
                </a:r>
                <a:r>
                  <a:rPr sz="3300" b="0" i="0" baseline="-25000">
                    <a:solidFill>
                      <a:srgbClr val="182D45"/>
                    </a:solidFill>
                    <a:latin typeface="Cambria Math"/>
                    <a:ea typeface="DejaVu Sans"/>
                    <a:cs typeface="DejaVu Sans"/>
                  </a:rPr>
                  <a:t>2</a:t>
                </a:r>
                <a:r>
                  <a:rPr sz="3300" b="0" i="0" baseline="-25000">
                    <a:solidFill>
                      <a:srgbClr val="182D45"/>
                    </a:solidFill>
                    <a:latin typeface="Cambria Math"/>
                    <a:ea typeface="DejaVu Sans"/>
                    <a:cs typeface="DejaVu Sans"/>
                  </a:rPr>
                  <a:t>2</a:t>
                </a:r>
                <a:r>
                  <a:rPr sz="3300" b="0" i="0">
                    <a:solidFill>
                      <a:srgbClr val="182D45"/>
                    </a:solidFill>
                    <a:latin typeface="Cambria Math"/>
                    <a:ea typeface="DejaVu Sans"/>
                    <a:cs typeface="DejaVu Sans"/>
                  </a:rPr>
                  <a:t> = </a:t>
                </a:r>
              </a:p>
            </p:txBody>
          </p:sp>
        </mc:Fallback>
      </mc:AlternateContent>
      <p:sp>
        <p:nvSpPr>
          <p:cNvPr id="45" name="narrative_s13_text9">
            <a:extLst>
              <a:ext uri="{FF2B5EF4-FFF2-40B4-BE49-F238E27FC236}">
                <a16:creationId xmlns:a16="http://schemas.microsoft.com/office/drawing/2014/main" id="{2654B38C-1324-48CB-8303-B0AE8BC51067}"/>
              </a:ext>
            </a:extLst>
          </p:cNvPr>
          <p:cNvSpPr>
            <a:spLocks noGrp="1"/>
          </p:cNvSpPr>
          <p:nvPr/>
        </p:nvSpPr>
        <p:spPr>
          <a:xfrm>
            <a:off x="2324100" y="5086350"/>
            <a:ext cx="1552575" cy="628650"/>
          </a:xfrm>
          <a:prstGeom prst="rect">
            <a:avLst/>
          </a:prstGeom>
          <a:noFill/>
          <a:ln w="0">
            <a:noFill/>
          </a:ln>
        </p:spPr>
        <p:txBody>
          <a:bodyPr wrap="square" lIns="0" tIns="0" rIns="0" bIns="0" anchor="t">
            <a:noAutofit/>
          </a:bodyPr>
          <a:lstStyle/>
          <a:p>
            <a:pPr algn="l">
              <a:defRPr sz="3300" b="1">
                <a:solidFill>
                  <a:srgbClr val="087F83"/>
                </a:solidFill>
                <a:latin typeface="DejaVu Sans"/>
                <a:ea typeface="DejaVu Sans"/>
                <a:cs typeface="DejaVu Sans"/>
              </a:defRPr>
            </a:pPr>
            <a:r>
              <a:rPr sz="3300" b="1">
                <a:solidFill>
                  <a:srgbClr val="087F83"/>
                </a:solidFill>
                <a:latin typeface="DejaVu Sans"/>
                <a:ea typeface="DejaVu Sans"/>
                <a:cs typeface="DejaVu Sans"/>
              </a:rPr>
              <a:t>7 × 2</a:t>
            </a:r>
          </a:p>
        </p:txBody>
      </p:sp>
      <p:sp>
        <p:nvSpPr>
          <p:cNvPr id="46" name="narrative_s13_text10">
            <a:extLst>
              <a:ext uri="{FF2B5EF4-FFF2-40B4-BE49-F238E27FC236}">
                <a16:creationId xmlns:a16="http://schemas.microsoft.com/office/drawing/2014/main" id="{97D2C733-9C4D-4DC7-88AA-DB459DCFEEC9}"/>
              </a:ext>
            </a:extLst>
          </p:cNvPr>
          <p:cNvSpPr>
            <a:spLocks noGrp="1"/>
          </p:cNvSpPr>
          <p:nvPr/>
        </p:nvSpPr>
        <p:spPr>
          <a:xfrm>
            <a:off x="4076700" y="5086350"/>
            <a:ext cx="542925" cy="628650"/>
          </a:xfrm>
          <a:prstGeom prst="rect">
            <a:avLst/>
          </a:prstGeom>
          <a:noFill/>
          <a:ln w="0">
            <a:noFill/>
          </a:ln>
        </p:spPr>
        <p:txBody>
          <a:bodyPr wrap="square" lIns="0" tIns="0" rIns="0" bIns="0" anchor="t">
            <a:noAutofit/>
          </a:bodyPr>
          <a:lstStyle/>
          <a:p>
            <a:pPr algn="l">
              <a:defRPr sz="3300" b="0">
                <a:solidFill>
                  <a:srgbClr val="182D45"/>
                </a:solidFill>
                <a:latin typeface="DejaVu Sans"/>
                <a:ea typeface="DejaVu Sans"/>
                <a:cs typeface="DejaVu Sans"/>
              </a:defRPr>
            </a:pPr>
            <a:r>
              <a:rPr sz="3300" b="0">
                <a:solidFill>
                  <a:srgbClr val="182D45"/>
                </a:solidFill>
                <a:latin typeface="DejaVu Sans"/>
                <a:ea typeface="DejaVu Sans"/>
                <a:cs typeface="DejaVu Sans"/>
              </a:rPr>
              <a:t>+</a:t>
            </a:r>
          </a:p>
        </p:txBody>
      </p:sp>
      <p:sp>
        <p:nvSpPr>
          <p:cNvPr id="47" name="narrative_s13_text11">
            <a:extLst>
              <a:ext uri="{FF2B5EF4-FFF2-40B4-BE49-F238E27FC236}">
                <a16:creationId xmlns:a16="http://schemas.microsoft.com/office/drawing/2014/main" id="{C1B98A29-3840-4EB6-9E9A-68B84F8DA826}"/>
              </a:ext>
            </a:extLst>
          </p:cNvPr>
          <p:cNvSpPr>
            <a:spLocks noGrp="1"/>
          </p:cNvSpPr>
          <p:nvPr/>
        </p:nvSpPr>
        <p:spPr>
          <a:xfrm>
            <a:off x="4676775" y="5086350"/>
            <a:ext cx="1571625" cy="628650"/>
          </a:xfrm>
          <a:prstGeom prst="rect">
            <a:avLst/>
          </a:prstGeom>
          <a:noFill/>
          <a:ln w="0">
            <a:noFill/>
          </a:ln>
        </p:spPr>
        <p:txBody>
          <a:bodyPr wrap="square" lIns="0" tIns="0" rIns="0" bIns="0" anchor="t">
            <a:noAutofit/>
          </a:bodyPr>
          <a:lstStyle/>
          <a:p>
            <a:pPr algn="l">
              <a:defRPr sz="3300" b="1">
                <a:solidFill>
                  <a:srgbClr val="C45C28"/>
                </a:solidFill>
                <a:latin typeface="DejaVu Sans"/>
                <a:ea typeface="DejaVu Sans"/>
                <a:cs typeface="DejaVu Sans"/>
              </a:defRPr>
            </a:pPr>
            <a:r>
              <a:rPr sz="3300" b="1">
                <a:solidFill>
                  <a:srgbClr val="C45C28"/>
                </a:solidFill>
                <a:latin typeface="DejaVu Sans"/>
                <a:ea typeface="DejaVu Sans"/>
                <a:cs typeface="DejaVu Sans"/>
              </a:rPr>
              <a:t>8 × 4</a:t>
            </a:r>
          </a:p>
        </p:txBody>
      </p:sp>
      <p:sp>
        <p:nvSpPr>
          <p:cNvPr id="48" name="narrative_s13_text12">
            <a:extLst>
              <a:ext uri="{FF2B5EF4-FFF2-40B4-BE49-F238E27FC236}">
                <a16:creationId xmlns:a16="http://schemas.microsoft.com/office/drawing/2014/main" id="{0D6CB94A-39F9-491C-97CD-88B66D892576}"/>
              </a:ext>
            </a:extLst>
          </p:cNvPr>
          <p:cNvSpPr>
            <a:spLocks noGrp="1"/>
          </p:cNvSpPr>
          <p:nvPr/>
        </p:nvSpPr>
        <p:spPr>
          <a:xfrm>
            <a:off x="6677025" y="5086350"/>
            <a:ext cx="1885950" cy="628650"/>
          </a:xfrm>
          <a:prstGeom prst="rect">
            <a:avLst/>
          </a:prstGeom>
          <a:noFill/>
          <a:ln w="0">
            <a:noFill/>
          </a:ln>
        </p:spPr>
        <p:txBody>
          <a:bodyPr wrap="square" lIns="0" tIns="0" rIns="0" bIns="0" anchor="t">
            <a:noAutofit/>
          </a:bodyPr>
          <a:lstStyle/>
          <a:p>
            <a:pPr algn="l">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 46</a:t>
            </a:r>
          </a:p>
        </p:txBody>
      </p:sp>
      <mc:AlternateContent xmlns:mc="http://schemas.openxmlformats.org/markup-compatibility/2006" xmlns:a14="http://schemas.microsoft.com/office/drawing/2010/main">
        <mc:Choice Requires="a14">
          <p:sp>
            <p:nvSpPr>
              <p:cNvPr id="49" name="narrative_s13_text13">
                <a:extLst>
                  <a:ext uri="{FF2B5EF4-FFF2-40B4-BE49-F238E27FC236}">
                    <a16:creationId xmlns:a16="http://schemas.microsoft.com/office/drawing/2014/main" id="{B3F5B732-D054-4FE9-B6A1-186870A82096}"/>
                  </a:ext>
                </a:extLst>
              </p:cNvPr>
              <p:cNvSpPr>
                <a:spLocks noGrp="1"/>
              </p:cNvSpPr>
              <p:nvPr/>
            </p:nvSpPr>
            <p:spPr>
              <a:xfrm>
                <a:off x="609600" y="5962650"/>
                <a:ext cx="10858500" cy="45720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14:m>
                  <m:oMath xmlns:m="http://schemas.openxmlformats.org/officeDocument/2006/math">
                    <m:r>
                      <a:rPr sz="1875" b="0" i="0">
                        <a:solidFill>
                          <a:srgbClr val="526276"/>
                        </a:solidFill>
                        <a:latin typeface="Cambria Math"/>
                        <a:ea typeface="DejaVu Sans"/>
                        <a:cs typeface="DejaVu Sans"/>
                      </a:rPr>
                      <m:t>14+32=46</m:t>
                    </m:r>
                  </m:oMath>
                </a14:m>
                <a:r>
                  <a:rPr sz="1875" b="0">
                    <a:solidFill>
                      <a:srgbClr val="526276"/>
                    </a:solidFill>
                    <a:latin typeface="DejaVu Sans"/>
                    <a:ea typeface="DejaVu Sans"/>
                    <a:cs typeface="DejaVu Sans"/>
                  </a:rPr>
                  <a:t>: the sum fills the selected entry of </a:t>
                </a:r>
                <a14:m>
                  <m:oMath xmlns:m="http://schemas.openxmlformats.org/officeDocument/2006/math">
                    <m:r>
                      <a:rPr sz="1875" b="0" i="0">
                        <a:solidFill>
                          <a:srgbClr val="526276"/>
                        </a:solidFill>
                        <a:latin typeface="Cambria Math"/>
                        <a:ea typeface="DejaVu Sans"/>
                        <a:cs typeface="DejaVu Sans"/>
                      </a:rPr>
                      <m:t>𝐂</m:t>
                    </m:r>
                  </m:oMath>
                </a14:m>
                <a:r>
                  <a:rPr sz="1875" b="0">
                    <a:solidFill>
                      <a:srgbClr val="526276"/>
                    </a:solidFill>
                    <a:latin typeface="DejaVu Sans"/>
                    <a:ea typeface="DejaVu Sans"/>
                    <a:cs typeface="DejaVu Sans"/>
                  </a:rPr>
                  <a:t>.</a:t>
                </a:r>
              </a:p>
            </p:txBody>
          </p:sp>
        </mc:Choice>
        <mc:Fallback xmlns="">
          <p:sp>
            <p:nvSpPr>
              <p:cNvPr id="49" name="narrative_s13_text13">
                <a:extLst>
                  <a:ext uri="{FF2B5EF4-FFF2-40B4-BE49-F238E27FC236}">
                    <a16:creationId xmlns:a16="http://schemas.microsoft.com/office/drawing/2014/main" id="{B3F5B732-D054-4FE9-B6A1-186870A82096}"/>
                  </a:ext>
                </a:extLst>
              </p:cNvPr>
              <p:cNvSpPr>
                <a:spLocks noGrp="1"/>
              </p:cNvSpPr>
              <p:nvPr/>
            </p:nvSpPr>
            <p:spPr>
              <a:xfrm>
                <a:off x="609600" y="5962650"/>
                <a:ext cx="10858500" cy="45720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i="0">
                    <a:solidFill>
                      <a:srgbClr val="526276"/>
                    </a:solidFill>
                    <a:latin typeface="Cambria Math"/>
                    <a:ea typeface="DejaVu Sans"/>
                    <a:cs typeface="DejaVu Sans"/>
                  </a:rPr>
                  <a:t>1</a:t>
                </a:r>
                <a:r>
                  <a:rPr sz="1875" b="0" i="0">
                    <a:solidFill>
                      <a:srgbClr val="526276"/>
                    </a:solidFill>
                    <a:latin typeface="Cambria Math"/>
                    <a:ea typeface="DejaVu Sans"/>
                    <a:cs typeface="DejaVu Sans"/>
                  </a:rPr>
                  <a:t>4</a:t>
                </a:r>
                <a:r>
                  <a:rPr sz="1875" b="0" i="0">
                    <a:solidFill>
                      <a:srgbClr val="526276"/>
                    </a:solidFill>
                    <a:latin typeface="Cambria Math"/>
                    <a:ea typeface="DejaVu Sans"/>
                    <a:cs typeface="DejaVu Sans"/>
                  </a:rPr>
                  <a:t> + </a:t>
                </a:r>
                <a:r>
                  <a:rPr sz="1875" b="0" i="0">
                    <a:solidFill>
                      <a:srgbClr val="526276"/>
                    </a:solidFill>
                    <a:latin typeface="Cambria Math"/>
                    <a:ea typeface="DejaVu Sans"/>
                    <a:cs typeface="DejaVu Sans"/>
                  </a:rPr>
                  <a:t>3</a:t>
                </a:r>
                <a:r>
                  <a:rPr sz="1875" b="0" i="0">
                    <a:solidFill>
                      <a:srgbClr val="526276"/>
                    </a:solidFill>
                    <a:latin typeface="Cambria Math"/>
                    <a:ea typeface="DejaVu Sans"/>
                    <a:cs typeface="DejaVu Sans"/>
                  </a:rPr>
                  <a:t>2</a:t>
                </a:r>
                <a:r>
                  <a:rPr sz="1875" b="0" i="0">
                    <a:solidFill>
                      <a:srgbClr val="526276"/>
                    </a:solidFill>
                    <a:latin typeface="Cambria Math"/>
                    <a:ea typeface="DejaVu Sans"/>
                    <a:cs typeface="DejaVu Sans"/>
                  </a:rPr>
                  <a:t> = </a:t>
                </a:r>
                <a:r>
                  <a:rPr sz="1875" b="0" i="0">
                    <a:solidFill>
                      <a:srgbClr val="526276"/>
                    </a:solidFill>
                    <a:latin typeface="Cambria Math"/>
                    <a:ea typeface="DejaVu Sans"/>
                    <a:cs typeface="DejaVu Sans"/>
                  </a:rPr>
                  <a:t>4</a:t>
                </a:r>
                <a:r>
                  <a:rPr sz="1875" b="0" i="0">
                    <a:solidFill>
                      <a:srgbClr val="526276"/>
                    </a:solidFill>
                    <a:latin typeface="Cambria Math"/>
                    <a:ea typeface="DejaVu Sans"/>
                    <a:cs typeface="DejaVu Sans"/>
                  </a:rPr>
                  <a:t>6</a:t>
                </a:r>
                <a:r>
                  <a:rPr sz="1875" b="0">
                    <a:solidFill>
                      <a:srgbClr val="526276"/>
                    </a:solidFill>
                    <a:latin typeface="DejaVu Sans"/>
                    <a:ea typeface="DejaVu Sans"/>
                    <a:cs typeface="DejaVu Sans"/>
                  </a:rPr>
                  <a:t>: the sum fills the selected entry of </a:t>
                </a:r>
                <a:r>
                  <a:rPr sz="1875" b="0" i="0">
                    <a:solidFill>
                      <a:srgbClr val="526276"/>
                    </a:solidFill>
                    <a:latin typeface="Cambria Math"/>
                    <a:ea typeface="DejaVu Sans"/>
                    <a:cs typeface="DejaVu Sans"/>
                  </a:rPr>
                  <a:t>𝐂</a:t>
                </a:r>
                <a:r>
                  <a:rPr sz="1875" b="0">
                    <a:solidFill>
                      <a:srgbClr val="526276"/>
                    </a:solidFill>
                    <a:latin typeface="DejaVu Sans"/>
                    <a:ea typeface="DejaVu Sans"/>
                    <a:cs typeface="DejaVu Sans"/>
                  </a:rPr>
                  <a:t>.</a:t>
                </a:r>
              </a:p>
            </p:txBody>
          </p:sp>
        </mc:Fallback>
      </mc:AlternateContent>
    </p:spTree>
    <p:extLst>
      <p:ext uri="{BB962C8B-B14F-4D97-AF65-F5344CB8AC3E}">
        <p14:creationId xmlns:p14="http://schemas.microsoft.com/office/powerpoint/2010/main" val="905897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build="allAtOnce" animBg="1"/>
      <p:bldP spid="40" grpId="0" build="allAtOnce" animBg="1"/>
      <p:bldP spid="41" grpId="0" build="allAtOnce" animBg="1"/>
      <p:bldP spid="42" grpId="0" build="allAtOnce" animBg="1"/>
      <p:bldP spid="43" grpId="0" build="allAtOnce" animBg="1"/>
      <p:bldP spid="45" grpId="0" build="allAtOnce" animBg="1"/>
      <p:bldP spid="46" grpId="0" build="allAtOnce" animBg="1"/>
      <p:bldP spid="47" grpId="0" build="allAtOnce" animBg="1"/>
      <p:bldP spid="48" grpId="0" build="allAtOnce" animBg="1"/>
      <p:bldP spid="49" grpId="0" build="allAtOnce"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 name="noncommutativity_title">
            <a:extLst>
              <a:ext uri="{FF2B5EF4-FFF2-40B4-BE49-F238E27FC236}">
                <a16:creationId xmlns:a16="http://schemas.microsoft.com/office/drawing/2014/main" id="{19A8337D-02E9-4A18-9882-42FAD98F2D5F}"/>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Matrix multiplication is not commutative</a:t>
            </a:r>
          </a:p>
        </p:txBody>
      </p:sp>
      <p:sp>
        <p:nvSpPr>
          <p:cNvPr id="2" name="page_number">
            <a:extLst>
              <a:ext uri="{FF2B5EF4-FFF2-40B4-BE49-F238E27FC236}">
                <a16:creationId xmlns:a16="http://schemas.microsoft.com/office/drawing/2014/main" id="{2B56FA20-41F0-499E-A864-6BD8F3D6D998}"/>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14</a:t>
            </a:r>
          </a:p>
        </p:txBody>
      </p:sp>
      <p:sp>
        <p:nvSpPr>
          <p:cNvPr id="3" name="noncommutativity_intro">
            <a:extLst>
              <a:ext uri="{FF2B5EF4-FFF2-40B4-BE49-F238E27FC236}">
                <a16:creationId xmlns:a16="http://schemas.microsoft.com/office/drawing/2014/main" id="{3F2738BE-3050-4C52-93F5-A11873431151}"/>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Reversing the order of the factors can change whether the product is defined, and it can change its value.</a:t>
            </a:r>
          </a:p>
        </p:txBody>
      </p:sp>
      <mc:AlternateContent xmlns:mc="http://schemas.openxmlformats.org/markup-compatibility/2006" xmlns:a14="http://schemas.microsoft.com/office/drawing/2010/main">
        <mc:Choice Requires="a14">
          <p:sp>
            <p:nvSpPr>
              <p:cNvPr id="4" name="narrative_s13_text3">
                <a:extLst>
                  <a:ext uri="{FF2B5EF4-FFF2-40B4-BE49-F238E27FC236}">
                    <a16:creationId xmlns:a16="http://schemas.microsoft.com/office/drawing/2014/main" id="{0EFDB5E0-80DB-4D77-A8E8-B6E737A7AAFC}"/>
                  </a:ext>
                </a:extLst>
              </p:cNvPr>
              <p:cNvSpPr>
                <a:spLocks noGrp="1"/>
              </p:cNvSpPr>
              <p:nvPr/>
            </p:nvSpPr>
            <p:spPr>
              <a:xfrm>
                <a:off x="19716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𝐀</m:t>
                      </m:r>
                    </m:oMath>
                  </m:oMathPara>
                </a14:m>
                <a:endParaRPr/>
              </a:p>
            </p:txBody>
          </p:sp>
        </mc:Choice>
        <mc:Fallback xmlns="">
          <p:sp>
            <p:nvSpPr>
              <p:cNvPr id="4" name="narrative_s13_text3">
                <a:extLst>
                  <a:ext uri="{FF2B5EF4-FFF2-40B4-BE49-F238E27FC236}">
                    <a16:creationId xmlns:a16="http://schemas.microsoft.com/office/drawing/2014/main" id="{0EFDB5E0-80DB-4D77-A8E8-B6E737A7AAFC}"/>
                  </a:ext>
                </a:extLst>
              </p:cNvPr>
              <p:cNvSpPr>
                <a:spLocks noGrp="1"/>
              </p:cNvSpPr>
              <p:nvPr/>
            </p:nvSpPr>
            <p:spPr>
              <a:xfrm>
                <a:off x="19716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𝐀</a:t>
                </a:r>
              </a:p>
            </p:txBody>
          </p:sp>
        </mc:Fallback>
      </mc:AlternateContent>
      <mc:AlternateContent xmlns:mc="http://schemas.openxmlformats.org/markup-compatibility/2006" xmlns:a14="http://schemas.microsoft.com/office/drawing/2010/main">
        <mc:Choice Requires="a14">
          <p:sp>
            <p:nvSpPr>
              <p:cNvPr id="5" name="narrative_s13_text4">
                <a:extLst>
                  <a:ext uri="{FF2B5EF4-FFF2-40B4-BE49-F238E27FC236}">
                    <a16:creationId xmlns:a16="http://schemas.microsoft.com/office/drawing/2014/main" id="{8F4EA470-1FF2-4409-94E0-3A21FEC90BC9}"/>
                  </a:ext>
                </a:extLst>
              </p:cNvPr>
              <p:cNvSpPr>
                <a:spLocks noGrp="1"/>
              </p:cNvSpPr>
              <p:nvPr/>
            </p:nvSpPr>
            <p:spPr>
              <a:xfrm>
                <a:off x="55911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𝐁</m:t>
                      </m:r>
                    </m:oMath>
                  </m:oMathPara>
                </a14:m>
                <a:endParaRPr/>
              </a:p>
            </p:txBody>
          </p:sp>
        </mc:Choice>
        <mc:Fallback xmlns="">
          <p:sp>
            <p:nvSpPr>
              <p:cNvPr id="5" name="narrative_s13_text4">
                <a:extLst>
                  <a:ext uri="{FF2B5EF4-FFF2-40B4-BE49-F238E27FC236}">
                    <a16:creationId xmlns:a16="http://schemas.microsoft.com/office/drawing/2014/main" id="{8F4EA470-1FF2-4409-94E0-3A21FEC90BC9}"/>
                  </a:ext>
                </a:extLst>
              </p:cNvPr>
              <p:cNvSpPr>
                <a:spLocks noGrp="1"/>
              </p:cNvSpPr>
              <p:nvPr/>
            </p:nvSpPr>
            <p:spPr>
              <a:xfrm>
                <a:off x="55911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𝐁</a:t>
                </a:r>
              </a:p>
            </p:txBody>
          </p:sp>
        </mc:Fallback>
      </mc:AlternateContent>
      <mc:AlternateContent xmlns:mc="http://schemas.openxmlformats.org/markup-compatibility/2006" xmlns:a14="http://schemas.microsoft.com/office/drawing/2010/main">
        <mc:Choice Requires="a14">
          <p:sp>
            <p:nvSpPr>
              <p:cNvPr id="6" name="narrative_s13_text5">
                <a:extLst>
                  <a:ext uri="{FF2B5EF4-FFF2-40B4-BE49-F238E27FC236}">
                    <a16:creationId xmlns:a16="http://schemas.microsoft.com/office/drawing/2014/main" id="{17614749-162E-46F2-810C-0F9C46F003CB}"/>
                  </a:ext>
                </a:extLst>
              </p:cNvPr>
              <p:cNvSpPr>
                <a:spLocks noGrp="1"/>
              </p:cNvSpPr>
              <p:nvPr/>
            </p:nvSpPr>
            <p:spPr>
              <a:xfrm>
                <a:off x="95535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14:m>
                  <m:oMathPara xmlns:m="http://schemas.openxmlformats.org/officeDocument/2006/math">
                    <m:oMath>
                      <m:r>
                        <a:rPr sz="2400" b="0" i="0">
                          <a:solidFill>
                            <a:srgbClr val="182D45"/>
                          </a:solidFill>
                          <a:latin typeface="Cambria Math"/>
                          <a:ea typeface="DejaVu Sans"/>
                          <a:cs typeface="DejaVu Sans"/>
                        </a:rPr>
                        <m:t>𝐂</m:t>
                      </m:r>
                    </m:oMath>
                  </m:oMathPara>
                </a14:m>
                <a:endParaRPr/>
              </a:p>
            </p:txBody>
          </p:sp>
        </mc:Choice>
        <mc:Fallback xmlns="">
          <p:sp>
            <p:nvSpPr>
              <p:cNvPr id="6" name="narrative_s13_text5">
                <a:extLst>
                  <a:ext uri="{FF2B5EF4-FFF2-40B4-BE49-F238E27FC236}">
                    <a16:creationId xmlns:a16="http://schemas.microsoft.com/office/drawing/2014/main" id="{17614749-162E-46F2-810C-0F9C46F003CB}"/>
                  </a:ext>
                </a:extLst>
              </p:cNvPr>
              <p:cNvSpPr>
                <a:spLocks noGrp="1"/>
              </p:cNvSpPr>
              <p:nvPr/>
            </p:nvSpPr>
            <p:spPr>
              <a:xfrm>
                <a:off x="9553575" y="2047875"/>
                <a:ext cx="857250" cy="419100"/>
              </a:xfrm>
              <a:prstGeom prst="rect">
                <a:avLst/>
              </a:prstGeom>
              <a:noFill/>
              <a:ln w="0">
                <a:noFill/>
              </a:ln>
            </p:spPr>
            <p:txBody>
              <a:bodyPr wrap="square" lIns="0" tIns="0" rIns="0" bIns="0" anchor="t">
                <a:noAutofit/>
              </a:bodyPr>
              <a:lstStyle/>
              <a:p>
                <a:pPr algn="l">
                  <a:defRPr sz="2400" b="1">
                    <a:solidFill>
                      <a:srgbClr val="182D45"/>
                    </a:solidFill>
                    <a:latin typeface="DejaVu Sans"/>
                    <a:ea typeface="DejaVu Sans"/>
                    <a:cs typeface="DejaVu Sans"/>
                  </a:defRPr>
                </a:pPr>
                <a:r>
                  <a:rPr sz="2400" b="0" i="0">
                    <a:solidFill>
                      <a:srgbClr val="182D45"/>
                    </a:solidFill>
                    <a:latin typeface="Cambria Math"/>
                    <a:ea typeface="DejaVu Sans"/>
                    <a:cs typeface="DejaVu Sans"/>
                  </a:rPr>
                  <a:t>𝐂</a:t>
                </a:r>
              </a:p>
            </p:txBody>
          </p:sp>
        </mc:Fallback>
      </mc:AlternateContent>
      <p:sp>
        <p:nvSpPr>
          <p:cNvPr id="7" name="A_bracket_left">
            <a:extLst>
              <a:ext uri="{FF2B5EF4-FFF2-40B4-BE49-F238E27FC236}">
                <a16:creationId xmlns:a16="http://schemas.microsoft.com/office/drawing/2014/main" id="{0176B4CC-7E62-4C4C-9F7B-39E3C27854ED}"/>
              </a:ext>
            </a:extLst>
          </p:cNvPr>
          <p:cNvSpPr>
            <a:spLocks noGrp="1"/>
          </p:cNvSpPr>
          <p:nvPr/>
        </p:nvSpPr>
        <p:spPr>
          <a:xfrm>
            <a:off x="1047750" y="2600325"/>
            <a:ext cx="28575" cy="1733550"/>
          </a:xfrm>
          <a:prstGeom prst="rect">
            <a:avLst/>
          </a:prstGeom>
          <a:solidFill>
            <a:srgbClr val="182D45"/>
          </a:solidFill>
          <a:ln w="0">
            <a:noFill/>
          </a:ln>
        </p:spPr>
        <p:txBody>
          <a:bodyPr/>
          <a:lstStyle/>
          <a:p>
            <a:endParaRPr lang="it-IT"/>
          </a:p>
        </p:txBody>
      </p:sp>
      <p:sp>
        <p:nvSpPr>
          <p:cNvPr id="8" name="A_bracket_right">
            <a:extLst>
              <a:ext uri="{FF2B5EF4-FFF2-40B4-BE49-F238E27FC236}">
                <a16:creationId xmlns:a16="http://schemas.microsoft.com/office/drawing/2014/main" id="{A940D332-3D5A-49A6-933C-1537C00A2EF3}"/>
              </a:ext>
            </a:extLst>
          </p:cNvPr>
          <p:cNvSpPr>
            <a:spLocks noGrp="1"/>
          </p:cNvSpPr>
          <p:nvPr/>
        </p:nvSpPr>
        <p:spPr>
          <a:xfrm>
            <a:off x="3114675" y="2600325"/>
            <a:ext cx="28575" cy="1733550"/>
          </a:xfrm>
          <a:prstGeom prst="rect">
            <a:avLst/>
          </a:prstGeom>
          <a:solidFill>
            <a:srgbClr val="182D45"/>
          </a:solidFill>
          <a:ln w="0">
            <a:noFill/>
          </a:ln>
        </p:spPr>
        <p:txBody>
          <a:bodyPr/>
          <a:lstStyle/>
          <a:p>
            <a:endParaRPr lang="it-IT"/>
          </a:p>
        </p:txBody>
      </p:sp>
      <p:sp>
        <p:nvSpPr>
          <p:cNvPr id="9" name="A_bracket_l_273">
            <a:extLst>
              <a:ext uri="{FF2B5EF4-FFF2-40B4-BE49-F238E27FC236}">
                <a16:creationId xmlns:a16="http://schemas.microsoft.com/office/drawing/2014/main" id="{A43121A8-A388-40C0-BD98-A981C0197F81}"/>
              </a:ext>
            </a:extLst>
          </p:cNvPr>
          <p:cNvSpPr>
            <a:spLocks noGrp="1"/>
          </p:cNvSpPr>
          <p:nvPr/>
        </p:nvSpPr>
        <p:spPr>
          <a:xfrm>
            <a:off x="1047750" y="2600325"/>
            <a:ext cx="161925" cy="28575"/>
          </a:xfrm>
          <a:prstGeom prst="rect">
            <a:avLst/>
          </a:prstGeom>
          <a:solidFill>
            <a:srgbClr val="182D45"/>
          </a:solidFill>
          <a:ln w="0">
            <a:noFill/>
          </a:ln>
        </p:spPr>
        <p:txBody>
          <a:bodyPr/>
          <a:lstStyle/>
          <a:p>
            <a:endParaRPr lang="it-IT"/>
          </a:p>
        </p:txBody>
      </p:sp>
      <p:sp>
        <p:nvSpPr>
          <p:cNvPr id="10" name="A_bracket_r_273">
            <a:extLst>
              <a:ext uri="{FF2B5EF4-FFF2-40B4-BE49-F238E27FC236}">
                <a16:creationId xmlns:a16="http://schemas.microsoft.com/office/drawing/2014/main" id="{330C2CB6-7205-405E-BEA9-7A2C2A8CAA90}"/>
              </a:ext>
            </a:extLst>
          </p:cNvPr>
          <p:cNvSpPr>
            <a:spLocks noGrp="1"/>
          </p:cNvSpPr>
          <p:nvPr/>
        </p:nvSpPr>
        <p:spPr>
          <a:xfrm>
            <a:off x="2981325" y="2600325"/>
            <a:ext cx="161925" cy="28575"/>
          </a:xfrm>
          <a:prstGeom prst="rect">
            <a:avLst/>
          </a:prstGeom>
          <a:solidFill>
            <a:srgbClr val="182D45"/>
          </a:solidFill>
          <a:ln w="0">
            <a:noFill/>
          </a:ln>
        </p:spPr>
        <p:txBody>
          <a:bodyPr/>
          <a:lstStyle/>
          <a:p>
            <a:endParaRPr lang="it-IT"/>
          </a:p>
        </p:txBody>
      </p:sp>
      <p:sp>
        <p:nvSpPr>
          <p:cNvPr id="11" name="A_bracket_l_452">
            <a:extLst>
              <a:ext uri="{FF2B5EF4-FFF2-40B4-BE49-F238E27FC236}">
                <a16:creationId xmlns:a16="http://schemas.microsoft.com/office/drawing/2014/main" id="{46BF0F3C-7F70-454E-8207-1AC6F83842B8}"/>
              </a:ext>
            </a:extLst>
          </p:cNvPr>
          <p:cNvSpPr>
            <a:spLocks noGrp="1"/>
          </p:cNvSpPr>
          <p:nvPr/>
        </p:nvSpPr>
        <p:spPr>
          <a:xfrm>
            <a:off x="1047750" y="4305300"/>
            <a:ext cx="161925" cy="28575"/>
          </a:xfrm>
          <a:prstGeom prst="rect">
            <a:avLst/>
          </a:prstGeom>
          <a:solidFill>
            <a:srgbClr val="182D45"/>
          </a:solidFill>
          <a:ln w="0">
            <a:noFill/>
          </a:ln>
        </p:spPr>
        <p:txBody>
          <a:bodyPr/>
          <a:lstStyle/>
          <a:p>
            <a:endParaRPr lang="it-IT"/>
          </a:p>
        </p:txBody>
      </p:sp>
      <p:sp>
        <p:nvSpPr>
          <p:cNvPr id="12" name="A_bracket_r_452">
            <a:extLst>
              <a:ext uri="{FF2B5EF4-FFF2-40B4-BE49-F238E27FC236}">
                <a16:creationId xmlns:a16="http://schemas.microsoft.com/office/drawing/2014/main" id="{671ECE46-4C53-450B-BB11-53180AD880F0}"/>
              </a:ext>
            </a:extLst>
          </p:cNvPr>
          <p:cNvSpPr>
            <a:spLocks noGrp="1"/>
          </p:cNvSpPr>
          <p:nvPr/>
        </p:nvSpPr>
        <p:spPr>
          <a:xfrm>
            <a:off x="2981325" y="4305300"/>
            <a:ext cx="161925" cy="28575"/>
          </a:xfrm>
          <a:prstGeom prst="rect">
            <a:avLst/>
          </a:prstGeom>
          <a:solidFill>
            <a:srgbClr val="182D45"/>
          </a:solidFill>
          <a:ln w="0">
            <a:noFill/>
          </a:ln>
        </p:spPr>
        <p:txBody>
          <a:bodyPr/>
          <a:lstStyle/>
          <a:p>
            <a:endParaRPr lang="it-IT"/>
          </a:p>
        </p:txBody>
      </p:sp>
      <p:sp>
        <p:nvSpPr>
          <p:cNvPr id="13" name="B_bracket_left">
            <a:extLst>
              <a:ext uri="{FF2B5EF4-FFF2-40B4-BE49-F238E27FC236}">
                <a16:creationId xmlns:a16="http://schemas.microsoft.com/office/drawing/2014/main" id="{B7937B47-A60A-4614-BF53-6B8FDD86CC7D}"/>
              </a:ext>
            </a:extLst>
          </p:cNvPr>
          <p:cNvSpPr>
            <a:spLocks noGrp="1"/>
          </p:cNvSpPr>
          <p:nvPr/>
        </p:nvSpPr>
        <p:spPr>
          <a:xfrm>
            <a:off x="4667250" y="2600325"/>
            <a:ext cx="28575" cy="1733550"/>
          </a:xfrm>
          <a:prstGeom prst="rect">
            <a:avLst/>
          </a:prstGeom>
          <a:solidFill>
            <a:srgbClr val="182D45"/>
          </a:solidFill>
          <a:ln w="0">
            <a:noFill/>
          </a:ln>
        </p:spPr>
        <p:txBody>
          <a:bodyPr/>
          <a:lstStyle/>
          <a:p>
            <a:endParaRPr lang="it-IT"/>
          </a:p>
        </p:txBody>
      </p:sp>
      <p:sp>
        <p:nvSpPr>
          <p:cNvPr id="14" name="B_bracket_right">
            <a:extLst>
              <a:ext uri="{FF2B5EF4-FFF2-40B4-BE49-F238E27FC236}">
                <a16:creationId xmlns:a16="http://schemas.microsoft.com/office/drawing/2014/main" id="{97246B62-57D8-4A4A-B473-109939B9D8EB}"/>
              </a:ext>
            </a:extLst>
          </p:cNvPr>
          <p:cNvSpPr>
            <a:spLocks noGrp="1"/>
          </p:cNvSpPr>
          <p:nvPr/>
        </p:nvSpPr>
        <p:spPr>
          <a:xfrm>
            <a:off x="6734175" y="2600325"/>
            <a:ext cx="28575" cy="1733550"/>
          </a:xfrm>
          <a:prstGeom prst="rect">
            <a:avLst/>
          </a:prstGeom>
          <a:solidFill>
            <a:srgbClr val="182D45"/>
          </a:solidFill>
          <a:ln w="0">
            <a:noFill/>
          </a:ln>
        </p:spPr>
        <p:txBody>
          <a:bodyPr/>
          <a:lstStyle/>
          <a:p>
            <a:endParaRPr lang="it-IT"/>
          </a:p>
        </p:txBody>
      </p:sp>
      <p:sp>
        <p:nvSpPr>
          <p:cNvPr id="15" name="B_bracket_l_273">
            <a:extLst>
              <a:ext uri="{FF2B5EF4-FFF2-40B4-BE49-F238E27FC236}">
                <a16:creationId xmlns:a16="http://schemas.microsoft.com/office/drawing/2014/main" id="{F50A76BA-022D-4D19-BD8C-065CAC4DD42D}"/>
              </a:ext>
            </a:extLst>
          </p:cNvPr>
          <p:cNvSpPr>
            <a:spLocks noGrp="1"/>
          </p:cNvSpPr>
          <p:nvPr/>
        </p:nvSpPr>
        <p:spPr>
          <a:xfrm>
            <a:off x="4667250" y="2600325"/>
            <a:ext cx="161925" cy="28575"/>
          </a:xfrm>
          <a:prstGeom prst="rect">
            <a:avLst/>
          </a:prstGeom>
          <a:solidFill>
            <a:srgbClr val="182D45"/>
          </a:solidFill>
          <a:ln w="0">
            <a:noFill/>
          </a:ln>
        </p:spPr>
        <p:txBody>
          <a:bodyPr/>
          <a:lstStyle/>
          <a:p>
            <a:endParaRPr lang="it-IT"/>
          </a:p>
        </p:txBody>
      </p:sp>
      <p:sp>
        <p:nvSpPr>
          <p:cNvPr id="16" name="B_bracket_r_273">
            <a:extLst>
              <a:ext uri="{FF2B5EF4-FFF2-40B4-BE49-F238E27FC236}">
                <a16:creationId xmlns:a16="http://schemas.microsoft.com/office/drawing/2014/main" id="{92B945D1-30F5-43BE-A9A1-0DB6BD8EFB16}"/>
              </a:ext>
            </a:extLst>
          </p:cNvPr>
          <p:cNvSpPr>
            <a:spLocks noGrp="1"/>
          </p:cNvSpPr>
          <p:nvPr/>
        </p:nvSpPr>
        <p:spPr>
          <a:xfrm>
            <a:off x="6600825" y="2600325"/>
            <a:ext cx="161925" cy="28575"/>
          </a:xfrm>
          <a:prstGeom prst="rect">
            <a:avLst/>
          </a:prstGeom>
          <a:solidFill>
            <a:srgbClr val="182D45"/>
          </a:solidFill>
          <a:ln w="0">
            <a:noFill/>
          </a:ln>
        </p:spPr>
        <p:txBody>
          <a:bodyPr/>
          <a:lstStyle/>
          <a:p>
            <a:endParaRPr lang="it-IT"/>
          </a:p>
        </p:txBody>
      </p:sp>
      <p:sp>
        <p:nvSpPr>
          <p:cNvPr id="17" name="B_bracket_l_452">
            <a:extLst>
              <a:ext uri="{FF2B5EF4-FFF2-40B4-BE49-F238E27FC236}">
                <a16:creationId xmlns:a16="http://schemas.microsoft.com/office/drawing/2014/main" id="{D94B75EB-FDA0-4E53-B6DA-BF11CE095160}"/>
              </a:ext>
            </a:extLst>
          </p:cNvPr>
          <p:cNvSpPr>
            <a:spLocks noGrp="1"/>
          </p:cNvSpPr>
          <p:nvPr/>
        </p:nvSpPr>
        <p:spPr>
          <a:xfrm>
            <a:off x="4667250" y="4305300"/>
            <a:ext cx="161925" cy="28575"/>
          </a:xfrm>
          <a:prstGeom prst="rect">
            <a:avLst/>
          </a:prstGeom>
          <a:solidFill>
            <a:srgbClr val="182D45"/>
          </a:solidFill>
          <a:ln w="0">
            <a:noFill/>
          </a:ln>
        </p:spPr>
        <p:txBody>
          <a:bodyPr/>
          <a:lstStyle/>
          <a:p>
            <a:endParaRPr lang="it-IT"/>
          </a:p>
        </p:txBody>
      </p:sp>
      <p:sp>
        <p:nvSpPr>
          <p:cNvPr id="18" name="B_bracket_r_452">
            <a:extLst>
              <a:ext uri="{FF2B5EF4-FFF2-40B4-BE49-F238E27FC236}">
                <a16:creationId xmlns:a16="http://schemas.microsoft.com/office/drawing/2014/main" id="{BADD0618-9FA6-41A3-A274-021F9C51DA5E}"/>
              </a:ext>
            </a:extLst>
          </p:cNvPr>
          <p:cNvSpPr>
            <a:spLocks noGrp="1"/>
          </p:cNvSpPr>
          <p:nvPr/>
        </p:nvSpPr>
        <p:spPr>
          <a:xfrm>
            <a:off x="6600825" y="4305300"/>
            <a:ext cx="161925" cy="28575"/>
          </a:xfrm>
          <a:prstGeom prst="rect">
            <a:avLst/>
          </a:prstGeom>
          <a:solidFill>
            <a:srgbClr val="182D45"/>
          </a:solidFill>
          <a:ln w="0">
            <a:noFill/>
          </a:ln>
        </p:spPr>
        <p:txBody>
          <a:bodyPr/>
          <a:lstStyle/>
          <a:p>
            <a:endParaRPr lang="it-IT"/>
          </a:p>
        </p:txBody>
      </p:sp>
      <p:sp>
        <p:nvSpPr>
          <p:cNvPr id="19" name="C_bracket_left">
            <a:extLst>
              <a:ext uri="{FF2B5EF4-FFF2-40B4-BE49-F238E27FC236}">
                <a16:creationId xmlns:a16="http://schemas.microsoft.com/office/drawing/2014/main" id="{B7439B46-6B91-4B6B-B739-7D6A902EF96C}"/>
              </a:ext>
            </a:extLst>
          </p:cNvPr>
          <p:cNvSpPr>
            <a:spLocks noGrp="1"/>
          </p:cNvSpPr>
          <p:nvPr/>
        </p:nvSpPr>
        <p:spPr>
          <a:xfrm>
            <a:off x="8620125" y="2600325"/>
            <a:ext cx="28575" cy="1733550"/>
          </a:xfrm>
          <a:prstGeom prst="rect">
            <a:avLst/>
          </a:prstGeom>
          <a:solidFill>
            <a:srgbClr val="182D45"/>
          </a:solidFill>
          <a:ln w="0">
            <a:noFill/>
          </a:ln>
        </p:spPr>
        <p:txBody>
          <a:bodyPr/>
          <a:lstStyle/>
          <a:p>
            <a:endParaRPr lang="it-IT"/>
          </a:p>
        </p:txBody>
      </p:sp>
      <p:sp>
        <p:nvSpPr>
          <p:cNvPr id="20" name="C_bracket_right">
            <a:extLst>
              <a:ext uri="{FF2B5EF4-FFF2-40B4-BE49-F238E27FC236}">
                <a16:creationId xmlns:a16="http://schemas.microsoft.com/office/drawing/2014/main" id="{970E7400-8666-48FD-A0A0-1C6328A3BC40}"/>
              </a:ext>
            </a:extLst>
          </p:cNvPr>
          <p:cNvSpPr>
            <a:spLocks noGrp="1"/>
          </p:cNvSpPr>
          <p:nvPr/>
        </p:nvSpPr>
        <p:spPr>
          <a:xfrm>
            <a:off x="10687050" y="2600325"/>
            <a:ext cx="28575" cy="1733550"/>
          </a:xfrm>
          <a:prstGeom prst="rect">
            <a:avLst/>
          </a:prstGeom>
          <a:solidFill>
            <a:srgbClr val="182D45"/>
          </a:solidFill>
          <a:ln w="0">
            <a:noFill/>
          </a:ln>
        </p:spPr>
        <p:txBody>
          <a:bodyPr/>
          <a:lstStyle/>
          <a:p>
            <a:endParaRPr lang="it-IT"/>
          </a:p>
        </p:txBody>
      </p:sp>
      <p:sp>
        <p:nvSpPr>
          <p:cNvPr id="21" name="C_bracket_l_273">
            <a:extLst>
              <a:ext uri="{FF2B5EF4-FFF2-40B4-BE49-F238E27FC236}">
                <a16:creationId xmlns:a16="http://schemas.microsoft.com/office/drawing/2014/main" id="{9BA39CF6-2528-4EF8-B24B-61AD5E5C8C3E}"/>
              </a:ext>
            </a:extLst>
          </p:cNvPr>
          <p:cNvSpPr>
            <a:spLocks noGrp="1"/>
          </p:cNvSpPr>
          <p:nvPr/>
        </p:nvSpPr>
        <p:spPr>
          <a:xfrm>
            <a:off x="8620125" y="2600325"/>
            <a:ext cx="161925" cy="28575"/>
          </a:xfrm>
          <a:prstGeom prst="rect">
            <a:avLst/>
          </a:prstGeom>
          <a:solidFill>
            <a:srgbClr val="182D45"/>
          </a:solidFill>
          <a:ln w="0">
            <a:noFill/>
          </a:ln>
        </p:spPr>
        <p:txBody>
          <a:bodyPr/>
          <a:lstStyle/>
          <a:p>
            <a:endParaRPr lang="it-IT"/>
          </a:p>
        </p:txBody>
      </p:sp>
      <p:sp>
        <p:nvSpPr>
          <p:cNvPr id="22" name="C_bracket_r_273">
            <a:extLst>
              <a:ext uri="{FF2B5EF4-FFF2-40B4-BE49-F238E27FC236}">
                <a16:creationId xmlns:a16="http://schemas.microsoft.com/office/drawing/2014/main" id="{DB2B48D7-CE79-4F3A-86D7-5559E7592D0E}"/>
              </a:ext>
            </a:extLst>
          </p:cNvPr>
          <p:cNvSpPr>
            <a:spLocks noGrp="1"/>
          </p:cNvSpPr>
          <p:nvPr/>
        </p:nvSpPr>
        <p:spPr>
          <a:xfrm>
            <a:off x="10553700" y="2600325"/>
            <a:ext cx="161925" cy="28575"/>
          </a:xfrm>
          <a:prstGeom prst="rect">
            <a:avLst/>
          </a:prstGeom>
          <a:solidFill>
            <a:srgbClr val="182D45"/>
          </a:solidFill>
          <a:ln w="0">
            <a:noFill/>
          </a:ln>
        </p:spPr>
        <p:txBody>
          <a:bodyPr/>
          <a:lstStyle/>
          <a:p>
            <a:endParaRPr lang="it-IT"/>
          </a:p>
        </p:txBody>
      </p:sp>
      <p:sp>
        <p:nvSpPr>
          <p:cNvPr id="23" name="C_bracket_l_452">
            <a:extLst>
              <a:ext uri="{FF2B5EF4-FFF2-40B4-BE49-F238E27FC236}">
                <a16:creationId xmlns:a16="http://schemas.microsoft.com/office/drawing/2014/main" id="{FC9D8AD0-E1ED-466A-AF64-BF1B6D78F438}"/>
              </a:ext>
            </a:extLst>
          </p:cNvPr>
          <p:cNvSpPr>
            <a:spLocks noGrp="1"/>
          </p:cNvSpPr>
          <p:nvPr/>
        </p:nvSpPr>
        <p:spPr>
          <a:xfrm>
            <a:off x="8620125" y="4305300"/>
            <a:ext cx="161925" cy="28575"/>
          </a:xfrm>
          <a:prstGeom prst="rect">
            <a:avLst/>
          </a:prstGeom>
          <a:solidFill>
            <a:srgbClr val="182D45"/>
          </a:solidFill>
          <a:ln w="0">
            <a:noFill/>
          </a:ln>
        </p:spPr>
        <p:txBody>
          <a:bodyPr/>
          <a:lstStyle/>
          <a:p>
            <a:endParaRPr lang="it-IT"/>
          </a:p>
        </p:txBody>
      </p:sp>
      <p:sp>
        <p:nvSpPr>
          <p:cNvPr id="24" name="C_bracket_r_452">
            <a:extLst>
              <a:ext uri="{FF2B5EF4-FFF2-40B4-BE49-F238E27FC236}">
                <a16:creationId xmlns:a16="http://schemas.microsoft.com/office/drawing/2014/main" id="{56F48006-6220-4424-9620-2AC8691E8CD0}"/>
              </a:ext>
            </a:extLst>
          </p:cNvPr>
          <p:cNvSpPr>
            <a:spLocks noGrp="1"/>
          </p:cNvSpPr>
          <p:nvPr/>
        </p:nvSpPr>
        <p:spPr>
          <a:xfrm>
            <a:off x="10553700" y="4305300"/>
            <a:ext cx="161925" cy="28575"/>
          </a:xfrm>
          <a:prstGeom prst="rect">
            <a:avLst/>
          </a:prstGeom>
          <a:solidFill>
            <a:srgbClr val="182D45"/>
          </a:solidFill>
          <a:ln w="0">
            <a:noFill/>
          </a:ln>
        </p:spPr>
        <p:txBody>
          <a:bodyPr/>
          <a:lstStyle/>
          <a:p>
            <a:endParaRPr lang="it-IT"/>
          </a:p>
        </p:txBody>
      </p:sp>
      <p:sp>
        <p:nvSpPr>
          <p:cNvPr id="25" name="narrative_s13_text6">
            <a:extLst>
              <a:ext uri="{FF2B5EF4-FFF2-40B4-BE49-F238E27FC236}">
                <a16:creationId xmlns:a16="http://schemas.microsoft.com/office/drawing/2014/main" id="{9BC9F49D-F120-48CA-B25E-441946311909}"/>
              </a:ext>
            </a:extLst>
          </p:cNvPr>
          <p:cNvSpPr>
            <a:spLocks noGrp="1"/>
          </p:cNvSpPr>
          <p:nvPr/>
        </p:nvSpPr>
        <p:spPr>
          <a:xfrm>
            <a:off x="3609975" y="3105150"/>
            <a:ext cx="628650" cy="628650"/>
          </a:xfrm>
          <a:prstGeom prst="rect">
            <a:avLst/>
          </a:prstGeom>
          <a:noFill/>
          <a:ln w="0">
            <a:noFill/>
          </a:ln>
        </p:spPr>
        <p:txBody>
          <a:bodyPr wrap="square" lIns="0" tIns="0" rIns="0" bIns="0" anchor="t">
            <a:noAutofit/>
          </a:bodyPr>
          <a:lstStyle/>
          <a:p>
            <a:pPr algn="l">
              <a:defRPr sz="3450" b="0">
                <a:solidFill>
                  <a:srgbClr val="182D45"/>
                </a:solidFill>
                <a:latin typeface="DejaVu Sans"/>
                <a:ea typeface="DejaVu Sans"/>
                <a:cs typeface="DejaVu Sans"/>
              </a:defRPr>
            </a:pPr>
            <a:r>
              <a:rPr sz="3450" b="0">
                <a:solidFill>
                  <a:srgbClr val="182D45"/>
                </a:solidFill>
                <a:latin typeface="DejaVu Sans"/>
                <a:ea typeface="DejaVu Sans"/>
                <a:cs typeface="DejaVu Sans"/>
              </a:rPr>
              <a:t>×</a:t>
            </a:r>
          </a:p>
        </p:txBody>
      </p:sp>
      <p:sp>
        <p:nvSpPr>
          <p:cNvPr id="26" name="narrative_s13_text7">
            <a:extLst>
              <a:ext uri="{FF2B5EF4-FFF2-40B4-BE49-F238E27FC236}">
                <a16:creationId xmlns:a16="http://schemas.microsoft.com/office/drawing/2014/main" id="{84F9E0A5-3EB0-488D-8C74-9843DE9A1E5D}"/>
              </a:ext>
            </a:extLst>
          </p:cNvPr>
          <p:cNvSpPr>
            <a:spLocks noGrp="1"/>
          </p:cNvSpPr>
          <p:nvPr/>
        </p:nvSpPr>
        <p:spPr>
          <a:xfrm>
            <a:off x="7591425" y="3105150"/>
            <a:ext cx="628650" cy="628650"/>
          </a:xfrm>
          <a:prstGeom prst="rect">
            <a:avLst/>
          </a:prstGeom>
          <a:noFill/>
          <a:ln w="0">
            <a:noFill/>
          </a:ln>
        </p:spPr>
        <p:txBody>
          <a:bodyPr wrap="square" lIns="0" tIns="0" rIns="0" bIns="0" anchor="t">
            <a:noAutofit/>
          </a:bodyPr>
          <a:lstStyle/>
          <a:p>
            <a:pPr algn="l">
              <a:defRPr sz="3450" b="0">
                <a:solidFill>
                  <a:srgbClr val="182D45"/>
                </a:solidFill>
                <a:latin typeface="DejaVu Sans"/>
                <a:ea typeface="DejaVu Sans"/>
                <a:cs typeface="DejaVu Sans"/>
              </a:defRPr>
            </a:pPr>
            <a:r>
              <a:rPr sz="3450" b="0">
                <a:solidFill>
                  <a:srgbClr val="182D45"/>
                </a:solidFill>
                <a:latin typeface="DejaVu Sans"/>
                <a:ea typeface="DejaVu Sans"/>
                <a:cs typeface="DejaVu Sans"/>
              </a:rPr>
              <a:t>=</a:t>
            </a:r>
          </a:p>
        </p:txBody>
      </p:sp>
      <p:sp>
        <p:nvSpPr>
          <p:cNvPr id="28" name="matrix_A_11">
            <a:extLst>
              <a:ext uri="{FF2B5EF4-FFF2-40B4-BE49-F238E27FC236}">
                <a16:creationId xmlns:a16="http://schemas.microsoft.com/office/drawing/2014/main" id="{08E75829-8AA2-4903-8C8F-FE1CBC7BD5A3}"/>
              </a:ext>
            </a:extLst>
          </p:cNvPr>
          <p:cNvSpPr>
            <a:spLocks noGrp="1"/>
          </p:cNvSpPr>
          <p:nvPr/>
        </p:nvSpPr>
        <p:spPr>
          <a:xfrm>
            <a:off x="133350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5</a:t>
            </a:r>
          </a:p>
        </p:txBody>
      </p:sp>
      <p:sp>
        <p:nvSpPr>
          <p:cNvPr id="29" name="matrix_B_11">
            <a:extLst>
              <a:ext uri="{FF2B5EF4-FFF2-40B4-BE49-F238E27FC236}">
                <a16:creationId xmlns:a16="http://schemas.microsoft.com/office/drawing/2014/main" id="{29B81113-ACF4-4624-9DFD-90C3F71760D7}"/>
              </a:ext>
            </a:extLst>
          </p:cNvPr>
          <p:cNvSpPr>
            <a:spLocks noGrp="1"/>
          </p:cNvSpPr>
          <p:nvPr/>
        </p:nvSpPr>
        <p:spPr>
          <a:xfrm>
            <a:off x="495300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1</a:t>
            </a:r>
          </a:p>
        </p:txBody>
      </p:sp>
      <p:sp>
        <p:nvSpPr>
          <p:cNvPr id="30" name="matrix_C_11">
            <a:extLst>
              <a:ext uri="{FF2B5EF4-FFF2-40B4-BE49-F238E27FC236}">
                <a16:creationId xmlns:a16="http://schemas.microsoft.com/office/drawing/2014/main" id="{75976EB2-ECCA-4B71-A297-5077635BD3B4}"/>
              </a:ext>
            </a:extLst>
          </p:cNvPr>
          <p:cNvSpPr>
            <a:spLocks noGrp="1"/>
          </p:cNvSpPr>
          <p:nvPr/>
        </p:nvSpPr>
        <p:spPr>
          <a:xfrm>
            <a:off x="8924925"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23</a:t>
            </a:r>
          </a:p>
        </p:txBody>
      </p:sp>
      <p:sp>
        <p:nvSpPr>
          <p:cNvPr id="31" name="matrix_A_12">
            <a:extLst>
              <a:ext uri="{FF2B5EF4-FFF2-40B4-BE49-F238E27FC236}">
                <a16:creationId xmlns:a16="http://schemas.microsoft.com/office/drawing/2014/main" id="{E4069E11-DC53-425E-A126-FC05AE85E6AD}"/>
              </a:ext>
            </a:extLst>
          </p:cNvPr>
          <p:cNvSpPr>
            <a:spLocks noGrp="1"/>
          </p:cNvSpPr>
          <p:nvPr/>
        </p:nvSpPr>
        <p:spPr>
          <a:xfrm>
            <a:off x="219075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6</a:t>
            </a:r>
          </a:p>
        </p:txBody>
      </p:sp>
      <p:sp>
        <p:nvSpPr>
          <p:cNvPr id="32" name="matrix_B_12">
            <a:extLst>
              <a:ext uri="{FF2B5EF4-FFF2-40B4-BE49-F238E27FC236}">
                <a16:creationId xmlns:a16="http://schemas.microsoft.com/office/drawing/2014/main" id="{99606275-8F4A-46C3-BB02-757205A198A8}"/>
              </a:ext>
            </a:extLst>
          </p:cNvPr>
          <p:cNvSpPr>
            <a:spLocks noGrp="1"/>
          </p:cNvSpPr>
          <p:nvPr/>
        </p:nvSpPr>
        <p:spPr>
          <a:xfrm>
            <a:off x="5810250"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2</a:t>
            </a:r>
          </a:p>
        </p:txBody>
      </p:sp>
      <p:sp>
        <p:nvSpPr>
          <p:cNvPr id="33" name="matrix_C_12">
            <a:extLst>
              <a:ext uri="{FF2B5EF4-FFF2-40B4-BE49-F238E27FC236}">
                <a16:creationId xmlns:a16="http://schemas.microsoft.com/office/drawing/2014/main" id="{702DB7C4-DA89-425D-8659-509E418F51A3}"/>
              </a:ext>
            </a:extLst>
          </p:cNvPr>
          <p:cNvSpPr>
            <a:spLocks noGrp="1"/>
          </p:cNvSpPr>
          <p:nvPr/>
        </p:nvSpPr>
        <p:spPr>
          <a:xfrm>
            <a:off x="9782175" y="264795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34</a:t>
            </a:r>
          </a:p>
        </p:txBody>
      </p:sp>
      <p:sp>
        <p:nvSpPr>
          <p:cNvPr id="34" name="matrix_A_21">
            <a:extLst>
              <a:ext uri="{FF2B5EF4-FFF2-40B4-BE49-F238E27FC236}">
                <a16:creationId xmlns:a16="http://schemas.microsoft.com/office/drawing/2014/main" id="{74486F2B-CF01-4C0A-ABC6-FC0F83819B3B}"/>
              </a:ext>
            </a:extLst>
          </p:cNvPr>
          <p:cNvSpPr>
            <a:spLocks noGrp="1"/>
          </p:cNvSpPr>
          <p:nvPr/>
        </p:nvSpPr>
        <p:spPr>
          <a:xfrm>
            <a:off x="133350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7</a:t>
            </a:r>
          </a:p>
        </p:txBody>
      </p:sp>
      <p:sp>
        <p:nvSpPr>
          <p:cNvPr id="35" name="matrix_B_21">
            <a:extLst>
              <a:ext uri="{FF2B5EF4-FFF2-40B4-BE49-F238E27FC236}">
                <a16:creationId xmlns:a16="http://schemas.microsoft.com/office/drawing/2014/main" id="{6A909681-27AB-43C8-BAC3-5897C858550F}"/>
              </a:ext>
            </a:extLst>
          </p:cNvPr>
          <p:cNvSpPr>
            <a:spLocks noGrp="1"/>
          </p:cNvSpPr>
          <p:nvPr/>
        </p:nvSpPr>
        <p:spPr>
          <a:xfrm>
            <a:off x="495300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a:t>
            </a:r>
          </a:p>
        </p:txBody>
      </p:sp>
      <p:sp>
        <p:nvSpPr>
          <p:cNvPr id="36" name="matrix_C_21">
            <a:extLst>
              <a:ext uri="{FF2B5EF4-FFF2-40B4-BE49-F238E27FC236}">
                <a16:creationId xmlns:a16="http://schemas.microsoft.com/office/drawing/2014/main" id="{DBD8D788-581B-459C-8735-61F4869D6936}"/>
              </a:ext>
            </a:extLst>
          </p:cNvPr>
          <p:cNvSpPr>
            <a:spLocks noGrp="1"/>
          </p:cNvSpPr>
          <p:nvPr/>
        </p:nvSpPr>
        <p:spPr>
          <a:xfrm>
            <a:off x="8924925"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31</a:t>
            </a:r>
          </a:p>
        </p:txBody>
      </p:sp>
      <p:sp>
        <p:nvSpPr>
          <p:cNvPr id="37" name="matrix_A_22">
            <a:extLst>
              <a:ext uri="{FF2B5EF4-FFF2-40B4-BE49-F238E27FC236}">
                <a16:creationId xmlns:a16="http://schemas.microsoft.com/office/drawing/2014/main" id="{AA318B97-89C1-4473-92B6-CDA537B25ED2}"/>
              </a:ext>
            </a:extLst>
          </p:cNvPr>
          <p:cNvSpPr>
            <a:spLocks noGrp="1"/>
          </p:cNvSpPr>
          <p:nvPr/>
        </p:nvSpPr>
        <p:spPr>
          <a:xfrm>
            <a:off x="219075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8</a:t>
            </a:r>
          </a:p>
        </p:txBody>
      </p:sp>
      <p:sp>
        <p:nvSpPr>
          <p:cNvPr id="38" name="matrix_B_22">
            <a:extLst>
              <a:ext uri="{FF2B5EF4-FFF2-40B4-BE49-F238E27FC236}">
                <a16:creationId xmlns:a16="http://schemas.microsoft.com/office/drawing/2014/main" id="{3B017159-8D22-4B4C-9456-5759668A5427}"/>
              </a:ext>
            </a:extLst>
          </p:cNvPr>
          <p:cNvSpPr>
            <a:spLocks noGrp="1"/>
          </p:cNvSpPr>
          <p:nvPr/>
        </p:nvSpPr>
        <p:spPr>
          <a:xfrm>
            <a:off x="5810250"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4</a:t>
            </a:r>
          </a:p>
        </p:txBody>
      </p:sp>
      <p:sp>
        <p:nvSpPr>
          <p:cNvPr id="39" name="matrix_C_22">
            <a:extLst>
              <a:ext uri="{FF2B5EF4-FFF2-40B4-BE49-F238E27FC236}">
                <a16:creationId xmlns:a16="http://schemas.microsoft.com/office/drawing/2014/main" id="{01F54053-BB3C-4282-8DB3-BC8BB53950F1}"/>
              </a:ext>
            </a:extLst>
          </p:cNvPr>
          <p:cNvSpPr>
            <a:spLocks noGrp="1"/>
          </p:cNvSpPr>
          <p:nvPr/>
        </p:nvSpPr>
        <p:spPr>
          <a:xfrm>
            <a:off x="9782175" y="3543300"/>
            <a:ext cx="723900" cy="685800"/>
          </a:xfrm>
          <a:prstGeom prst="rect">
            <a:avLst/>
          </a:prstGeom>
          <a:noFill/>
          <a:ln w="0">
            <a:noFill/>
          </a:ln>
        </p:spPr>
        <p:txBody>
          <a:bodyPr wrap="square" lIns="0" tIns="0" rIns="0" bIns="0" anchor="ctr">
            <a:noAutofit/>
          </a:bodyPr>
          <a:lstStyle/>
          <a:p>
            <a:pPr algn="ctr">
              <a:defRPr sz="3600" b="0">
                <a:solidFill>
                  <a:srgbClr val="182D45"/>
                </a:solidFill>
                <a:latin typeface="DejaVu Sans"/>
                <a:ea typeface="DejaVu Sans"/>
                <a:cs typeface="DejaVu Sans"/>
              </a:defRPr>
            </a:pPr>
            <a:r>
              <a:rPr sz="3600" b="0">
                <a:solidFill>
                  <a:srgbClr val="182D45"/>
                </a:solidFill>
                <a:latin typeface="DejaVu Sans"/>
                <a:ea typeface="DejaVu Sans"/>
                <a:cs typeface="DejaVu Sans"/>
              </a:rPr>
              <a:t>46</a:t>
            </a:r>
          </a:p>
        </p:txBody>
      </p:sp>
      <mc:AlternateContent xmlns:mc="http://schemas.openxmlformats.org/markup-compatibility/2006" xmlns:a14="http://schemas.microsoft.com/office/drawing/2010/main">
        <mc:Choice Requires="a14">
          <p:sp>
            <p:nvSpPr>
              <p:cNvPr id="51" name="matrix_product_warning_defined">
                <a:extLst>
                  <a:ext uri="{FF2B5EF4-FFF2-40B4-BE49-F238E27FC236}">
                    <a16:creationId xmlns:a16="http://schemas.microsoft.com/office/drawing/2014/main" id="{716ABDAB-B1FE-443C-A34D-28DC0929A590}"/>
                  </a:ext>
                </a:extLst>
              </p:cNvPr>
              <p:cNvSpPr>
                <a:spLocks noGrp="1"/>
              </p:cNvSpPr>
              <p:nvPr/>
            </p:nvSpPr>
            <p:spPr>
              <a:xfrm>
                <a:off x="609600" y="4714875"/>
                <a:ext cx="10858500" cy="409575"/>
              </a:xfrm>
              <a:prstGeom prst="rect">
                <a:avLst/>
              </a:prstGeom>
              <a:noFill/>
              <a:ln w="0">
                <a:noFill/>
              </a:ln>
            </p:spPr>
            <p:txBody>
              <a:bodyPr wrap="square" lIns="0" tIns="0" rIns="0" bIns="0" anchor="t">
                <a:noAutofit/>
              </a:bodyPr>
              <a:lstStyle/>
              <a:p>
                <a:pPr algn="l">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Warning: </a:t>
                </a:r>
                <a14:m>
                  <m:oMath xmlns:m="http://schemas.openxmlformats.org/officeDocument/2006/math">
                    <m:r>
                      <a:rPr sz="2025" b="0" i="0">
                        <a:solidFill>
                          <a:srgbClr val="182D45"/>
                        </a:solidFill>
                        <a:latin typeface="Cambria Math"/>
                        <a:ea typeface="DejaVu Sans"/>
                        <a:cs typeface="DejaVu Sans"/>
                      </a:rPr>
                      <m:t>𝐀𝐁</m:t>
                    </m:r>
                  </m:oMath>
                </a14:m>
                <a:r>
                  <a:rPr sz="2025" b="1">
                    <a:solidFill>
                      <a:srgbClr val="182D45"/>
                    </a:solidFill>
                    <a:latin typeface="DejaVu Sans"/>
                    <a:ea typeface="DejaVu Sans"/>
                    <a:cs typeface="DejaVu Sans"/>
                  </a:rPr>
                  <a:t> can be defined even when </a:t>
                </a:r>
                <a14:m>
                  <m:oMath xmlns:m="http://schemas.openxmlformats.org/officeDocument/2006/math">
                    <m:r>
                      <a:rPr sz="2025" b="0" i="0">
                        <a:solidFill>
                          <a:srgbClr val="182D45"/>
                        </a:solidFill>
                        <a:latin typeface="Cambria Math"/>
                        <a:ea typeface="DejaVu Sans"/>
                        <a:cs typeface="DejaVu Sans"/>
                      </a:rPr>
                      <m:t>𝐁𝐀</m:t>
                    </m:r>
                  </m:oMath>
                </a14:m>
                <a:r>
                  <a:rPr sz="2025" b="1">
                    <a:solidFill>
                      <a:srgbClr val="182D45"/>
                    </a:solidFill>
                    <a:latin typeface="DejaVu Sans"/>
                    <a:ea typeface="DejaVu Sans"/>
                    <a:cs typeface="DejaVu Sans"/>
                  </a:rPr>
                  <a:t> is not.</a:t>
                </a:r>
              </a:p>
            </p:txBody>
          </p:sp>
        </mc:Choice>
        <mc:Fallback xmlns="">
          <p:sp>
            <p:nvSpPr>
              <p:cNvPr id="51" name="matrix_product_warning_defined">
                <a:extLst>
                  <a:ext uri="{FF2B5EF4-FFF2-40B4-BE49-F238E27FC236}">
                    <a16:creationId xmlns:a16="http://schemas.microsoft.com/office/drawing/2014/main" id="{716ABDAB-B1FE-443C-A34D-28DC0929A590}"/>
                  </a:ext>
                </a:extLst>
              </p:cNvPr>
              <p:cNvSpPr>
                <a:spLocks noGrp="1"/>
              </p:cNvSpPr>
              <p:nvPr/>
            </p:nvSpPr>
            <p:spPr>
              <a:xfrm>
                <a:off x="609600" y="4714875"/>
                <a:ext cx="10858500" cy="409575"/>
              </a:xfrm>
              <a:prstGeom prst="rect">
                <a:avLst/>
              </a:prstGeom>
              <a:noFill/>
              <a:ln w="0">
                <a:noFill/>
              </a:ln>
            </p:spPr>
            <p:txBody>
              <a:bodyPr wrap="square" lIns="0" tIns="0" rIns="0" bIns="0" anchor="t">
                <a:noAutofit/>
              </a:bodyPr>
              <a:lstStyle/>
              <a:p>
                <a:pPr algn="l">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Warning: </a:t>
                </a:r>
                <a:r>
                  <a:rPr sz="2025" b="0" i="0">
                    <a:solidFill>
                      <a:srgbClr val="182D45"/>
                    </a:solidFill>
                    <a:latin typeface="Cambria Math"/>
                    <a:ea typeface="DejaVu Sans"/>
                    <a:cs typeface="DejaVu Sans"/>
                  </a:rPr>
                  <a:t>𝐀</a:t>
                </a:r>
                <a:r>
                  <a:rPr sz="2025" b="0" i="0">
                    <a:solidFill>
                      <a:srgbClr val="182D45"/>
                    </a:solidFill>
                    <a:latin typeface="Cambria Math"/>
                    <a:ea typeface="DejaVu Sans"/>
                    <a:cs typeface="DejaVu Sans"/>
                  </a:rPr>
                  <a:t>𝐁</a:t>
                </a:r>
                <a:r>
                  <a:rPr sz="2025" b="1">
                    <a:solidFill>
                      <a:srgbClr val="182D45"/>
                    </a:solidFill>
                    <a:latin typeface="DejaVu Sans"/>
                    <a:ea typeface="DejaVu Sans"/>
                    <a:cs typeface="DejaVu Sans"/>
                  </a:rPr>
                  <a:t> can be defined even when </a:t>
                </a:r>
                <a:r>
                  <a:rPr sz="2025" b="0" i="0">
                    <a:solidFill>
                      <a:srgbClr val="182D45"/>
                    </a:solidFill>
                    <a:latin typeface="Cambria Math"/>
                    <a:ea typeface="DejaVu Sans"/>
                    <a:cs typeface="DejaVu Sans"/>
                  </a:rPr>
                  <a:t>𝐁</a:t>
                </a:r>
                <a:r>
                  <a:rPr sz="2025" b="0" i="0">
                    <a:solidFill>
                      <a:srgbClr val="182D45"/>
                    </a:solidFill>
                    <a:latin typeface="Cambria Math"/>
                    <a:ea typeface="DejaVu Sans"/>
                    <a:cs typeface="DejaVu Sans"/>
                  </a:rPr>
                  <a:t>𝐀</a:t>
                </a:r>
                <a:r>
                  <a:rPr sz="2025" b="1">
                    <a:solidFill>
                      <a:srgbClr val="182D45"/>
                    </a:solidFill>
                    <a:latin typeface="DejaVu Sans"/>
                    <a:ea typeface="DejaVu Sans"/>
                    <a:cs typeface="DejaVu Sans"/>
                  </a:rPr>
                  <a:t> is not.</a:t>
                </a:r>
              </a:p>
            </p:txBody>
          </p:sp>
        </mc:Fallback>
      </mc:AlternateContent>
      <mc:AlternateContent xmlns:mc="http://schemas.openxmlformats.org/markup-compatibility/2006" xmlns:a14="http://schemas.microsoft.com/office/drawing/2010/main">
        <mc:Choice Requires="a14">
          <p:sp>
            <p:nvSpPr>
              <p:cNvPr id="52" name="matrix_product_warning_order">
                <a:extLst>
                  <a:ext uri="{FF2B5EF4-FFF2-40B4-BE49-F238E27FC236}">
                    <a16:creationId xmlns:a16="http://schemas.microsoft.com/office/drawing/2014/main" id="{3EDB4680-0F6A-4A64-9B80-4FBCBB8F4852}"/>
                  </a:ext>
                </a:extLst>
              </p:cNvPr>
              <p:cNvSpPr>
                <a:spLocks noGrp="1"/>
              </p:cNvSpPr>
              <p:nvPr/>
            </p:nvSpPr>
            <p:spPr>
              <a:xfrm>
                <a:off x="609600" y="5172075"/>
                <a:ext cx="10858500" cy="409575"/>
              </a:xfrm>
              <a:prstGeom prst="rect">
                <a:avLst/>
              </a:prstGeom>
              <a:noFill/>
              <a:ln w="0">
                <a:noFill/>
              </a:ln>
            </p:spPr>
            <p:txBody>
              <a:bodyPr wrap="square" lIns="0" tIns="0" rIns="0" bIns="0" anchor="t">
                <a:noAutofit/>
              </a:bodyPr>
              <a:lstStyle/>
              <a:p>
                <a:pPr algn="l">
                  <a:defRPr sz="2025" b="0">
                    <a:solidFill>
                      <a:srgbClr val="182D45"/>
                    </a:solidFill>
                    <a:latin typeface="DejaVu Sans"/>
                    <a:ea typeface="DejaVu Sans"/>
                    <a:cs typeface="DejaVu Sans"/>
                  </a:defRPr>
                </a:pPr>
                <a:r>
                  <a:rPr sz="2025" b="0">
                    <a:solidFill>
                      <a:srgbClr val="182D45"/>
                    </a:solidFill>
                    <a:latin typeface="DejaVu Sans"/>
                    <a:ea typeface="DejaVu Sans"/>
                    <a:cs typeface="DejaVu Sans"/>
                  </a:rPr>
                  <a:t>Even when both have the same shape, in general </a:t>
                </a:r>
                <a14:m>
                  <m:oMath xmlns:m="http://schemas.openxmlformats.org/officeDocument/2006/math">
                    <m:r>
                      <a:rPr sz="2025" b="0" i="0">
                        <a:solidFill>
                          <a:srgbClr val="182D45"/>
                        </a:solidFill>
                        <a:latin typeface="Cambria Math"/>
                        <a:ea typeface="DejaVu Sans"/>
                        <a:cs typeface="DejaVu Sans"/>
                      </a:rPr>
                      <m:t>𝐀𝐁</m:t>
                    </m:r>
                    <m:r>
                      <a:rPr sz="2025" b="0" i="0">
                        <a:solidFill>
                          <a:srgbClr val="182D45"/>
                        </a:solidFill>
                        <a:latin typeface="Cambria Math"/>
                        <a:ea typeface="DejaVu Sans"/>
                        <a:cs typeface="DejaVu Sans"/>
                      </a:rPr>
                      <m:t>≠</m:t>
                    </m:r>
                    <m:r>
                      <a:rPr sz="2025" b="0" i="0">
                        <a:solidFill>
                          <a:srgbClr val="182D45"/>
                        </a:solidFill>
                        <a:latin typeface="Cambria Math"/>
                        <a:ea typeface="DejaVu Sans"/>
                        <a:cs typeface="DejaVu Sans"/>
                      </a:rPr>
                      <m:t>𝐁𝐀</m:t>
                    </m:r>
                  </m:oMath>
                </a14:m>
                <a:r>
                  <a:rPr sz="2025" b="0">
                    <a:solidFill>
                      <a:srgbClr val="182D45"/>
                    </a:solidFill>
                    <a:latin typeface="DejaVu Sans"/>
                    <a:ea typeface="DejaVu Sans"/>
                    <a:cs typeface="DejaVu Sans"/>
                  </a:rPr>
                  <a:t>.</a:t>
                </a:r>
              </a:p>
            </p:txBody>
          </p:sp>
        </mc:Choice>
        <mc:Fallback xmlns="">
          <p:sp>
            <p:nvSpPr>
              <p:cNvPr id="52" name="matrix_product_warning_order">
                <a:extLst>
                  <a:ext uri="{FF2B5EF4-FFF2-40B4-BE49-F238E27FC236}">
                    <a16:creationId xmlns:a16="http://schemas.microsoft.com/office/drawing/2014/main" id="{3EDB4680-0F6A-4A64-9B80-4FBCBB8F4852}"/>
                  </a:ext>
                </a:extLst>
              </p:cNvPr>
              <p:cNvSpPr>
                <a:spLocks noGrp="1"/>
              </p:cNvSpPr>
              <p:nvPr/>
            </p:nvSpPr>
            <p:spPr>
              <a:xfrm>
                <a:off x="609600" y="5172075"/>
                <a:ext cx="10858500" cy="409575"/>
              </a:xfrm>
              <a:prstGeom prst="rect">
                <a:avLst/>
              </a:prstGeom>
              <a:noFill/>
              <a:ln w="0">
                <a:noFill/>
              </a:ln>
            </p:spPr>
            <p:txBody>
              <a:bodyPr wrap="square" lIns="0" tIns="0" rIns="0" bIns="0" anchor="t">
                <a:noAutofit/>
              </a:bodyPr>
              <a:lstStyle/>
              <a:p>
                <a:pPr algn="l">
                  <a:defRPr sz="2025" b="0">
                    <a:solidFill>
                      <a:srgbClr val="182D45"/>
                    </a:solidFill>
                    <a:latin typeface="DejaVu Sans"/>
                    <a:ea typeface="DejaVu Sans"/>
                    <a:cs typeface="DejaVu Sans"/>
                  </a:defRPr>
                </a:pPr>
                <a:r>
                  <a:rPr sz="2025" b="0">
                    <a:solidFill>
                      <a:srgbClr val="182D45"/>
                    </a:solidFill>
                    <a:latin typeface="DejaVu Sans"/>
                    <a:ea typeface="DejaVu Sans"/>
                    <a:cs typeface="DejaVu Sans"/>
                  </a:rPr>
                  <a:t>Even when both have the same shape, in general </a:t>
                </a:r>
                <a:r>
                  <a:rPr sz="2025" b="0" i="0">
                    <a:solidFill>
                      <a:srgbClr val="182D45"/>
                    </a:solidFill>
                    <a:latin typeface="Cambria Math"/>
                    <a:ea typeface="DejaVu Sans"/>
                    <a:cs typeface="DejaVu Sans"/>
                  </a:rPr>
                  <a:t>𝐀</a:t>
                </a:r>
                <a:r>
                  <a:rPr sz="2025" b="0" i="0">
                    <a:solidFill>
                      <a:srgbClr val="182D45"/>
                    </a:solidFill>
                    <a:latin typeface="Cambria Math"/>
                    <a:ea typeface="DejaVu Sans"/>
                    <a:cs typeface="DejaVu Sans"/>
                  </a:rPr>
                  <a:t>𝐁</a:t>
                </a:r>
                <a:r>
                  <a:rPr sz="2025" b="0" i="0">
                    <a:solidFill>
                      <a:srgbClr val="182D45"/>
                    </a:solidFill>
                    <a:latin typeface="Cambria Math"/>
                    <a:ea typeface="DejaVu Sans"/>
                    <a:cs typeface="DejaVu Sans"/>
                  </a:rPr>
                  <a:t> ≠ </a:t>
                </a:r>
                <a:r>
                  <a:rPr sz="2025" b="0" i="0">
                    <a:solidFill>
                      <a:srgbClr val="182D45"/>
                    </a:solidFill>
                    <a:latin typeface="Cambria Math"/>
                    <a:ea typeface="DejaVu Sans"/>
                    <a:cs typeface="DejaVu Sans"/>
                  </a:rPr>
                  <a:t>𝐁</a:t>
                </a:r>
                <a:r>
                  <a:rPr sz="2025" b="0" i="0">
                    <a:solidFill>
                      <a:srgbClr val="182D45"/>
                    </a:solidFill>
                    <a:latin typeface="Cambria Math"/>
                    <a:ea typeface="DejaVu Sans"/>
                    <a:cs typeface="DejaVu Sans"/>
                  </a:rPr>
                  <a:t>𝐀</a:t>
                </a:r>
                <a:r>
                  <a:rPr sz="2025" b="0">
                    <a:solidFill>
                      <a:srgbClr val="182D45"/>
                    </a:solidFill>
                    <a:latin typeface="DejaVu Sans"/>
                    <a:ea typeface="DejaVu Sans"/>
                    <a:cs typeface="DejaVu Sans"/>
                  </a:rPr>
                  <a:t>.</a:t>
                </a:r>
              </a:p>
            </p:txBody>
          </p:sp>
        </mc:Fallback>
      </mc:AlternateContent>
      <mc:AlternateContent xmlns:mc="http://schemas.openxmlformats.org/markup-compatibility/2006" xmlns:a14="http://schemas.microsoft.com/office/drawing/2010/main">
        <mc:Choice Requires="a14">
          <p:sp>
            <p:nvSpPr>
              <p:cNvPr id="53" name="matrix_product_exercise">
                <a:extLst>
                  <a:ext uri="{FF2B5EF4-FFF2-40B4-BE49-F238E27FC236}">
                    <a16:creationId xmlns:a16="http://schemas.microsoft.com/office/drawing/2014/main" id="{2A29F114-DA15-425A-BA01-B0D5F7D6F19D}"/>
                  </a:ext>
                </a:extLst>
              </p:cNvPr>
              <p:cNvSpPr>
                <a:spLocks noGrp="1"/>
              </p:cNvSpPr>
              <p:nvPr/>
            </p:nvSpPr>
            <p:spPr>
              <a:xfrm>
                <a:off x="609600" y="5657850"/>
                <a:ext cx="10858500" cy="409575"/>
              </a:xfrm>
              <a:prstGeom prst="rect">
                <a:avLst/>
              </a:prstGeom>
              <a:noFill/>
              <a:ln w="0">
                <a:noFill/>
              </a:ln>
            </p:spPr>
            <p:txBody>
              <a:bodyPr wrap="square" lIns="0" tIns="0" rIns="0" bIns="0" anchor="t">
                <a:noAutofit/>
              </a:bodyPr>
              <a:lstStyle/>
              <a:p>
                <a:pPr algn="l">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Exercise: compute </a:t>
                </a:r>
                <a14:m>
                  <m:oMath xmlns:m="http://schemas.openxmlformats.org/officeDocument/2006/math">
                    <m:r>
                      <a:rPr sz="2025" b="0" i="0">
                        <a:solidFill>
                          <a:srgbClr val="182D45"/>
                        </a:solidFill>
                        <a:latin typeface="Cambria Math"/>
                        <a:ea typeface="DejaVu Sans"/>
                        <a:cs typeface="DejaVu Sans"/>
                      </a:rPr>
                      <m:t>𝐁𝐀</m:t>
                    </m:r>
                  </m:oMath>
                </a14:m>
                <a:r>
                  <a:rPr sz="2025" b="1">
                    <a:solidFill>
                      <a:srgbClr val="182D45"/>
                    </a:solidFill>
                    <a:latin typeface="DejaVu Sans"/>
                    <a:ea typeface="DejaVu Sans"/>
                    <a:cs typeface="DejaVu Sans"/>
                  </a:rPr>
                  <a:t> for the matrices above and compare it with </a:t>
                </a:r>
                <a14:m>
                  <m:oMath xmlns:m="http://schemas.openxmlformats.org/officeDocument/2006/math">
                    <m:r>
                      <a:rPr sz="2025" b="0" i="0">
                        <a:solidFill>
                          <a:srgbClr val="182D45"/>
                        </a:solidFill>
                        <a:latin typeface="Cambria Math"/>
                        <a:ea typeface="DejaVu Sans"/>
                        <a:cs typeface="DejaVu Sans"/>
                      </a:rPr>
                      <m:t>𝐀𝐁</m:t>
                    </m:r>
                  </m:oMath>
                </a14:m>
                <a:r>
                  <a:rPr sz="2025" b="1">
                    <a:solidFill>
                      <a:srgbClr val="182D45"/>
                    </a:solidFill>
                    <a:latin typeface="DejaVu Sans"/>
                    <a:ea typeface="DejaVu Sans"/>
                    <a:cs typeface="DejaVu Sans"/>
                  </a:rPr>
                  <a:t>.</a:t>
                </a:r>
              </a:p>
            </p:txBody>
          </p:sp>
        </mc:Choice>
        <mc:Fallback xmlns="">
          <p:sp>
            <p:nvSpPr>
              <p:cNvPr id="53" name="matrix_product_exercise">
                <a:extLst>
                  <a:ext uri="{FF2B5EF4-FFF2-40B4-BE49-F238E27FC236}">
                    <a16:creationId xmlns:a16="http://schemas.microsoft.com/office/drawing/2014/main" id="{2A29F114-DA15-425A-BA01-B0D5F7D6F19D}"/>
                  </a:ext>
                </a:extLst>
              </p:cNvPr>
              <p:cNvSpPr>
                <a:spLocks noGrp="1"/>
              </p:cNvSpPr>
              <p:nvPr/>
            </p:nvSpPr>
            <p:spPr>
              <a:xfrm>
                <a:off x="609600" y="5657850"/>
                <a:ext cx="10858500" cy="409575"/>
              </a:xfrm>
              <a:prstGeom prst="rect">
                <a:avLst/>
              </a:prstGeom>
              <a:noFill/>
              <a:ln w="0">
                <a:noFill/>
              </a:ln>
            </p:spPr>
            <p:txBody>
              <a:bodyPr wrap="square" lIns="0" tIns="0" rIns="0" bIns="0" anchor="t">
                <a:noAutofit/>
              </a:bodyPr>
              <a:lstStyle/>
              <a:p>
                <a:pPr algn="l">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Exercise: compute </a:t>
                </a:r>
                <a:r>
                  <a:rPr sz="2025" b="0" i="0">
                    <a:solidFill>
                      <a:srgbClr val="182D45"/>
                    </a:solidFill>
                    <a:latin typeface="Cambria Math"/>
                    <a:ea typeface="DejaVu Sans"/>
                    <a:cs typeface="DejaVu Sans"/>
                  </a:rPr>
                  <a:t>𝐁</a:t>
                </a:r>
                <a:r>
                  <a:rPr sz="2025" b="0" i="0">
                    <a:solidFill>
                      <a:srgbClr val="182D45"/>
                    </a:solidFill>
                    <a:latin typeface="Cambria Math"/>
                    <a:ea typeface="DejaVu Sans"/>
                    <a:cs typeface="DejaVu Sans"/>
                  </a:rPr>
                  <a:t>𝐀</a:t>
                </a:r>
                <a:r>
                  <a:rPr sz="2025" b="1">
                    <a:solidFill>
                      <a:srgbClr val="182D45"/>
                    </a:solidFill>
                    <a:latin typeface="DejaVu Sans"/>
                    <a:ea typeface="DejaVu Sans"/>
                    <a:cs typeface="DejaVu Sans"/>
                  </a:rPr>
                  <a:t> for the matrices above and compare it with </a:t>
                </a:r>
                <a:r>
                  <a:rPr sz="2025" b="0" i="0">
                    <a:solidFill>
                      <a:srgbClr val="182D45"/>
                    </a:solidFill>
                    <a:latin typeface="Cambria Math"/>
                    <a:ea typeface="DejaVu Sans"/>
                    <a:cs typeface="DejaVu Sans"/>
                  </a:rPr>
                  <a:t>𝐀</a:t>
                </a:r>
                <a:r>
                  <a:rPr sz="2025" b="0" i="0">
                    <a:solidFill>
                      <a:srgbClr val="182D45"/>
                    </a:solidFill>
                    <a:latin typeface="Cambria Math"/>
                    <a:ea typeface="DejaVu Sans"/>
                    <a:cs typeface="DejaVu Sans"/>
                  </a:rPr>
                  <a:t>𝐁</a:t>
                </a:r>
                <a:r>
                  <a:rPr sz="2025" b="1">
                    <a:solidFill>
                      <a:srgbClr val="182D45"/>
                    </a:solidFill>
                    <a:latin typeface="DejaVu Sans"/>
                    <a:ea typeface="DejaVu Sans"/>
                    <a:cs typeface="DejaVu Sans"/>
                  </a:rPr>
                  <a:t>.</a:t>
                </a:r>
              </a:p>
            </p:txBody>
          </p:sp>
        </mc:Fallback>
      </mc:AlternateContent>
    </p:spTree>
    <p:extLst>
      <p:ext uri="{BB962C8B-B14F-4D97-AF65-F5344CB8AC3E}">
        <p14:creationId xmlns:p14="http://schemas.microsoft.com/office/powerpoint/2010/main" val="905897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narrative_s1_text1">
            <a:extLst>
              <a:ext uri="{FF2B5EF4-FFF2-40B4-BE49-F238E27FC236}">
                <a16:creationId xmlns:a16="http://schemas.microsoft.com/office/drawing/2014/main" id="{19A8337D-02E9-4A18-9882-42FAD98F2D5F}"/>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Properties of matrix multiplication</a:t>
            </a:r>
          </a:p>
        </p:txBody>
      </p:sp>
      <p:sp>
        <p:nvSpPr>
          <p:cNvPr id="2" name="page_number">
            <a:extLst>
              <a:ext uri="{FF2B5EF4-FFF2-40B4-BE49-F238E27FC236}">
                <a16:creationId xmlns:a16="http://schemas.microsoft.com/office/drawing/2014/main" id="{23789C6F-B5F1-423E-B325-2B1D3C16EC4D}"/>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15</a:t>
            </a:r>
          </a:p>
        </p:txBody>
      </p:sp>
      <p:sp>
        <p:nvSpPr>
          <p:cNvPr id="3" name="narrative_s1_text2">
            <a:extLst>
              <a:ext uri="{FF2B5EF4-FFF2-40B4-BE49-F238E27FC236}">
                <a16:creationId xmlns:a16="http://schemas.microsoft.com/office/drawing/2014/main" id="{3F2738BE-3050-4C52-93F5-A11873431151}"/>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For compatible dimensions, changing the brackets does not change the product. </a:t>
            </a:r>
            <a:endParaRPr lang="it-IT" sz="21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endParaRPr lang="it-IT" sz="210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Matrix multiplication is </a:t>
            </a:r>
            <a:r>
              <a:rPr sz="2100" b="0" dirty="0">
                <a:solidFill>
                  <a:srgbClr val="FF0000"/>
                </a:solidFill>
                <a:latin typeface="DejaVu Sans"/>
                <a:ea typeface="DejaVu Sans"/>
                <a:cs typeface="DejaVu Sans"/>
              </a:rPr>
              <a:t>associative</a:t>
            </a:r>
            <a:r>
              <a:rPr sz="2100" b="0" dirty="0">
                <a:solidFill>
                  <a:srgbClr val="182D45"/>
                </a:solidFill>
                <a:latin typeface="DejaVu Sans"/>
                <a:ea typeface="DejaVu Sans"/>
                <a:cs typeface="DejaVu Sans"/>
              </a:rPr>
              <a:t>.</a:t>
            </a:r>
          </a:p>
        </p:txBody>
      </p:sp>
      <p:pic>
        <p:nvPicPr>
          <p:cNvPr id="4" name="eq_narrative_s1_3" descr="(\mathbf A\mathbf B)\mathbf C=\mathbf A(\mathbf B\mathbf C)">
            <a:extLst>
              <a:ext uri="{FF2B5EF4-FFF2-40B4-BE49-F238E27FC236}">
                <a16:creationId xmlns:a16="http://schemas.microsoft.com/office/drawing/2014/main" id="{4D9C750B-222D-44B3-9C7D-84D9953895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50823" y="2499425"/>
            <a:ext cx="3271304" cy="434975"/>
          </a:xfrm>
          <a:prstGeom prst="rect">
            <a:avLst/>
          </a:prstGeom>
          <a:noFill/>
          <a:ln>
            <a:noFill/>
          </a:ln>
        </p:spPr>
      </p:pic>
      <p:sp>
        <p:nvSpPr>
          <p:cNvPr id="5" name="narrative_s1_text4">
            <a:extLst>
              <a:ext uri="{FF2B5EF4-FFF2-40B4-BE49-F238E27FC236}">
                <a16:creationId xmlns:a16="http://schemas.microsoft.com/office/drawing/2014/main" id="{755D7EE5-4F30-4439-92DD-27CE8178E3FD}"/>
              </a:ext>
            </a:extLst>
          </p:cNvPr>
          <p:cNvSpPr>
            <a:spLocks noGrp="1"/>
          </p:cNvSpPr>
          <p:nvPr/>
        </p:nvSpPr>
        <p:spPr>
          <a:xfrm>
            <a:off x="609600" y="3286125"/>
            <a:ext cx="10858500" cy="428625"/>
          </a:xfrm>
          <a:prstGeom prst="rect">
            <a:avLst/>
          </a:prstGeom>
          <a:noFill/>
          <a:ln w="0">
            <a:noFill/>
          </a:ln>
        </p:spPr>
        <p:txBody>
          <a:bodyPr wrap="square" lIns="0" tIns="0" rIns="0" bIns="0" anchor="t">
            <a:noAutofit/>
          </a:bodyPr>
          <a:lstStyle/>
          <a:p>
            <a:pPr algn="ctr">
              <a:defRPr sz="2025" b="0">
                <a:solidFill>
                  <a:srgbClr val="087F83"/>
                </a:solidFill>
                <a:latin typeface="DejaVu Sans"/>
                <a:ea typeface="DejaVu Sans"/>
                <a:cs typeface="DejaVu Sans"/>
              </a:defRPr>
            </a:pPr>
            <a:r>
              <a:rPr sz="2025" b="0" dirty="0">
                <a:solidFill>
                  <a:srgbClr val="087F83"/>
                </a:solidFill>
                <a:latin typeface="DejaVu Sans"/>
                <a:ea typeface="DejaVu Sans"/>
                <a:cs typeface="DejaVu Sans"/>
              </a:rPr>
              <a:t>If you have never checked this, prove it as an exercise!</a:t>
            </a:r>
          </a:p>
        </p:txBody>
      </p:sp>
      <p:sp>
        <p:nvSpPr>
          <p:cNvPr id="6" name="narrative_s1_text5">
            <a:extLst>
              <a:ext uri="{FF2B5EF4-FFF2-40B4-BE49-F238E27FC236}">
                <a16:creationId xmlns:a16="http://schemas.microsoft.com/office/drawing/2014/main" id="{E9566F9E-F90C-4977-9A39-2FE09EE259C6}"/>
              </a:ext>
            </a:extLst>
          </p:cNvPr>
          <p:cNvSpPr>
            <a:spLocks noGrp="1"/>
          </p:cNvSpPr>
          <p:nvPr/>
        </p:nvSpPr>
        <p:spPr>
          <a:xfrm>
            <a:off x="609600" y="4286250"/>
            <a:ext cx="10858500" cy="47625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Transposing a product reverses the order of its factors.</a:t>
            </a:r>
          </a:p>
        </p:txBody>
      </p:sp>
      <p:pic>
        <p:nvPicPr>
          <p:cNvPr id="7" name="eq_narrative_s1_6" descr="(\mathbf A\mathbf B)^{\top}=\mathbf B^{\top}\mathbf A^{\top}">
            <a:extLst>
              <a:ext uri="{FF2B5EF4-FFF2-40B4-BE49-F238E27FC236}">
                <a16:creationId xmlns:a16="http://schemas.microsoft.com/office/drawing/2014/main" id="{8A56C5A7-5A13-4B0D-85A6-5EF2209BC6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88097" y="5114225"/>
            <a:ext cx="3101505" cy="495999"/>
          </a:xfrm>
          <a:prstGeom prst="rect">
            <a:avLst/>
          </a:prstGeom>
          <a:noFill/>
          <a:ln>
            <a:noFill/>
          </a:ln>
        </p:spPr>
      </p:pic>
    </p:spTree>
    <p:extLst>
      <p:ext uri="{BB962C8B-B14F-4D97-AF65-F5344CB8AC3E}">
        <p14:creationId xmlns:p14="http://schemas.microsoft.com/office/powerpoint/2010/main" val="2045831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narrative_s2_text1">
            <a:extLst>
              <a:ext uri="{FF2B5EF4-FFF2-40B4-BE49-F238E27FC236}">
                <a16:creationId xmlns:a16="http://schemas.microsoft.com/office/drawing/2014/main" id="{DE1C446C-52FF-465A-8629-8AB1462F7302}"/>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The Euclidean norm</a:t>
            </a:r>
          </a:p>
        </p:txBody>
      </p:sp>
      <p:sp>
        <p:nvSpPr>
          <p:cNvPr id="2" name="page_number">
            <a:extLst>
              <a:ext uri="{FF2B5EF4-FFF2-40B4-BE49-F238E27FC236}">
                <a16:creationId xmlns:a16="http://schemas.microsoft.com/office/drawing/2014/main" id="{7E81FF16-6F3F-4F9A-BAA1-E5253032FF45}"/>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16</a:t>
            </a:r>
          </a:p>
        </p:txBody>
      </p:sp>
      <p:sp>
        <p:nvSpPr>
          <p:cNvPr id="3" name="narrative_s2_text2">
            <a:extLst>
              <a:ext uri="{FF2B5EF4-FFF2-40B4-BE49-F238E27FC236}">
                <a16:creationId xmlns:a16="http://schemas.microsoft.com/office/drawing/2014/main" id="{C08D36D4-F6E9-4214-94AA-5A1ECFE23252}"/>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a:t>
            </a:r>
            <a:r>
              <a:rPr sz="2100" b="0" dirty="0">
                <a:solidFill>
                  <a:srgbClr val="FF0000"/>
                </a:solidFill>
                <a:latin typeface="DejaVu Sans"/>
                <a:ea typeface="DejaVu Sans"/>
                <a:cs typeface="DejaVu Sans"/>
              </a:rPr>
              <a:t>Euclidean norm </a:t>
            </a:r>
            <a:r>
              <a:rPr sz="2100" b="0" dirty="0">
                <a:solidFill>
                  <a:srgbClr val="182D45"/>
                </a:solidFill>
                <a:latin typeface="DejaVu Sans"/>
                <a:ea typeface="DejaVu Sans"/>
                <a:cs typeface="DejaVu Sans"/>
              </a:rPr>
              <a:t>is the square root of the sum of the squared entries.</a:t>
            </a:r>
            <a:endParaRPr lang="it-IT" sz="21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Its square can also be written as a matrix product.</a:t>
            </a:r>
          </a:p>
        </p:txBody>
      </p:sp>
      <mc:AlternateContent xmlns:mc="http://schemas.openxmlformats.org/markup-compatibility/2006" xmlns:a14="http://schemas.microsoft.com/office/drawing/2010/main">
        <mc:Choice Requires="a14">
          <p:sp>
            <p:nvSpPr>
              <p:cNvPr id="4" name="inline_2_1">
                <a:extLst>
                  <a:ext uri="{FF2B5EF4-FFF2-40B4-BE49-F238E27FC236}">
                    <a16:creationId xmlns:a16="http://schemas.microsoft.com/office/drawing/2014/main" id="{6011DFD5-84AA-44E4-8E8A-9AB8CA70CAAD}"/>
                  </a:ext>
                </a:extLst>
              </p:cNvPr>
              <p:cNvSpPr>
                <a:spLocks noGrp="1"/>
              </p:cNvSpPr>
              <p:nvPr/>
            </p:nvSpPr>
            <p:spPr>
              <a:xfrm>
                <a:off x="609600" y="2286000"/>
                <a:ext cx="10858500" cy="43815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For a column vector </a:t>
                </a:r>
                <a14:m>
                  <m:oMath xmlns:m="http://schemas.openxmlformats.org/officeDocument/2006/math">
                    <m:r>
                      <a:rPr sz="2100" b="0" i="0">
                        <a:solidFill>
                          <a:srgbClr val="182D45"/>
                        </a:solidFill>
                        <a:latin typeface="Cambria Math"/>
                        <a:ea typeface="DejaVu Sans"/>
                        <a:cs typeface="DejaVu Sans"/>
                      </a:rPr>
                      <m:t>𝐜</m:t>
                    </m:r>
                    <m:r>
                      <a:rPr sz="2100" b="0" i="0">
                        <a:solidFill>
                          <a:srgbClr val="182D45"/>
                        </a:solidFill>
                        <a:latin typeface="Cambria Math"/>
                        <a:ea typeface="DejaVu Sans"/>
                        <a:cs typeface="DejaVu Sans"/>
                      </a:rPr>
                      <m:t>∈</m:t>
                    </m:r>
                    <m:sSup>
                      <m:sSupPr>
                        <m:ctrlPr>
                          <a:rPr sz="2100" b="0" i="0">
                            <a:solidFill>
                              <a:srgbClr val="182D45"/>
                            </a:solidFill>
                            <a:latin typeface="Cambria Math"/>
                            <a:ea typeface="DejaVu Sans"/>
                            <a:cs typeface="DejaVu Sans"/>
                          </a:rPr>
                        </m:ctrlPr>
                      </m:sSupPr>
                      <m:e>
                        <m:r>
                          <a:rPr sz="2100" b="0" i="0">
                            <a:solidFill>
                              <a:srgbClr val="182D45"/>
                            </a:solidFill>
                            <a:latin typeface="Cambria Math"/>
                            <a:ea typeface="DejaVu Sans"/>
                            <a:cs typeface="DejaVu Sans"/>
                          </a:rPr>
                          <m:t>ℝ</m:t>
                        </m:r>
                      </m:e>
                      <m:sup>
                        <m:r>
                          <a:rPr sz="2100" b="0" i="0">
                            <a:solidFill>
                              <a:srgbClr val="182D45"/>
                            </a:solidFill>
                            <a:latin typeface="Cambria Math"/>
                            <a:ea typeface="DejaVu Sans"/>
                            <a:cs typeface="DejaVu Sans"/>
                          </a:rPr>
                          <m:t>𝑑</m:t>
                        </m:r>
                        <m:r>
                          <a:rPr sz="2100" b="0" i="0">
                            <a:solidFill>
                              <a:srgbClr val="182D45"/>
                            </a:solidFill>
                            <a:latin typeface="Cambria Math"/>
                            <a:ea typeface="DejaVu Sans"/>
                            <a:cs typeface="DejaVu Sans"/>
                          </a:rPr>
                          <m:t>×1</m:t>
                        </m:r>
                      </m:sup>
                    </m:sSup>
                  </m:oMath>
                </a14:m>
                <a:r>
                  <a:rPr sz="2100" b="0" dirty="0">
                    <a:solidFill>
                      <a:srgbClr val="182D45"/>
                    </a:solidFill>
                    <a:latin typeface="DejaVu Sans"/>
                    <a:ea typeface="DejaVu Sans"/>
                    <a:cs typeface="DejaVu Sans"/>
                  </a:rPr>
                  <a:t>:</a:t>
                </a:r>
              </a:p>
            </p:txBody>
          </p:sp>
        </mc:Choice>
        <mc:Fallback xmlns="">
          <p:sp>
            <p:nvSpPr>
              <p:cNvPr id="4" name="inline_2_1">
                <a:extLst xmlns:a="http://schemas.openxmlformats.org/drawingml/2006/main">
                  <a:ext uri="{FF2B5EF4-FFF2-40B4-BE49-F238E27FC236}">
                    <a16:creationId xmlns:a16="http://schemas.microsoft.com/office/drawing/2014/main" id="{6011DFD5-84AA-44E4-8E8A-9AB8CA70CAAD}"/>
                  </a:ext>
                </a:extLst>
              </p:cNvPr>
              <p:cNvSpPr>
                <a:spLocks xmlns:a="http://schemas.openxmlformats.org/drawingml/2006/main" noGrp="1"/>
              </p:cNvSpPr>
              <p:nvPr/>
            </p:nvSpPr>
            <p:spPr>
              <a:xfrm xmlns:a="http://schemas.openxmlformats.org/drawingml/2006/main">
                <a:off x="609600" y="228600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For a column vector </a:t>
                </a:r>
                <a:r>
                  <a:rPr sz="2100" b="0" i="0">
                    <a:solidFill>
                      <a:srgbClr val="182D45"/>
                    </a:solidFill>
                    <a:latin typeface="Cambria Math"/>
                    <a:ea typeface="DejaVu Sans"/>
                    <a:cs typeface="DejaVu Sans"/>
                  </a:rPr>
                  <a:t>𝐜</a:t>
                </a:r>
                <a:r>
                  <a:rPr sz="2100" b="0" i="0">
                    <a:solidFill>
                      <a:srgbClr val="182D45"/>
                    </a:solidFill>
                    <a:latin typeface="Cambria Math"/>
                    <a:ea typeface="DejaVu Sans"/>
                    <a:cs typeface="DejaVu Sans"/>
                  </a:rPr>
                  <a:t>∈</a:t>
                </a:r>
                <a:r>
                  <a:rPr sz="2100" b="0" i="0">
                    <a:solidFill>
                      <a:srgbClr val="182D45"/>
                    </a:solidFill>
                    <a:latin typeface="Cambria Math"/>
                    <a:ea typeface="DejaVu Sans"/>
                    <a:cs typeface="DejaVu Sans"/>
                  </a:rPr>
                  <a:t>ℝ</a:t>
                </a:r>
                <a:r>
                  <a:rPr sz="2100" b="0" i="0" baseline="30000">
                    <a:solidFill>
                      <a:srgbClr val="182D45"/>
                    </a:solidFill>
                    <a:latin typeface="Cambria Math"/>
                    <a:ea typeface="DejaVu Sans"/>
                    <a:cs typeface="DejaVu Sans"/>
                  </a:rPr>
                  <a:t>𝑑</a:t>
                </a:r>
                <a:r>
                  <a:rPr sz="2100" b="0" i="0" baseline="30000">
                    <a:solidFill>
                      <a:srgbClr val="182D45"/>
                    </a:solidFill>
                    <a:latin typeface="Cambria Math"/>
                    <a:ea typeface="DejaVu Sans"/>
                    <a:cs typeface="DejaVu Sans"/>
                  </a:rPr>
                  <a:t> × </a:t>
                </a:r>
                <a:r>
                  <a:rPr sz="2100" b="0" i="0" baseline="30000">
                    <a:solidFill>
                      <a:srgbClr val="182D45"/>
                    </a:solidFill>
                    <a:latin typeface="Cambria Math"/>
                    <a:ea typeface="DejaVu Sans"/>
                    <a:cs typeface="DejaVu Sans"/>
                  </a:rPr>
                  <a:t>1</a:t>
                </a:r>
                <a:r>
                  <a:rPr sz="2100" b="0">
                    <a:solidFill>
                      <a:srgbClr val="182D45"/>
                    </a:solidFill>
                    <a:latin typeface="DejaVu Sans"/>
                    <a:ea typeface="DejaVu Sans"/>
                    <a:cs typeface="DejaVu Sans"/>
                  </a:rPr>
                  <a:t>:</a:t>
                </a:r>
              </a:p>
            </p:txBody>
          </p:sp>
        </mc:Fallback>
      </mc:AlternateContent>
      <p:pic>
        <p:nvPicPr>
          <p:cNvPr id="5" name="eq_narrative_s2_3" descr="\|\mathbf c\|_2^2=\sum_{j=1}^{d}c_j^2=\mathbf c^{\top}\mathbf c">
            <a:extLst>
              <a:ext uri="{FF2B5EF4-FFF2-40B4-BE49-F238E27FC236}">
                <a16:creationId xmlns:a16="http://schemas.microsoft.com/office/drawing/2014/main" id="{4C96853D-B4D0-4D1F-B78C-8244B3C372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88891" y="2767078"/>
            <a:ext cx="3214218" cy="1199566"/>
          </a:xfrm>
          <a:prstGeom prst="rect">
            <a:avLst/>
          </a:prstGeom>
          <a:noFill/>
          <a:ln>
            <a:noFill/>
          </a:ln>
        </p:spPr>
      </p:pic>
      <mc:AlternateContent xmlns:mc="http://schemas.openxmlformats.org/markup-compatibility/2006" xmlns:a14="http://schemas.microsoft.com/office/drawing/2010/main">
        <mc:Choice Requires="a14">
          <p:sp>
            <p:nvSpPr>
              <p:cNvPr id="6" name="inline_2_2">
                <a:extLst>
                  <a:ext uri="{FF2B5EF4-FFF2-40B4-BE49-F238E27FC236}">
                    <a16:creationId xmlns:a16="http://schemas.microsoft.com/office/drawing/2014/main" id="{8C3D0C71-A06C-458A-8446-0178725397B0}"/>
                  </a:ext>
                </a:extLst>
              </p:cNvPr>
              <p:cNvSpPr>
                <a:spLocks noGrp="1"/>
              </p:cNvSpPr>
              <p:nvPr/>
            </p:nvSpPr>
            <p:spPr>
              <a:xfrm>
                <a:off x="609600" y="4295775"/>
                <a:ext cx="10858500" cy="43815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For a row vector </a:t>
                </a:r>
                <a14:m>
                  <m:oMath xmlns:m="http://schemas.openxmlformats.org/officeDocument/2006/math">
                    <m:r>
                      <a:rPr sz="2100" b="0" i="0">
                        <a:solidFill>
                          <a:srgbClr val="182D45"/>
                        </a:solidFill>
                        <a:latin typeface="Cambria Math"/>
                        <a:ea typeface="DejaVu Sans"/>
                        <a:cs typeface="DejaVu Sans"/>
                      </a:rPr>
                      <m:t>𝐫</m:t>
                    </m:r>
                    <m:r>
                      <a:rPr sz="2100" b="0" i="0">
                        <a:solidFill>
                          <a:srgbClr val="182D45"/>
                        </a:solidFill>
                        <a:latin typeface="Cambria Math"/>
                        <a:ea typeface="DejaVu Sans"/>
                        <a:cs typeface="DejaVu Sans"/>
                      </a:rPr>
                      <m:t>∈</m:t>
                    </m:r>
                    <m:sSup>
                      <m:sSupPr>
                        <m:ctrlPr>
                          <a:rPr sz="2100" b="0" i="0">
                            <a:solidFill>
                              <a:srgbClr val="182D45"/>
                            </a:solidFill>
                            <a:latin typeface="Cambria Math"/>
                            <a:ea typeface="DejaVu Sans"/>
                            <a:cs typeface="DejaVu Sans"/>
                          </a:rPr>
                        </m:ctrlPr>
                      </m:sSupPr>
                      <m:e>
                        <m:r>
                          <a:rPr sz="2100" b="0" i="0">
                            <a:solidFill>
                              <a:srgbClr val="182D45"/>
                            </a:solidFill>
                            <a:latin typeface="Cambria Math"/>
                            <a:ea typeface="DejaVu Sans"/>
                            <a:cs typeface="DejaVu Sans"/>
                          </a:rPr>
                          <m:t>ℝ</m:t>
                        </m:r>
                      </m:e>
                      <m:sup>
                        <m:r>
                          <a:rPr sz="2100" b="0" i="0">
                            <a:solidFill>
                              <a:srgbClr val="182D45"/>
                            </a:solidFill>
                            <a:latin typeface="Cambria Math"/>
                            <a:ea typeface="DejaVu Sans"/>
                            <a:cs typeface="DejaVu Sans"/>
                          </a:rPr>
                          <m:t>1×</m:t>
                        </m:r>
                        <m:r>
                          <a:rPr sz="2100" b="0" i="0">
                            <a:solidFill>
                              <a:srgbClr val="182D45"/>
                            </a:solidFill>
                            <a:latin typeface="Cambria Math"/>
                            <a:ea typeface="DejaVu Sans"/>
                            <a:cs typeface="DejaVu Sans"/>
                          </a:rPr>
                          <m:t>𝑑</m:t>
                        </m:r>
                      </m:sup>
                    </m:sSup>
                  </m:oMath>
                </a14:m>
                <a:r>
                  <a:rPr sz="2100" b="0" dirty="0">
                    <a:solidFill>
                      <a:srgbClr val="182D45"/>
                    </a:solidFill>
                    <a:latin typeface="DejaVu Sans"/>
                    <a:ea typeface="DejaVu Sans"/>
                    <a:cs typeface="DejaVu Sans"/>
                  </a:rPr>
                  <a:t>:</a:t>
                </a:r>
              </a:p>
            </p:txBody>
          </p:sp>
        </mc:Choice>
        <mc:Fallback xmlns="">
          <p:sp>
            <p:nvSpPr>
              <p:cNvPr id="6" name="inline_2_2">
                <a:extLst xmlns:a="http://schemas.openxmlformats.org/drawingml/2006/main">
                  <a:ext uri="{FF2B5EF4-FFF2-40B4-BE49-F238E27FC236}">
                    <a16:creationId xmlns:a16="http://schemas.microsoft.com/office/drawing/2014/main" id="{8C3D0C71-A06C-458A-8446-0178725397B0}"/>
                  </a:ext>
                </a:extLst>
              </p:cNvPr>
              <p:cNvSpPr>
                <a:spLocks xmlns:a="http://schemas.openxmlformats.org/drawingml/2006/main" noGrp="1"/>
              </p:cNvSpPr>
              <p:nvPr/>
            </p:nvSpPr>
            <p:spPr>
              <a:xfrm xmlns:a="http://schemas.openxmlformats.org/drawingml/2006/main">
                <a:off x="609600" y="429577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For a row vector </a:t>
                </a:r>
                <a:r>
                  <a:rPr sz="2100" b="0" i="0">
                    <a:solidFill>
                      <a:srgbClr val="182D45"/>
                    </a:solidFill>
                    <a:latin typeface="Cambria Math"/>
                    <a:ea typeface="DejaVu Sans"/>
                    <a:cs typeface="DejaVu Sans"/>
                  </a:rPr>
                  <a:t>𝐫</a:t>
                </a:r>
                <a:r>
                  <a:rPr sz="2100" b="0" i="0">
                    <a:solidFill>
                      <a:srgbClr val="182D45"/>
                    </a:solidFill>
                    <a:latin typeface="Cambria Math"/>
                    <a:ea typeface="DejaVu Sans"/>
                    <a:cs typeface="DejaVu Sans"/>
                  </a:rPr>
                  <a:t>∈</a:t>
                </a:r>
                <a:r>
                  <a:rPr sz="2100" b="0" i="0">
                    <a:solidFill>
                      <a:srgbClr val="182D45"/>
                    </a:solidFill>
                    <a:latin typeface="Cambria Math"/>
                    <a:ea typeface="DejaVu Sans"/>
                    <a:cs typeface="DejaVu Sans"/>
                  </a:rPr>
                  <a:t>ℝ</a:t>
                </a:r>
                <a:r>
                  <a:rPr sz="2100" b="0" i="0" baseline="30000">
                    <a:solidFill>
                      <a:srgbClr val="182D45"/>
                    </a:solidFill>
                    <a:latin typeface="Cambria Math"/>
                    <a:ea typeface="DejaVu Sans"/>
                    <a:cs typeface="DejaVu Sans"/>
                  </a:rPr>
                  <a:t>1</a:t>
                </a:r>
                <a:r>
                  <a:rPr sz="2100" b="0" i="0" baseline="30000">
                    <a:solidFill>
                      <a:srgbClr val="182D45"/>
                    </a:solidFill>
                    <a:latin typeface="Cambria Math"/>
                    <a:ea typeface="DejaVu Sans"/>
                    <a:cs typeface="DejaVu Sans"/>
                  </a:rPr>
                  <a:t> × </a:t>
                </a:r>
                <a:r>
                  <a:rPr sz="2100" b="0" i="0" baseline="30000">
                    <a:solidFill>
                      <a:srgbClr val="182D45"/>
                    </a:solidFill>
                    <a:latin typeface="Cambria Math"/>
                    <a:ea typeface="DejaVu Sans"/>
                    <a:cs typeface="DejaVu Sans"/>
                  </a:rPr>
                  <a:t>𝑑</a:t>
                </a:r>
                <a:r>
                  <a:rPr sz="2100" b="0">
                    <a:solidFill>
                      <a:srgbClr val="182D45"/>
                    </a:solidFill>
                    <a:latin typeface="DejaVu Sans"/>
                    <a:ea typeface="DejaVu Sans"/>
                    <a:cs typeface="DejaVu Sans"/>
                  </a:rPr>
                  <a:t>:</a:t>
                </a:r>
              </a:p>
            </p:txBody>
          </p:sp>
        </mc:Fallback>
      </mc:AlternateContent>
      <p:pic>
        <p:nvPicPr>
          <p:cNvPr id="7" name="eq_narrative_s2_4" descr="\|\mathbf r\|_2^2=\sum_{i=1}^{d}r_i^2=\mathbf r\mathbf r^{\top}">
            <a:extLst>
              <a:ext uri="{FF2B5EF4-FFF2-40B4-BE49-F238E27FC236}">
                <a16:creationId xmlns:a16="http://schemas.microsoft.com/office/drawing/2014/main" id="{A0B8B170-5D6C-4F4B-9258-5C8E4A94501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12894" y="4616450"/>
            <a:ext cx="3190215" cy="1150302"/>
          </a:xfrm>
          <a:prstGeom prst="rect">
            <a:avLst/>
          </a:prstGeom>
          <a:noFill/>
          <a:ln>
            <a:noFill/>
          </a:ln>
        </p:spPr>
      </p:pic>
      <mc:AlternateContent xmlns:mc="http://schemas.openxmlformats.org/markup-compatibility/2006" xmlns:a14="http://schemas.microsoft.com/office/drawing/2010/main">
        <mc:Choice Requires="a14">
          <p:sp>
            <p:nvSpPr>
              <p:cNvPr id="8" name="inline_2_3">
                <a:extLst>
                  <a:ext uri="{FF2B5EF4-FFF2-40B4-BE49-F238E27FC236}">
                    <a16:creationId xmlns:a16="http://schemas.microsoft.com/office/drawing/2014/main" id="{59B74111-F604-45C3-A561-FEE936918455}"/>
                  </a:ext>
                </a:extLst>
              </p:cNvPr>
              <p:cNvSpPr>
                <a:spLocks noGrp="1"/>
              </p:cNvSpPr>
              <p:nvPr/>
            </p:nvSpPr>
            <p:spPr>
              <a:xfrm>
                <a:off x="609600" y="6115050"/>
                <a:ext cx="10858500" cy="36195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Both products have shape </a:t>
                </a:r>
                <a14:m>
                  <m:oMath xmlns:m="http://schemas.openxmlformats.org/officeDocument/2006/math">
                    <m:r>
                      <a:rPr sz="1875" b="0" i="0">
                        <a:solidFill>
                          <a:srgbClr val="526276"/>
                        </a:solidFill>
                        <a:latin typeface="Cambria Math"/>
                        <a:ea typeface="DejaVu Sans"/>
                        <a:cs typeface="DejaVu Sans"/>
                      </a:rPr>
                      <m:t>1×1</m:t>
                    </m:r>
                  </m:oMath>
                </a14:m>
                <a:r>
                  <a:rPr sz="1875" b="0" dirty="0">
                    <a:solidFill>
                      <a:srgbClr val="526276"/>
                    </a:solidFill>
                    <a:latin typeface="DejaVu Sans"/>
                    <a:ea typeface="DejaVu Sans"/>
                    <a:cs typeface="DejaVu Sans"/>
                  </a:rPr>
                  <a:t>, which we identify with a scalar.</a:t>
                </a:r>
              </a:p>
            </p:txBody>
          </p:sp>
        </mc:Choice>
        <mc:Fallback xmlns="">
          <p:sp>
            <p:nvSpPr>
              <p:cNvPr id="8" name="inline_2_3">
                <a:extLst xmlns:a="http://schemas.openxmlformats.org/drawingml/2006/main">
                  <a:ext uri="{FF2B5EF4-FFF2-40B4-BE49-F238E27FC236}">
                    <a16:creationId xmlns:a16="http://schemas.microsoft.com/office/drawing/2014/main" id="{59B74111-F604-45C3-A561-FEE936918455}"/>
                  </a:ext>
                </a:extLst>
              </p:cNvPr>
              <p:cNvSpPr>
                <a:spLocks xmlns:a="http://schemas.openxmlformats.org/drawingml/2006/main" noGrp="1"/>
              </p:cNvSpPr>
              <p:nvPr/>
            </p:nvSpPr>
            <p:spPr>
              <a:xfrm xmlns:a="http://schemas.openxmlformats.org/drawingml/2006/main">
                <a:off x="609600" y="61150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276"/>
                    </a:solidFill>
                    <a:latin typeface="DejaVu Sans"/>
                    <a:ea typeface="DejaVu Sans"/>
                    <a:cs typeface="DejaVu Sans"/>
                  </a:defRPr>
                </a:pPr>
                <a:r>
                  <a:rPr sz="1875" b="0">
                    <a:solidFill>
                      <a:srgbClr val="526276"/>
                    </a:solidFill>
                    <a:latin typeface="DejaVu Sans"/>
                    <a:ea typeface="DejaVu Sans"/>
                    <a:cs typeface="DejaVu Sans"/>
                  </a:rPr>
                  <a:t>Both products have shape </a:t>
                </a:r>
                <a:r>
                  <a:rPr sz="1875" b="0" i="0">
                    <a:solidFill>
                      <a:srgbClr val="526276"/>
                    </a:solidFill>
                    <a:latin typeface="Cambria Math"/>
                    <a:ea typeface="DejaVu Sans"/>
                    <a:cs typeface="DejaVu Sans"/>
                  </a:rPr>
                  <a:t>1</a:t>
                </a:r>
                <a:r>
                  <a:rPr sz="1875" b="0" i="0">
                    <a:solidFill>
                      <a:srgbClr val="526276"/>
                    </a:solidFill>
                    <a:latin typeface="Cambria Math"/>
                    <a:ea typeface="DejaVu Sans"/>
                    <a:cs typeface="DejaVu Sans"/>
                  </a:rPr>
                  <a:t> × </a:t>
                </a:r>
                <a:r>
                  <a:rPr sz="1875" b="0" i="0">
                    <a:solidFill>
                      <a:srgbClr val="526276"/>
                    </a:solidFill>
                    <a:latin typeface="Cambria Math"/>
                    <a:ea typeface="DejaVu Sans"/>
                    <a:cs typeface="DejaVu Sans"/>
                  </a:rPr>
                  <a:t>1</a:t>
                </a:r>
                <a:r>
                  <a:rPr sz="1875" b="0">
                    <a:solidFill>
                      <a:srgbClr val="526276"/>
                    </a:solidFill>
                    <a:latin typeface="DejaVu Sans"/>
                    <a:ea typeface="DejaVu Sans"/>
                    <a:cs typeface="DejaVu Sans"/>
                  </a:rPr>
                  <a:t>, which we identify with a scalar.</a:t>
                </a:r>
              </a:p>
            </p:txBody>
          </p:sp>
        </mc:Fallback>
      </mc:AlternateContent>
    </p:spTree>
    <p:extLst>
      <p:ext uri="{BB962C8B-B14F-4D97-AF65-F5344CB8AC3E}">
        <p14:creationId xmlns:p14="http://schemas.microsoft.com/office/powerpoint/2010/main" val="1054433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animBg="1"/>
      <p:bldP spid="7" grpId="0" build="allAtOnce" animBg="1"/>
      <p:bldP spid="8" grpId="0" build="allAtOnce"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narrative_s3_text1">
            <a:extLst>
              <a:ext uri="{FF2B5EF4-FFF2-40B4-BE49-F238E27FC236}">
                <a16:creationId xmlns:a16="http://schemas.microsoft.com/office/drawing/2014/main" id="{11338615-E528-40C3-94C7-CB97924AB68C}"/>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The identity matrix</a:t>
            </a:r>
          </a:p>
        </p:txBody>
      </p:sp>
      <p:sp>
        <p:nvSpPr>
          <p:cNvPr id="2" name="page_number">
            <a:extLst>
              <a:ext uri="{FF2B5EF4-FFF2-40B4-BE49-F238E27FC236}">
                <a16:creationId xmlns:a16="http://schemas.microsoft.com/office/drawing/2014/main" id="{FC144C02-59EE-4817-A087-B44A7B24FF05}"/>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17</a:t>
            </a:r>
          </a:p>
        </p:txBody>
      </p:sp>
      <mc:AlternateContent xmlns:mc="http://schemas.openxmlformats.org/markup-compatibility/2006" xmlns:a14="http://schemas.microsoft.com/office/drawing/2010/main">
        <mc:Choice Requires="a14">
          <p:sp>
            <p:nvSpPr>
              <p:cNvPr id="3" name="inline_3_4">
                <a:extLst>
                  <a:ext uri="{FF2B5EF4-FFF2-40B4-BE49-F238E27FC236}">
                    <a16:creationId xmlns:a16="http://schemas.microsoft.com/office/drawing/2014/main" id="{4CC9256B-45B1-479E-BCCE-D318AA102572}"/>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a:t>
                </a:r>
                <a:r>
                  <a:rPr sz="2100" b="0" dirty="0">
                    <a:solidFill>
                      <a:srgbClr val="FF0000"/>
                    </a:solidFill>
                    <a:latin typeface="DejaVu Sans"/>
                    <a:ea typeface="DejaVu Sans"/>
                    <a:cs typeface="DejaVu Sans"/>
                  </a:rPr>
                  <a:t>identity</a:t>
                </a:r>
                <a:r>
                  <a:rPr sz="2100" b="0" dirty="0">
                    <a:solidFill>
                      <a:srgbClr val="182D45"/>
                    </a:solidFill>
                    <a:latin typeface="DejaVu Sans"/>
                    <a:ea typeface="DejaVu Sans"/>
                    <a:cs typeface="DejaVu Sans"/>
                  </a:rPr>
                  <a:t> matrix </a:t>
                </a:r>
                <a14:m>
                  <m:oMath xmlns:m="http://schemas.openxmlformats.org/officeDocument/2006/math">
                    <m:sSub>
                      <m:sSubPr>
                        <m:ctrlPr>
                          <a:rPr sz="2100" b="0" i="0">
                            <a:solidFill>
                              <a:srgbClr val="182D45"/>
                            </a:solidFill>
                            <a:latin typeface="Cambria Math"/>
                            <a:ea typeface="DejaVu Sans"/>
                            <a:cs typeface="DejaVu Sans"/>
                          </a:rPr>
                        </m:ctrlPr>
                      </m:sSubPr>
                      <m:e>
                        <m:r>
                          <a:rPr sz="2100" b="0" i="0">
                            <a:solidFill>
                              <a:srgbClr val="182D45"/>
                            </a:solidFill>
                            <a:latin typeface="Cambria Math"/>
                            <a:ea typeface="DejaVu Sans"/>
                            <a:cs typeface="DejaVu Sans"/>
                          </a:rPr>
                          <m:t>𝐈</m:t>
                        </m:r>
                      </m:e>
                      <m:sub>
                        <m:r>
                          <a:rPr sz="2100" b="0" i="0">
                            <a:solidFill>
                              <a:srgbClr val="182D45"/>
                            </a:solidFill>
                            <a:latin typeface="Cambria Math"/>
                            <a:ea typeface="DejaVu Sans"/>
                            <a:cs typeface="DejaVu Sans"/>
                          </a:rPr>
                          <m:t>𝑛</m:t>
                        </m:r>
                      </m:sub>
                    </m:sSub>
                  </m:oMath>
                </a14:m>
                <a:r>
                  <a:rPr sz="2100" b="0" dirty="0">
                    <a:solidFill>
                      <a:srgbClr val="182D45"/>
                    </a:solidFill>
                    <a:latin typeface="DejaVu Sans"/>
                    <a:ea typeface="DejaVu Sans"/>
                    <a:cs typeface="DejaVu Sans"/>
                  </a:rPr>
                  <a:t> is the </a:t>
                </a:r>
                <a14:m>
                  <m:oMath xmlns:m="http://schemas.openxmlformats.org/officeDocument/2006/math">
                    <m:r>
                      <a:rPr sz="2100" b="0" i="0">
                        <a:solidFill>
                          <a:srgbClr val="182D45"/>
                        </a:solidFill>
                        <a:latin typeface="Cambria Math"/>
                        <a:ea typeface="DejaVu Sans"/>
                        <a:cs typeface="DejaVu Sans"/>
                      </a:rPr>
                      <m:t>𝑛</m:t>
                    </m:r>
                    <m:r>
                      <a:rPr sz="2100" b="0" i="0">
                        <a:solidFill>
                          <a:srgbClr val="182D45"/>
                        </a:solidFill>
                        <a:latin typeface="Cambria Math"/>
                        <a:ea typeface="DejaVu Sans"/>
                        <a:cs typeface="DejaVu Sans"/>
                      </a:rPr>
                      <m:t>×</m:t>
                    </m:r>
                    <m:r>
                      <a:rPr sz="2100" b="0" i="0">
                        <a:solidFill>
                          <a:srgbClr val="182D45"/>
                        </a:solidFill>
                        <a:latin typeface="Cambria Math"/>
                        <a:ea typeface="DejaVu Sans"/>
                        <a:cs typeface="DejaVu Sans"/>
                      </a:rPr>
                      <m:t>𝑛</m:t>
                    </m:r>
                  </m:oMath>
                </a14:m>
                <a:r>
                  <a:rPr sz="2100" b="0" dirty="0">
                    <a:solidFill>
                      <a:srgbClr val="182D45"/>
                    </a:solidFill>
                    <a:latin typeface="DejaVu Sans"/>
                    <a:ea typeface="DejaVu Sans"/>
                    <a:cs typeface="DejaVu Sans"/>
                  </a:rPr>
                  <a:t> matrix with ones on the diagonal and zeros everywhere else.</a:t>
                </a:r>
              </a:p>
            </p:txBody>
          </p:sp>
        </mc:Choice>
        <mc:Fallback xmlns="">
          <p:sp>
            <p:nvSpPr>
              <p:cNvPr id="3" name="inline_3_4">
                <a:extLst>
                  <a:ext uri="{FF2B5EF4-FFF2-40B4-BE49-F238E27FC236}">
                    <a16:creationId xmlns:a16="http://schemas.microsoft.com/office/drawing/2014/main" id="{4CC9256B-45B1-479E-BCCE-D318AA102572}"/>
                  </a:ext>
                </a:extLst>
              </p:cNvPr>
              <p:cNvSpPr>
                <a:spLocks noGrp="1" noRot="1" noChangeAspect="1" noMove="1" noResize="1" noEditPoints="1" noAdjustHandles="1" noChangeArrowheads="1" noChangeShapeType="1" noTextEdit="1"/>
              </p:cNvSpPr>
              <p:nvPr/>
            </p:nvSpPr>
            <p:spPr>
              <a:xfrm>
                <a:off x="609600" y="1257300"/>
                <a:ext cx="10953750" cy="762000"/>
              </a:xfrm>
              <a:prstGeom prst="rect">
                <a:avLst/>
              </a:prstGeom>
              <a:blipFill>
                <a:blip r:embed="rId3"/>
                <a:stretch>
                  <a:fillRect t="-11200" b="-5600"/>
                </a:stretch>
              </a:blipFill>
              <a:ln w="0">
                <a:noFill/>
              </a:ln>
            </p:spPr>
            <p:txBody>
              <a:bodyPr/>
              <a:lstStyle/>
              <a:p>
                <a:r>
                  <a:rPr lang="it-IT">
                    <a:noFill/>
                  </a:rPr>
                  <a:t> </a:t>
                </a:r>
              </a:p>
            </p:txBody>
          </p:sp>
        </mc:Fallback>
      </mc:AlternateContent>
      <p:pic>
        <p:nvPicPr>
          <p:cNvPr id="4" name="eq_narrative_s3_2" descr="\mathbf I_n=\begin{pmatrix}1&amp;0&amp;\cdots&amp;0\\0&amp;1&amp;\ddots&amp;\vdots\\\vdots&amp;\ddots&amp;\ddots&amp;0\\0&amp;\cdots&amp;0&amp;1\end{pmatrix}\in\mathbb R^{n\times n}">
            <a:extLst>
              <a:ext uri="{FF2B5EF4-FFF2-40B4-BE49-F238E27FC236}">
                <a16:creationId xmlns:a16="http://schemas.microsoft.com/office/drawing/2014/main" id="{EBC81BCE-68FE-474E-A722-52312F8651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96229" y="2324100"/>
            <a:ext cx="4251754" cy="1828800"/>
          </a:xfrm>
          <a:prstGeom prst="rect">
            <a:avLst/>
          </a:prstGeom>
          <a:noFill/>
          <a:ln>
            <a:noFill/>
          </a:ln>
        </p:spPr>
      </p:pic>
      <mc:AlternateContent xmlns:mc="http://schemas.openxmlformats.org/markup-compatibility/2006" xmlns:a14="http://schemas.microsoft.com/office/drawing/2010/main">
        <mc:Choice Requires="a14">
          <p:sp>
            <p:nvSpPr>
              <p:cNvPr id="5" name="inline_3_5">
                <a:extLst>
                  <a:ext uri="{FF2B5EF4-FFF2-40B4-BE49-F238E27FC236}">
                    <a16:creationId xmlns:a16="http://schemas.microsoft.com/office/drawing/2014/main" id="{F824901A-22AA-4BCF-AEE7-75CE78F6E5DD}"/>
                  </a:ext>
                </a:extLst>
              </p:cNvPr>
              <p:cNvSpPr>
                <a:spLocks noGrp="1"/>
              </p:cNvSpPr>
              <p:nvPr/>
            </p:nvSpPr>
            <p:spPr>
              <a:xfrm>
                <a:off x="609600" y="44577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Multiplication leaves </a:t>
                </a:r>
                <a14:m>
                  <m:oMath xmlns:m="http://schemas.openxmlformats.org/officeDocument/2006/math">
                    <m:r>
                      <a:rPr sz="2100" b="0" i="0">
                        <a:solidFill>
                          <a:srgbClr val="182D45"/>
                        </a:solidFill>
                        <a:latin typeface="Cambria Math"/>
                        <a:ea typeface="DejaVu Sans"/>
                        <a:cs typeface="DejaVu Sans"/>
                      </a:rPr>
                      <m:t>𝐀</m:t>
                    </m:r>
                    <m:r>
                      <a:rPr sz="2100" b="0" i="0">
                        <a:solidFill>
                          <a:srgbClr val="182D45"/>
                        </a:solidFill>
                        <a:latin typeface="Cambria Math"/>
                        <a:ea typeface="DejaVu Sans"/>
                        <a:cs typeface="DejaVu Sans"/>
                      </a:rPr>
                      <m:t>∈</m:t>
                    </m:r>
                    <m:sSup>
                      <m:sSupPr>
                        <m:ctrlPr>
                          <a:rPr sz="2100" b="0" i="0">
                            <a:solidFill>
                              <a:srgbClr val="182D45"/>
                            </a:solidFill>
                            <a:latin typeface="Cambria Math"/>
                            <a:ea typeface="DejaVu Sans"/>
                            <a:cs typeface="DejaVu Sans"/>
                          </a:rPr>
                        </m:ctrlPr>
                      </m:sSupPr>
                      <m:e>
                        <m:r>
                          <a:rPr sz="2100" b="0" i="0">
                            <a:solidFill>
                              <a:srgbClr val="182D45"/>
                            </a:solidFill>
                            <a:latin typeface="Cambria Math"/>
                            <a:ea typeface="DejaVu Sans"/>
                            <a:cs typeface="DejaVu Sans"/>
                          </a:rPr>
                          <m:t>ℝ</m:t>
                        </m:r>
                      </m:e>
                      <m:sup>
                        <m:r>
                          <a:rPr sz="2100" b="0" i="0">
                            <a:solidFill>
                              <a:srgbClr val="182D45"/>
                            </a:solidFill>
                            <a:latin typeface="Cambria Math"/>
                            <a:ea typeface="DejaVu Sans"/>
                            <a:cs typeface="DejaVu Sans"/>
                          </a:rPr>
                          <m:t>𝑚</m:t>
                        </m:r>
                        <m:r>
                          <a:rPr sz="2100" b="0" i="0">
                            <a:solidFill>
                              <a:srgbClr val="182D45"/>
                            </a:solidFill>
                            <a:latin typeface="Cambria Math"/>
                            <a:ea typeface="DejaVu Sans"/>
                            <a:cs typeface="DejaVu Sans"/>
                          </a:rPr>
                          <m:t>×</m:t>
                        </m:r>
                        <m:r>
                          <a:rPr sz="2100" b="0" i="0">
                            <a:solidFill>
                              <a:srgbClr val="182D45"/>
                            </a:solidFill>
                            <a:latin typeface="Cambria Math"/>
                            <a:ea typeface="DejaVu Sans"/>
                            <a:cs typeface="DejaVu Sans"/>
                          </a:rPr>
                          <m:t>𝑛</m:t>
                        </m:r>
                      </m:sup>
                    </m:sSup>
                  </m:oMath>
                </a14:m>
                <a:r>
                  <a:rPr sz="2100" b="0" dirty="0">
                    <a:solidFill>
                      <a:srgbClr val="182D45"/>
                    </a:solidFill>
                    <a:latin typeface="DejaVu Sans"/>
                    <a:ea typeface="DejaVu Sans"/>
                    <a:cs typeface="DejaVu Sans"/>
                  </a:rPr>
                  <a:t> unchanged when the dimensions match:</a:t>
                </a:r>
              </a:p>
            </p:txBody>
          </p:sp>
        </mc:Choice>
        <mc:Fallback xmlns="">
          <p:sp>
            <p:nvSpPr>
              <p:cNvPr id="5" name="inline_3_5">
                <a:extLst>
                  <a:ext uri="{FF2B5EF4-FFF2-40B4-BE49-F238E27FC236}">
                    <a16:creationId xmlns:a16="http://schemas.microsoft.com/office/drawing/2014/main" id="{F824901A-22AA-4BCF-AEE7-75CE78F6E5DD}"/>
                  </a:ext>
                </a:extLst>
              </p:cNvPr>
              <p:cNvSpPr>
                <a:spLocks noGrp="1" noRot="1" noChangeAspect="1" noMove="1" noResize="1" noEditPoints="1" noAdjustHandles="1" noChangeArrowheads="1" noChangeShapeType="1" noTextEdit="1"/>
              </p:cNvSpPr>
              <p:nvPr/>
            </p:nvSpPr>
            <p:spPr>
              <a:xfrm>
                <a:off x="609600" y="4457700"/>
                <a:ext cx="10953750" cy="762000"/>
              </a:xfrm>
              <a:prstGeom prst="rect">
                <a:avLst/>
              </a:prstGeom>
              <a:blipFill>
                <a:blip r:embed="rId5"/>
                <a:stretch>
                  <a:fillRect t="-11200"/>
                </a:stretch>
              </a:blipFill>
              <a:ln w="0">
                <a:noFill/>
              </a:ln>
            </p:spPr>
            <p:txBody>
              <a:bodyPr/>
              <a:lstStyle/>
              <a:p>
                <a:r>
                  <a:rPr lang="it-IT">
                    <a:noFill/>
                  </a:rPr>
                  <a:t> </a:t>
                </a:r>
              </a:p>
            </p:txBody>
          </p:sp>
        </mc:Fallback>
      </mc:AlternateContent>
      <p:pic>
        <p:nvPicPr>
          <p:cNvPr id="6" name="eq_narrative_s3_3" descr="\mathbf I_m\mathbf A=\mathbf A=\mathbf A\mathbf I_n">
            <a:extLst>
              <a:ext uri="{FF2B5EF4-FFF2-40B4-BE49-F238E27FC236}">
                <a16:creationId xmlns:a16="http://schemas.microsoft.com/office/drawing/2014/main" id="{BD192AD4-786B-493E-AF7C-4EAB10D3A37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28470" y="5311177"/>
            <a:ext cx="2935059" cy="351765"/>
          </a:xfrm>
          <a:prstGeom prst="rect">
            <a:avLst/>
          </a:prstGeom>
          <a:noFill/>
          <a:ln>
            <a:noFill/>
          </a:ln>
        </p:spPr>
      </p:pic>
      <p:sp>
        <p:nvSpPr>
          <p:cNvPr id="7" name="narrative_s3_text4">
            <a:extLst>
              <a:ext uri="{FF2B5EF4-FFF2-40B4-BE49-F238E27FC236}">
                <a16:creationId xmlns:a16="http://schemas.microsoft.com/office/drawing/2014/main" id="{66C25761-EC2C-4880-A86F-AEA484C934A0}"/>
              </a:ext>
            </a:extLst>
          </p:cNvPr>
          <p:cNvSpPr>
            <a:spLocks noGrp="1"/>
          </p:cNvSpPr>
          <p:nvPr/>
        </p:nvSpPr>
        <p:spPr>
          <a:xfrm>
            <a:off x="609600" y="6115050"/>
            <a:ext cx="10858500" cy="457200"/>
          </a:xfrm>
          <a:prstGeom prst="rect">
            <a:avLst/>
          </a:prstGeom>
          <a:noFill/>
          <a:ln w="0">
            <a:noFill/>
          </a:ln>
        </p:spPr>
        <p:txBody>
          <a:bodyPr wrap="square" lIns="0" tIns="0" rIns="0" bIns="0" anchor="t">
            <a:noAutofit/>
          </a:bodyPr>
          <a:lstStyle/>
          <a:p>
            <a:pPr algn="ctr">
              <a:defRPr sz="1875" b="0">
                <a:solidFill>
                  <a:srgbClr val="526276"/>
                </a:solidFill>
                <a:latin typeface="DejaVu Sans"/>
                <a:ea typeface="DejaVu Sans"/>
                <a:cs typeface="DejaVu Sans"/>
              </a:defRPr>
            </a:pPr>
            <a:r>
              <a:rPr lang="en-GB" sz="1875" dirty="0">
                <a:solidFill>
                  <a:srgbClr val="526276"/>
                </a:solidFill>
                <a:latin typeface="DejaVu Sans"/>
                <a:ea typeface="DejaVu Sans"/>
                <a:cs typeface="DejaVu Sans"/>
              </a:rPr>
              <a:t>If you have never checked this, prove it as an exercise!</a:t>
            </a:r>
          </a:p>
        </p:txBody>
      </p:sp>
    </p:spTree>
    <p:extLst>
      <p:ext uri="{BB962C8B-B14F-4D97-AF65-F5344CB8AC3E}">
        <p14:creationId xmlns:p14="http://schemas.microsoft.com/office/powerpoint/2010/main" val="403311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narrative_s4_text1">
            <a:extLst>
              <a:ext uri="{FF2B5EF4-FFF2-40B4-BE49-F238E27FC236}">
                <a16:creationId xmlns:a16="http://schemas.microsoft.com/office/drawing/2014/main" id="{6CE8A0A8-6EC0-470D-B25F-A66310506A8B}"/>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Invertible matrices</a:t>
            </a:r>
          </a:p>
        </p:txBody>
      </p:sp>
      <p:sp>
        <p:nvSpPr>
          <p:cNvPr id="2" name="page_number">
            <a:extLst>
              <a:ext uri="{FF2B5EF4-FFF2-40B4-BE49-F238E27FC236}">
                <a16:creationId xmlns:a16="http://schemas.microsoft.com/office/drawing/2014/main" id="{D2ED6002-DA77-46D3-BA0F-A056D63E875E}"/>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18</a:t>
            </a:r>
          </a:p>
        </p:txBody>
      </p:sp>
      <mc:AlternateContent xmlns:mc="http://schemas.openxmlformats.org/markup-compatibility/2006" xmlns:a14="http://schemas.microsoft.com/office/drawing/2010/main">
        <mc:Choice Requires="a14">
          <p:sp>
            <p:nvSpPr>
              <p:cNvPr id="3" name="inline_4_6">
                <a:extLst>
                  <a:ext uri="{FF2B5EF4-FFF2-40B4-BE49-F238E27FC236}">
                    <a16:creationId xmlns:a16="http://schemas.microsoft.com/office/drawing/2014/main" id="{E13ADDD6-81B5-4AC1-A717-7E3F13CF304F}"/>
                  </a:ext>
                </a:extLst>
              </p:cNvPr>
              <p:cNvSpPr>
                <a:spLocks noGrp="1"/>
              </p:cNvSpPr>
              <p:nvPr/>
            </p:nvSpPr>
            <p:spPr>
              <a:xfrm>
                <a:off x="609600" y="1257300"/>
                <a:ext cx="10953750" cy="85725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200" b="0" dirty="0">
                    <a:solidFill>
                      <a:srgbClr val="182D45"/>
                    </a:solidFill>
                    <a:latin typeface="DejaVu Sans"/>
                    <a:ea typeface="DejaVu Sans"/>
                    <a:cs typeface="DejaVu Sans"/>
                  </a:rPr>
                  <a:t>A </a:t>
                </a:r>
                <a:r>
                  <a:rPr sz="2200" b="0" dirty="0">
                    <a:solidFill>
                      <a:srgbClr val="FF0000"/>
                    </a:solidFill>
                    <a:latin typeface="DejaVu Sans"/>
                    <a:ea typeface="DejaVu Sans"/>
                    <a:cs typeface="DejaVu Sans"/>
                  </a:rPr>
                  <a:t>square</a:t>
                </a:r>
                <a:r>
                  <a:rPr sz="2200" b="0" dirty="0">
                    <a:solidFill>
                      <a:srgbClr val="182D45"/>
                    </a:solidFill>
                    <a:latin typeface="DejaVu Sans"/>
                    <a:ea typeface="DejaVu Sans"/>
                    <a:cs typeface="DejaVu Sans"/>
                  </a:rPr>
                  <a:t> matrix </a:t>
                </a:r>
                <a14:m>
                  <m:oMath xmlns:m="http://schemas.openxmlformats.org/officeDocument/2006/math">
                    <m:r>
                      <a:rPr sz="2200" b="0" i="0">
                        <a:solidFill>
                          <a:srgbClr val="182D45"/>
                        </a:solidFill>
                        <a:latin typeface="Cambria Math"/>
                        <a:ea typeface="DejaVu Sans"/>
                        <a:cs typeface="DejaVu Sans"/>
                      </a:rPr>
                      <m:t>𝐀</m:t>
                    </m:r>
                    <m:r>
                      <a:rPr sz="2200" b="0" i="0">
                        <a:solidFill>
                          <a:srgbClr val="182D45"/>
                        </a:solidFill>
                        <a:latin typeface="Cambria Math"/>
                        <a:ea typeface="DejaVu Sans"/>
                        <a:cs typeface="DejaVu Sans"/>
                      </a:rPr>
                      <m:t>∈</m:t>
                    </m:r>
                    <m:sSup>
                      <m:sSupPr>
                        <m:ctrlPr>
                          <a:rPr sz="2200" b="0" i="0">
                            <a:solidFill>
                              <a:srgbClr val="182D45"/>
                            </a:solidFill>
                            <a:latin typeface="Cambria Math"/>
                            <a:ea typeface="DejaVu Sans"/>
                            <a:cs typeface="DejaVu Sans"/>
                          </a:rPr>
                        </m:ctrlPr>
                      </m:sSupPr>
                      <m:e>
                        <m:r>
                          <a:rPr sz="2200" b="0" i="0">
                            <a:solidFill>
                              <a:srgbClr val="182D45"/>
                            </a:solidFill>
                            <a:latin typeface="Cambria Math"/>
                            <a:ea typeface="DejaVu Sans"/>
                            <a:cs typeface="DejaVu Sans"/>
                          </a:rPr>
                          <m:t>ℝ</m:t>
                        </m:r>
                      </m:e>
                      <m:sup>
                        <m:r>
                          <a:rPr sz="2200" b="0" i="0">
                            <a:solidFill>
                              <a:srgbClr val="182D45"/>
                            </a:solidFill>
                            <a:latin typeface="Cambria Math"/>
                            <a:ea typeface="DejaVu Sans"/>
                            <a:cs typeface="DejaVu Sans"/>
                          </a:rPr>
                          <m:t>𝑛</m:t>
                        </m:r>
                        <m:r>
                          <a:rPr sz="2200" b="0" i="0">
                            <a:solidFill>
                              <a:srgbClr val="182D45"/>
                            </a:solidFill>
                            <a:latin typeface="Cambria Math"/>
                            <a:ea typeface="DejaVu Sans"/>
                            <a:cs typeface="DejaVu Sans"/>
                          </a:rPr>
                          <m:t>×</m:t>
                        </m:r>
                        <m:r>
                          <a:rPr sz="2200" b="0" i="0">
                            <a:solidFill>
                              <a:srgbClr val="182D45"/>
                            </a:solidFill>
                            <a:latin typeface="Cambria Math"/>
                            <a:ea typeface="DejaVu Sans"/>
                            <a:cs typeface="DejaVu Sans"/>
                          </a:rPr>
                          <m:t>𝑛</m:t>
                        </m:r>
                      </m:sup>
                    </m:sSup>
                  </m:oMath>
                </a14:m>
                <a:r>
                  <a:rPr sz="2200" b="0" dirty="0">
                    <a:solidFill>
                      <a:srgbClr val="182D45"/>
                    </a:solidFill>
                    <a:latin typeface="DejaVu Sans"/>
                    <a:ea typeface="DejaVu Sans"/>
                    <a:cs typeface="DejaVu Sans"/>
                  </a:rPr>
                  <a:t> is </a:t>
                </a:r>
                <a:r>
                  <a:rPr sz="2200" b="0" dirty="0">
                    <a:solidFill>
                      <a:srgbClr val="FF0000"/>
                    </a:solidFill>
                    <a:latin typeface="DejaVu Sans"/>
                    <a:ea typeface="DejaVu Sans"/>
                    <a:cs typeface="DejaVu Sans"/>
                  </a:rPr>
                  <a:t>invertible</a:t>
                </a:r>
                <a:r>
                  <a:rPr sz="2200" b="0" dirty="0">
                    <a:solidFill>
                      <a:srgbClr val="182D45"/>
                    </a:solidFill>
                    <a:latin typeface="DejaVu Sans"/>
                    <a:ea typeface="DejaVu Sans"/>
                    <a:cs typeface="DejaVu Sans"/>
                  </a:rPr>
                  <a:t> if there exists a matrix </a:t>
                </a:r>
                <a14:m>
                  <m:oMath xmlns:m="http://schemas.openxmlformats.org/officeDocument/2006/math">
                    <m:r>
                      <a:rPr sz="2200" b="0" i="0">
                        <a:solidFill>
                          <a:srgbClr val="182D45"/>
                        </a:solidFill>
                        <a:latin typeface="Cambria Math"/>
                        <a:ea typeface="DejaVu Sans"/>
                        <a:cs typeface="DejaVu Sans"/>
                      </a:rPr>
                      <m:t>𝐁</m:t>
                    </m:r>
                    <m:r>
                      <a:rPr sz="2200" b="0" i="0">
                        <a:solidFill>
                          <a:srgbClr val="182D45"/>
                        </a:solidFill>
                        <a:latin typeface="Cambria Math"/>
                        <a:ea typeface="DejaVu Sans"/>
                        <a:cs typeface="DejaVu Sans"/>
                      </a:rPr>
                      <m:t>∈</m:t>
                    </m:r>
                    <m:sSup>
                      <m:sSupPr>
                        <m:ctrlPr>
                          <a:rPr sz="2200" b="0" i="0">
                            <a:solidFill>
                              <a:srgbClr val="182D45"/>
                            </a:solidFill>
                            <a:latin typeface="Cambria Math"/>
                            <a:ea typeface="DejaVu Sans"/>
                            <a:cs typeface="DejaVu Sans"/>
                          </a:rPr>
                        </m:ctrlPr>
                      </m:sSupPr>
                      <m:e>
                        <m:r>
                          <a:rPr sz="2200" b="0" i="0">
                            <a:solidFill>
                              <a:srgbClr val="182D45"/>
                            </a:solidFill>
                            <a:latin typeface="Cambria Math"/>
                            <a:ea typeface="DejaVu Sans"/>
                            <a:cs typeface="DejaVu Sans"/>
                          </a:rPr>
                          <m:t>ℝ</m:t>
                        </m:r>
                      </m:e>
                      <m:sup>
                        <m:r>
                          <a:rPr sz="2200" b="0" i="0">
                            <a:solidFill>
                              <a:srgbClr val="182D45"/>
                            </a:solidFill>
                            <a:latin typeface="Cambria Math"/>
                            <a:ea typeface="DejaVu Sans"/>
                            <a:cs typeface="DejaVu Sans"/>
                          </a:rPr>
                          <m:t>𝑛</m:t>
                        </m:r>
                        <m:r>
                          <a:rPr sz="2200" b="0" i="0">
                            <a:solidFill>
                              <a:srgbClr val="182D45"/>
                            </a:solidFill>
                            <a:latin typeface="Cambria Math"/>
                            <a:ea typeface="DejaVu Sans"/>
                            <a:cs typeface="DejaVu Sans"/>
                          </a:rPr>
                          <m:t>×</m:t>
                        </m:r>
                        <m:r>
                          <a:rPr sz="2200" b="0" i="0">
                            <a:solidFill>
                              <a:srgbClr val="182D45"/>
                            </a:solidFill>
                            <a:latin typeface="Cambria Math"/>
                            <a:ea typeface="DejaVu Sans"/>
                            <a:cs typeface="DejaVu Sans"/>
                          </a:rPr>
                          <m:t>𝑛</m:t>
                        </m:r>
                      </m:sup>
                    </m:sSup>
                  </m:oMath>
                </a14:m>
                <a:r>
                  <a:rPr sz="2200" b="0" dirty="0">
                    <a:solidFill>
                      <a:srgbClr val="182D45"/>
                    </a:solidFill>
                    <a:latin typeface="DejaVu Sans"/>
                    <a:ea typeface="DejaVu Sans"/>
                    <a:cs typeface="DejaVu Sans"/>
                  </a:rPr>
                  <a:t> s</a:t>
                </a:r>
                <a:r>
                  <a:rPr lang="it-IT" sz="2200" b="0" dirty="0">
                    <a:solidFill>
                      <a:srgbClr val="182D45"/>
                    </a:solidFill>
                    <a:latin typeface="DejaVu Sans"/>
                    <a:ea typeface="DejaVu Sans"/>
                    <a:cs typeface="DejaVu Sans"/>
                  </a:rPr>
                  <a:t>.t.</a:t>
                </a:r>
                <a:endParaRPr sz="2200" b="0" dirty="0">
                  <a:solidFill>
                    <a:srgbClr val="182D45"/>
                  </a:solidFill>
                  <a:latin typeface="DejaVu Sans"/>
                  <a:ea typeface="DejaVu Sans"/>
                  <a:cs typeface="DejaVu Sans"/>
                </a:endParaRPr>
              </a:p>
            </p:txBody>
          </p:sp>
        </mc:Choice>
        <mc:Fallback xmlns="">
          <p:sp>
            <p:nvSpPr>
              <p:cNvPr id="3" name="inline_4_6">
                <a:extLst>
                  <a:ext uri="{FF2B5EF4-FFF2-40B4-BE49-F238E27FC236}">
                    <a16:creationId xmlns:a16="http://schemas.microsoft.com/office/drawing/2014/main" id="{E13ADDD6-81B5-4AC1-A717-7E3F13CF304F}"/>
                  </a:ext>
                </a:extLst>
              </p:cNvPr>
              <p:cNvSpPr>
                <a:spLocks noGrp="1" noRot="1" noChangeAspect="1" noMove="1" noResize="1" noEditPoints="1" noAdjustHandles="1" noChangeArrowheads="1" noChangeShapeType="1" noTextEdit="1"/>
              </p:cNvSpPr>
              <p:nvPr/>
            </p:nvSpPr>
            <p:spPr>
              <a:xfrm>
                <a:off x="609600" y="1257300"/>
                <a:ext cx="10953750" cy="857250"/>
              </a:xfrm>
              <a:prstGeom prst="rect">
                <a:avLst/>
              </a:prstGeom>
              <a:blipFill>
                <a:blip r:embed="rId3"/>
                <a:stretch>
                  <a:fillRect t="-9929"/>
                </a:stretch>
              </a:blipFill>
              <a:ln w="0">
                <a:noFill/>
              </a:ln>
            </p:spPr>
            <p:txBody>
              <a:bodyPr/>
              <a:lstStyle/>
              <a:p>
                <a:r>
                  <a:rPr lang="it-IT">
                    <a:noFill/>
                  </a:rPr>
                  <a:t> </a:t>
                </a:r>
              </a:p>
            </p:txBody>
          </p:sp>
        </mc:Fallback>
      </mc:AlternateContent>
      <p:pic>
        <p:nvPicPr>
          <p:cNvPr id="4" name="eq_narrative_s4_2" descr="\mathbf A\mathbf B=\mathbf I_n=\mathbf B\mathbf A">
            <a:extLst>
              <a:ext uri="{FF2B5EF4-FFF2-40B4-BE49-F238E27FC236}">
                <a16:creationId xmlns:a16="http://schemas.microsoft.com/office/drawing/2014/main" id="{B601F3A4-B690-4971-9D50-B8CBCFC5DF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35792" y="2149322"/>
            <a:ext cx="2901366" cy="367690"/>
          </a:xfrm>
          <a:prstGeom prst="rect">
            <a:avLst/>
          </a:prstGeom>
          <a:noFill/>
          <a:ln>
            <a:noFill/>
          </a:ln>
        </p:spPr>
      </p:pic>
      <mc:AlternateContent xmlns:mc="http://schemas.openxmlformats.org/markup-compatibility/2006" xmlns:a14="http://schemas.microsoft.com/office/drawing/2010/main">
        <mc:Choice Requires="a14">
          <p:sp>
            <p:nvSpPr>
              <p:cNvPr id="5" name="inline_4_7">
                <a:extLst>
                  <a:ext uri="{FF2B5EF4-FFF2-40B4-BE49-F238E27FC236}">
                    <a16:creationId xmlns:a16="http://schemas.microsoft.com/office/drawing/2014/main" id="{87F8353E-2FB3-4CBD-A512-5AC65A1EDD6E}"/>
                  </a:ext>
                </a:extLst>
              </p:cNvPr>
              <p:cNvSpPr>
                <a:spLocks noGrp="1"/>
              </p:cNvSpPr>
              <p:nvPr/>
            </p:nvSpPr>
            <p:spPr>
              <a:xfrm>
                <a:off x="514350" y="2979370"/>
                <a:ext cx="10953750" cy="85725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200" b="0" dirty="0">
                    <a:solidFill>
                      <a:srgbClr val="182D45"/>
                    </a:solidFill>
                    <a:latin typeface="DejaVu Sans"/>
                    <a:ea typeface="DejaVu Sans"/>
                    <a:cs typeface="DejaVu Sans"/>
                  </a:rPr>
                  <a:t>One can prove that this matrix </a:t>
                </a:r>
                <a14:m>
                  <m:oMath xmlns:m="http://schemas.openxmlformats.org/officeDocument/2006/math">
                    <m:r>
                      <a:rPr sz="2200" b="0" i="0">
                        <a:solidFill>
                          <a:srgbClr val="182D45"/>
                        </a:solidFill>
                        <a:latin typeface="Cambria Math"/>
                        <a:ea typeface="DejaVu Sans"/>
                        <a:cs typeface="DejaVu Sans"/>
                      </a:rPr>
                      <m:t>𝐁</m:t>
                    </m:r>
                  </m:oMath>
                </a14:m>
                <a:r>
                  <a:rPr sz="2200" b="0" dirty="0">
                    <a:solidFill>
                      <a:srgbClr val="182D45"/>
                    </a:solidFill>
                    <a:latin typeface="DejaVu Sans"/>
                    <a:ea typeface="DejaVu Sans"/>
                    <a:cs typeface="DejaVu Sans"/>
                  </a:rPr>
                  <a:t> is </a:t>
                </a:r>
                <a:r>
                  <a:rPr sz="2200" b="0" dirty="0">
                    <a:solidFill>
                      <a:srgbClr val="FF0000"/>
                    </a:solidFill>
                    <a:latin typeface="DejaVu Sans"/>
                    <a:ea typeface="DejaVu Sans"/>
                    <a:cs typeface="DejaVu Sans"/>
                  </a:rPr>
                  <a:t>unique</a:t>
                </a:r>
                <a:r>
                  <a:rPr sz="2200" b="0" dirty="0">
                    <a:solidFill>
                      <a:srgbClr val="182D45"/>
                    </a:solidFill>
                    <a:latin typeface="DejaVu Sans"/>
                    <a:ea typeface="DejaVu Sans"/>
                    <a:cs typeface="DejaVu Sans"/>
                  </a:rPr>
                  <a:t>.</a:t>
                </a:r>
                <a:endParaRPr lang="it-IT" sz="22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endParaRPr lang="it-IT" sz="22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200" b="0" dirty="0">
                    <a:solidFill>
                      <a:srgbClr val="182D45"/>
                    </a:solidFill>
                    <a:latin typeface="DejaVu Sans"/>
                    <a:ea typeface="DejaVu Sans"/>
                    <a:cs typeface="DejaVu Sans"/>
                  </a:rPr>
                  <a:t>We call it the </a:t>
                </a:r>
                <a:r>
                  <a:rPr sz="2200" b="0" dirty="0">
                    <a:solidFill>
                      <a:srgbClr val="FF0000"/>
                    </a:solidFill>
                    <a:latin typeface="DejaVu Sans"/>
                    <a:ea typeface="DejaVu Sans"/>
                    <a:cs typeface="DejaVu Sans"/>
                  </a:rPr>
                  <a:t>inverse</a:t>
                </a:r>
                <a:r>
                  <a:rPr sz="2200" b="0" dirty="0">
                    <a:solidFill>
                      <a:srgbClr val="182D45"/>
                    </a:solidFill>
                    <a:latin typeface="DejaVu Sans"/>
                    <a:ea typeface="DejaVu Sans"/>
                    <a:cs typeface="DejaVu Sans"/>
                  </a:rPr>
                  <a:t> of </a:t>
                </a:r>
                <a14:m>
                  <m:oMath xmlns:m="http://schemas.openxmlformats.org/officeDocument/2006/math">
                    <m:r>
                      <a:rPr sz="2200" b="0" i="0">
                        <a:solidFill>
                          <a:srgbClr val="182D45"/>
                        </a:solidFill>
                        <a:latin typeface="Cambria Math"/>
                        <a:ea typeface="DejaVu Sans"/>
                        <a:cs typeface="DejaVu Sans"/>
                      </a:rPr>
                      <m:t>𝐀</m:t>
                    </m:r>
                  </m:oMath>
                </a14:m>
                <a:r>
                  <a:rPr sz="2200" b="0" dirty="0">
                    <a:solidFill>
                      <a:srgbClr val="182D45"/>
                    </a:solidFill>
                    <a:latin typeface="DejaVu Sans"/>
                    <a:ea typeface="DejaVu Sans"/>
                    <a:cs typeface="DejaVu Sans"/>
                  </a:rPr>
                  <a:t> and denote it by </a:t>
                </a:r>
                <a14:m>
                  <m:oMath xmlns:m="http://schemas.openxmlformats.org/officeDocument/2006/math">
                    <m:sSup>
                      <m:sSupPr>
                        <m:ctrlPr>
                          <a:rPr sz="2200" b="0" i="0">
                            <a:solidFill>
                              <a:srgbClr val="182D45"/>
                            </a:solidFill>
                            <a:latin typeface="Cambria Math"/>
                            <a:ea typeface="DejaVu Sans"/>
                            <a:cs typeface="DejaVu Sans"/>
                          </a:rPr>
                        </m:ctrlPr>
                      </m:sSupPr>
                      <m:e>
                        <m:r>
                          <a:rPr sz="2200" b="0" i="0">
                            <a:solidFill>
                              <a:srgbClr val="182D45"/>
                            </a:solidFill>
                            <a:latin typeface="Cambria Math"/>
                            <a:ea typeface="DejaVu Sans"/>
                            <a:cs typeface="DejaVu Sans"/>
                          </a:rPr>
                          <m:t>𝐀</m:t>
                        </m:r>
                      </m:e>
                      <m:sup>
                        <m:r>
                          <a:rPr sz="2200" b="0" i="0">
                            <a:solidFill>
                              <a:srgbClr val="182D45"/>
                            </a:solidFill>
                            <a:latin typeface="Cambria Math"/>
                            <a:ea typeface="DejaVu Sans"/>
                            <a:cs typeface="DejaVu Sans"/>
                          </a:rPr>
                          <m:t>−1</m:t>
                        </m:r>
                      </m:sup>
                    </m:sSup>
                  </m:oMath>
                </a14:m>
                <a:r>
                  <a:rPr sz="2200" b="0" dirty="0">
                    <a:solidFill>
                      <a:srgbClr val="182D45"/>
                    </a:solidFill>
                    <a:latin typeface="DejaVu Sans"/>
                    <a:ea typeface="DejaVu Sans"/>
                    <a:cs typeface="DejaVu Sans"/>
                  </a:rPr>
                  <a:t>.</a:t>
                </a:r>
                <a:endParaRPr lang="it-IT" sz="22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endParaRPr lang="it-IT" sz="220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200" b="0" dirty="0">
                    <a:solidFill>
                      <a:srgbClr val="182D45"/>
                    </a:solidFill>
                    <a:latin typeface="DejaVu Sans"/>
                    <a:ea typeface="DejaVu Sans"/>
                    <a:cs typeface="DejaVu Sans"/>
                  </a:rPr>
                  <a:t>Thus</a:t>
                </a:r>
              </a:p>
            </p:txBody>
          </p:sp>
        </mc:Choice>
        <mc:Fallback xmlns="">
          <p:sp>
            <p:nvSpPr>
              <p:cNvPr id="5" name="inline_4_7">
                <a:extLst>
                  <a:ext uri="{FF2B5EF4-FFF2-40B4-BE49-F238E27FC236}">
                    <a16:creationId xmlns:a16="http://schemas.microsoft.com/office/drawing/2014/main" id="{87F8353E-2FB3-4CBD-A512-5AC65A1EDD6E}"/>
                  </a:ext>
                </a:extLst>
              </p:cNvPr>
              <p:cNvSpPr>
                <a:spLocks noGrp="1" noRot="1" noChangeAspect="1" noMove="1" noResize="1" noEditPoints="1" noAdjustHandles="1" noChangeArrowheads="1" noChangeShapeType="1" noTextEdit="1"/>
              </p:cNvSpPr>
              <p:nvPr/>
            </p:nvSpPr>
            <p:spPr>
              <a:xfrm>
                <a:off x="514350" y="2979370"/>
                <a:ext cx="10953750" cy="857250"/>
              </a:xfrm>
              <a:prstGeom prst="rect">
                <a:avLst/>
              </a:prstGeom>
              <a:blipFill>
                <a:blip r:embed="rId5"/>
                <a:stretch>
                  <a:fillRect t="-10714" b="-117143"/>
                </a:stretch>
              </a:blipFill>
              <a:ln w="0">
                <a:noFill/>
              </a:ln>
            </p:spPr>
            <p:txBody>
              <a:bodyPr/>
              <a:lstStyle/>
              <a:p>
                <a:r>
                  <a:rPr lang="it-IT">
                    <a:noFill/>
                  </a:rPr>
                  <a:t> </a:t>
                </a:r>
              </a:p>
            </p:txBody>
          </p:sp>
        </mc:Fallback>
      </mc:AlternateContent>
      <p:pic>
        <p:nvPicPr>
          <p:cNvPr id="6" name="eq_narrative_s4_3" descr="\mathbf A\mathbf A^{-1}=\mathbf I_n=\mathbf A^{-1}\mathbf A">
            <a:extLst>
              <a:ext uri="{FF2B5EF4-FFF2-40B4-BE49-F238E27FC236}">
                <a16:creationId xmlns:a16="http://schemas.microsoft.com/office/drawing/2014/main" id="{E6A342B5-284C-4F84-8773-B4F42B6E399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079868" y="5052778"/>
            <a:ext cx="3822713" cy="440703"/>
          </a:xfrm>
          <a:prstGeom prst="rect">
            <a:avLst/>
          </a:prstGeom>
          <a:noFill/>
          <a:ln>
            <a:noFill/>
          </a:ln>
        </p:spPr>
      </p:pic>
      <p:sp>
        <p:nvSpPr>
          <p:cNvPr id="7" name="narrative_s4_text4">
            <a:extLst>
              <a:ext uri="{FF2B5EF4-FFF2-40B4-BE49-F238E27FC236}">
                <a16:creationId xmlns:a16="http://schemas.microsoft.com/office/drawing/2014/main" id="{711280B8-A2D8-4E43-A4AC-3A6C3B966799}"/>
              </a:ext>
            </a:extLst>
          </p:cNvPr>
          <p:cNvSpPr>
            <a:spLocks noGrp="1"/>
          </p:cNvSpPr>
          <p:nvPr/>
        </p:nvSpPr>
        <p:spPr>
          <a:xfrm>
            <a:off x="609600" y="6115050"/>
            <a:ext cx="10858500" cy="457200"/>
          </a:xfrm>
          <a:prstGeom prst="rect">
            <a:avLst/>
          </a:prstGeom>
          <a:noFill/>
          <a:ln w="0">
            <a:noFill/>
          </a:ln>
        </p:spPr>
        <p:txBody>
          <a:bodyPr wrap="square" lIns="0" tIns="0" rIns="0" bIns="0" anchor="t">
            <a:noAutofit/>
          </a:bodyPr>
          <a:lstStyle/>
          <a:p>
            <a:pPr algn="ctr">
              <a:defRPr sz="1875" b="0">
                <a:solidFill>
                  <a:srgbClr val="526276"/>
                </a:solidFill>
                <a:latin typeface="DejaVu Sans"/>
                <a:ea typeface="DejaVu Sans"/>
                <a:cs typeface="DejaVu Sans"/>
              </a:defRPr>
            </a:pPr>
            <a:r>
              <a:rPr sz="2200" b="0" dirty="0">
                <a:solidFill>
                  <a:srgbClr val="526276"/>
                </a:solidFill>
                <a:latin typeface="DejaVu Sans"/>
                <a:ea typeface="DejaVu Sans"/>
                <a:cs typeface="DejaVu Sans"/>
              </a:rPr>
              <a:t>A square matrix with no inverse is called </a:t>
            </a:r>
            <a:r>
              <a:rPr sz="2200" b="0" dirty="0">
                <a:solidFill>
                  <a:srgbClr val="FF0000"/>
                </a:solidFill>
                <a:latin typeface="DejaVu Sans"/>
                <a:ea typeface="DejaVu Sans"/>
                <a:cs typeface="DejaVu Sans"/>
              </a:rPr>
              <a:t>singular</a:t>
            </a:r>
            <a:r>
              <a:rPr sz="2200" b="0" dirty="0">
                <a:solidFill>
                  <a:srgbClr val="526276"/>
                </a:solidFill>
                <a:latin typeface="DejaVu Sans"/>
                <a:ea typeface="DejaVu Sans"/>
                <a:cs typeface="DejaVu Sans"/>
              </a:rPr>
              <a:t>.</a:t>
            </a:r>
          </a:p>
        </p:txBody>
      </p:sp>
    </p:spTree>
    <p:extLst>
      <p:ext uri="{BB962C8B-B14F-4D97-AF65-F5344CB8AC3E}">
        <p14:creationId xmlns:p14="http://schemas.microsoft.com/office/powerpoint/2010/main" val="1485292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animBg="1"/>
      <p:bldP spid="7" grpId="0" build="allAtOnce"/>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narrative_s5_text1">
            <a:extLst>
              <a:ext uri="{FF2B5EF4-FFF2-40B4-BE49-F238E27FC236}">
                <a16:creationId xmlns:a16="http://schemas.microsoft.com/office/drawing/2014/main" id="{B81F4F06-C889-4E63-B124-F1174F6F5441}"/>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An inverse in two dimensions</a:t>
            </a:r>
          </a:p>
        </p:txBody>
      </p:sp>
      <p:sp>
        <p:nvSpPr>
          <p:cNvPr id="2" name="page_number">
            <a:extLst>
              <a:ext uri="{FF2B5EF4-FFF2-40B4-BE49-F238E27FC236}">
                <a16:creationId xmlns:a16="http://schemas.microsoft.com/office/drawing/2014/main" id="{B1D7D3AC-D5AB-4C80-8059-E28D6527D429}"/>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19</a:t>
            </a:r>
          </a:p>
        </p:txBody>
      </p:sp>
      <mc:AlternateContent xmlns:mc="http://schemas.openxmlformats.org/markup-compatibility/2006" xmlns:a14="http://schemas.microsoft.com/office/drawing/2010/main">
        <mc:Choice Requires="a14">
          <p:sp>
            <p:nvSpPr>
              <p:cNvPr id="3" name="inline_5_8">
                <a:extLst>
                  <a:ext uri="{FF2B5EF4-FFF2-40B4-BE49-F238E27FC236}">
                    <a16:creationId xmlns:a16="http://schemas.microsoft.com/office/drawing/2014/main" id="{7CC8151E-307E-4B5E-ABC8-1AA93556DBF9}"/>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200" b="0" dirty="0">
                    <a:solidFill>
                      <a:srgbClr val="182D45"/>
                    </a:solidFill>
                    <a:latin typeface="DejaVu Sans"/>
                    <a:ea typeface="DejaVu Sans"/>
                    <a:cs typeface="DejaVu Sans"/>
                  </a:rPr>
                  <a:t>For a </a:t>
                </a:r>
                <a14:m>
                  <m:oMath xmlns:m="http://schemas.openxmlformats.org/officeDocument/2006/math">
                    <m:r>
                      <a:rPr sz="2200" b="0" i="0">
                        <a:solidFill>
                          <a:srgbClr val="182D45"/>
                        </a:solidFill>
                        <a:latin typeface="Cambria Math"/>
                        <a:ea typeface="DejaVu Sans"/>
                        <a:cs typeface="DejaVu Sans"/>
                      </a:rPr>
                      <m:t>2×2</m:t>
                    </m:r>
                  </m:oMath>
                </a14:m>
                <a:r>
                  <a:rPr sz="2200" b="0" dirty="0">
                    <a:solidFill>
                      <a:srgbClr val="182D45"/>
                    </a:solidFill>
                    <a:latin typeface="DejaVu Sans"/>
                    <a:ea typeface="DejaVu Sans"/>
                    <a:cs typeface="DejaVu Sans"/>
                  </a:rPr>
                  <a:t> matrix, the inverse exists exactly when </a:t>
                </a:r>
                <a14:m>
                  <m:oMath xmlns:m="http://schemas.openxmlformats.org/officeDocument/2006/math">
                    <m:r>
                      <a:rPr sz="2200" b="0" i="0">
                        <a:solidFill>
                          <a:srgbClr val="182D45"/>
                        </a:solidFill>
                        <a:latin typeface="Cambria Math"/>
                        <a:ea typeface="DejaVu Sans"/>
                        <a:cs typeface="DejaVu Sans"/>
                      </a:rPr>
                      <m:t>𝑎𝑑</m:t>
                    </m:r>
                    <m:r>
                      <a:rPr sz="2200" b="0" i="0">
                        <a:solidFill>
                          <a:srgbClr val="182D45"/>
                        </a:solidFill>
                        <a:latin typeface="Cambria Math"/>
                        <a:ea typeface="DejaVu Sans"/>
                        <a:cs typeface="DejaVu Sans"/>
                      </a:rPr>
                      <m:t>−</m:t>
                    </m:r>
                    <m:r>
                      <a:rPr sz="2200" b="0" i="0">
                        <a:solidFill>
                          <a:srgbClr val="182D45"/>
                        </a:solidFill>
                        <a:latin typeface="Cambria Math"/>
                        <a:ea typeface="DejaVu Sans"/>
                        <a:cs typeface="DejaVu Sans"/>
                      </a:rPr>
                      <m:t>𝑏𝑐</m:t>
                    </m:r>
                    <m:r>
                      <a:rPr sz="2200" b="0" i="0">
                        <a:solidFill>
                          <a:srgbClr val="182D45"/>
                        </a:solidFill>
                        <a:latin typeface="Cambria Math"/>
                        <a:ea typeface="DejaVu Sans"/>
                        <a:cs typeface="DejaVu Sans"/>
                      </a:rPr>
                      <m:t>≠0</m:t>
                    </m:r>
                  </m:oMath>
                </a14:m>
                <a:r>
                  <a:rPr sz="2200" b="0" dirty="0">
                    <a:solidFill>
                      <a:srgbClr val="182D45"/>
                    </a:solidFill>
                    <a:latin typeface="DejaVu Sans"/>
                    <a:ea typeface="DejaVu Sans"/>
                    <a:cs typeface="DejaVu Sans"/>
                  </a:rPr>
                  <a:t>. In that case,</a:t>
                </a:r>
              </a:p>
            </p:txBody>
          </p:sp>
        </mc:Choice>
        <mc:Fallback xmlns="">
          <p:sp>
            <p:nvSpPr>
              <p:cNvPr id="3" name="inline_5_8">
                <a:extLst>
                  <a:ext uri="{FF2B5EF4-FFF2-40B4-BE49-F238E27FC236}">
                    <a16:creationId xmlns:a16="http://schemas.microsoft.com/office/drawing/2014/main" id="{7CC8151E-307E-4B5E-ABC8-1AA93556DBF9}"/>
                  </a:ext>
                </a:extLst>
              </p:cNvPr>
              <p:cNvSpPr>
                <a:spLocks noGrp="1" noRot="1" noChangeAspect="1" noMove="1" noResize="1" noEditPoints="1" noAdjustHandles="1" noChangeArrowheads="1" noChangeShapeType="1" noTextEdit="1"/>
              </p:cNvSpPr>
              <p:nvPr/>
            </p:nvSpPr>
            <p:spPr>
              <a:xfrm>
                <a:off x="609600" y="1257300"/>
                <a:ext cx="10953750" cy="762000"/>
              </a:xfrm>
              <a:prstGeom prst="rect">
                <a:avLst/>
              </a:prstGeom>
              <a:blipFill>
                <a:blip r:embed="rId3"/>
                <a:stretch>
                  <a:fillRect t="-11200"/>
                </a:stretch>
              </a:blipFill>
              <a:ln w="0">
                <a:noFill/>
              </a:ln>
            </p:spPr>
            <p:txBody>
              <a:bodyPr/>
              <a:lstStyle/>
              <a:p>
                <a:r>
                  <a:rPr lang="it-IT">
                    <a:noFill/>
                  </a:rPr>
                  <a:t> </a:t>
                </a:r>
              </a:p>
            </p:txBody>
          </p:sp>
        </mc:Fallback>
      </mc:AlternateContent>
      <p:pic>
        <p:nvPicPr>
          <p:cNvPr id="4" name="eq_narrative_s5_2" descr="\begin{pmatrix}a&amp;b\\c&amp;d\end{pmatrix}^{-1}=\frac{1}{ad-bc}\begin{pmatrix}d&amp;-b\\-c&amp;a\end{pmatrix}">
            <a:extLst>
              <a:ext uri="{FF2B5EF4-FFF2-40B4-BE49-F238E27FC236}">
                <a16:creationId xmlns:a16="http://schemas.microsoft.com/office/drawing/2014/main" id="{266502B9-5761-4E7E-80A6-C22A5946C1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94710" y="2038350"/>
            <a:ext cx="5488280" cy="1017473"/>
          </a:xfrm>
          <a:prstGeom prst="rect">
            <a:avLst/>
          </a:prstGeom>
          <a:noFill/>
          <a:ln>
            <a:noFill/>
          </a:ln>
        </p:spPr>
      </p:pic>
      <mc:AlternateContent xmlns:mc="http://schemas.openxmlformats.org/markup-compatibility/2006" xmlns:a14="http://schemas.microsoft.com/office/drawing/2010/main">
        <mc:Choice Requires="a14">
          <p:sp>
            <p:nvSpPr>
              <p:cNvPr id="5" name="inline_5_9">
                <a:extLst>
                  <a:ext uri="{FF2B5EF4-FFF2-40B4-BE49-F238E27FC236}">
                    <a16:creationId xmlns:a16="http://schemas.microsoft.com/office/drawing/2014/main" id="{002B5E12-C6AB-41DA-90DE-965285F80746}"/>
                  </a:ext>
                </a:extLst>
              </p:cNvPr>
              <p:cNvSpPr>
                <a:spLocks noGrp="1"/>
              </p:cNvSpPr>
              <p:nvPr/>
            </p:nvSpPr>
            <p:spPr>
              <a:xfrm>
                <a:off x="581025" y="3641953"/>
                <a:ext cx="10858500" cy="447675"/>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200" b="0" dirty="0">
                    <a:solidFill>
                      <a:srgbClr val="182D45"/>
                    </a:solidFill>
                    <a:latin typeface="DejaVu Sans"/>
                    <a:ea typeface="DejaVu Sans"/>
                    <a:cs typeface="DejaVu Sans"/>
                  </a:rPr>
                  <a:t>For example, here </a:t>
                </a:r>
                <a14:m>
                  <m:oMath xmlns:m="http://schemas.openxmlformats.org/officeDocument/2006/math">
                    <m:r>
                      <a:rPr sz="2200" b="0" i="0">
                        <a:solidFill>
                          <a:srgbClr val="182D45"/>
                        </a:solidFill>
                        <a:latin typeface="Cambria Math"/>
                        <a:ea typeface="DejaVu Sans"/>
                        <a:cs typeface="DejaVu Sans"/>
                      </a:rPr>
                      <m:t>𝑎𝑑</m:t>
                    </m:r>
                    <m:r>
                      <a:rPr sz="2200" b="0" i="0">
                        <a:solidFill>
                          <a:srgbClr val="182D45"/>
                        </a:solidFill>
                        <a:latin typeface="Cambria Math"/>
                        <a:ea typeface="DejaVu Sans"/>
                        <a:cs typeface="DejaVu Sans"/>
                      </a:rPr>
                      <m:t>−</m:t>
                    </m:r>
                    <m:r>
                      <a:rPr sz="2200" b="0" i="0">
                        <a:solidFill>
                          <a:srgbClr val="182D45"/>
                        </a:solidFill>
                        <a:latin typeface="Cambria Math"/>
                        <a:ea typeface="DejaVu Sans"/>
                        <a:cs typeface="DejaVu Sans"/>
                      </a:rPr>
                      <m:t>𝑏𝑐</m:t>
                    </m:r>
                    <m:r>
                      <a:rPr sz="2200" b="0" i="0">
                        <a:solidFill>
                          <a:srgbClr val="182D45"/>
                        </a:solidFill>
                        <a:latin typeface="Cambria Math"/>
                        <a:ea typeface="DejaVu Sans"/>
                        <a:cs typeface="DejaVu Sans"/>
                      </a:rPr>
                      <m:t>=4−6=−2</m:t>
                    </m:r>
                  </m:oMath>
                </a14:m>
                <a:r>
                  <a:rPr sz="2200" b="0" dirty="0">
                    <a:solidFill>
                      <a:srgbClr val="182D45"/>
                    </a:solidFill>
                    <a:latin typeface="DejaVu Sans"/>
                    <a:ea typeface="DejaVu Sans"/>
                    <a:cs typeface="DejaVu Sans"/>
                  </a:rPr>
                  <a:t>:</a:t>
                </a:r>
              </a:p>
            </p:txBody>
          </p:sp>
        </mc:Choice>
        <mc:Fallback xmlns="">
          <p:sp>
            <p:nvSpPr>
              <p:cNvPr id="5" name="inline_5_9">
                <a:extLst>
                  <a:ext uri="{FF2B5EF4-FFF2-40B4-BE49-F238E27FC236}">
                    <a16:creationId xmlns:a16="http://schemas.microsoft.com/office/drawing/2014/main" id="{002B5E12-C6AB-41DA-90DE-965285F80746}"/>
                  </a:ext>
                </a:extLst>
              </p:cNvPr>
              <p:cNvSpPr>
                <a:spLocks noGrp="1" noRot="1" noChangeAspect="1" noMove="1" noResize="1" noEditPoints="1" noAdjustHandles="1" noChangeArrowheads="1" noChangeShapeType="1" noTextEdit="1"/>
              </p:cNvSpPr>
              <p:nvPr/>
            </p:nvSpPr>
            <p:spPr>
              <a:xfrm>
                <a:off x="581025" y="3641953"/>
                <a:ext cx="10858500" cy="447675"/>
              </a:xfrm>
              <a:prstGeom prst="rect">
                <a:avLst/>
              </a:prstGeom>
              <a:blipFill>
                <a:blip r:embed="rId5"/>
                <a:stretch>
                  <a:fillRect t="-18919" b="-12162"/>
                </a:stretch>
              </a:blipFill>
              <a:ln w="0">
                <a:noFill/>
              </a:ln>
            </p:spPr>
            <p:txBody>
              <a:bodyPr/>
              <a:lstStyle/>
              <a:p>
                <a:r>
                  <a:rPr lang="it-IT">
                    <a:noFill/>
                  </a:rPr>
                  <a:t> </a:t>
                </a:r>
              </a:p>
            </p:txBody>
          </p:sp>
        </mc:Fallback>
      </mc:AlternateContent>
      <p:pic>
        <p:nvPicPr>
          <p:cNvPr id="6" name="eq_narrative_s5_3" descr="\mathbf A=\begin{pmatrix}1&amp;2\\3&amp;4\end{pmatrix},\qquad\mathbf A^{-1}=\begin{pmatrix}-2&amp;1\\\frac32&amp;-\frac12\end{pmatrix}">
            <a:extLst>
              <a:ext uri="{FF2B5EF4-FFF2-40B4-BE49-F238E27FC236}">
                <a16:creationId xmlns:a16="http://schemas.microsoft.com/office/drawing/2014/main" id="{C432290D-578C-444E-BA8A-CF0D3E9AA01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00191" y="4636281"/>
            <a:ext cx="6391618" cy="941641"/>
          </a:xfrm>
          <a:prstGeom prst="rect">
            <a:avLst/>
          </a:prstGeom>
          <a:noFill/>
          <a:ln>
            <a:noFill/>
          </a:ln>
        </p:spPr>
      </p:pic>
      <mc:AlternateContent xmlns:mc="http://schemas.openxmlformats.org/markup-compatibility/2006" xmlns:a14="http://schemas.microsoft.com/office/drawing/2010/main">
        <mc:Choice Requires="a14">
          <p:sp>
            <p:nvSpPr>
              <p:cNvPr id="7" name="inline_5_10">
                <a:extLst>
                  <a:ext uri="{FF2B5EF4-FFF2-40B4-BE49-F238E27FC236}">
                    <a16:creationId xmlns:a16="http://schemas.microsoft.com/office/drawing/2014/main" id="{9227EFC4-42D7-4909-A08E-DAFD300CB3E3}"/>
                  </a:ext>
                </a:extLst>
              </p:cNvPr>
              <p:cNvSpPr>
                <a:spLocks noGrp="1"/>
              </p:cNvSpPr>
              <p:nvPr/>
            </p:nvSpPr>
            <p:spPr>
              <a:xfrm>
                <a:off x="552450" y="6086475"/>
                <a:ext cx="10858500" cy="371475"/>
              </a:xfrm>
              <a:prstGeom prst="rect">
                <a:avLst/>
              </a:prstGeom>
              <a:noFill/>
              <a:ln w="0">
                <a:noFill/>
              </a:ln>
            </p:spPr>
            <p:txBody>
              <a:bodyPr wrap="square" lIns="0" tIns="0" rIns="0" bIns="0" anchor="t">
                <a:noAutofit/>
              </a:bodyPr>
              <a:lstStyle/>
              <a:p>
                <a:pPr algn="ctr">
                  <a:defRPr sz="1875" b="0">
                    <a:solidFill>
                      <a:srgbClr val="526276"/>
                    </a:solidFill>
                    <a:latin typeface="DejaVu Sans"/>
                    <a:ea typeface="DejaVu Sans"/>
                    <a:cs typeface="DejaVu Sans"/>
                  </a:defRPr>
                </a:pPr>
                <a:r>
                  <a:rPr sz="2200" b="0" dirty="0">
                    <a:solidFill>
                      <a:srgbClr val="526276"/>
                    </a:solidFill>
                    <a:latin typeface="DejaVu Sans"/>
                    <a:ea typeface="DejaVu Sans"/>
                    <a:cs typeface="DejaVu Sans"/>
                  </a:rPr>
                  <a:t>Check that </a:t>
                </a:r>
                <a14:m>
                  <m:oMath xmlns:m="http://schemas.openxmlformats.org/officeDocument/2006/math">
                    <m:r>
                      <a:rPr sz="2200" b="0" i="0">
                        <a:solidFill>
                          <a:srgbClr val="526276"/>
                        </a:solidFill>
                        <a:latin typeface="Cambria Math"/>
                        <a:ea typeface="DejaVu Sans"/>
                        <a:cs typeface="DejaVu Sans"/>
                      </a:rPr>
                      <m:t>𝐀</m:t>
                    </m:r>
                    <m:sSup>
                      <m:sSupPr>
                        <m:ctrlPr>
                          <a:rPr sz="2200" b="0" i="0">
                            <a:solidFill>
                              <a:srgbClr val="526276"/>
                            </a:solidFill>
                            <a:latin typeface="Cambria Math"/>
                            <a:ea typeface="DejaVu Sans"/>
                            <a:cs typeface="DejaVu Sans"/>
                          </a:rPr>
                        </m:ctrlPr>
                      </m:sSupPr>
                      <m:e>
                        <m:r>
                          <a:rPr sz="2200" b="0" i="0">
                            <a:solidFill>
                              <a:srgbClr val="526276"/>
                            </a:solidFill>
                            <a:latin typeface="Cambria Math"/>
                            <a:ea typeface="DejaVu Sans"/>
                            <a:cs typeface="DejaVu Sans"/>
                          </a:rPr>
                          <m:t>𝐀</m:t>
                        </m:r>
                      </m:e>
                      <m:sup>
                        <m:r>
                          <a:rPr sz="2200" b="0" i="0">
                            <a:solidFill>
                              <a:srgbClr val="526276"/>
                            </a:solidFill>
                            <a:latin typeface="Cambria Math"/>
                            <a:ea typeface="DejaVu Sans"/>
                            <a:cs typeface="DejaVu Sans"/>
                          </a:rPr>
                          <m:t>−1</m:t>
                        </m:r>
                      </m:sup>
                    </m:sSup>
                    <m:r>
                      <a:rPr sz="2200" b="0" i="0">
                        <a:solidFill>
                          <a:srgbClr val="526276"/>
                        </a:solidFill>
                        <a:latin typeface="Cambria Math"/>
                        <a:ea typeface="DejaVu Sans"/>
                        <a:cs typeface="DejaVu Sans"/>
                      </a:rPr>
                      <m:t>=</m:t>
                    </m:r>
                    <m:sSub>
                      <m:sSubPr>
                        <m:ctrlPr>
                          <a:rPr sz="2200" b="0" i="0">
                            <a:solidFill>
                              <a:srgbClr val="526276"/>
                            </a:solidFill>
                            <a:latin typeface="Cambria Math"/>
                            <a:ea typeface="DejaVu Sans"/>
                            <a:cs typeface="DejaVu Sans"/>
                          </a:rPr>
                        </m:ctrlPr>
                      </m:sSubPr>
                      <m:e>
                        <m:r>
                          <a:rPr sz="2200" b="0" i="0">
                            <a:solidFill>
                              <a:srgbClr val="526276"/>
                            </a:solidFill>
                            <a:latin typeface="Cambria Math"/>
                            <a:ea typeface="DejaVu Sans"/>
                            <a:cs typeface="DejaVu Sans"/>
                          </a:rPr>
                          <m:t>𝐈</m:t>
                        </m:r>
                      </m:e>
                      <m:sub>
                        <m:r>
                          <a:rPr sz="2200" b="0" i="0">
                            <a:solidFill>
                              <a:srgbClr val="526276"/>
                            </a:solidFill>
                            <a:latin typeface="Cambria Math"/>
                            <a:ea typeface="DejaVu Sans"/>
                            <a:cs typeface="DejaVu Sans"/>
                          </a:rPr>
                          <m:t>2</m:t>
                        </m:r>
                      </m:sub>
                    </m:sSub>
                    <m:r>
                      <a:rPr sz="2200" b="0" i="0">
                        <a:solidFill>
                          <a:srgbClr val="526276"/>
                        </a:solidFill>
                        <a:latin typeface="Cambria Math"/>
                        <a:ea typeface="DejaVu Sans"/>
                        <a:cs typeface="DejaVu Sans"/>
                      </a:rPr>
                      <m:t>=</m:t>
                    </m:r>
                    <m:sSup>
                      <m:sSupPr>
                        <m:ctrlPr>
                          <a:rPr sz="2200" b="0" i="0">
                            <a:solidFill>
                              <a:srgbClr val="526276"/>
                            </a:solidFill>
                            <a:latin typeface="Cambria Math"/>
                            <a:ea typeface="DejaVu Sans"/>
                            <a:cs typeface="DejaVu Sans"/>
                          </a:rPr>
                        </m:ctrlPr>
                      </m:sSupPr>
                      <m:e>
                        <m:r>
                          <a:rPr sz="2200" b="0" i="0">
                            <a:solidFill>
                              <a:srgbClr val="526276"/>
                            </a:solidFill>
                            <a:latin typeface="Cambria Math"/>
                            <a:ea typeface="DejaVu Sans"/>
                            <a:cs typeface="DejaVu Sans"/>
                          </a:rPr>
                          <m:t>𝐀</m:t>
                        </m:r>
                      </m:e>
                      <m:sup>
                        <m:r>
                          <a:rPr sz="2200" b="0" i="0">
                            <a:solidFill>
                              <a:srgbClr val="526276"/>
                            </a:solidFill>
                            <a:latin typeface="Cambria Math"/>
                            <a:ea typeface="DejaVu Sans"/>
                            <a:cs typeface="DejaVu Sans"/>
                          </a:rPr>
                          <m:t>−1</m:t>
                        </m:r>
                      </m:sup>
                    </m:sSup>
                    <m:r>
                      <a:rPr sz="2200" b="0" i="0">
                        <a:solidFill>
                          <a:srgbClr val="526276"/>
                        </a:solidFill>
                        <a:latin typeface="Cambria Math"/>
                        <a:ea typeface="DejaVu Sans"/>
                        <a:cs typeface="DejaVu Sans"/>
                      </a:rPr>
                      <m:t>𝐀</m:t>
                    </m:r>
                  </m:oMath>
                </a14:m>
                <a:r>
                  <a:rPr sz="2200" b="0" dirty="0">
                    <a:solidFill>
                      <a:srgbClr val="526276"/>
                    </a:solidFill>
                    <a:latin typeface="DejaVu Sans"/>
                    <a:ea typeface="DejaVu Sans"/>
                    <a:cs typeface="DejaVu Sans"/>
                  </a:rPr>
                  <a:t>.</a:t>
                </a:r>
              </a:p>
            </p:txBody>
          </p:sp>
        </mc:Choice>
        <mc:Fallback xmlns="">
          <p:sp>
            <p:nvSpPr>
              <p:cNvPr id="7" name="inline_5_10">
                <a:extLst>
                  <a:ext uri="{FF2B5EF4-FFF2-40B4-BE49-F238E27FC236}">
                    <a16:creationId xmlns:a16="http://schemas.microsoft.com/office/drawing/2014/main" id="{9227EFC4-42D7-4909-A08E-DAFD300CB3E3}"/>
                  </a:ext>
                </a:extLst>
              </p:cNvPr>
              <p:cNvSpPr>
                <a:spLocks noGrp="1" noRot="1" noChangeAspect="1" noMove="1" noResize="1" noEditPoints="1" noAdjustHandles="1" noChangeArrowheads="1" noChangeShapeType="1" noTextEdit="1"/>
              </p:cNvSpPr>
              <p:nvPr/>
            </p:nvSpPr>
            <p:spPr>
              <a:xfrm>
                <a:off x="552450" y="6086475"/>
                <a:ext cx="10858500" cy="371475"/>
              </a:xfrm>
              <a:prstGeom prst="rect">
                <a:avLst/>
              </a:prstGeom>
              <a:blipFill>
                <a:blip r:embed="rId7"/>
                <a:stretch>
                  <a:fillRect t="-22951" b="-36066"/>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242213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narrative_s6_text1">
            <a:extLst>
              <a:ext uri="{FF2B5EF4-FFF2-40B4-BE49-F238E27FC236}">
                <a16:creationId xmlns:a16="http://schemas.microsoft.com/office/drawing/2014/main" id="{31FFC5B5-3DA9-451B-A323-A59A577F4DF0}"/>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Solving a linear system with an inverse</a:t>
            </a:r>
          </a:p>
        </p:txBody>
      </p:sp>
      <p:sp>
        <p:nvSpPr>
          <p:cNvPr id="2" name="page_number">
            <a:extLst>
              <a:ext uri="{FF2B5EF4-FFF2-40B4-BE49-F238E27FC236}">
                <a16:creationId xmlns:a16="http://schemas.microsoft.com/office/drawing/2014/main" id="{C64DA2A9-836E-4B5A-BC17-F2F1EE6F0193}"/>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20</a:t>
            </a:r>
          </a:p>
        </p:txBody>
      </p:sp>
      <mc:AlternateContent xmlns:mc="http://schemas.openxmlformats.org/markup-compatibility/2006" xmlns:a14="http://schemas.microsoft.com/office/drawing/2010/main">
        <mc:Choice Requires="a14">
          <p:sp>
            <p:nvSpPr>
              <p:cNvPr id="3" name="inline_6_11">
                <a:extLst>
                  <a:ext uri="{FF2B5EF4-FFF2-40B4-BE49-F238E27FC236}">
                    <a16:creationId xmlns:a16="http://schemas.microsoft.com/office/drawing/2014/main" id="{38298E83-8425-4C1B-BC16-0F9A00C22CFE}"/>
                  </a:ext>
                </a:extLst>
              </p:cNvPr>
              <p:cNvSpPr>
                <a:spLocks noGrp="1"/>
              </p:cNvSpPr>
              <p:nvPr/>
            </p:nvSpPr>
            <p:spPr>
              <a:xfrm>
                <a:off x="609600" y="1257300"/>
                <a:ext cx="10953750" cy="809625"/>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300" b="0" dirty="0">
                    <a:solidFill>
                      <a:srgbClr val="182D45"/>
                    </a:solidFill>
                    <a:latin typeface="DejaVu Sans"/>
                    <a:ea typeface="DejaVu Sans"/>
                    <a:cs typeface="DejaVu Sans"/>
                  </a:rPr>
                  <a:t>Let </a:t>
                </a:r>
                <a14:m>
                  <m:oMath xmlns:m="http://schemas.openxmlformats.org/officeDocument/2006/math">
                    <m:r>
                      <a:rPr sz="2300" b="0" i="0">
                        <a:solidFill>
                          <a:srgbClr val="182D45"/>
                        </a:solidFill>
                        <a:latin typeface="Cambria Math"/>
                        <a:ea typeface="DejaVu Sans"/>
                        <a:cs typeface="DejaVu Sans"/>
                      </a:rPr>
                      <m:t>𝐀</m:t>
                    </m:r>
                    <m:r>
                      <a:rPr sz="2300" b="0" i="0">
                        <a:solidFill>
                          <a:srgbClr val="182D45"/>
                        </a:solidFill>
                        <a:latin typeface="Cambria Math"/>
                        <a:ea typeface="DejaVu Sans"/>
                        <a:cs typeface="DejaVu Sans"/>
                      </a:rPr>
                      <m:t>∈</m:t>
                    </m:r>
                    <m:sSup>
                      <m:sSupPr>
                        <m:ctrlPr>
                          <a:rPr sz="2300" b="0" i="0">
                            <a:solidFill>
                              <a:srgbClr val="182D45"/>
                            </a:solidFill>
                            <a:latin typeface="Cambria Math"/>
                            <a:ea typeface="DejaVu Sans"/>
                            <a:cs typeface="DejaVu Sans"/>
                          </a:rPr>
                        </m:ctrlPr>
                      </m:sSupPr>
                      <m:e>
                        <m:r>
                          <a:rPr sz="2300" b="0" i="0">
                            <a:solidFill>
                              <a:srgbClr val="182D45"/>
                            </a:solidFill>
                            <a:latin typeface="Cambria Math"/>
                            <a:ea typeface="DejaVu Sans"/>
                            <a:cs typeface="DejaVu Sans"/>
                          </a:rPr>
                          <m:t>ℝ</m:t>
                        </m:r>
                      </m:e>
                      <m:sup>
                        <m:r>
                          <a:rPr sz="2300" b="0" i="0">
                            <a:solidFill>
                              <a:srgbClr val="182D45"/>
                            </a:solidFill>
                            <a:latin typeface="Cambria Math"/>
                            <a:ea typeface="DejaVu Sans"/>
                            <a:cs typeface="DejaVu Sans"/>
                          </a:rPr>
                          <m:t>𝑛</m:t>
                        </m:r>
                        <m:r>
                          <a:rPr sz="2300" b="0" i="0">
                            <a:solidFill>
                              <a:srgbClr val="182D45"/>
                            </a:solidFill>
                            <a:latin typeface="Cambria Math"/>
                            <a:ea typeface="DejaVu Sans"/>
                            <a:cs typeface="DejaVu Sans"/>
                          </a:rPr>
                          <m:t>×</m:t>
                        </m:r>
                        <m:r>
                          <a:rPr sz="2300" b="0" i="0">
                            <a:solidFill>
                              <a:srgbClr val="182D45"/>
                            </a:solidFill>
                            <a:latin typeface="Cambria Math"/>
                            <a:ea typeface="DejaVu Sans"/>
                            <a:cs typeface="DejaVu Sans"/>
                          </a:rPr>
                          <m:t>𝑛</m:t>
                        </m:r>
                      </m:sup>
                    </m:sSup>
                  </m:oMath>
                </a14:m>
                <a:r>
                  <a:rPr sz="2300" b="0" dirty="0">
                    <a:solidFill>
                      <a:srgbClr val="182D45"/>
                    </a:solidFill>
                    <a:latin typeface="DejaVu Sans"/>
                    <a:ea typeface="DejaVu Sans"/>
                    <a:cs typeface="DejaVu Sans"/>
                  </a:rPr>
                  <a:t> be invertible and </a:t>
                </a:r>
                <a14:m>
                  <m:oMath xmlns:m="http://schemas.openxmlformats.org/officeDocument/2006/math">
                    <m:r>
                      <a:rPr sz="2300" b="0" i="0">
                        <a:solidFill>
                          <a:srgbClr val="182D45"/>
                        </a:solidFill>
                        <a:latin typeface="Cambria Math"/>
                        <a:ea typeface="DejaVu Sans"/>
                        <a:cs typeface="DejaVu Sans"/>
                      </a:rPr>
                      <m:t>𝐛</m:t>
                    </m:r>
                    <m:r>
                      <a:rPr sz="2300" b="0" i="0">
                        <a:solidFill>
                          <a:srgbClr val="182D45"/>
                        </a:solidFill>
                        <a:latin typeface="Cambria Math"/>
                        <a:ea typeface="DejaVu Sans"/>
                        <a:cs typeface="DejaVu Sans"/>
                      </a:rPr>
                      <m:t>∈</m:t>
                    </m:r>
                    <m:sSup>
                      <m:sSupPr>
                        <m:ctrlPr>
                          <a:rPr sz="2300" b="0" i="0">
                            <a:solidFill>
                              <a:srgbClr val="182D45"/>
                            </a:solidFill>
                            <a:latin typeface="Cambria Math"/>
                            <a:ea typeface="DejaVu Sans"/>
                            <a:cs typeface="DejaVu Sans"/>
                          </a:rPr>
                        </m:ctrlPr>
                      </m:sSupPr>
                      <m:e>
                        <m:r>
                          <a:rPr sz="2300" b="0" i="0">
                            <a:solidFill>
                              <a:srgbClr val="182D45"/>
                            </a:solidFill>
                            <a:latin typeface="Cambria Math"/>
                            <a:ea typeface="DejaVu Sans"/>
                            <a:cs typeface="DejaVu Sans"/>
                          </a:rPr>
                          <m:t>ℝ</m:t>
                        </m:r>
                      </m:e>
                      <m:sup>
                        <m:r>
                          <a:rPr sz="2300" b="0" i="0">
                            <a:solidFill>
                              <a:srgbClr val="182D45"/>
                            </a:solidFill>
                            <a:latin typeface="Cambria Math"/>
                            <a:ea typeface="DejaVu Sans"/>
                            <a:cs typeface="DejaVu Sans"/>
                          </a:rPr>
                          <m:t>𝑛</m:t>
                        </m:r>
                        <m:r>
                          <a:rPr sz="2300" b="0" i="0">
                            <a:solidFill>
                              <a:srgbClr val="182D45"/>
                            </a:solidFill>
                            <a:latin typeface="Cambria Math"/>
                            <a:ea typeface="DejaVu Sans"/>
                            <a:cs typeface="DejaVu Sans"/>
                          </a:rPr>
                          <m:t>×1</m:t>
                        </m:r>
                      </m:sup>
                    </m:sSup>
                  </m:oMath>
                </a14:m>
                <a:r>
                  <a:rPr sz="2300" b="0" dirty="0">
                    <a:solidFill>
                      <a:srgbClr val="182D45"/>
                    </a:solidFill>
                    <a:latin typeface="DejaVu Sans"/>
                    <a:ea typeface="DejaVu Sans"/>
                    <a:cs typeface="DejaVu Sans"/>
                  </a:rPr>
                  <a:t>.</a:t>
                </a:r>
                <a:endParaRPr lang="it-IT" sz="23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300" b="0" dirty="0">
                    <a:solidFill>
                      <a:srgbClr val="182D45"/>
                    </a:solidFill>
                    <a:latin typeface="DejaVu Sans"/>
                    <a:ea typeface="DejaVu Sans"/>
                    <a:cs typeface="DejaVu Sans"/>
                  </a:rPr>
                  <a:t>We want to solve</a:t>
                </a:r>
                <a:r>
                  <a:rPr lang="it-IT" sz="2300" b="0" dirty="0">
                    <a:solidFill>
                      <a:srgbClr val="182D45"/>
                    </a:solidFill>
                    <a:latin typeface="DejaVu Sans"/>
                    <a:ea typeface="DejaVu Sans"/>
                    <a:cs typeface="DejaVu Sans"/>
                  </a:rPr>
                  <a:t> the linear system</a:t>
                </a:r>
                <a:r>
                  <a:rPr sz="2300" b="0" dirty="0">
                    <a:solidFill>
                      <a:srgbClr val="182D45"/>
                    </a:solidFill>
                    <a:latin typeface="DejaVu Sans"/>
                    <a:ea typeface="DejaVu Sans"/>
                    <a:cs typeface="DejaVu Sans"/>
                  </a:rPr>
                  <a:t> </a:t>
                </a:r>
                <a14:m>
                  <m:oMath xmlns:m="http://schemas.openxmlformats.org/officeDocument/2006/math">
                    <m:r>
                      <a:rPr sz="2300" b="0" i="0">
                        <a:solidFill>
                          <a:srgbClr val="182D45"/>
                        </a:solidFill>
                        <a:latin typeface="Cambria Math"/>
                        <a:ea typeface="DejaVu Sans"/>
                        <a:cs typeface="DejaVu Sans"/>
                      </a:rPr>
                      <m:t>𝐀𝐱</m:t>
                    </m:r>
                    <m:r>
                      <a:rPr sz="2300" b="0" i="0">
                        <a:solidFill>
                          <a:srgbClr val="182D45"/>
                        </a:solidFill>
                        <a:latin typeface="Cambria Math"/>
                        <a:ea typeface="DejaVu Sans"/>
                        <a:cs typeface="DejaVu Sans"/>
                      </a:rPr>
                      <m:t>=</m:t>
                    </m:r>
                    <m:r>
                      <a:rPr sz="2300" b="0" i="0">
                        <a:solidFill>
                          <a:srgbClr val="182D45"/>
                        </a:solidFill>
                        <a:latin typeface="Cambria Math"/>
                        <a:ea typeface="DejaVu Sans"/>
                        <a:cs typeface="DejaVu Sans"/>
                      </a:rPr>
                      <m:t>𝐛</m:t>
                    </m:r>
                  </m:oMath>
                </a14:m>
                <a:r>
                  <a:rPr sz="2300" b="0" dirty="0">
                    <a:solidFill>
                      <a:srgbClr val="182D45"/>
                    </a:solidFill>
                    <a:latin typeface="DejaVu Sans"/>
                    <a:ea typeface="DejaVu Sans"/>
                    <a:cs typeface="DejaVu Sans"/>
                  </a:rPr>
                  <a:t> for a column vector </a:t>
                </a:r>
                <a14:m>
                  <m:oMath xmlns:m="http://schemas.openxmlformats.org/officeDocument/2006/math">
                    <m:r>
                      <a:rPr sz="2300" b="0" i="0">
                        <a:solidFill>
                          <a:srgbClr val="182D45"/>
                        </a:solidFill>
                        <a:latin typeface="Cambria Math"/>
                        <a:ea typeface="DejaVu Sans"/>
                        <a:cs typeface="DejaVu Sans"/>
                      </a:rPr>
                      <m:t>𝐱</m:t>
                    </m:r>
                  </m:oMath>
                </a14:m>
                <a:r>
                  <a:rPr sz="2300" b="0" dirty="0">
                    <a:solidFill>
                      <a:srgbClr val="182D45"/>
                    </a:solidFill>
                    <a:latin typeface="DejaVu Sans"/>
                    <a:ea typeface="DejaVu Sans"/>
                    <a:cs typeface="DejaVu Sans"/>
                  </a:rPr>
                  <a:t>.</a:t>
                </a:r>
              </a:p>
            </p:txBody>
          </p:sp>
        </mc:Choice>
        <mc:Fallback xmlns="">
          <p:sp>
            <p:nvSpPr>
              <p:cNvPr id="3" name="inline_6_11">
                <a:extLst>
                  <a:ext uri="{FF2B5EF4-FFF2-40B4-BE49-F238E27FC236}">
                    <a16:creationId xmlns:a16="http://schemas.microsoft.com/office/drawing/2014/main" id="{38298E83-8425-4C1B-BC16-0F9A00C22CFE}"/>
                  </a:ext>
                </a:extLst>
              </p:cNvPr>
              <p:cNvSpPr>
                <a:spLocks noGrp="1" noRot="1" noChangeAspect="1" noMove="1" noResize="1" noEditPoints="1" noAdjustHandles="1" noChangeArrowheads="1" noChangeShapeType="1" noTextEdit="1"/>
              </p:cNvSpPr>
              <p:nvPr/>
            </p:nvSpPr>
            <p:spPr>
              <a:xfrm>
                <a:off x="609600" y="1257300"/>
                <a:ext cx="10953750" cy="809625"/>
              </a:xfrm>
              <a:prstGeom prst="rect">
                <a:avLst/>
              </a:prstGeom>
              <a:blipFill>
                <a:blip r:embed="rId3"/>
                <a:stretch>
                  <a:fillRect t="-12030" b="-8271"/>
                </a:stretch>
              </a:blipFill>
              <a:ln w="0">
                <a:noFill/>
              </a:ln>
            </p:spPr>
            <p:txBody>
              <a:bodyPr/>
              <a:lstStyle/>
              <a:p>
                <a:r>
                  <a:rPr lang="it-IT">
                    <a:noFill/>
                  </a:rPr>
                  <a:t> </a:t>
                </a:r>
              </a:p>
            </p:txBody>
          </p:sp>
        </mc:Fallback>
      </mc:AlternateContent>
      <p:sp>
        <p:nvSpPr>
          <p:cNvPr id="4" name="narrative_s6_text2">
            <a:extLst>
              <a:ext uri="{FF2B5EF4-FFF2-40B4-BE49-F238E27FC236}">
                <a16:creationId xmlns:a16="http://schemas.microsoft.com/office/drawing/2014/main" id="{C92D4F02-E62A-401C-98C6-06ECCB284FE2}"/>
              </a:ext>
            </a:extLst>
          </p:cNvPr>
          <p:cNvSpPr>
            <a:spLocks noGrp="1"/>
          </p:cNvSpPr>
          <p:nvPr/>
        </p:nvSpPr>
        <p:spPr>
          <a:xfrm>
            <a:off x="609600" y="2343150"/>
            <a:ext cx="10858500" cy="4191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300" b="0" dirty="0">
                <a:solidFill>
                  <a:srgbClr val="182D45"/>
                </a:solidFill>
                <a:latin typeface="DejaVu Sans"/>
                <a:ea typeface="DejaVu Sans"/>
                <a:cs typeface="DejaVu Sans"/>
              </a:rPr>
              <a:t>Any solution must satisfy:</a:t>
            </a:r>
          </a:p>
        </p:txBody>
      </p:sp>
      <p:pic>
        <p:nvPicPr>
          <p:cNvPr id="5" name="eq_narrative_s6_3" descr="\mathbf x=\mathbf I_n\mathbf x">
            <a:extLst>
              <a:ext uri="{FF2B5EF4-FFF2-40B4-BE49-F238E27FC236}">
                <a16:creationId xmlns:a16="http://schemas.microsoft.com/office/drawing/2014/main" id="{C84B85F0-D59A-466B-BFCA-11A82EE51E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4050" y="3052305"/>
            <a:ext cx="1373823" cy="343814"/>
          </a:xfrm>
          <a:prstGeom prst="rect">
            <a:avLst/>
          </a:prstGeom>
          <a:noFill/>
          <a:ln>
            <a:noFill/>
          </a:ln>
        </p:spPr>
      </p:pic>
      <p:pic>
        <p:nvPicPr>
          <p:cNvPr id="6" name="eq_narrative_s6_4" descr="{}=(\mathbf A^{-1}\mathbf A)\mathbf x">
            <a:extLst>
              <a:ext uri="{FF2B5EF4-FFF2-40B4-BE49-F238E27FC236}">
                <a16:creationId xmlns:a16="http://schemas.microsoft.com/office/drawing/2014/main" id="{3268B52C-9B39-43CE-BE3A-7CE59CE5EDF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57873" y="2980581"/>
            <a:ext cx="2134667" cy="449834"/>
          </a:xfrm>
          <a:prstGeom prst="rect">
            <a:avLst/>
          </a:prstGeom>
          <a:noFill/>
          <a:ln>
            <a:noFill/>
          </a:ln>
        </p:spPr>
      </p:pic>
      <p:pic>
        <p:nvPicPr>
          <p:cNvPr id="7" name="eq_narrative_s6_5" descr="{}=\mathbf A^{-1}(\mathbf A\mathbf x)">
            <a:extLst>
              <a:ext uri="{FF2B5EF4-FFF2-40B4-BE49-F238E27FC236}">
                <a16:creationId xmlns:a16="http://schemas.microsoft.com/office/drawing/2014/main" id="{33CFF807-4ABF-4049-BE9F-B7A9A13B2A6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96000" y="2975002"/>
            <a:ext cx="2134667" cy="449834"/>
          </a:xfrm>
          <a:prstGeom prst="rect">
            <a:avLst/>
          </a:prstGeom>
          <a:noFill/>
          <a:ln>
            <a:noFill/>
          </a:ln>
        </p:spPr>
      </p:pic>
      <p:pic>
        <p:nvPicPr>
          <p:cNvPr id="8" name="eq_narrative_s6_6" descr="{}=\mathbf A^{-1}\mathbf b">
            <a:extLst>
              <a:ext uri="{FF2B5EF4-FFF2-40B4-BE49-F238E27FC236}">
                <a16:creationId xmlns:a16="http://schemas.microsoft.com/office/drawing/2014/main" id="{82AD9E72-8566-49F2-874C-900BCBFCA58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230667" y="2982622"/>
            <a:ext cx="1517028" cy="354584"/>
          </a:xfrm>
          <a:prstGeom prst="rect">
            <a:avLst/>
          </a:prstGeom>
          <a:noFill/>
          <a:ln>
            <a:noFill/>
          </a:ln>
        </p:spPr>
      </p:pic>
      <p:sp>
        <p:nvSpPr>
          <p:cNvPr id="9" name="narrative_s6_text7">
            <a:extLst>
              <a:ext uri="{FF2B5EF4-FFF2-40B4-BE49-F238E27FC236}">
                <a16:creationId xmlns:a16="http://schemas.microsoft.com/office/drawing/2014/main" id="{D38D7D5C-0440-462D-9C7D-1CF79214955C}"/>
              </a:ext>
            </a:extLst>
          </p:cNvPr>
          <p:cNvSpPr>
            <a:spLocks noGrp="1"/>
          </p:cNvSpPr>
          <p:nvPr/>
        </p:nvSpPr>
        <p:spPr>
          <a:xfrm>
            <a:off x="657225" y="4010024"/>
            <a:ext cx="10858500" cy="428625"/>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300" b="0" dirty="0">
                <a:solidFill>
                  <a:srgbClr val="182D45"/>
                </a:solidFill>
                <a:latin typeface="DejaVu Sans"/>
                <a:ea typeface="DejaVu Sans"/>
                <a:cs typeface="DejaVu Sans"/>
              </a:rPr>
              <a:t>This candidate also satisfies the equation:</a:t>
            </a:r>
          </a:p>
        </p:txBody>
      </p:sp>
      <p:pic>
        <p:nvPicPr>
          <p:cNvPr id="10" name="eq_narrative_s6_8" descr="\mathbf A(\mathbf A^{-1}\mathbf b)=(\mathbf A\mathbf A^{-1})\mathbf b=\mathbf I_n\mathbf b=\mathbf b">
            <a:extLst>
              <a:ext uri="{FF2B5EF4-FFF2-40B4-BE49-F238E27FC236}">
                <a16:creationId xmlns:a16="http://schemas.microsoft.com/office/drawing/2014/main" id="{60B52DE5-59AC-4597-944F-80C47ABB512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292856" y="4779935"/>
            <a:ext cx="5491988" cy="439217"/>
          </a:xfrm>
          <a:prstGeom prst="rect">
            <a:avLst/>
          </a:prstGeom>
          <a:noFill/>
          <a:ln>
            <a:noFill/>
          </a:ln>
        </p:spPr>
      </p:pic>
      <mc:AlternateContent xmlns:mc="http://schemas.openxmlformats.org/markup-compatibility/2006" xmlns:a14="http://schemas.microsoft.com/office/drawing/2010/main">
        <mc:Choice Requires="a14">
          <p:sp>
            <p:nvSpPr>
              <p:cNvPr id="11" name="inline_6_12">
                <a:extLst>
                  <a:ext uri="{FF2B5EF4-FFF2-40B4-BE49-F238E27FC236}">
                    <a16:creationId xmlns:a16="http://schemas.microsoft.com/office/drawing/2014/main" id="{D7156821-5248-4D7F-B3C1-B81ED174117E}"/>
                  </a:ext>
                </a:extLst>
              </p:cNvPr>
              <p:cNvSpPr>
                <a:spLocks noGrp="1"/>
              </p:cNvSpPr>
              <p:nvPr/>
            </p:nvSpPr>
            <p:spPr>
              <a:xfrm>
                <a:off x="609600" y="5839279"/>
                <a:ext cx="10858500" cy="371475"/>
              </a:xfrm>
              <a:prstGeom prst="rect">
                <a:avLst/>
              </a:prstGeom>
              <a:noFill/>
              <a:ln w="0">
                <a:noFill/>
              </a:ln>
            </p:spPr>
            <p:txBody>
              <a:bodyPr wrap="square" lIns="0" tIns="0" rIns="0" bIns="0" anchor="t">
                <a:noAutofit/>
              </a:bodyPr>
              <a:lstStyle/>
              <a:p>
                <a:pPr algn="ctr">
                  <a:defRPr sz="1875" b="0">
                    <a:solidFill>
                      <a:srgbClr val="087F83"/>
                    </a:solidFill>
                    <a:latin typeface="DejaVu Sans"/>
                    <a:ea typeface="DejaVu Sans"/>
                    <a:cs typeface="DejaVu Sans"/>
                  </a:defRPr>
                </a:pPr>
                <a:r>
                  <a:rPr sz="2400" b="0" dirty="0">
                    <a:solidFill>
                      <a:srgbClr val="087F83"/>
                    </a:solidFill>
                    <a:latin typeface="DejaVu Sans"/>
                    <a:ea typeface="DejaVu Sans"/>
                    <a:cs typeface="DejaVu Sans"/>
                  </a:rPr>
                  <a:t>Therefore the solution exists and is unique: </a:t>
                </a:r>
                <a14:m>
                  <m:oMath xmlns:m="http://schemas.openxmlformats.org/officeDocument/2006/math">
                    <m:r>
                      <a:rPr sz="2400" b="0" i="0">
                        <a:solidFill>
                          <a:srgbClr val="087F83"/>
                        </a:solidFill>
                        <a:latin typeface="Cambria Math"/>
                        <a:ea typeface="DejaVu Sans"/>
                        <a:cs typeface="DejaVu Sans"/>
                      </a:rPr>
                      <m:t>𝐱</m:t>
                    </m:r>
                    <m:r>
                      <a:rPr sz="2400" b="0" i="0">
                        <a:solidFill>
                          <a:srgbClr val="087F83"/>
                        </a:solidFill>
                        <a:latin typeface="Cambria Math"/>
                        <a:ea typeface="DejaVu Sans"/>
                        <a:cs typeface="DejaVu Sans"/>
                      </a:rPr>
                      <m:t>=</m:t>
                    </m:r>
                    <m:sSup>
                      <m:sSupPr>
                        <m:ctrlPr>
                          <a:rPr sz="2400" b="0" i="0">
                            <a:solidFill>
                              <a:srgbClr val="087F83"/>
                            </a:solidFill>
                            <a:latin typeface="Cambria Math"/>
                            <a:ea typeface="DejaVu Sans"/>
                            <a:cs typeface="DejaVu Sans"/>
                          </a:rPr>
                        </m:ctrlPr>
                      </m:sSupPr>
                      <m:e>
                        <m:r>
                          <a:rPr sz="2400" b="0" i="0">
                            <a:solidFill>
                              <a:srgbClr val="087F83"/>
                            </a:solidFill>
                            <a:latin typeface="Cambria Math"/>
                            <a:ea typeface="DejaVu Sans"/>
                            <a:cs typeface="DejaVu Sans"/>
                          </a:rPr>
                          <m:t>𝐀</m:t>
                        </m:r>
                      </m:e>
                      <m:sup>
                        <m:r>
                          <a:rPr sz="2400" b="0" i="0">
                            <a:solidFill>
                              <a:srgbClr val="087F83"/>
                            </a:solidFill>
                            <a:latin typeface="Cambria Math"/>
                            <a:ea typeface="DejaVu Sans"/>
                            <a:cs typeface="DejaVu Sans"/>
                          </a:rPr>
                          <m:t>−1</m:t>
                        </m:r>
                      </m:sup>
                    </m:sSup>
                    <m:r>
                      <a:rPr sz="2400" b="0" i="0">
                        <a:solidFill>
                          <a:srgbClr val="087F83"/>
                        </a:solidFill>
                        <a:latin typeface="Cambria Math"/>
                        <a:ea typeface="DejaVu Sans"/>
                        <a:cs typeface="DejaVu Sans"/>
                      </a:rPr>
                      <m:t>𝐛</m:t>
                    </m:r>
                  </m:oMath>
                </a14:m>
                <a:r>
                  <a:rPr sz="2400" b="0" dirty="0">
                    <a:solidFill>
                      <a:srgbClr val="087F83"/>
                    </a:solidFill>
                    <a:latin typeface="DejaVu Sans"/>
                    <a:ea typeface="DejaVu Sans"/>
                    <a:cs typeface="DejaVu Sans"/>
                  </a:rPr>
                  <a:t>.</a:t>
                </a:r>
              </a:p>
            </p:txBody>
          </p:sp>
        </mc:Choice>
        <mc:Fallback xmlns="">
          <p:sp>
            <p:nvSpPr>
              <p:cNvPr id="11" name="inline_6_12">
                <a:extLst>
                  <a:ext uri="{FF2B5EF4-FFF2-40B4-BE49-F238E27FC236}">
                    <a16:creationId xmlns:a16="http://schemas.microsoft.com/office/drawing/2014/main" id="{D7156821-5248-4D7F-B3C1-B81ED174117E}"/>
                  </a:ext>
                </a:extLst>
              </p:cNvPr>
              <p:cNvSpPr>
                <a:spLocks noGrp="1" noRot="1" noChangeAspect="1" noMove="1" noResize="1" noEditPoints="1" noAdjustHandles="1" noChangeArrowheads="1" noChangeShapeType="1" noTextEdit="1"/>
              </p:cNvSpPr>
              <p:nvPr/>
            </p:nvSpPr>
            <p:spPr>
              <a:xfrm>
                <a:off x="609600" y="5839279"/>
                <a:ext cx="10858500" cy="371475"/>
              </a:xfrm>
              <a:prstGeom prst="rect">
                <a:avLst/>
              </a:prstGeom>
              <a:blipFill>
                <a:blip r:embed="rId9"/>
                <a:stretch>
                  <a:fillRect t="-27869" b="-45902"/>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698056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animBg="1"/>
      <p:bldP spid="7" grpId="0" build="allAtOnce" animBg="1"/>
      <p:bldP spid="8" grpId="0" build="allAtOnce" animBg="1"/>
      <p:bldP spid="9" grpId="0" build="allAtOnce" animBg="1"/>
      <p:bldP spid="10" grpId="0" build="allAtOnce" animBg="1"/>
      <p:bldP spid="11" grpId="0" build="allAtOnce"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narrative_s1_text1">
            <a:extLst>
              <a:ext uri="{FF2B5EF4-FFF2-40B4-BE49-F238E27FC236}">
                <a16:creationId xmlns:a16="http://schemas.microsoft.com/office/drawing/2014/main" id="{D528CA03-F5A8-451D-A999-2AB3133422EF}"/>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Indicator functions and the Kronecker delta</a:t>
            </a:r>
          </a:p>
        </p:txBody>
      </p:sp>
      <p:sp>
        <p:nvSpPr>
          <p:cNvPr id="2" name="page_number">
            <a:extLst>
              <a:ext uri="{FF2B5EF4-FFF2-40B4-BE49-F238E27FC236}">
                <a16:creationId xmlns:a16="http://schemas.microsoft.com/office/drawing/2014/main" id="{0DCA4635-E8D6-414E-BFFC-6F5B27E51B64}"/>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21</a:t>
            </a:r>
          </a:p>
        </p:txBody>
      </p:sp>
      <p:sp>
        <p:nvSpPr>
          <p:cNvPr id="3" name="narrative_s1_text2">
            <a:extLst>
              <a:ext uri="{FF2B5EF4-FFF2-40B4-BE49-F238E27FC236}">
                <a16:creationId xmlns:a16="http://schemas.microsoft.com/office/drawing/2014/main" id="{4A33268D-2F34-4A37-97FF-A680ABAFB6A9}"/>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An indicator turns a condition into a number:</a:t>
            </a:r>
            <a:endParaRPr lang="it-IT" sz="21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one when the condition holds, and zero otherwise.</a:t>
            </a:r>
          </a:p>
        </p:txBody>
      </p:sp>
      <p:pic>
        <p:nvPicPr>
          <p:cNvPr id="4" name="eq_narrative_s1_3" descr="\mathbf1\{A\}\coloneqq\begin{cases}1,&amp;\text{if }A\text{ is true},\\0,&amp;\text{if }A\text{ is false}.\end{cases}">
            <a:extLst>
              <a:ext uri="{FF2B5EF4-FFF2-40B4-BE49-F238E27FC236}">
                <a16:creationId xmlns:a16="http://schemas.microsoft.com/office/drawing/2014/main" id="{C8D79897-FD15-4B1D-90A4-43837C254C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63422" y="2143125"/>
            <a:ext cx="3950856" cy="1021804"/>
          </a:xfrm>
          <a:prstGeom prst="rect">
            <a:avLst/>
          </a:prstGeom>
          <a:noFill/>
          <a:ln>
            <a:noFill/>
          </a:ln>
        </p:spPr>
      </p:pic>
      <p:sp>
        <p:nvSpPr>
          <p:cNvPr id="5" name="narrative_s1_text4">
            <a:extLst>
              <a:ext uri="{FF2B5EF4-FFF2-40B4-BE49-F238E27FC236}">
                <a16:creationId xmlns:a16="http://schemas.microsoft.com/office/drawing/2014/main" id="{660DA028-100A-4EB9-8D7A-58105CD485AE}"/>
              </a:ext>
            </a:extLst>
          </p:cNvPr>
          <p:cNvSpPr>
            <a:spLocks noGrp="1"/>
          </p:cNvSpPr>
          <p:nvPr/>
        </p:nvSpPr>
        <p:spPr>
          <a:xfrm>
            <a:off x="609600" y="3438525"/>
            <a:ext cx="10858500" cy="43815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Kronecker delta is the indicator that two indices agree:</a:t>
            </a:r>
          </a:p>
        </p:txBody>
      </p:sp>
      <p:pic>
        <p:nvPicPr>
          <p:cNvPr id="6" name="eq_narrative_s1_5" descr="\delta_{ij}=\mathbf1\{i=j\},\qquad(\mathbf I_d)_{ij}=\delta_{ij}">
            <a:extLst>
              <a:ext uri="{FF2B5EF4-FFF2-40B4-BE49-F238E27FC236}">
                <a16:creationId xmlns:a16="http://schemas.microsoft.com/office/drawing/2014/main" id="{88E25ADA-20CF-4CBD-A7A7-AB7661E58E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73202" y="4150271"/>
            <a:ext cx="5045596" cy="410286"/>
          </a:xfrm>
          <a:prstGeom prst="rect">
            <a:avLst/>
          </a:prstGeom>
          <a:noFill/>
          <a:ln>
            <a:noFill/>
          </a:ln>
        </p:spPr>
      </p:pic>
      <p:sp>
        <p:nvSpPr>
          <p:cNvPr id="7" name="narrative_s1_text6">
            <a:extLst>
              <a:ext uri="{FF2B5EF4-FFF2-40B4-BE49-F238E27FC236}">
                <a16:creationId xmlns:a16="http://schemas.microsoft.com/office/drawing/2014/main" id="{FC6362B9-AC67-44F7-826D-A62BF9373CA5}"/>
              </a:ext>
            </a:extLst>
          </p:cNvPr>
          <p:cNvSpPr>
            <a:spLocks noGrp="1"/>
          </p:cNvSpPr>
          <p:nvPr/>
        </p:nvSpPr>
        <p:spPr>
          <a:xfrm>
            <a:off x="609600" y="4933950"/>
            <a:ext cx="10858500" cy="4191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In a sum, it keeps only the term with the matching index:</a:t>
            </a:r>
          </a:p>
        </p:txBody>
      </p:sp>
      <p:pic>
        <p:nvPicPr>
          <p:cNvPr id="8" name="eq_narrative_s1_7" descr="\sum_{j=1}^{d}\delta_{ij}a_j=0a_1+\cdots+0a_{i-1}+1a_i+0a_{i+1}+\cdots+0a_d=a_i">
            <a:extLst>
              <a:ext uri="{FF2B5EF4-FFF2-40B4-BE49-F238E27FC236}">
                <a16:creationId xmlns:a16="http://schemas.microsoft.com/office/drawing/2014/main" id="{D83A04EE-3E78-4C53-AFA9-ECA740728B3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02023" y="5429250"/>
            <a:ext cx="7473654" cy="952500"/>
          </a:xfrm>
          <a:prstGeom prst="rect">
            <a:avLst/>
          </a:prstGeom>
          <a:noFill/>
          <a:ln>
            <a:noFill/>
          </a:ln>
        </p:spPr>
      </p:pic>
    </p:spTree>
    <p:extLst>
      <p:ext uri="{BB962C8B-B14F-4D97-AF65-F5344CB8AC3E}">
        <p14:creationId xmlns:p14="http://schemas.microsoft.com/office/powerpoint/2010/main" val="521856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P spid="8" grpId="0" build="allAtOnce"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narrative_s22_text1">
            <a:extLst>
              <a:ext uri="{FF2B5EF4-FFF2-40B4-BE49-F238E27FC236}">
                <a16:creationId xmlns:a16="http://schemas.microsoft.com/office/drawing/2014/main" id="{A9C9C67B-C534-40AC-BFBE-F9A51CE0577A}"/>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Today's lecture</a:t>
            </a:r>
          </a:p>
        </p:txBody>
      </p:sp>
      <p:sp>
        <p:nvSpPr>
          <p:cNvPr id="2" name="page_number">
            <a:extLst>
              <a:ext uri="{FF2B5EF4-FFF2-40B4-BE49-F238E27FC236}">
                <a16:creationId xmlns:a16="http://schemas.microsoft.com/office/drawing/2014/main" id="{1CA7E112-EC1D-4D86-A8ED-FE844F3DDAAF}"/>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22</a:t>
            </a:r>
          </a:p>
        </p:txBody>
      </p:sp>
      <p:sp>
        <p:nvSpPr>
          <p:cNvPr id="3" name="narrative_s22_text2">
            <a:extLst>
              <a:ext uri="{FF2B5EF4-FFF2-40B4-BE49-F238E27FC236}">
                <a16:creationId xmlns:a16="http://schemas.microsoft.com/office/drawing/2014/main" id="{2084B356-8448-4B80-B6CF-B5E63C416408}"/>
              </a:ext>
            </a:extLst>
          </p:cNvPr>
          <p:cNvSpPr>
            <a:spLocks noGrp="1"/>
          </p:cNvSpPr>
          <p:nvPr/>
        </p:nvSpPr>
        <p:spPr>
          <a:xfrm>
            <a:off x="819150" y="2095500"/>
            <a:ext cx="10572750" cy="3429000"/>
          </a:xfrm>
          <a:prstGeom prst="rect">
            <a:avLst/>
          </a:prstGeom>
          <a:noFill/>
          <a:ln w="0">
            <a:noFill/>
          </a:ln>
        </p:spPr>
        <p:txBody>
          <a:bodyPr wrap="square" lIns="0" tIns="0" rIns="0" bIns="0" anchor="t">
            <a:noAutofit/>
          </a:bodyPr>
          <a:lstStyle/>
          <a:p>
            <a:pPr marL="431800" indent="-317500" algn="l">
              <a:spcAft>
                <a:spcPts val="4000"/>
              </a:spcAft>
              <a:buChar char="•"/>
              <a:defRPr sz="2850" b="0">
                <a:solidFill>
                  <a:srgbClr val="7B8794"/>
                </a:solidFill>
                <a:latin typeface="DejaVu Sans"/>
                <a:ea typeface="DejaVu Sans"/>
                <a:cs typeface="DejaVu Sans"/>
              </a:defRPr>
            </a:pPr>
            <a:r>
              <a:rPr sz="2850" b="0">
                <a:solidFill>
                  <a:srgbClr val="7B8794"/>
                </a:solidFill>
                <a:latin typeface="DejaVu Sans"/>
                <a:ea typeface="DejaVu Sans"/>
                <a:cs typeface="DejaVu Sans"/>
              </a:rPr>
              <a:t>Matrices</a:t>
            </a:r>
          </a:p>
          <a:p>
            <a:pPr marL="431800" indent="-317500" algn="l">
              <a:spcAft>
                <a:spcPts val="4000"/>
              </a:spcAft>
              <a:buChar char="•"/>
              <a:defRPr sz="2850" b="0">
                <a:solidFill>
                  <a:srgbClr val="7B8794"/>
                </a:solidFill>
                <a:latin typeface="DejaVu Sans"/>
                <a:ea typeface="DejaVu Sans"/>
                <a:cs typeface="DejaVu Sans"/>
              </a:defRPr>
            </a:pPr>
            <a:r>
              <a:rPr sz="2850" b="1">
                <a:solidFill>
                  <a:srgbClr val="087F83"/>
                </a:solidFill>
                <a:latin typeface="DejaVu Sans"/>
                <a:ea typeface="DejaVu Sans"/>
                <a:cs typeface="DejaVu Sans"/>
              </a:rPr>
              <a:t>Differential calculus</a:t>
            </a:r>
          </a:p>
          <a:p>
            <a:pPr marL="431800" indent="-317500" algn="l">
              <a:spcAft>
                <a:spcPts val="4000"/>
              </a:spcAft>
              <a:buChar char="•"/>
              <a:defRPr sz="2850" b="0">
                <a:solidFill>
                  <a:srgbClr val="7B8794"/>
                </a:solidFill>
                <a:latin typeface="DejaVu Sans"/>
                <a:ea typeface="DejaVu Sans"/>
                <a:cs typeface="DejaVu Sans"/>
              </a:defRPr>
            </a:pPr>
            <a:r>
              <a:rPr sz="2850" b="0">
                <a:solidFill>
                  <a:srgbClr val="7B8794"/>
                </a:solidFill>
                <a:latin typeface="DejaVu Sans"/>
                <a:ea typeface="DejaVu Sans"/>
                <a:cs typeface="DejaVu Sans"/>
              </a:rPr>
              <a:t>Finding minima using differential calculus</a:t>
            </a:r>
          </a:p>
        </p:txBody>
      </p:sp>
    </p:spTree>
    <p:extLst>
      <p:ext uri="{BB962C8B-B14F-4D97-AF65-F5344CB8AC3E}">
        <p14:creationId xmlns:p14="http://schemas.microsoft.com/office/powerpoint/2010/main" val="6353597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narrative_s1_text1">
            <a:extLst>
              <a:ext uri="{FF2B5EF4-FFF2-40B4-BE49-F238E27FC236}">
                <a16:creationId xmlns:a16="http://schemas.microsoft.com/office/drawing/2014/main" id="{2A95EF00-6226-4B8C-8771-3EBE9BE00878}"/>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Functions and function values</a:t>
            </a:r>
          </a:p>
        </p:txBody>
      </p:sp>
      <p:sp>
        <p:nvSpPr>
          <p:cNvPr id="2" name="page_number">
            <a:extLst>
              <a:ext uri="{FF2B5EF4-FFF2-40B4-BE49-F238E27FC236}">
                <a16:creationId xmlns:a16="http://schemas.microsoft.com/office/drawing/2014/main" id="{7E7FD555-BE50-486A-B8E7-1FECC81D1651}"/>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23</a:t>
            </a:r>
          </a:p>
        </p:txBody>
      </p:sp>
      <p:sp>
        <p:nvSpPr>
          <p:cNvPr id="3" name="narrative_s1_text2">
            <a:extLst>
              <a:ext uri="{FF2B5EF4-FFF2-40B4-BE49-F238E27FC236}">
                <a16:creationId xmlns:a16="http://schemas.microsoft.com/office/drawing/2014/main" id="{83310166-27EC-4ED9-9355-5B9584B6D339}"/>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A function assigns exactly one output to each input in its domain. The graph shows how inputs and outputs are paired.</a:t>
            </a:r>
          </a:p>
        </p:txBody>
      </p:sp>
      <p:graphicFrame>
        <p:nvGraphicFramePr>
          <p:cNvPr id="14" name="Chart"/>
          <p:cNvGraphicFramePr/>
          <p:nvPr/>
        </p:nvGraphicFramePr>
        <p:xfrm>
          <a:off x="609600" y="2076450"/>
          <a:ext cx="6496050" cy="3962400"/>
        </p:xfrm>
        <a:graphic>
          <a:graphicData uri="http://schemas.openxmlformats.org/drawingml/2006/chart">
            <c:chart xmlns:c="http://schemas.openxmlformats.org/drawingml/2006/chart" xmlns:r="http://schemas.openxmlformats.org/officeDocument/2006/relationships" r:id="rId3"/>
          </a:graphicData>
        </a:graphic>
      </p:graphicFrame>
      <p:pic>
        <p:nvPicPr>
          <p:cNvPr id="5" name="eq_narrative_s1_3" descr="f:\mathbb R\longrightarrow\mathbb R">
            <a:extLst>
              <a:ext uri="{FF2B5EF4-FFF2-40B4-BE49-F238E27FC236}">
                <a16:creationId xmlns:a16="http://schemas.microsoft.com/office/drawing/2014/main" id="{76D70192-5BDF-4C70-BD65-DD70CE431D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24775" y="2247900"/>
            <a:ext cx="1706156" cy="321729"/>
          </a:xfrm>
          <a:prstGeom prst="rect">
            <a:avLst/>
          </a:prstGeom>
          <a:noFill/>
          <a:ln>
            <a:noFill/>
          </a:ln>
        </p:spPr>
      </p:pic>
      <p:pic>
        <p:nvPicPr>
          <p:cNvPr id="6" name="eq_narrative_s1_4" descr="f(x)=x^2">
            <a:extLst>
              <a:ext uri="{FF2B5EF4-FFF2-40B4-BE49-F238E27FC236}">
                <a16:creationId xmlns:a16="http://schemas.microsoft.com/office/drawing/2014/main" id="{6B152B05-2238-49DF-9D72-5B6B35D28C8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24775" y="3028950"/>
            <a:ext cx="1745539" cy="471043"/>
          </a:xfrm>
          <a:prstGeom prst="rect">
            <a:avLst/>
          </a:prstGeom>
          <a:noFill/>
          <a:ln>
            <a:noFill/>
          </a:ln>
        </p:spPr>
      </p:pic>
      <mc:AlternateContent xmlns:mc="http://schemas.openxmlformats.org/markup-compatibility/2006" xmlns:a14="http://schemas.microsoft.com/office/drawing/2010/main">
        <mc:Choice Requires="a14">
          <p:sp>
            <p:nvSpPr>
              <p:cNvPr id="7" name="function_inline_1">
                <a:extLst>
                  <a:ext uri="{FF2B5EF4-FFF2-40B4-BE49-F238E27FC236}">
                    <a16:creationId xmlns:a16="http://schemas.microsoft.com/office/drawing/2014/main" id="{52509A95-A35D-4FB1-BF12-D2E18E4D7FE7}"/>
                  </a:ext>
                </a:extLst>
              </p:cNvPr>
              <p:cNvSpPr>
                <a:spLocks noGrp="1"/>
              </p:cNvSpPr>
              <p:nvPr/>
            </p:nvSpPr>
            <p:spPr>
              <a:xfrm>
                <a:off x="7724775" y="4095750"/>
                <a:ext cx="3743325" cy="666750"/>
              </a:xfrm>
              <a:prstGeom prst="rect">
                <a:avLst/>
              </a:prstGeom>
              <a:noFill/>
              <a:ln w="0">
                <a:noFill/>
              </a:ln>
            </p:spPr>
            <p:txBody>
              <a:bodyPr wrap="square" lIns="0" tIns="0" rIns="0" bIns="0" anchor="t">
                <a:noAutofit/>
              </a:bodyPr>
              <a:lstStyle/>
              <a:p>
                <a:pPr algn="l">
                  <a:defRPr sz="2025" b="0">
                    <a:solidFill>
                      <a:srgbClr val="182D45"/>
                    </a:solidFill>
                    <a:latin typeface="DejaVu Sans"/>
                    <a:ea typeface="DejaVu Sans"/>
                    <a:cs typeface="DejaVu Sans"/>
                  </a:defRPr>
                </a:pPr>
                <a:r>
                  <a:rPr sz="2025" b="0">
                    <a:solidFill>
                      <a:srgbClr val="182D45"/>
                    </a:solidFill>
                    <a:latin typeface="DejaVu Sans"/>
                    <a:ea typeface="DejaVu Sans"/>
                    <a:cs typeface="DejaVu Sans"/>
                  </a:rPr>
                  <a:t>At input </a:t>
                </a:r>
                <a14:m>
                  <m:oMath xmlns:m="http://schemas.openxmlformats.org/officeDocument/2006/math">
                    <m:r>
                      <a:rPr sz="2025" b="0" i="0">
                        <a:solidFill>
                          <a:srgbClr val="182D45"/>
                        </a:solidFill>
                        <a:latin typeface="Cambria Math"/>
                        <a:ea typeface="DejaVu Sans"/>
                        <a:cs typeface="DejaVu Sans"/>
                      </a:rPr>
                      <m:t>𝑥</m:t>
                    </m:r>
                    <m:r>
                      <a:rPr sz="2025" b="0" i="0">
                        <a:solidFill>
                          <a:srgbClr val="182D45"/>
                        </a:solidFill>
                        <a:latin typeface="Cambria Math"/>
                        <a:ea typeface="DejaVu Sans"/>
                        <a:cs typeface="DejaVu Sans"/>
                      </a:rPr>
                      <m:t>=3</m:t>
                    </m:r>
                  </m:oMath>
                </a14:m>
                <a:r>
                  <a:rPr sz="2025" b="0">
                    <a:solidFill>
                      <a:srgbClr val="182D45"/>
                    </a:solidFill>
                    <a:latin typeface="DejaVu Sans"/>
                    <a:ea typeface="DejaVu Sans"/>
                    <a:cs typeface="DejaVu Sans"/>
                  </a:rPr>
                  <a:t>, the output is</a:t>
                </a:r>
              </a:p>
            </p:txBody>
          </p:sp>
        </mc:Choice>
        <mc:Fallback xmlns="">
          <p:sp>
            <p:nvSpPr>
              <p:cNvPr id="7" name="function_inline_1">
                <a:extLst xmlns:a="http://schemas.openxmlformats.org/drawingml/2006/main">
                  <a:ext uri="{FF2B5EF4-FFF2-40B4-BE49-F238E27FC236}">
                    <a16:creationId xmlns:a16="http://schemas.microsoft.com/office/drawing/2014/main" id="{52509A95-A35D-4FB1-BF12-D2E18E4D7FE7}"/>
                  </a:ext>
                </a:extLst>
              </p:cNvPr>
              <p:cNvSpPr>
                <a:spLocks xmlns:a="http://schemas.openxmlformats.org/drawingml/2006/main" noGrp="1"/>
              </p:cNvSpPr>
              <p:nvPr/>
            </p:nvSpPr>
            <p:spPr>
              <a:xfrm xmlns:a="http://schemas.openxmlformats.org/drawingml/2006/main">
                <a:off x="7724775" y="4095750"/>
                <a:ext cx="3743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D45"/>
                    </a:solidFill>
                    <a:latin typeface="DejaVu Sans"/>
                    <a:ea typeface="DejaVu Sans"/>
                    <a:cs typeface="DejaVu Sans"/>
                  </a:defRPr>
                </a:pPr>
                <a:r>
                  <a:rPr sz="2025" b="0">
                    <a:solidFill>
                      <a:srgbClr val="182D45"/>
                    </a:solidFill>
                    <a:latin typeface="DejaVu Sans"/>
                    <a:ea typeface="DejaVu Sans"/>
                    <a:cs typeface="DejaVu Sans"/>
                  </a:rPr>
                  <a:t>At input </a:t>
                </a:r>
                <a:r>
                  <a:rPr sz="2025" b="0" i="0">
                    <a:solidFill>
                      <a:srgbClr val="182D45"/>
                    </a:solidFill>
                    <a:latin typeface="Cambria Math"/>
                    <a:ea typeface="DejaVu Sans"/>
                    <a:cs typeface="DejaVu Sans"/>
                  </a:rPr>
                  <a:t>𝑥</a:t>
                </a:r>
                <a:r>
                  <a:rPr sz="2025" b="0" i="0">
                    <a:solidFill>
                      <a:srgbClr val="182D45"/>
                    </a:solidFill>
                    <a:latin typeface="Cambria Math"/>
                    <a:ea typeface="DejaVu Sans"/>
                    <a:cs typeface="DejaVu Sans"/>
                  </a:rPr>
                  <a:t> = </a:t>
                </a:r>
                <a:r>
                  <a:rPr sz="2025" b="0" i="0">
                    <a:solidFill>
                      <a:srgbClr val="182D45"/>
                    </a:solidFill>
                    <a:latin typeface="Cambria Math"/>
                    <a:ea typeface="DejaVu Sans"/>
                    <a:cs typeface="DejaVu Sans"/>
                  </a:rPr>
                  <a:t>3</a:t>
                </a:r>
                <a:r>
                  <a:rPr sz="2025" b="0">
                    <a:solidFill>
                      <a:srgbClr val="182D45"/>
                    </a:solidFill>
                    <a:latin typeface="DejaVu Sans"/>
                    <a:ea typeface="DejaVu Sans"/>
                    <a:cs typeface="DejaVu Sans"/>
                  </a:rPr>
                  <a:t>, the output is</a:t>
                </a:r>
              </a:p>
            </p:txBody>
          </p:sp>
        </mc:Fallback>
      </mc:AlternateContent>
      <p:pic>
        <p:nvPicPr>
          <p:cNvPr id="8" name="eq_narrative_s1_5" descr="f(3)=3^2=9">
            <a:extLst>
              <a:ext uri="{FF2B5EF4-FFF2-40B4-BE49-F238E27FC236}">
                <a16:creationId xmlns:a16="http://schemas.microsoft.com/office/drawing/2014/main" id="{C4787D32-1CFD-4979-8F38-AB10776C1AC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724775" y="4781550"/>
            <a:ext cx="2307641" cy="449834"/>
          </a:xfrm>
          <a:prstGeom prst="rect">
            <a:avLst/>
          </a:prstGeom>
          <a:noFill/>
          <a:ln>
            <a:noFill/>
          </a:ln>
        </p:spPr>
      </p:pic>
      <mc:AlternateContent xmlns:mc="http://schemas.openxmlformats.org/markup-compatibility/2006" xmlns:a14="http://schemas.microsoft.com/office/drawing/2010/main">
        <mc:Choice Requires="a14">
          <p:sp>
            <p:nvSpPr>
              <p:cNvPr id="9" name="function_inline_2">
                <a:extLst>
                  <a:ext uri="{FF2B5EF4-FFF2-40B4-BE49-F238E27FC236}">
                    <a16:creationId xmlns:a16="http://schemas.microsoft.com/office/drawing/2014/main" id="{AC645796-FCCC-4866-823D-6081340E7D6A}"/>
                  </a:ext>
                </a:extLst>
              </p:cNvPr>
              <p:cNvSpPr>
                <a:spLocks noGrp="1"/>
              </p:cNvSpPr>
              <p:nvPr/>
            </p:nvSpPr>
            <p:spPr>
              <a:xfrm>
                <a:off x="7724775" y="5610225"/>
                <a:ext cx="3743325" cy="657225"/>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a:solidFill>
                      <a:srgbClr val="526276"/>
                    </a:solidFill>
                    <a:latin typeface="DejaVu Sans"/>
                    <a:ea typeface="DejaVu Sans"/>
                    <a:cs typeface="DejaVu Sans"/>
                  </a:rPr>
                  <a:t>The highlighted point is </a:t>
                </a:r>
                <a14:m>
                  <m:oMath xmlns:m="http://schemas.openxmlformats.org/officeDocument/2006/math">
                    <m:r>
                      <a:rPr sz="1875" b="0" i="0">
                        <a:solidFill>
                          <a:srgbClr val="526276"/>
                        </a:solidFill>
                        <a:latin typeface="Cambria Math"/>
                        <a:ea typeface="DejaVu Sans"/>
                        <a:cs typeface="DejaVu Sans"/>
                      </a:rPr>
                      <m:t>(3,9)</m:t>
                    </m:r>
                  </m:oMath>
                </a14:m>
                <a:r>
                  <a:rPr sz="1875" b="0">
                    <a:solidFill>
                      <a:srgbClr val="526276"/>
                    </a:solidFill>
                    <a:latin typeface="DejaVu Sans"/>
                    <a:ea typeface="DejaVu Sans"/>
                    <a:cs typeface="DejaVu Sans"/>
                  </a:rPr>
                  <a:t>.</a:t>
                </a:r>
              </a:p>
            </p:txBody>
          </p:sp>
        </mc:Choice>
        <mc:Fallback xmlns="">
          <p:sp>
            <p:nvSpPr>
              <p:cNvPr id="9" name="function_inline_2">
                <a:extLst xmlns:a="http://schemas.openxmlformats.org/drawingml/2006/main">
                  <a:ext uri="{FF2B5EF4-FFF2-40B4-BE49-F238E27FC236}">
                    <a16:creationId xmlns:a16="http://schemas.microsoft.com/office/drawing/2014/main" id="{AC645796-FCCC-4866-823D-6081340E7D6A}"/>
                  </a:ext>
                </a:extLst>
              </p:cNvPr>
              <p:cNvSpPr>
                <a:spLocks xmlns:a="http://schemas.openxmlformats.org/drawingml/2006/main" noGrp="1"/>
              </p:cNvSpPr>
              <p:nvPr/>
            </p:nvSpPr>
            <p:spPr>
              <a:xfrm xmlns:a="http://schemas.openxmlformats.org/drawingml/2006/main">
                <a:off x="7724775" y="5610225"/>
                <a:ext cx="37433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276"/>
                    </a:solidFill>
                    <a:latin typeface="DejaVu Sans"/>
                    <a:ea typeface="DejaVu Sans"/>
                    <a:cs typeface="DejaVu Sans"/>
                  </a:defRPr>
                </a:pPr>
                <a:r>
                  <a:rPr sz="1875" b="0">
                    <a:solidFill>
                      <a:srgbClr val="526276"/>
                    </a:solidFill>
                    <a:latin typeface="DejaVu Sans"/>
                    <a:ea typeface="DejaVu Sans"/>
                    <a:cs typeface="DejaVu Sans"/>
                  </a:rPr>
                  <a:t>The highlighted point is </a:t>
                </a:r>
                <a:r>
                  <a:rPr sz="1875" b="0" i="0">
                    <a:solidFill>
                      <a:srgbClr val="526276"/>
                    </a:solidFill>
                    <a:latin typeface="Cambria Math"/>
                    <a:ea typeface="DejaVu Sans"/>
                    <a:cs typeface="DejaVu Sans"/>
                  </a:rPr>
                  <a:t>(</a:t>
                </a:r>
                <a:r>
                  <a:rPr sz="1875" b="0" i="0">
                    <a:solidFill>
                      <a:srgbClr val="526276"/>
                    </a:solidFill>
                    <a:latin typeface="Cambria Math"/>
                    <a:ea typeface="DejaVu Sans"/>
                    <a:cs typeface="DejaVu Sans"/>
                  </a:rPr>
                  <a:t>3</a:t>
                </a:r>
                <a:r>
                  <a:rPr sz="1875" b="0" i="0">
                    <a:solidFill>
                      <a:srgbClr val="526276"/>
                    </a:solidFill>
                    <a:latin typeface="Cambria Math"/>
                    <a:ea typeface="DejaVu Sans"/>
                    <a:cs typeface="DejaVu Sans"/>
                  </a:rPr>
                  <a:t>, </a:t>
                </a:r>
                <a:r>
                  <a:rPr sz="1875" b="0" i="0">
                    <a:solidFill>
                      <a:srgbClr val="526276"/>
                    </a:solidFill>
                    <a:latin typeface="Cambria Math"/>
                    <a:ea typeface="DejaVu Sans"/>
                    <a:cs typeface="DejaVu Sans"/>
                  </a:rPr>
                  <a:t>9</a:t>
                </a:r>
                <a:r>
                  <a:rPr sz="1875" b="0" i="0">
                    <a:solidFill>
                      <a:srgbClr val="526276"/>
                    </a:solidFill>
                    <a:latin typeface="Cambria Math"/>
                    <a:ea typeface="DejaVu Sans"/>
                    <a:cs typeface="DejaVu Sans"/>
                  </a:rPr>
                  <a:t>)</a:t>
                </a:r>
                <a:r>
                  <a:rPr sz="1875" b="0">
                    <a:solidFill>
                      <a:srgbClr val="526276"/>
                    </a:solidFill>
                    <a:latin typeface="DejaVu Sans"/>
                    <a:ea typeface="DejaVu Sans"/>
                    <a:cs typeface="DejaVu Sans"/>
                  </a:rPr>
                  <a:t>.</a:t>
                </a:r>
              </a:p>
            </p:txBody>
          </p:sp>
        </mc:Fallback>
      </mc:AlternateContent>
      <mc:AlternateContent xmlns:mc="http://schemas.openxmlformats.org/markup-compatibility/2006" xmlns:a14="http://schemas.microsoft.com/office/drawing/2010/main">
        <mc:Choice Requires="a14">
          <p:sp>
            <p:nvSpPr>
              <p:cNvPr id="10" name="function_inline_3">
                <a:extLst>
                  <a:ext uri="{FF2B5EF4-FFF2-40B4-BE49-F238E27FC236}">
                    <a16:creationId xmlns:a16="http://schemas.microsoft.com/office/drawing/2014/main" id="{26135019-E457-41C1-8165-28F3102692EE}"/>
                  </a:ext>
                </a:extLst>
              </p:cNvPr>
              <p:cNvSpPr>
                <a:spLocks noGrp="1"/>
              </p:cNvSpPr>
              <p:nvPr/>
            </p:nvSpPr>
            <p:spPr>
              <a:xfrm>
                <a:off x="609600" y="6162675"/>
                <a:ext cx="6572250" cy="34290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a:solidFill>
                      <a:srgbClr val="526276"/>
                    </a:solidFill>
                    <a:latin typeface="DejaVu Sans"/>
                    <a:ea typeface="DejaVu Sans"/>
                    <a:cs typeface="DejaVu Sans"/>
                  </a:rPr>
                  <a:t>The graph consists of the points </a:t>
                </a:r>
                <a14:m>
                  <m:oMath xmlns:m="http://schemas.openxmlformats.org/officeDocument/2006/math">
                    <m:r>
                      <a:rPr sz="1875" b="0" i="0">
                        <a:solidFill>
                          <a:srgbClr val="526276"/>
                        </a:solidFill>
                        <a:latin typeface="Cambria Math"/>
                        <a:ea typeface="DejaVu Sans"/>
                        <a:cs typeface="DejaVu Sans"/>
                      </a:rPr>
                      <m:t>(</m:t>
                    </m:r>
                    <m:r>
                      <a:rPr sz="1875" b="0" i="0">
                        <a:solidFill>
                          <a:srgbClr val="526276"/>
                        </a:solidFill>
                        <a:latin typeface="Cambria Math"/>
                        <a:ea typeface="DejaVu Sans"/>
                        <a:cs typeface="DejaVu Sans"/>
                      </a:rPr>
                      <m:t>𝑥</m:t>
                    </m:r>
                    <m:r>
                      <a:rPr sz="1875" b="0" i="0">
                        <a:solidFill>
                          <a:srgbClr val="526276"/>
                        </a:solidFill>
                        <a:latin typeface="Cambria Math"/>
                        <a:ea typeface="DejaVu Sans"/>
                        <a:cs typeface="DejaVu Sans"/>
                      </a:rPr>
                      <m:t>,</m:t>
                    </m:r>
                    <m:r>
                      <a:rPr sz="1875" b="0" i="0">
                        <a:solidFill>
                          <a:srgbClr val="526276"/>
                        </a:solidFill>
                        <a:latin typeface="Cambria Math"/>
                        <a:ea typeface="DejaVu Sans"/>
                        <a:cs typeface="DejaVu Sans"/>
                      </a:rPr>
                      <m:t>𝑓</m:t>
                    </m:r>
                    <m:r>
                      <a:rPr sz="1875" b="0" i="0">
                        <a:solidFill>
                          <a:srgbClr val="526276"/>
                        </a:solidFill>
                        <a:latin typeface="Cambria Math"/>
                        <a:ea typeface="DejaVu Sans"/>
                        <a:cs typeface="DejaVu Sans"/>
                      </a:rPr>
                      <m:t>(</m:t>
                    </m:r>
                    <m:r>
                      <a:rPr sz="1875" b="0" i="0">
                        <a:solidFill>
                          <a:srgbClr val="526276"/>
                        </a:solidFill>
                        <a:latin typeface="Cambria Math"/>
                        <a:ea typeface="DejaVu Sans"/>
                        <a:cs typeface="DejaVu Sans"/>
                      </a:rPr>
                      <m:t>𝑥</m:t>
                    </m:r>
                    <m:r>
                      <a:rPr sz="1875" b="0" i="0">
                        <a:solidFill>
                          <a:srgbClr val="526276"/>
                        </a:solidFill>
                        <a:latin typeface="Cambria Math"/>
                        <a:ea typeface="DejaVu Sans"/>
                        <a:cs typeface="DejaVu Sans"/>
                      </a:rPr>
                      <m:t>))</m:t>
                    </m:r>
                  </m:oMath>
                </a14:m>
                <a:r>
                  <a:rPr sz="1875" b="0">
                    <a:solidFill>
                      <a:srgbClr val="526276"/>
                    </a:solidFill>
                    <a:latin typeface="DejaVu Sans"/>
                    <a:ea typeface="DejaVu Sans"/>
                    <a:cs typeface="DejaVu Sans"/>
                  </a:rPr>
                  <a:t>.</a:t>
                </a:r>
              </a:p>
            </p:txBody>
          </p:sp>
        </mc:Choice>
        <mc:Fallback xmlns="">
          <p:sp>
            <p:nvSpPr>
              <p:cNvPr id="10" name="function_inline_3">
                <a:extLst xmlns:a="http://schemas.openxmlformats.org/drawingml/2006/main">
                  <a:ext uri="{FF2B5EF4-FFF2-40B4-BE49-F238E27FC236}">
                    <a16:creationId xmlns:a16="http://schemas.microsoft.com/office/drawing/2014/main" id="{26135019-E457-41C1-8165-28F3102692EE}"/>
                  </a:ext>
                </a:extLst>
              </p:cNvPr>
              <p:cNvSpPr>
                <a:spLocks xmlns:a="http://schemas.openxmlformats.org/drawingml/2006/main" noGrp="1"/>
              </p:cNvSpPr>
              <p:nvPr/>
            </p:nvSpPr>
            <p:spPr>
              <a:xfrm xmlns:a="http://schemas.openxmlformats.org/drawingml/2006/main">
                <a:off x="609600" y="6162675"/>
                <a:ext cx="657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276"/>
                    </a:solidFill>
                    <a:latin typeface="DejaVu Sans"/>
                    <a:ea typeface="DejaVu Sans"/>
                    <a:cs typeface="DejaVu Sans"/>
                  </a:defRPr>
                </a:pPr>
                <a:r>
                  <a:rPr sz="1875" b="0">
                    <a:solidFill>
                      <a:srgbClr val="526276"/>
                    </a:solidFill>
                    <a:latin typeface="DejaVu Sans"/>
                    <a:ea typeface="DejaVu Sans"/>
                    <a:cs typeface="DejaVu Sans"/>
                  </a:rPr>
                  <a:t>The graph consists of the points </a:t>
                </a:r>
                <a:r>
                  <a:rPr sz="1875" b="0" i="0">
                    <a:solidFill>
                      <a:srgbClr val="526276"/>
                    </a:solidFill>
                    <a:latin typeface="Cambria Math"/>
                    <a:ea typeface="DejaVu Sans"/>
                    <a:cs typeface="DejaVu Sans"/>
                  </a:rPr>
                  <a:t>(</a:t>
                </a:r>
                <a:r>
                  <a:rPr sz="1875" b="0" i="0">
                    <a:solidFill>
                      <a:srgbClr val="526276"/>
                    </a:solidFill>
                    <a:latin typeface="Cambria Math"/>
                    <a:ea typeface="DejaVu Sans"/>
                    <a:cs typeface="DejaVu Sans"/>
                  </a:rPr>
                  <a:t>𝑥</a:t>
                </a:r>
                <a:r>
                  <a:rPr sz="1875" b="0" i="0">
                    <a:solidFill>
                      <a:srgbClr val="526276"/>
                    </a:solidFill>
                    <a:latin typeface="Cambria Math"/>
                    <a:ea typeface="DejaVu Sans"/>
                    <a:cs typeface="DejaVu Sans"/>
                  </a:rPr>
                  <a:t>, </a:t>
                </a:r>
                <a:r>
                  <a:rPr sz="1875" b="0" i="0">
                    <a:solidFill>
                      <a:srgbClr val="526276"/>
                    </a:solidFill>
                    <a:latin typeface="Cambria Math"/>
                    <a:ea typeface="DejaVu Sans"/>
                    <a:cs typeface="DejaVu Sans"/>
                  </a:rPr>
                  <a:t>𝑓</a:t>
                </a:r>
                <a:r>
                  <a:rPr sz="1875" b="0" i="0">
                    <a:solidFill>
                      <a:srgbClr val="526276"/>
                    </a:solidFill>
                    <a:latin typeface="Cambria Math"/>
                    <a:ea typeface="DejaVu Sans"/>
                    <a:cs typeface="DejaVu Sans"/>
                  </a:rPr>
                  <a:t>(</a:t>
                </a:r>
                <a:r>
                  <a:rPr sz="1875" b="0" i="0">
                    <a:solidFill>
                      <a:srgbClr val="526276"/>
                    </a:solidFill>
                    <a:latin typeface="Cambria Math"/>
                    <a:ea typeface="DejaVu Sans"/>
                    <a:cs typeface="DejaVu Sans"/>
                  </a:rPr>
                  <a:t>𝑥</a:t>
                </a:r>
                <a:r>
                  <a:rPr sz="1875" b="0" i="0">
                    <a:solidFill>
                      <a:srgbClr val="526276"/>
                    </a:solidFill>
                    <a:latin typeface="Cambria Math"/>
                    <a:ea typeface="DejaVu Sans"/>
                    <a:cs typeface="DejaVu Sans"/>
                  </a:rPr>
                  <a:t>)</a:t>
                </a:r>
                <a:r>
                  <a:rPr sz="1875" b="0" i="0">
                    <a:solidFill>
                      <a:srgbClr val="526276"/>
                    </a:solidFill>
                    <a:latin typeface="Cambria Math"/>
                    <a:ea typeface="DejaVu Sans"/>
                    <a:cs typeface="DejaVu Sans"/>
                  </a:rPr>
                  <a:t>)</a:t>
                </a:r>
                <a:r>
                  <a:rPr sz="1875" b="0">
                    <a:solidFill>
                      <a:srgbClr val="526276"/>
                    </a:solidFill>
                    <a:latin typeface="DejaVu Sans"/>
                    <a:ea typeface="DejaVu Sans"/>
                    <a:cs typeface="DejaVu Sans"/>
                  </a:rPr>
                  <a:t>.</a:t>
                </a:r>
              </a:p>
            </p:txBody>
          </p:sp>
        </mc:Fallback>
      </mc:AlternateContent>
    </p:spTree>
    <p:extLst>
      <p:ext uri="{BB962C8B-B14F-4D97-AF65-F5344CB8AC3E}">
        <p14:creationId xmlns:p14="http://schemas.microsoft.com/office/powerpoint/2010/main" val="1014025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animBg="1"/>
      <p:bldP spid="8" grpId="0" build="allAtOnce" animBg="1"/>
      <p:bldP spid="9" grpId="0" build="allAtOnce"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narrative_s24_text1">
            <a:extLst>
              <a:ext uri="{FF2B5EF4-FFF2-40B4-BE49-F238E27FC236}">
                <a16:creationId xmlns:a16="http://schemas.microsoft.com/office/drawing/2014/main" id="{D4CB14D0-4195-4AB8-969D-A4DC54E19EF8}"/>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A derivative measures change</a:t>
            </a:r>
          </a:p>
        </p:txBody>
      </p:sp>
      <p:sp>
        <p:nvSpPr>
          <p:cNvPr id="2" name="page_number">
            <a:extLst>
              <a:ext uri="{FF2B5EF4-FFF2-40B4-BE49-F238E27FC236}">
                <a16:creationId xmlns:a16="http://schemas.microsoft.com/office/drawing/2014/main" id="{4DCA75D0-AECE-4DDA-8D24-6ABFC20B8C7B}"/>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24</a:t>
            </a:r>
          </a:p>
        </p:txBody>
      </p:sp>
      <p:sp>
        <p:nvSpPr>
          <p:cNvPr id="3" name="narrative_s24_text2">
            <a:extLst>
              <a:ext uri="{FF2B5EF4-FFF2-40B4-BE49-F238E27FC236}">
                <a16:creationId xmlns:a16="http://schemas.microsoft.com/office/drawing/2014/main" id="{389CF594-496A-4BB1-B189-4430BF426414}"/>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A derivative is the limiting slope as the two points of a secant come together.</a:t>
            </a:r>
          </a:p>
        </p:txBody>
      </p:sp>
      <p:pic>
        <p:nvPicPr>
          <p:cNvPr id="10" name="secant_poster_for_print" descr="Initial state before the first animation click: h=1 and secant slope 3."/>
          <p:cNvPicPr>
            <a:picLocks noChangeAspect="1"/>
          </p:cNvPicPr>
          <p:nvPr/>
        </p:nvPicPr>
        <p:blipFill>
          <a:blip r:embed="rId3"/>
          <a:stretch>
            <a:fillRect/>
          </a:stretch>
        </p:blipFill>
        <p:spPr>
          <a:xfrm>
            <a:off x="457200" y="1752600"/>
            <a:ext cx="6096000" cy="4000500"/>
          </a:xfrm>
          <a:prstGeom prst="rect">
            <a:avLst/>
          </a:prstGeom>
          <a:ln>
            <a:noFill/>
          </a:ln>
        </p:spPr>
      </p:pic>
      <p:pic>
        <p:nvPicPr>
          <p:cNvPr id="100" name="secant_frame_000"/>
          <p:cNvPicPr>
            <a:picLocks noChangeAspect="1"/>
          </p:cNvPicPr>
          <p:nvPr/>
        </p:nvPicPr>
        <p:blipFill>
          <a:blip r:embed="rId3"/>
          <a:stretch/>
        </p:blipFill>
        <p:spPr>
          <a:xfrm>
            <a:off x="457200" y="1752600"/>
            <a:ext cx="6096000" cy="4000500"/>
          </a:xfrm>
          <a:prstGeom prst="rect">
            <a:avLst/>
          </a:prstGeom>
        </p:spPr>
      </p:pic>
      <p:pic>
        <p:nvPicPr>
          <p:cNvPr id="101" name="secant_frame_001"/>
          <p:cNvPicPr>
            <a:picLocks noChangeAspect="1"/>
          </p:cNvPicPr>
          <p:nvPr/>
        </p:nvPicPr>
        <p:blipFill>
          <a:blip r:embed="rId4"/>
          <a:stretch/>
        </p:blipFill>
        <p:spPr>
          <a:xfrm>
            <a:off x="457200" y="1752600"/>
            <a:ext cx="6096000" cy="4000500"/>
          </a:xfrm>
          <a:prstGeom prst="rect">
            <a:avLst/>
          </a:prstGeom>
        </p:spPr>
      </p:pic>
      <p:pic>
        <p:nvPicPr>
          <p:cNvPr id="102" name="secant_frame_002"/>
          <p:cNvPicPr>
            <a:picLocks noChangeAspect="1"/>
          </p:cNvPicPr>
          <p:nvPr/>
        </p:nvPicPr>
        <p:blipFill>
          <a:blip r:embed="rId5"/>
          <a:stretch/>
        </p:blipFill>
        <p:spPr>
          <a:xfrm>
            <a:off x="457200" y="1752600"/>
            <a:ext cx="6096000" cy="4000500"/>
          </a:xfrm>
          <a:prstGeom prst="rect">
            <a:avLst/>
          </a:prstGeom>
        </p:spPr>
      </p:pic>
      <p:pic>
        <p:nvPicPr>
          <p:cNvPr id="103" name="secant_frame_003"/>
          <p:cNvPicPr>
            <a:picLocks noChangeAspect="1"/>
          </p:cNvPicPr>
          <p:nvPr/>
        </p:nvPicPr>
        <p:blipFill>
          <a:blip r:embed="rId6"/>
          <a:stretch/>
        </p:blipFill>
        <p:spPr>
          <a:xfrm>
            <a:off x="457200" y="1752600"/>
            <a:ext cx="6096000" cy="4000500"/>
          </a:xfrm>
          <a:prstGeom prst="rect">
            <a:avLst/>
          </a:prstGeom>
        </p:spPr>
      </p:pic>
      <p:pic>
        <p:nvPicPr>
          <p:cNvPr id="104" name="secant_frame_004"/>
          <p:cNvPicPr>
            <a:picLocks noChangeAspect="1"/>
          </p:cNvPicPr>
          <p:nvPr/>
        </p:nvPicPr>
        <p:blipFill>
          <a:blip r:embed="rId7"/>
          <a:stretch/>
        </p:blipFill>
        <p:spPr>
          <a:xfrm>
            <a:off x="457200" y="1752600"/>
            <a:ext cx="6096000" cy="4000500"/>
          </a:xfrm>
          <a:prstGeom prst="rect">
            <a:avLst/>
          </a:prstGeom>
        </p:spPr>
      </p:pic>
      <p:pic>
        <p:nvPicPr>
          <p:cNvPr id="105" name="secant_frame_005"/>
          <p:cNvPicPr>
            <a:picLocks noChangeAspect="1"/>
          </p:cNvPicPr>
          <p:nvPr/>
        </p:nvPicPr>
        <p:blipFill>
          <a:blip r:embed="rId8"/>
          <a:stretch/>
        </p:blipFill>
        <p:spPr>
          <a:xfrm>
            <a:off x="457200" y="1752600"/>
            <a:ext cx="6096000" cy="4000500"/>
          </a:xfrm>
          <a:prstGeom prst="rect">
            <a:avLst/>
          </a:prstGeom>
        </p:spPr>
      </p:pic>
      <p:pic>
        <p:nvPicPr>
          <p:cNvPr id="106" name="secant_frame_006"/>
          <p:cNvPicPr>
            <a:picLocks noChangeAspect="1"/>
          </p:cNvPicPr>
          <p:nvPr/>
        </p:nvPicPr>
        <p:blipFill>
          <a:blip r:embed="rId9"/>
          <a:stretch/>
        </p:blipFill>
        <p:spPr>
          <a:xfrm>
            <a:off x="457200" y="1752600"/>
            <a:ext cx="6096000" cy="4000500"/>
          </a:xfrm>
          <a:prstGeom prst="rect">
            <a:avLst/>
          </a:prstGeom>
        </p:spPr>
      </p:pic>
      <p:pic>
        <p:nvPicPr>
          <p:cNvPr id="107" name="secant_frame_007"/>
          <p:cNvPicPr>
            <a:picLocks noChangeAspect="1"/>
          </p:cNvPicPr>
          <p:nvPr/>
        </p:nvPicPr>
        <p:blipFill>
          <a:blip r:embed="rId10"/>
          <a:stretch/>
        </p:blipFill>
        <p:spPr>
          <a:xfrm>
            <a:off x="457200" y="1752600"/>
            <a:ext cx="6096000" cy="4000500"/>
          </a:xfrm>
          <a:prstGeom prst="rect">
            <a:avLst/>
          </a:prstGeom>
        </p:spPr>
      </p:pic>
      <p:pic>
        <p:nvPicPr>
          <p:cNvPr id="108" name="secant_frame_008"/>
          <p:cNvPicPr>
            <a:picLocks noChangeAspect="1"/>
          </p:cNvPicPr>
          <p:nvPr/>
        </p:nvPicPr>
        <p:blipFill>
          <a:blip r:embed="rId11"/>
          <a:stretch/>
        </p:blipFill>
        <p:spPr>
          <a:xfrm>
            <a:off x="457200" y="1752600"/>
            <a:ext cx="6096000" cy="4000500"/>
          </a:xfrm>
          <a:prstGeom prst="rect">
            <a:avLst/>
          </a:prstGeom>
        </p:spPr>
      </p:pic>
      <p:pic>
        <p:nvPicPr>
          <p:cNvPr id="109" name="secant_frame_009"/>
          <p:cNvPicPr>
            <a:picLocks noChangeAspect="1"/>
          </p:cNvPicPr>
          <p:nvPr/>
        </p:nvPicPr>
        <p:blipFill>
          <a:blip r:embed="rId12"/>
          <a:stretch/>
        </p:blipFill>
        <p:spPr>
          <a:xfrm>
            <a:off x="457200" y="1752600"/>
            <a:ext cx="6096000" cy="4000500"/>
          </a:xfrm>
          <a:prstGeom prst="rect">
            <a:avLst/>
          </a:prstGeom>
        </p:spPr>
      </p:pic>
      <p:pic>
        <p:nvPicPr>
          <p:cNvPr id="110" name="secant_frame_010"/>
          <p:cNvPicPr>
            <a:picLocks noChangeAspect="1"/>
          </p:cNvPicPr>
          <p:nvPr/>
        </p:nvPicPr>
        <p:blipFill>
          <a:blip r:embed="rId13"/>
          <a:stretch/>
        </p:blipFill>
        <p:spPr>
          <a:xfrm>
            <a:off x="457200" y="1752600"/>
            <a:ext cx="6096000" cy="4000500"/>
          </a:xfrm>
          <a:prstGeom prst="rect">
            <a:avLst/>
          </a:prstGeom>
        </p:spPr>
      </p:pic>
      <p:pic>
        <p:nvPicPr>
          <p:cNvPr id="111" name="secant_frame_011"/>
          <p:cNvPicPr>
            <a:picLocks noChangeAspect="1"/>
          </p:cNvPicPr>
          <p:nvPr/>
        </p:nvPicPr>
        <p:blipFill>
          <a:blip r:embed="rId14"/>
          <a:stretch/>
        </p:blipFill>
        <p:spPr>
          <a:xfrm>
            <a:off x="457200" y="1752600"/>
            <a:ext cx="6096000" cy="4000500"/>
          </a:xfrm>
          <a:prstGeom prst="rect">
            <a:avLst/>
          </a:prstGeom>
        </p:spPr>
      </p:pic>
      <p:pic>
        <p:nvPicPr>
          <p:cNvPr id="112" name="secant_frame_012"/>
          <p:cNvPicPr>
            <a:picLocks noChangeAspect="1"/>
          </p:cNvPicPr>
          <p:nvPr/>
        </p:nvPicPr>
        <p:blipFill>
          <a:blip r:embed="rId15"/>
          <a:stretch/>
        </p:blipFill>
        <p:spPr>
          <a:xfrm>
            <a:off x="457200" y="1752600"/>
            <a:ext cx="6096000" cy="4000500"/>
          </a:xfrm>
          <a:prstGeom prst="rect">
            <a:avLst/>
          </a:prstGeom>
        </p:spPr>
      </p:pic>
      <p:pic>
        <p:nvPicPr>
          <p:cNvPr id="113" name="secant_frame_013"/>
          <p:cNvPicPr>
            <a:picLocks noChangeAspect="1"/>
          </p:cNvPicPr>
          <p:nvPr/>
        </p:nvPicPr>
        <p:blipFill>
          <a:blip r:embed="rId16"/>
          <a:stretch/>
        </p:blipFill>
        <p:spPr>
          <a:xfrm>
            <a:off x="457200" y="1752600"/>
            <a:ext cx="6096000" cy="4000500"/>
          </a:xfrm>
          <a:prstGeom prst="rect">
            <a:avLst/>
          </a:prstGeom>
        </p:spPr>
      </p:pic>
      <p:pic>
        <p:nvPicPr>
          <p:cNvPr id="114" name="secant_frame_014"/>
          <p:cNvPicPr>
            <a:picLocks noChangeAspect="1"/>
          </p:cNvPicPr>
          <p:nvPr/>
        </p:nvPicPr>
        <p:blipFill>
          <a:blip r:embed="rId17"/>
          <a:stretch/>
        </p:blipFill>
        <p:spPr>
          <a:xfrm>
            <a:off x="457200" y="1752600"/>
            <a:ext cx="6096000" cy="4000500"/>
          </a:xfrm>
          <a:prstGeom prst="rect">
            <a:avLst/>
          </a:prstGeom>
        </p:spPr>
      </p:pic>
      <p:pic>
        <p:nvPicPr>
          <p:cNvPr id="115" name="secant_frame_015"/>
          <p:cNvPicPr>
            <a:picLocks noChangeAspect="1"/>
          </p:cNvPicPr>
          <p:nvPr/>
        </p:nvPicPr>
        <p:blipFill>
          <a:blip r:embed="rId18"/>
          <a:stretch/>
        </p:blipFill>
        <p:spPr>
          <a:xfrm>
            <a:off x="457200" y="1752600"/>
            <a:ext cx="6096000" cy="4000500"/>
          </a:xfrm>
          <a:prstGeom prst="rect">
            <a:avLst/>
          </a:prstGeom>
        </p:spPr>
      </p:pic>
      <p:pic>
        <p:nvPicPr>
          <p:cNvPr id="116" name="secant_frame_016"/>
          <p:cNvPicPr>
            <a:picLocks noChangeAspect="1"/>
          </p:cNvPicPr>
          <p:nvPr/>
        </p:nvPicPr>
        <p:blipFill>
          <a:blip r:embed="rId19"/>
          <a:stretch/>
        </p:blipFill>
        <p:spPr>
          <a:xfrm>
            <a:off x="457200" y="1752600"/>
            <a:ext cx="6096000" cy="4000500"/>
          </a:xfrm>
          <a:prstGeom prst="rect">
            <a:avLst/>
          </a:prstGeom>
        </p:spPr>
      </p:pic>
      <p:pic>
        <p:nvPicPr>
          <p:cNvPr id="117" name="secant_frame_017"/>
          <p:cNvPicPr>
            <a:picLocks noChangeAspect="1"/>
          </p:cNvPicPr>
          <p:nvPr/>
        </p:nvPicPr>
        <p:blipFill>
          <a:blip r:embed="rId20"/>
          <a:stretch/>
        </p:blipFill>
        <p:spPr>
          <a:xfrm>
            <a:off x="457200" y="1752600"/>
            <a:ext cx="6096000" cy="4000500"/>
          </a:xfrm>
          <a:prstGeom prst="rect">
            <a:avLst/>
          </a:prstGeom>
        </p:spPr>
      </p:pic>
      <p:pic>
        <p:nvPicPr>
          <p:cNvPr id="118" name="secant_frame_018"/>
          <p:cNvPicPr>
            <a:picLocks noChangeAspect="1"/>
          </p:cNvPicPr>
          <p:nvPr/>
        </p:nvPicPr>
        <p:blipFill>
          <a:blip r:embed="rId21"/>
          <a:stretch/>
        </p:blipFill>
        <p:spPr>
          <a:xfrm>
            <a:off x="457200" y="1752600"/>
            <a:ext cx="6096000" cy="4000500"/>
          </a:xfrm>
          <a:prstGeom prst="rect">
            <a:avLst/>
          </a:prstGeom>
        </p:spPr>
      </p:pic>
      <p:pic>
        <p:nvPicPr>
          <p:cNvPr id="119" name="secant_frame_019"/>
          <p:cNvPicPr>
            <a:picLocks noChangeAspect="1"/>
          </p:cNvPicPr>
          <p:nvPr/>
        </p:nvPicPr>
        <p:blipFill>
          <a:blip r:embed="rId22"/>
          <a:stretch/>
        </p:blipFill>
        <p:spPr>
          <a:xfrm>
            <a:off x="457200" y="1752600"/>
            <a:ext cx="6096000" cy="4000500"/>
          </a:xfrm>
          <a:prstGeom prst="rect">
            <a:avLst/>
          </a:prstGeom>
        </p:spPr>
      </p:pic>
      <p:pic>
        <p:nvPicPr>
          <p:cNvPr id="120" name="secant_frame_020"/>
          <p:cNvPicPr>
            <a:picLocks noChangeAspect="1"/>
          </p:cNvPicPr>
          <p:nvPr/>
        </p:nvPicPr>
        <p:blipFill>
          <a:blip r:embed="rId23"/>
          <a:stretch/>
        </p:blipFill>
        <p:spPr>
          <a:xfrm>
            <a:off x="457200" y="1752600"/>
            <a:ext cx="6096000" cy="4000500"/>
          </a:xfrm>
          <a:prstGeom prst="rect">
            <a:avLst/>
          </a:prstGeom>
        </p:spPr>
      </p:pic>
      <p:pic>
        <p:nvPicPr>
          <p:cNvPr id="121" name="secant_frame_021"/>
          <p:cNvPicPr>
            <a:picLocks noChangeAspect="1"/>
          </p:cNvPicPr>
          <p:nvPr/>
        </p:nvPicPr>
        <p:blipFill>
          <a:blip r:embed="rId24"/>
          <a:stretch/>
        </p:blipFill>
        <p:spPr>
          <a:xfrm>
            <a:off x="457200" y="1752600"/>
            <a:ext cx="6096000" cy="4000500"/>
          </a:xfrm>
          <a:prstGeom prst="rect">
            <a:avLst/>
          </a:prstGeom>
        </p:spPr>
      </p:pic>
      <p:pic>
        <p:nvPicPr>
          <p:cNvPr id="122" name="secant_frame_022"/>
          <p:cNvPicPr>
            <a:picLocks noChangeAspect="1"/>
          </p:cNvPicPr>
          <p:nvPr/>
        </p:nvPicPr>
        <p:blipFill>
          <a:blip r:embed="rId25"/>
          <a:stretch/>
        </p:blipFill>
        <p:spPr>
          <a:xfrm>
            <a:off x="457200" y="1752600"/>
            <a:ext cx="6096000" cy="4000500"/>
          </a:xfrm>
          <a:prstGeom prst="rect">
            <a:avLst/>
          </a:prstGeom>
        </p:spPr>
      </p:pic>
      <p:pic>
        <p:nvPicPr>
          <p:cNvPr id="123" name="secant_frame_023"/>
          <p:cNvPicPr>
            <a:picLocks noChangeAspect="1"/>
          </p:cNvPicPr>
          <p:nvPr/>
        </p:nvPicPr>
        <p:blipFill>
          <a:blip r:embed="rId26"/>
          <a:stretch/>
        </p:blipFill>
        <p:spPr>
          <a:xfrm>
            <a:off x="457200" y="1752600"/>
            <a:ext cx="6096000" cy="4000500"/>
          </a:xfrm>
          <a:prstGeom prst="rect">
            <a:avLst/>
          </a:prstGeom>
        </p:spPr>
      </p:pic>
      <p:pic>
        <p:nvPicPr>
          <p:cNvPr id="124" name="secant_frame_024"/>
          <p:cNvPicPr>
            <a:picLocks noChangeAspect="1"/>
          </p:cNvPicPr>
          <p:nvPr/>
        </p:nvPicPr>
        <p:blipFill>
          <a:blip r:embed="rId27"/>
          <a:stretch/>
        </p:blipFill>
        <p:spPr>
          <a:xfrm>
            <a:off x="457200" y="1752600"/>
            <a:ext cx="6096000" cy="4000500"/>
          </a:xfrm>
          <a:prstGeom prst="rect">
            <a:avLst/>
          </a:prstGeom>
        </p:spPr>
      </p:pic>
      <p:pic>
        <p:nvPicPr>
          <p:cNvPr id="125" name="secant_frame_025"/>
          <p:cNvPicPr>
            <a:picLocks noChangeAspect="1"/>
          </p:cNvPicPr>
          <p:nvPr/>
        </p:nvPicPr>
        <p:blipFill>
          <a:blip r:embed="rId28"/>
          <a:stretch/>
        </p:blipFill>
        <p:spPr>
          <a:xfrm>
            <a:off x="457200" y="1752600"/>
            <a:ext cx="6096000" cy="4000500"/>
          </a:xfrm>
          <a:prstGeom prst="rect">
            <a:avLst/>
          </a:prstGeom>
        </p:spPr>
      </p:pic>
      <p:pic>
        <p:nvPicPr>
          <p:cNvPr id="126" name="secant_frame_026"/>
          <p:cNvPicPr>
            <a:picLocks noChangeAspect="1"/>
          </p:cNvPicPr>
          <p:nvPr/>
        </p:nvPicPr>
        <p:blipFill>
          <a:blip r:embed="rId29"/>
          <a:stretch/>
        </p:blipFill>
        <p:spPr>
          <a:xfrm>
            <a:off x="457200" y="1752600"/>
            <a:ext cx="6096000" cy="4000500"/>
          </a:xfrm>
          <a:prstGeom prst="rect">
            <a:avLst/>
          </a:prstGeom>
        </p:spPr>
      </p:pic>
      <p:pic>
        <p:nvPicPr>
          <p:cNvPr id="127" name="secant_frame_027"/>
          <p:cNvPicPr>
            <a:picLocks noChangeAspect="1"/>
          </p:cNvPicPr>
          <p:nvPr/>
        </p:nvPicPr>
        <p:blipFill>
          <a:blip r:embed="rId30"/>
          <a:stretch/>
        </p:blipFill>
        <p:spPr>
          <a:xfrm>
            <a:off x="457200" y="1752600"/>
            <a:ext cx="6096000" cy="4000500"/>
          </a:xfrm>
          <a:prstGeom prst="rect">
            <a:avLst/>
          </a:prstGeom>
        </p:spPr>
      </p:pic>
      <p:pic>
        <p:nvPicPr>
          <p:cNvPr id="128" name="secant_frame_028"/>
          <p:cNvPicPr>
            <a:picLocks noChangeAspect="1"/>
          </p:cNvPicPr>
          <p:nvPr/>
        </p:nvPicPr>
        <p:blipFill>
          <a:blip r:embed="rId31"/>
          <a:stretch/>
        </p:blipFill>
        <p:spPr>
          <a:xfrm>
            <a:off x="457200" y="1752600"/>
            <a:ext cx="6096000" cy="4000500"/>
          </a:xfrm>
          <a:prstGeom prst="rect">
            <a:avLst/>
          </a:prstGeom>
        </p:spPr>
      </p:pic>
      <p:pic>
        <p:nvPicPr>
          <p:cNvPr id="129" name="secant_frame_029"/>
          <p:cNvPicPr>
            <a:picLocks noChangeAspect="1"/>
          </p:cNvPicPr>
          <p:nvPr/>
        </p:nvPicPr>
        <p:blipFill>
          <a:blip r:embed="rId32"/>
          <a:stretch/>
        </p:blipFill>
        <p:spPr>
          <a:xfrm>
            <a:off x="457200" y="1752600"/>
            <a:ext cx="6096000" cy="4000500"/>
          </a:xfrm>
          <a:prstGeom prst="rect">
            <a:avLst/>
          </a:prstGeom>
        </p:spPr>
      </p:pic>
      <p:pic>
        <p:nvPicPr>
          <p:cNvPr id="130" name="secant_frame_030"/>
          <p:cNvPicPr>
            <a:picLocks noChangeAspect="1"/>
          </p:cNvPicPr>
          <p:nvPr/>
        </p:nvPicPr>
        <p:blipFill>
          <a:blip r:embed="rId33"/>
          <a:stretch/>
        </p:blipFill>
        <p:spPr>
          <a:xfrm>
            <a:off x="457200" y="1752600"/>
            <a:ext cx="6096000" cy="4000500"/>
          </a:xfrm>
          <a:prstGeom prst="rect">
            <a:avLst/>
          </a:prstGeom>
        </p:spPr>
      </p:pic>
      <p:pic>
        <p:nvPicPr>
          <p:cNvPr id="131" name="secant_frame_031"/>
          <p:cNvPicPr>
            <a:picLocks noChangeAspect="1"/>
          </p:cNvPicPr>
          <p:nvPr/>
        </p:nvPicPr>
        <p:blipFill>
          <a:blip r:embed="rId34"/>
          <a:stretch/>
        </p:blipFill>
        <p:spPr>
          <a:xfrm>
            <a:off x="457200" y="1752600"/>
            <a:ext cx="6096000" cy="4000500"/>
          </a:xfrm>
          <a:prstGeom prst="rect">
            <a:avLst/>
          </a:prstGeom>
        </p:spPr>
      </p:pic>
      <p:pic>
        <p:nvPicPr>
          <p:cNvPr id="132" name="secant_frame_032"/>
          <p:cNvPicPr>
            <a:picLocks noChangeAspect="1"/>
          </p:cNvPicPr>
          <p:nvPr/>
        </p:nvPicPr>
        <p:blipFill>
          <a:blip r:embed="rId35"/>
          <a:stretch/>
        </p:blipFill>
        <p:spPr>
          <a:xfrm>
            <a:off x="457200" y="1752600"/>
            <a:ext cx="6096000" cy="4000500"/>
          </a:xfrm>
          <a:prstGeom prst="rect">
            <a:avLst/>
          </a:prstGeom>
        </p:spPr>
      </p:pic>
      <p:pic>
        <p:nvPicPr>
          <p:cNvPr id="133" name="secant_frame_033"/>
          <p:cNvPicPr>
            <a:picLocks noChangeAspect="1"/>
          </p:cNvPicPr>
          <p:nvPr/>
        </p:nvPicPr>
        <p:blipFill>
          <a:blip r:embed="rId36"/>
          <a:stretch/>
        </p:blipFill>
        <p:spPr>
          <a:xfrm>
            <a:off x="457200" y="1752600"/>
            <a:ext cx="6096000" cy="4000500"/>
          </a:xfrm>
          <a:prstGeom prst="rect">
            <a:avLst/>
          </a:prstGeom>
        </p:spPr>
      </p:pic>
      <p:pic>
        <p:nvPicPr>
          <p:cNvPr id="134" name="secant_frame_034"/>
          <p:cNvPicPr>
            <a:picLocks noChangeAspect="1"/>
          </p:cNvPicPr>
          <p:nvPr/>
        </p:nvPicPr>
        <p:blipFill>
          <a:blip r:embed="rId37"/>
          <a:stretch/>
        </p:blipFill>
        <p:spPr>
          <a:xfrm>
            <a:off x="457200" y="1752600"/>
            <a:ext cx="6096000" cy="4000500"/>
          </a:xfrm>
          <a:prstGeom prst="rect">
            <a:avLst/>
          </a:prstGeom>
        </p:spPr>
      </p:pic>
      <p:pic>
        <p:nvPicPr>
          <p:cNvPr id="135" name="secant_frame_035"/>
          <p:cNvPicPr>
            <a:picLocks noChangeAspect="1"/>
          </p:cNvPicPr>
          <p:nvPr/>
        </p:nvPicPr>
        <p:blipFill>
          <a:blip r:embed="rId38"/>
          <a:stretch/>
        </p:blipFill>
        <p:spPr>
          <a:xfrm>
            <a:off x="457200" y="1752600"/>
            <a:ext cx="6096000" cy="4000500"/>
          </a:xfrm>
          <a:prstGeom prst="rect">
            <a:avLst/>
          </a:prstGeom>
        </p:spPr>
      </p:pic>
      <p:pic>
        <p:nvPicPr>
          <p:cNvPr id="136" name="secant_frame_036"/>
          <p:cNvPicPr>
            <a:picLocks noChangeAspect="1"/>
          </p:cNvPicPr>
          <p:nvPr/>
        </p:nvPicPr>
        <p:blipFill>
          <a:blip r:embed="rId39"/>
          <a:stretch/>
        </p:blipFill>
        <p:spPr>
          <a:xfrm>
            <a:off x="457200" y="1752600"/>
            <a:ext cx="6096000" cy="4000500"/>
          </a:xfrm>
          <a:prstGeom prst="rect">
            <a:avLst/>
          </a:prstGeom>
        </p:spPr>
      </p:pic>
      <p:pic>
        <p:nvPicPr>
          <p:cNvPr id="137" name="secant_frame_037"/>
          <p:cNvPicPr>
            <a:picLocks noChangeAspect="1"/>
          </p:cNvPicPr>
          <p:nvPr/>
        </p:nvPicPr>
        <p:blipFill>
          <a:blip r:embed="rId40"/>
          <a:stretch/>
        </p:blipFill>
        <p:spPr>
          <a:xfrm>
            <a:off x="457200" y="1752600"/>
            <a:ext cx="6096000" cy="4000500"/>
          </a:xfrm>
          <a:prstGeom prst="rect">
            <a:avLst/>
          </a:prstGeom>
        </p:spPr>
      </p:pic>
      <p:pic>
        <p:nvPicPr>
          <p:cNvPr id="138" name="secant_frame_038"/>
          <p:cNvPicPr>
            <a:picLocks noChangeAspect="1"/>
          </p:cNvPicPr>
          <p:nvPr/>
        </p:nvPicPr>
        <p:blipFill>
          <a:blip r:embed="rId41"/>
          <a:stretch/>
        </p:blipFill>
        <p:spPr>
          <a:xfrm>
            <a:off x="457200" y="1752600"/>
            <a:ext cx="6096000" cy="4000500"/>
          </a:xfrm>
          <a:prstGeom prst="rect">
            <a:avLst/>
          </a:prstGeom>
        </p:spPr>
      </p:pic>
      <p:pic>
        <p:nvPicPr>
          <p:cNvPr id="139" name="secant_frame_039"/>
          <p:cNvPicPr>
            <a:picLocks noChangeAspect="1"/>
          </p:cNvPicPr>
          <p:nvPr/>
        </p:nvPicPr>
        <p:blipFill>
          <a:blip r:embed="rId42"/>
          <a:stretch/>
        </p:blipFill>
        <p:spPr>
          <a:xfrm>
            <a:off x="457200" y="1752600"/>
            <a:ext cx="6096000" cy="4000500"/>
          </a:xfrm>
          <a:prstGeom prst="rect">
            <a:avLst/>
          </a:prstGeom>
        </p:spPr>
      </p:pic>
      <p:pic>
        <p:nvPicPr>
          <p:cNvPr id="140" name="secant_frame_040"/>
          <p:cNvPicPr>
            <a:picLocks noChangeAspect="1"/>
          </p:cNvPicPr>
          <p:nvPr/>
        </p:nvPicPr>
        <p:blipFill>
          <a:blip r:embed="rId43"/>
          <a:stretch/>
        </p:blipFill>
        <p:spPr>
          <a:xfrm>
            <a:off x="457200" y="1752600"/>
            <a:ext cx="6096000" cy="4000500"/>
          </a:xfrm>
          <a:prstGeom prst="rect">
            <a:avLst/>
          </a:prstGeom>
        </p:spPr>
      </p:pic>
      <p:pic>
        <p:nvPicPr>
          <p:cNvPr id="141" name="secant_frame_041"/>
          <p:cNvPicPr>
            <a:picLocks noChangeAspect="1"/>
          </p:cNvPicPr>
          <p:nvPr/>
        </p:nvPicPr>
        <p:blipFill>
          <a:blip r:embed="rId44"/>
          <a:stretch/>
        </p:blipFill>
        <p:spPr>
          <a:xfrm>
            <a:off x="457200" y="1752600"/>
            <a:ext cx="6096000" cy="4000500"/>
          </a:xfrm>
          <a:prstGeom prst="rect">
            <a:avLst/>
          </a:prstGeom>
        </p:spPr>
      </p:pic>
      <p:pic>
        <p:nvPicPr>
          <p:cNvPr id="142" name="secant_frame_042"/>
          <p:cNvPicPr>
            <a:picLocks noChangeAspect="1"/>
          </p:cNvPicPr>
          <p:nvPr/>
        </p:nvPicPr>
        <p:blipFill>
          <a:blip r:embed="rId45"/>
          <a:stretch/>
        </p:blipFill>
        <p:spPr>
          <a:xfrm>
            <a:off x="457200" y="1752600"/>
            <a:ext cx="6096000" cy="4000500"/>
          </a:xfrm>
          <a:prstGeom prst="rect">
            <a:avLst/>
          </a:prstGeom>
        </p:spPr>
      </p:pic>
      <p:pic>
        <p:nvPicPr>
          <p:cNvPr id="143" name="secant_frame_043"/>
          <p:cNvPicPr>
            <a:picLocks noChangeAspect="1"/>
          </p:cNvPicPr>
          <p:nvPr/>
        </p:nvPicPr>
        <p:blipFill>
          <a:blip r:embed="rId46"/>
          <a:stretch/>
        </p:blipFill>
        <p:spPr>
          <a:xfrm>
            <a:off x="457200" y="1752600"/>
            <a:ext cx="6096000" cy="4000500"/>
          </a:xfrm>
          <a:prstGeom prst="rect">
            <a:avLst/>
          </a:prstGeom>
        </p:spPr>
      </p:pic>
      <p:pic>
        <p:nvPicPr>
          <p:cNvPr id="144" name="secant_frame_044"/>
          <p:cNvPicPr>
            <a:picLocks noChangeAspect="1"/>
          </p:cNvPicPr>
          <p:nvPr/>
        </p:nvPicPr>
        <p:blipFill>
          <a:blip r:embed="rId47"/>
          <a:stretch/>
        </p:blipFill>
        <p:spPr>
          <a:xfrm>
            <a:off x="457200" y="1752600"/>
            <a:ext cx="6096000" cy="4000500"/>
          </a:xfrm>
          <a:prstGeom prst="rect">
            <a:avLst/>
          </a:prstGeom>
        </p:spPr>
      </p:pic>
      <p:pic>
        <p:nvPicPr>
          <p:cNvPr id="145" name="secant_frame_045"/>
          <p:cNvPicPr>
            <a:picLocks noChangeAspect="1"/>
          </p:cNvPicPr>
          <p:nvPr/>
        </p:nvPicPr>
        <p:blipFill>
          <a:blip r:embed="rId48"/>
          <a:stretch/>
        </p:blipFill>
        <p:spPr>
          <a:xfrm>
            <a:off x="457200" y="1752600"/>
            <a:ext cx="6096000" cy="4000500"/>
          </a:xfrm>
          <a:prstGeom prst="rect">
            <a:avLst/>
          </a:prstGeom>
        </p:spPr>
      </p:pic>
      <p:pic>
        <p:nvPicPr>
          <p:cNvPr id="146" name="secant_frame_046"/>
          <p:cNvPicPr>
            <a:picLocks noChangeAspect="1"/>
          </p:cNvPicPr>
          <p:nvPr/>
        </p:nvPicPr>
        <p:blipFill>
          <a:blip r:embed="rId49"/>
          <a:stretch/>
        </p:blipFill>
        <p:spPr>
          <a:xfrm>
            <a:off x="457200" y="1752600"/>
            <a:ext cx="6096000" cy="4000500"/>
          </a:xfrm>
          <a:prstGeom prst="rect">
            <a:avLst/>
          </a:prstGeom>
        </p:spPr>
      </p:pic>
      <p:pic>
        <p:nvPicPr>
          <p:cNvPr id="147" name="secant_frame_047"/>
          <p:cNvPicPr>
            <a:picLocks noChangeAspect="1"/>
          </p:cNvPicPr>
          <p:nvPr/>
        </p:nvPicPr>
        <p:blipFill>
          <a:blip r:embed="rId50"/>
          <a:stretch/>
        </p:blipFill>
        <p:spPr>
          <a:xfrm>
            <a:off x="457200" y="1752600"/>
            <a:ext cx="6096000" cy="4000500"/>
          </a:xfrm>
          <a:prstGeom prst="rect">
            <a:avLst/>
          </a:prstGeom>
        </p:spPr>
      </p:pic>
      <p:pic>
        <p:nvPicPr>
          <p:cNvPr id="148" name="secant_frame_048"/>
          <p:cNvPicPr>
            <a:picLocks noChangeAspect="1"/>
          </p:cNvPicPr>
          <p:nvPr/>
        </p:nvPicPr>
        <p:blipFill>
          <a:blip r:embed="rId51"/>
          <a:stretch/>
        </p:blipFill>
        <p:spPr>
          <a:xfrm>
            <a:off x="457200" y="1752600"/>
            <a:ext cx="6096000" cy="4000500"/>
          </a:xfrm>
          <a:prstGeom prst="rect">
            <a:avLst/>
          </a:prstGeom>
        </p:spPr>
      </p:pic>
      <p:pic>
        <p:nvPicPr>
          <p:cNvPr id="149" name="secant_frame_049"/>
          <p:cNvPicPr>
            <a:picLocks noChangeAspect="1"/>
          </p:cNvPicPr>
          <p:nvPr/>
        </p:nvPicPr>
        <p:blipFill>
          <a:blip r:embed="rId52"/>
          <a:stretch/>
        </p:blipFill>
        <p:spPr>
          <a:xfrm>
            <a:off x="457200" y="1752600"/>
            <a:ext cx="6096000" cy="4000500"/>
          </a:xfrm>
          <a:prstGeom prst="rect">
            <a:avLst/>
          </a:prstGeom>
        </p:spPr>
      </p:pic>
      <p:pic>
        <p:nvPicPr>
          <p:cNvPr id="150" name="secant_frame_050"/>
          <p:cNvPicPr>
            <a:picLocks noChangeAspect="1"/>
          </p:cNvPicPr>
          <p:nvPr/>
        </p:nvPicPr>
        <p:blipFill>
          <a:blip r:embed="rId53"/>
          <a:stretch/>
        </p:blipFill>
        <p:spPr>
          <a:xfrm>
            <a:off x="457200" y="1752600"/>
            <a:ext cx="6096000" cy="4000500"/>
          </a:xfrm>
          <a:prstGeom prst="rect">
            <a:avLst/>
          </a:prstGeom>
        </p:spPr>
      </p:pic>
      <p:pic>
        <p:nvPicPr>
          <p:cNvPr id="151" name="secant_frame_051"/>
          <p:cNvPicPr>
            <a:picLocks noChangeAspect="1"/>
          </p:cNvPicPr>
          <p:nvPr/>
        </p:nvPicPr>
        <p:blipFill>
          <a:blip r:embed="rId54"/>
          <a:stretch/>
        </p:blipFill>
        <p:spPr>
          <a:xfrm>
            <a:off x="457200" y="1752600"/>
            <a:ext cx="6096000" cy="4000500"/>
          </a:xfrm>
          <a:prstGeom prst="rect">
            <a:avLst/>
          </a:prstGeom>
        </p:spPr>
      </p:pic>
      <p:pic>
        <p:nvPicPr>
          <p:cNvPr id="152" name="secant_frame_052"/>
          <p:cNvPicPr>
            <a:picLocks noChangeAspect="1"/>
          </p:cNvPicPr>
          <p:nvPr/>
        </p:nvPicPr>
        <p:blipFill>
          <a:blip r:embed="rId55"/>
          <a:stretch/>
        </p:blipFill>
        <p:spPr>
          <a:xfrm>
            <a:off x="457200" y="1752600"/>
            <a:ext cx="6096000" cy="4000500"/>
          </a:xfrm>
          <a:prstGeom prst="rect">
            <a:avLst/>
          </a:prstGeom>
        </p:spPr>
      </p:pic>
      <p:pic>
        <p:nvPicPr>
          <p:cNvPr id="153" name="secant_frame_053"/>
          <p:cNvPicPr>
            <a:picLocks noChangeAspect="1"/>
          </p:cNvPicPr>
          <p:nvPr/>
        </p:nvPicPr>
        <p:blipFill>
          <a:blip r:embed="rId56"/>
          <a:stretch/>
        </p:blipFill>
        <p:spPr>
          <a:xfrm>
            <a:off x="457200" y="1752600"/>
            <a:ext cx="6096000" cy="4000500"/>
          </a:xfrm>
          <a:prstGeom prst="rect">
            <a:avLst/>
          </a:prstGeom>
        </p:spPr>
      </p:pic>
      <p:pic>
        <p:nvPicPr>
          <p:cNvPr id="154" name="secant_frame_054"/>
          <p:cNvPicPr>
            <a:picLocks noChangeAspect="1"/>
          </p:cNvPicPr>
          <p:nvPr/>
        </p:nvPicPr>
        <p:blipFill>
          <a:blip r:embed="rId57"/>
          <a:stretch/>
        </p:blipFill>
        <p:spPr>
          <a:xfrm>
            <a:off x="457200" y="1752600"/>
            <a:ext cx="6096000" cy="4000500"/>
          </a:xfrm>
          <a:prstGeom prst="rect">
            <a:avLst/>
          </a:prstGeom>
        </p:spPr>
      </p:pic>
      <p:pic>
        <p:nvPicPr>
          <p:cNvPr id="155" name="secant_frame_055"/>
          <p:cNvPicPr>
            <a:picLocks noChangeAspect="1"/>
          </p:cNvPicPr>
          <p:nvPr/>
        </p:nvPicPr>
        <p:blipFill>
          <a:blip r:embed="rId58"/>
          <a:stretch/>
        </p:blipFill>
        <p:spPr>
          <a:xfrm>
            <a:off x="457200" y="1752600"/>
            <a:ext cx="6096000" cy="4000500"/>
          </a:xfrm>
          <a:prstGeom prst="rect">
            <a:avLst/>
          </a:prstGeom>
        </p:spPr>
      </p:pic>
      <p:pic>
        <p:nvPicPr>
          <p:cNvPr id="156" name="secant_frame_056"/>
          <p:cNvPicPr>
            <a:picLocks noChangeAspect="1"/>
          </p:cNvPicPr>
          <p:nvPr/>
        </p:nvPicPr>
        <p:blipFill>
          <a:blip r:embed="rId59"/>
          <a:stretch/>
        </p:blipFill>
        <p:spPr>
          <a:xfrm>
            <a:off x="457200" y="1752600"/>
            <a:ext cx="6096000" cy="4000500"/>
          </a:xfrm>
          <a:prstGeom prst="rect">
            <a:avLst/>
          </a:prstGeom>
        </p:spPr>
      </p:pic>
      <p:pic>
        <p:nvPicPr>
          <p:cNvPr id="157" name="secant_frame_057"/>
          <p:cNvPicPr>
            <a:picLocks noChangeAspect="1"/>
          </p:cNvPicPr>
          <p:nvPr/>
        </p:nvPicPr>
        <p:blipFill>
          <a:blip r:embed="rId60"/>
          <a:stretch/>
        </p:blipFill>
        <p:spPr>
          <a:xfrm>
            <a:off x="457200" y="1752600"/>
            <a:ext cx="6096000" cy="4000500"/>
          </a:xfrm>
          <a:prstGeom prst="rect">
            <a:avLst/>
          </a:prstGeom>
        </p:spPr>
      </p:pic>
      <p:pic>
        <p:nvPicPr>
          <p:cNvPr id="158" name="secant_frame_058"/>
          <p:cNvPicPr>
            <a:picLocks noChangeAspect="1"/>
          </p:cNvPicPr>
          <p:nvPr/>
        </p:nvPicPr>
        <p:blipFill>
          <a:blip r:embed="rId61"/>
          <a:stretch/>
        </p:blipFill>
        <p:spPr>
          <a:xfrm>
            <a:off x="457200" y="1752600"/>
            <a:ext cx="6096000" cy="4000500"/>
          </a:xfrm>
          <a:prstGeom prst="rect">
            <a:avLst/>
          </a:prstGeom>
        </p:spPr>
      </p:pic>
      <p:pic>
        <p:nvPicPr>
          <p:cNvPr id="159" name="secant_frame_059"/>
          <p:cNvPicPr>
            <a:picLocks noChangeAspect="1"/>
          </p:cNvPicPr>
          <p:nvPr/>
        </p:nvPicPr>
        <p:blipFill>
          <a:blip r:embed="rId62"/>
          <a:stretch/>
        </p:blipFill>
        <p:spPr>
          <a:xfrm>
            <a:off x="457200" y="1752600"/>
            <a:ext cx="6096000" cy="4000500"/>
          </a:xfrm>
          <a:prstGeom prst="rect">
            <a:avLst/>
          </a:prstGeom>
        </p:spPr>
      </p:pic>
      <p:pic>
        <p:nvPicPr>
          <p:cNvPr id="160" name="secant_frame_060"/>
          <p:cNvPicPr>
            <a:picLocks noChangeAspect="1"/>
          </p:cNvPicPr>
          <p:nvPr/>
        </p:nvPicPr>
        <p:blipFill>
          <a:blip r:embed="rId63"/>
          <a:stretch/>
        </p:blipFill>
        <p:spPr>
          <a:xfrm>
            <a:off x="457200" y="1752600"/>
            <a:ext cx="6096000" cy="4000500"/>
          </a:xfrm>
          <a:prstGeom prst="rect">
            <a:avLst/>
          </a:prstGeom>
        </p:spPr>
      </p:pic>
      <p:pic>
        <p:nvPicPr>
          <p:cNvPr id="161" name="secant_frame_061"/>
          <p:cNvPicPr>
            <a:picLocks noChangeAspect="1"/>
          </p:cNvPicPr>
          <p:nvPr/>
        </p:nvPicPr>
        <p:blipFill>
          <a:blip r:embed="rId64"/>
          <a:stretch/>
        </p:blipFill>
        <p:spPr>
          <a:xfrm>
            <a:off x="457200" y="1752600"/>
            <a:ext cx="6096000" cy="4000500"/>
          </a:xfrm>
          <a:prstGeom prst="rect">
            <a:avLst/>
          </a:prstGeom>
        </p:spPr>
      </p:pic>
      <p:pic>
        <p:nvPicPr>
          <p:cNvPr id="162" name="secant_frame_062"/>
          <p:cNvPicPr>
            <a:picLocks noChangeAspect="1"/>
          </p:cNvPicPr>
          <p:nvPr/>
        </p:nvPicPr>
        <p:blipFill>
          <a:blip r:embed="rId65"/>
          <a:stretch/>
        </p:blipFill>
        <p:spPr>
          <a:xfrm>
            <a:off x="457200" y="1752600"/>
            <a:ext cx="6096000" cy="4000500"/>
          </a:xfrm>
          <a:prstGeom prst="rect">
            <a:avLst/>
          </a:prstGeom>
        </p:spPr>
      </p:pic>
      <p:pic>
        <p:nvPicPr>
          <p:cNvPr id="163" name="secant_frame_063"/>
          <p:cNvPicPr>
            <a:picLocks noChangeAspect="1"/>
          </p:cNvPicPr>
          <p:nvPr/>
        </p:nvPicPr>
        <p:blipFill>
          <a:blip r:embed="rId66"/>
          <a:stretch/>
        </p:blipFill>
        <p:spPr>
          <a:xfrm>
            <a:off x="457200" y="1752600"/>
            <a:ext cx="6096000" cy="4000500"/>
          </a:xfrm>
          <a:prstGeom prst="rect">
            <a:avLst/>
          </a:prstGeom>
        </p:spPr>
      </p:pic>
      <p:pic>
        <p:nvPicPr>
          <p:cNvPr id="164" name="secant_frame_064"/>
          <p:cNvPicPr>
            <a:picLocks noChangeAspect="1"/>
          </p:cNvPicPr>
          <p:nvPr/>
        </p:nvPicPr>
        <p:blipFill>
          <a:blip r:embed="rId67"/>
          <a:stretch/>
        </p:blipFill>
        <p:spPr>
          <a:xfrm>
            <a:off x="457200" y="1752600"/>
            <a:ext cx="6096000" cy="4000500"/>
          </a:xfrm>
          <a:prstGeom prst="rect">
            <a:avLst/>
          </a:prstGeom>
        </p:spPr>
      </p:pic>
      <p:pic>
        <p:nvPicPr>
          <p:cNvPr id="165" name="secant_frame_065"/>
          <p:cNvPicPr>
            <a:picLocks noChangeAspect="1"/>
          </p:cNvPicPr>
          <p:nvPr/>
        </p:nvPicPr>
        <p:blipFill>
          <a:blip r:embed="rId68"/>
          <a:stretch/>
        </p:blipFill>
        <p:spPr>
          <a:xfrm>
            <a:off x="457200" y="1752600"/>
            <a:ext cx="6096000" cy="4000500"/>
          </a:xfrm>
          <a:prstGeom prst="rect">
            <a:avLst/>
          </a:prstGeom>
        </p:spPr>
      </p:pic>
      <p:pic>
        <p:nvPicPr>
          <p:cNvPr id="166" name="secant_frame_066"/>
          <p:cNvPicPr>
            <a:picLocks noChangeAspect="1"/>
          </p:cNvPicPr>
          <p:nvPr/>
        </p:nvPicPr>
        <p:blipFill>
          <a:blip r:embed="rId69"/>
          <a:stretch/>
        </p:blipFill>
        <p:spPr>
          <a:xfrm>
            <a:off x="457200" y="1752600"/>
            <a:ext cx="6096000" cy="4000500"/>
          </a:xfrm>
          <a:prstGeom prst="rect">
            <a:avLst/>
          </a:prstGeom>
        </p:spPr>
      </p:pic>
      <p:pic>
        <p:nvPicPr>
          <p:cNvPr id="167" name="secant_frame_067"/>
          <p:cNvPicPr>
            <a:picLocks noChangeAspect="1"/>
          </p:cNvPicPr>
          <p:nvPr/>
        </p:nvPicPr>
        <p:blipFill>
          <a:blip r:embed="rId70"/>
          <a:stretch/>
        </p:blipFill>
        <p:spPr>
          <a:xfrm>
            <a:off x="457200" y="1752600"/>
            <a:ext cx="6096000" cy="4000500"/>
          </a:xfrm>
          <a:prstGeom prst="rect">
            <a:avLst/>
          </a:prstGeom>
        </p:spPr>
      </p:pic>
      <p:pic>
        <p:nvPicPr>
          <p:cNvPr id="168" name="secant_frame_068"/>
          <p:cNvPicPr>
            <a:picLocks noChangeAspect="1"/>
          </p:cNvPicPr>
          <p:nvPr/>
        </p:nvPicPr>
        <p:blipFill>
          <a:blip r:embed="rId71"/>
          <a:stretch/>
        </p:blipFill>
        <p:spPr>
          <a:xfrm>
            <a:off x="457200" y="1752600"/>
            <a:ext cx="6096000" cy="4000500"/>
          </a:xfrm>
          <a:prstGeom prst="rect">
            <a:avLst/>
          </a:prstGeom>
        </p:spPr>
      </p:pic>
      <p:pic>
        <p:nvPicPr>
          <p:cNvPr id="169" name="secant_frame_069"/>
          <p:cNvPicPr>
            <a:picLocks noChangeAspect="1"/>
          </p:cNvPicPr>
          <p:nvPr/>
        </p:nvPicPr>
        <p:blipFill>
          <a:blip r:embed="rId72"/>
          <a:stretch/>
        </p:blipFill>
        <p:spPr>
          <a:xfrm>
            <a:off x="457200" y="1752600"/>
            <a:ext cx="6096000" cy="4000500"/>
          </a:xfrm>
          <a:prstGeom prst="rect">
            <a:avLst/>
          </a:prstGeom>
        </p:spPr>
      </p:pic>
      <p:pic>
        <p:nvPicPr>
          <p:cNvPr id="170" name="secant_frame_070"/>
          <p:cNvPicPr>
            <a:picLocks noChangeAspect="1"/>
          </p:cNvPicPr>
          <p:nvPr/>
        </p:nvPicPr>
        <p:blipFill>
          <a:blip r:embed="rId73"/>
          <a:stretch/>
        </p:blipFill>
        <p:spPr>
          <a:xfrm>
            <a:off x="457200" y="1752600"/>
            <a:ext cx="6096000" cy="4000500"/>
          </a:xfrm>
          <a:prstGeom prst="rect">
            <a:avLst/>
          </a:prstGeom>
        </p:spPr>
      </p:pic>
      <p:pic>
        <p:nvPicPr>
          <p:cNvPr id="171" name="secant_frame_071"/>
          <p:cNvPicPr>
            <a:picLocks noChangeAspect="1"/>
          </p:cNvPicPr>
          <p:nvPr/>
        </p:nvPicPr>
        <p:blipFill>
          <a:blip r:embed="rId74"/>
          <a:stretch/>
        </p:blipFill>
        <p:spPr>
          <a:xfrm>
            <a:off x="457200" y="1752600"/>
            <a:ext cx="6096000" cy="4000500"/>
          </a:xfrm>
          <a:prstGeom prst="rect">
            <a:avLst/>
          </a:prstGeom>
        </p:spPr>
      </p:pic>
      <p:pic>
        <p:nvPicPr>
          <p:cNvPr id="172" name="secant_frame_072"/>
          <p:cNvPicPr>
            <a:picLocks noChangeAspect="1"/>
          </p:cNvPicPr>
          <p:nvPr/>
        </p:nvPicPr>
        <p:blipFill>
          <a:blip r:embed="rId75"/>
          <a:stretch/>
        </p:blipFill>
        <p:spPr>
          <a:xfrm>
            <a:off x="457200" y="1752600"/>
            <a:ext cx="6096000" cy="4000500"/>
          </a:xfrm>
          <a:prstGeom prst="rect">
            <a:avLst/>
          </a:prstGeom>
        </p:spPr>
      </p:pic>
      <p:pic>
        <p:nvPicPr>
          <p:cNvPr id="173" name="secant_frame_073"/>
          <p:cNvPicPr>
            <a:picLocks noChangeAspect="1"/>
          </p:cNvPicPr>
          <p:nvPr/>
        </p:nvPicPr>
        <p:blipFill>
          <a:blip r:embed="rId76"/>
          <a:stretch/>
        </p:blipFill>
        <p:spPr>
          <a:xfrm>
            <a:off x="457200" y="1752600"/>
            <a:ext cx="6096000" cy="4000500"/>
          </a:xfrm>
          <a:prstGeom prst="rect">
            <a:avLst/>
          </a:prstGeom>
        </p:spPr>
      </p:pic>
      <p:pic>
        <p:nvPicPr>
          <p:cNvPr id="174" name="secant_frame_074"/>
          <p:cNvPicPr>
            <a:picLocks noChangeAspect="1"/>
          </p:cNvPicPr>
          <p:nvPr/>
        </p:nvPicPr>
        <p:blipFill>
          <a:blip r:embed="rId77"/>
          <a:stretch/>
        </p:blipFill>
        <p:spPr>
          <a:xfrm>
            <a:off x="457200" y="1752600"/>
            <a:ext cx="6096000" cy="4000500"/>
          </a:xfrm>
          <a:prstGeom prst="rect">
            <a:avLst/>
          </a:prstGeom>
        </p:spPr>
      </p:pic>
      <p:pic>
        <p:nvPicPr>
          <p:cNvPr id="175" name="secant_frame_075"/>
          <p:cNvPicPr>
            <a:picLocks noChangeAspect="1"/>
          </p:cNvPicPr>
          <p:nvPr/>
        </p:nvPicPr>
        <p:blipFill>
          <a:blip r:embed="rId78"/>
          <a:stretch/>
        </p:blipFill>
        <p:spPr>
          <a:xfrm>
            <a:off x="457200" y="1752600"/>
            <a:ext cx="6096000" cy="4000500"/>
          </a:xfrm>
          <a:prstGeom prst="rect">
            <a:avLst/>
          </a:prstGeom>
        </p:spPr>
      </p:pic>
      <p:pic>
        <p:nvPicPr>
          <p:cNvPr id="176" name="secant_frame_076"/>
          <p:cNvPicPr>
            <a:picLocks noChangeAspect="1"/>
          </p:cNvPicPr>
          <p:nvPr/>
        </p:nvPicPr>
        <p:blipFill>
          <a:blip r:embed="rId79"/>
          <a:stretch/>
        </p:blipFill>
        <p:spPr>
          <a:xfrm>
            <a:off x="457200" y="1752600"/>
            <a:ext cx="6096000" cy="4000500"/>
          </a:xfrm>
          <a:prstGeom prst="rect">
            <a:avLst/>
          </a:prstGeom>
        </p:spPr>
      </p:pic>
      <p:pic>
        <p:nvPicPr>
          <p:cNvPr id="177" name="secant_frame_077"/>
          <p:cNvPicPr>
            <a:picLocks noChangeAspect="1"/>
          </p:cNvPicPr>
          <p:nvPr/>
        </p:nvPicPr>
        <p:blipFill>
          <a:blip r:embed="rId80"/>
          <a:stretch/>
        </p:blipFill>
        <p:spPr>
          <a:xfrm>
            <a:off x="457200" y="1752600"/>
            <a:ext cx="6096000" cy="4000500"/>
          </a:xfrm>
          <a:prstGeom prst="rect">
            <a:avLst/>
          </a:prstGeom>
        </p:spPr>
      </p:pic>
      <p:pic>
        <p:nvPicPr>
          <p:cNvPr id="178" name="secant_frame_078"/>
          <p:cNvPicPr>
            <a:picLocks noChangeAspect="1"/>
          </p:cNvPicPr>
          <p:nvPr/>
        </p:nvPicPr>
        <p:blipFill>
          <a:blip r:embed="rId81"/>
          <a:stretch/>
        </p:blipFill>
        <p:spPr>
          <a:xfrm>
            <a:off x="457200" y="1752600"/>
            <a:ext cx="6096000" cy="4000500"/>
          </a:xfrm>
          <a:prstGeom prst="rect">
            <a:avLst/>
          </a:prstGeom>
        </p:spPr>
      </p:pic>
      <p:pic>
        <p:nvPicPr>
          <p:cNvPr id="179" name="secant_frame_079"/>
          <p:cNvPicPr>
            <a:picLocks noChangeAspect="1"/>
          </p:cNvPicPr>
          <p:nvPr/>
        </p:nvPicPr>
        <p:blipFill>
          <a:blip r:embed="rId82"/>
          <a:stretch/>
        </p:blipFill>
        <p:spPr>
          <a:xfrm>
            <a:off x="457200" y="1752600"/>
            <a:ext cx="6096000" cy="4000500"/>
          </a:xfrm>
          <a:prstGeom prst="rect">
            <a:avLst/>
          </a:prstGeom>
        </p:spPr>
      </p:pic>
      <p:pic>
        <p:nvPicPr>
          <p:cNvPr id="180" name="secant_frame_080"/>
          <p:cNvPicPr>
            <a:picLocks noChangeAspect="1"/>
          </p:cNvPicPr>
          <p:nvPr/>
        </p:nvPicPr>
        <p:blipFill>
          <a:blip r:embed="rId83"/>
          <a:stretch/>
        </p:blipFill>
        <p:spPr>
          <a:xfrm>
            <a:off x="457200" y="1752600"/>
            <a:ext cx="6096000" cy="4000500"/>
          </a:xfrm>
          <a:prstGeom prst="rect">
            <a:avLst/>
          </a:prstGeom>
        </p:spPr>
      </p:pic>
      <p:pic>
        <p:nvPicPr>
          <p:cNvPr id="181" name="secant_frame_081"/>
          <p:cNvPicPr>
            <a:picLocks noChangeAspect="1"/>
          </p:cNvPicPr>
          <p:nvPr/>
        </p:nvPicPr>
        <p:blipFill>
          <a:blip r:embed="rId84"/>
          <a:stretch/>
        </p:blipFill>
        <p:spPr>
          <a:xfrm>
            <a:off x="457200" y="1752600"/>
            <a:ext cx="6096000" cy="4000500"/>
          </a:xfrm>
          <a:prstGeom prst="rect">
            <a:avLst/>
          </a:prstGeom>
        </p:spPr>
      </p:pic>
      <p:pic>
        <p:nvPicPr>
          <p:cNvPr id="182" name="secant_frame_082"/>
          <p:cNvPicPr>
            <a:picLocks noChangeAspect="1"/>
          </p:cNvPicPr>
          <p:nvPr/>
        </p:nvPicPr>
        <p:blipFill>
          <a:blip r:embed="rId85"/>
          <a:stretch/>
        </p:blipFill>
        <p:spPr>
          <a:xfrm>
            <a:off x="457200" y="1752600"/>
            <a:ext cx="6096000" cy="4000500"/>
          </a:xfrm>
          <a:prstGeom prst="rect">
            <a:avLst/>
          </a:prstGeom>
        </p:spPr>
      </p:pic>
      <p:pic>
        <p:nvPicPr>
          <p:cNvPr id="183" name="secant_frame_083"/>
          <p:cNvPicPr>
            <a:picLocks noChangeAspect="1"/>
          </p:cNvPicPr>
          <p:nvPr/>
        </p:nvPicPr>
        <p:blipFill>
          <a:blip r:embed="rId86"/>
          <a:stretch/>
        </p:blipFill>
        <p:spPr>
          <a:xfrm>
            <a:off x="457200" y="1752600"/>
            <a:ext cx="6096000" cy="4000500"/>
          </a:xfrm>
          <a:prstGeom prst="rect">
            <a:avLst/>
          </a:prstGeom>
        </p:spPr>
      </p:pic>
      <p:pic>
        <p:nvPicPr>
          <p:cNvPr id="184" name="secant_frame_084"/>
          <p:cNvPicPr>
            <a:picLocks noChangeAspect="1"/>
          </p:cNvPicPr>
          <p:nvPr/>
        </p:nvPicPr>
        <p:blipFill>
          <a:blip r:embed="rId87"/>
          <a:stretch/>
        </p:blipFill>
        <p:spPr>
          <a:xfrm>
            <a:off x="457200" y="1752600"/>
            <a:ext cx="6096000" cy="4000500"/>
          </a:xfrm>
          <a:prstGeom prst="rect">
            <a:avLst/>
          </a:prstGeom>
        </p:spPr>
      </p:pic>
      <p:pic>
        <p:nvPicPr>
          <p:cNvPr id="185" name="secant_frame_085"/>
          <p:cNvPicPr>
            <a:picLocks noChangeAspect="1"/>
          </p:cNvPicPr>
          <p:nvPr/>
        </p:nvPicPr>
        <p:blipFill>
          <a:blip r:embed="rId88"/>
          <a:stretch/>
        </p:blipFill>
        <p:spPr>
          <a:xfrm>
            <a:off x="457200" y="1752600"/>
            <a:ext cx="6096000" cy="4000500"/>
          </a:xfrm>
          <a:prstGeom prst="rect">
            <a:avLst/>
          </a:prstGeom>
        </p:spPr>
      </p:pic>
      <p:pic>
        <p:nvPicPr>
          <p:cNvPr id="186" name="secant_frame_086"/>
          <p:cNvPicPr>
            <a:picLocks noChangeAspect="1"/>
          </p:cNvPicPr>
          <p:nvPr/>
        </p:nvPicPr>
        <p:blipFill>
          <a:blip r:embed="rId89"/>
          <a:stretch/>
        </p:blipFill>
        <p:spPr>
          <a:xfrm>
            <a:off x="457200" y="1752600"/>
            <a:ext cx="6096000" cy="4000500"/>
          </a:xfrm>
          <a:prstGeom prst="rect">
            <a:avLst/>
          </a:prstGeom>
        </p:spPr>
      </p:pic>
      <p:pic>
        <p:nvPicPr>
          <p:cNvPr id="187" name="secant_frame_087"/>
          <p:cNvPicPr>
            <a:picLocks noChangeAspect="1"/>
          </p:cNvPicPr>
          <p:nvPr/>
        </p:nvPicPr>
        <p:blipFill>
          <a:blip r:embed="rId90"/>
          <a:stretch/>
        </p:blipFill>
        <p:spPr>
          <a:xfrm>
            <a:off x="457200" y="1752600"/>
            <a:ext cx="6096000" cy="4000500"/>
          </a:xfrm>
          <a:prstGeom prst="rect">
            <a:avLst/>
          </a:prstGeom>
        </p:spPr>
      </p:pic>
      <p:pic>
        <p:nvPicPr>
          <p:cNvPr id="188" name="secant_frame_088"/>
          <p:cNvPicPr>
            <a:picLocks noChangeAspect="1"/>
          </p:cNvPicPr>
          <p:nvPr/>
        </p:nvPicPr>
        <p:blipFill>
          <a:blip r:embed="rId91"/>
          <a:stretch/>
        </p:blipFill>
        <p:spPr>
          <a:xfrm>
            <a:off x="457200" y="1752600"/>
            <a:ext cx="6096000" cy="4000500"/>
          </a:xfrm>
          <a:prstGeom prst="rect">
            <a:avLst/>
          </a:prstGeom>
        </p:spPr>
      </p:pic>
      <p:pic>
        <p:nvPicPr>
          <p:cNvPr id="189" name="secant_frame_089"/>
          <p:cNvPicPr>
            <a:picLocks noChangeAspect="1"/>
          </p:cNvPicPr>
          <p:nvPr/>
        </p:nvPicPr>
        <p:blipFill>
          <a:blip r:embed="rId92"/>
          <a:stretch/>
        </p:blipFill>
        <p:spPr>
          <a:xfrm>
            <a:off x="457200" y="1752600"/>
            <a:ext cx="6096000" cy="4000500"/>
          </a:xfrm>
          <a:prstGeom prst="rect">
            <a:avLst/>
          </a:prstGeom>
        </p:spPr>
      </p:pic>
      <p:pic>
        <p:nvPicPr>
          <p:cNvPr id="190" name="secant_frame_090"/>
          <p:cNvPicPr>
            <a:picLocks noChangeAspect="1"/>
          </p:cNvPicPr>
          <p:nvPr/>
        </p:nvPicPr>
        <p:blipFill>
          <a:blip r:embed="rId93"/>
          <a:stretch/>
        </p:blipFill>
        <p:spPr>
          <a:xfrm>
            <a:off x="457200" y="1752600"/>
            <a:ext cx="6096000" cy="4000500"/>
          </a:xfrm>
          <a:prstGeom prst="rect">
            <a:avLst/>
          </a:prstGeom>
        </p:spPr>
      </p:pic>
      <p:pic>
        <p:nvPicPr>
          <p:cNvPr id="191" name="secant_frame_091"/>
          <p:cNvPicPr>
            <a:picLocks noChangeAspect="1"/>
          </p:cNvPicPr>
          <p:nvPr/>
        </p:nvPicPr>
        <p:blipFill>
          <a:blip r:embed="rId94"/>
          <a:stretch/>
        </p:blipFill>
        <p:spPr>
          <a:xfrm>
            <a:off x="457200" y="1752600"/>
            <a:ext cx="6096000" cy="4000500"/>
          </a:xfrm>
          <a:prstGeom prst="rect">
            <a:avLst/>
          </a:prstGeom>
        </p:spPr>
      </p:pic>
      <p:pic>
        <p:nvPicPr>
          <p:cNvPr id="192" name="secant_frame_092"/>
          <p:cNvPicPr>
            <a:picLocks noChangeAspect="1"/>
          </p:cNvPicPr>
          <p:nvPr/>
        </p:nvPicPr>
        <p:blipFill>
          <a:blip r:embed="rId95"/>
          <a:stretch/>
        </p:blipFill>
        <p:spPr>
          <a:xfrm>
            <a:off x="457200" y="1752600"/>
            <a:ext cx="6096000" cy="4000500"/>
          </a:xfrm>
          <a:prstGeom prst="rect">
            <a:avLst/>
          </a:prstGeom>
        </p:spPr>
      </p:pic>
      <p:pic>
        <p:nvPicPr>
          <p:cNvPr id="193" name="secant_frame_093"/>
          <p:cNvPicPr>
            <a:picLocks noChangeAspect="1"/>
          </p:cNvPicPr>
          <p:nvPr/>
        </p:nvPicPr>
        <p:blipFill>
          <a:blip r:embed="rId96"/>
          <a:stretch/>
        </p:blipFill>
        <p:spPr>
          <a:xfrm>
            <a:off x="457200" y="1752600"/>
            <a:ext cx="6096000" cy="4000500"/>
          </a:xfrm>
          <a:prstGeom prst="rect">
            <a:avLst/>
          </a:prstGeom>
        </p:spPr>
      </p:pic>
      <p:pic>
        <p:nvPicPr>
          <p:cNvPr id="194" name="secant_frame_094"/>
          <p:cNvPicPr>
            <a:picLocks noChangeAspect="1"/>
          </p:cNvPicPr>
          <p:nvPr/>
        </p:nvPicPr>
        <p:blipFill>
          <a:blip r:embed="rId97"/>
          <a:stretch/>
        </p:blipFill>
        <p:spPr>
          <a:xfrm>
            <a:off x="457200" y="1752600"/>
            <a:ext cx="6096000" cy="4000500"/>
          </a:xfrm>
          <a:prstGeom prst="rect">
            <a:avLst/>
          </a:prstGeom>
        </p:spPr>
      </p:pic>
      <p:pic>
        <p:nvPicPr>
          <p:cNvPr id="195" name="secant_frame_095"/>
          <p:cNvPicPr>
            <a:picLocks noChangeAspect="1"/>
          </p:cNvPicPr>
          <p:nvPr/>
        </p:nvPicPr>
        <p:blipFill>
          <a:blip r:embed="rId98"/>
          <a:stretch/>
        </p:blipFill>
        <p:spPr>
          <a:xfrm>
            <a:off x="457200" y="1752600"/>
            <a:ext cx="6096000" cy="4000500"/>
          </a:xfrm>
          <a:prstGeom prst="rect">
            <a:avLst/>
          </a:prstGeom>
        </p:spPr>
      </p:pic>
      <p:pic>
        <p:nvPicPr>
          <p:cNvPr id="196" name="secant_frame_096"/>
          <p:cNvPicPr>
            <a:picLocks noChangeAspect="1"/>
          </p:cNvPicPr>
          <p:nvPr/>
        </p:nvPicPr>
        <p:blipFill>
          <a:blip r:embed="rId99"/>
          <a:stretch/>
        </p:blipFill>
        <p:spPr>
          <a:xfrm>
            <a:off x="457200" y="1752600"/>
            <a:ext cx="6096000" cy="4000500"/>
          </a:xfrm>
          <a:prstGeom prst="rect">
            <a:avLst/>
          </a:prstGeom>
        </p:spPr>
      </p:pic>
      <p:pic>
        <p:nvPicPr>
          <p:cNvPr id="197" name="secant_frame_097"/>
          <p:cNvPicPr>
            <a:picLocks noChangeAspect="1"/>
          </p:cNvPicPr>
          <p:nvPr/>
        </p:nvPicPr>
        <p:blipFill>
          <a:blip r:embed="rId100"/>
          <a:stretch/>
        </p:blipFill>
        <p:spPr>
          <a:xfrm>
            <a:off x="457200" y="1752600"/>
            <a:ext cx="6096000" cy="4000500"/>
          </a:xfrm>
          <a:prstGeom prst="rect">
            <a:avLst/>
          </a:prstGeom>
        </p:spPr>
      </p:pic>
      <p:pic>
        <p:nvPicPr>
          <p:cNvPr id="198" name="secant_frame_098"/>
          <p:cNvPicPr>
            <a:picLocks noChangeAspect="1"/>
          </p:cNvPicPr>
          <p:nvPr/>
        </p:nvPicPr>
        <p:blipFill>
          <a:blip r:embed="rId101"/>
          <a:stretch/>
        </p:blipFill>
        <p:spPr>
          <a:xfrm>
            <a:off x="457200" y="1752600"/>
            <a:ext cx="6096000" cy="4000500"/>
          </a:xfrm>
          <a:prstGeom prst="rect">
            <a:avLst/>
          </a:prstGeom>
        </p:spPr>
      </p:pic>
      <p:pic>
        <p:nvPicPr>
          <p:cNvPr id="199" name="secant_frame_099"/>
          <p:cNvPicPr>
            <a:picLocks noChangeAspect="1"/>
          </p:cNvPicPr>
          <p:nvPr/>
        </p:nvPicPr>
        <p:blipFill>
          <a:blip r:embed="rId102"/>
          <a:stretch/>
        </p:blipFill>
        <p:spPr>
          <a:xfrm>
            <a:off x="457200" y="1752600"/>
            <a:ext cx="6096000" cy="4000500"/>
          </a:xfrm>
          <a:prstGeom prst="rect">
            <a:avLst/>
          </a:prstGeom>
        </p:spPr>
      </p:pic>
      <p:pic>
        <p:nvPicPr>
          <p:cNvPr id="200" name="secant_frame_100"/>
          <p:cNvPicPr>
            <a:picLocks noChangeAspect="1"/>
          </p:cNvPicPr>
          <p:nvPr/>
        </p:nvPicPr>
        <p:blipFill>
          <a:blip r:embed="rId103"/>
          <a:stretch/>
        </p:blipFill>
        <p:spPr>
          <a:xfrm>
            <a:off x="457200" y="1752600"/>
            <a:ext cx="6096000" cy="4000500"/>
          </a:xfrm>
          <a:prstGeom prst="rect">
            <a:avLst/>
          </a:prstGeom>
        </p:spPr>
      </p:pic>
      <p:pic>
        <p:nvPicPr>
          <p:cNvPr id="201" name="secant_frame_101"/>
          <p:cNvPicPr>
            <a:picLocks noChangeAspect="1"/>
          </p:cNvPicPr>
          <p:nvPr/>
        </p:nvPicPr>
        <p:blipFill>
          <a:blip r:embed="rId104"/>
          <a:stretch/>
        </p:blipFill>
        <p:spPr>
          <a:xfrm>
            <a:off x="457200" y="1752600"/>
            <a:ext cx="6096000" cy="4000500"/>
          </a:xfrm>
          <a:prstGeom prst="rect">
            <a:avLst/>
          </a:prstGeom>
        </p:spPr>
      </p:pic>
      <p:pic>
        <p:nvPicPr>
          <p:cNvPr id="202" name="secant_frame_102"/>
          <p:cNvPicPr>
            <a:picLocks noChangeAspect="1"/>
          </p:cNvPicPr>
          <p:nvPr/>
        </p:nvPicPr>
        <p:blipFill>
          <a:blip r:embed="rId105"/>
          <a:stretch/>
        </p:blipFill>
        <p:spPr>
          <a:xfrm>
            <a:off x="457200" y="1752600"/>
            <a:ext cx="6096000" cy="4000500"/>
          </a:xfrm>
          <a:prstGeom prst="rect">
            <a:avLst/>
          </a:prstGeom>
        </p:spPr>
      </p:pic>
      <p:pic>
        <p:nvPicPr>
          <p:cNvPr id="203" name="secant_frame_103"/>
          <p:cNvPicPr>
            <a:picLocks noChangeAspect="1"/>
          </p:cNvPicPr>
          <p:nvPr/>
        </p:nvPicPr>
        <p:blipFill>
          <a:blip r:embed="rId106"/>
          <a:stretch/>
        </p:blipFill>
        <p:spPr>
          <a:xfrm>
            <a:off x="457200" y="1752600"/>
            <a:ext cx="6096000" cy="4000500"/>
          </a:xfrm>
          <a:prstGeom prst="rect">
            <a:avLst/>
          </a:prstGeom>
        </p:spPr>
      </p:pic>
      <p:pic>
        <p:nvPicPr>
          <p:cNvPr id="204" name="secant_frame_104"/>
          <p:cNvPicPr>
            <a:picLocks noChangeAspect="1"/>
          </p:cNvPicPr>
          <p:nvPr/>
        </p:nvPicPr>
        <p:blipFill>
          <a:blip r:embed="rId107"/>
          <a:stretch/>
        </p:blipFill>
        <p:spPr>
          <a:xfrm>
            <a:off x="457200" y="1752600"/>
            <a:ext cx="6096000" cy="4000500"/>
          </a:xfrm>
          <a:prstGeom prst="rect">
            <a:avLst/>
          </a:prstGeom>
        </p:spPr>
      </p:pic>
      <p:pic>
        <p:nvPicPr>
          <p:cNvPr id="205" name="secant_frame_105"/>
          <p:cNvPicPr>
            <a:picLocks noChangeAspect="1"/>
          </p:cNvPicPr>
          <p:nvPr/>
        </p:nvPicPr>
        <p:blipFill>
          <a:blip r:embed="rId108"/>
          <a:stretch/>
        </p:blipFill>
        <p:spPr>
          <a:xfrm>
            <a:off x="457200" y="1752600"/>
            <a:ext cx="6096000" cy="4000500"/>
          </a:xfrm>
          <a:prstGeom prst="rect">
            <a:avLst/>
          </a:prstGeom>
        </p:spPr>
      </p:pic>
      <p:pic>
        <p:nvPicPr>
          <p:cNvPr id="206" name="secant_frame_106"/>
          <p:cNvPicPr>
            <a:picLocks noChangeAspect="1"/>
          </p:cNvPicPr>
          <p:nvPr/>
        </p:nvPicPr>
        <p:blipFill>
          <a:blip r:embed="rId109"/>
          <a:stretch/>
        </p:blipFill>
        <p:spPr>
          <a:xfrm>
            <a:off x="457200" y="1752600"/>
            <a:ext cx="6096000" cy="4000500"/>
          </a:xfrm>
          <a:prstGeom prst="rect">
            <a:avLst/>
          </a:prstGeom>
        </p:spPr>
      </p:pic>
      <p:pic>
        <p:nvPicPr>
          <p:cNvPr id="207" name="secant_frame_107"/>
          <p:cNvPicPr>
            <a:picLocks noChangeAspect="1"/>
          </p:cNvPicPr>
          <p:nvPr/>
        </p:nvPicPr>
        <p:blipFill>
          <a:blip r:embed="rId110"/>
          <a:stretch/>
        </p:blipFill>
        <p:spPr>
          <a:xfrm>
            <a:off x="457200" y="1752600"/>
            <a:ext cx="6096000" cy="4000500"/>
          </a:xfrm>
          <a:prstGeom prst="rect">
            <a:avLst/>
          </a:prstGeom>
        </p:spPr>
      </p:pic>
      <p:pic>
        <p:nvPicPr>
          <p:cNvPr id="208" name="secant_frame_108"/>
          <p:cNvPicPr>
            <a:picLocks noChangeAspect="1"/>
          </p:cNvPicPr>
          <p:nvPr/>
        </p:nvPicPr>
        <p:blipFill>
          <a:blip r:embed="rId111"/>
          <a:stretch/>
        </p:blipFill>
        <p:spPr>
          <a:xfrm>
            <a:off x="457200" y="1752600"/>
            <a:ext cx="6096000" cy="4000500"/>
          </a:xfrm>
          <a:prstGeom prst="rect">
            <a:avLst/>
          </a:prstGeom>
        </p:spPr>
      </p:pic>
      <p:pic>
        <p:nvPicPr>
          <p:cNvPr id="209" name="secant_frame_109"/>
          <p:cNvPicPr>
            <a:picLocks noChangeAspect="1"/>
          </p:cNvPicPr>
          <p:nvPr/>
        </p:nvPicPr>
        <p:blipFill>
          <a:blip r:embed="rId112"/>
          <a:stretch/>
        </p:blipFill>
        <p:spPr>
          <a:xfrm>
            <a:off x="457200" y="1752600"/>
            <a:ext cx="6096000" cy="4000500"/>
          </a:xfrm>
          <a:prstGeom prst="rect">
            <a:avLst/>
          </a:prstGeom>
        </p:spPr>
      </p:pic>
      <p:pic>
        <p:nvPicPr>
          <p:cNvPr id="210" name="secant_frame_110"/>
          <p:cNvPicPr>
            <a:picLocks noChangeAspect="1"/>
          </p:cNvPicPr>
          <p:nvPr/>
        </p:nvPicPr>
        <p:blipFill>
          <a:blip r:embed="rId113"/>
          <a:stretch/>
        </p:blipFill>
        <p:spPr>
          <a:xfrm>
            <a:off x="457200" y="1752600"/>
            <a:ext cx="6096000" cy="4000500"/>
          </a:xfrm>
          <a:prstGeom prst="rect">
            <a:avLst/>
          </a:prstGeom>
        </p:spPr>
      </p:pic>
      <p:pic>
        <p:nvPicPr>
          <p:cNvPr id="211" name="secant_frame_111"/>
          <p:cNvPicPr>
            <a:picLocks noChangeAspect="1"/>
          </p:cNvPicPr>
          <p:nvPr/>
        </p:nvPicPr>
        <p:blipFill>
          <a:blip r:embed="rId114"/>
          <a:stretch/>
        </p:blipFill>
        <p:spPr>
          <a:xfrm>
            <a:off x="457200" y="1752600"/>
            <a:ext cx="6096000" cy="4000500"/>
          </a:xfrm>
          <a:prstGeom prst="rect">
            <a:avLst/>
          </a:prstGeom>
        </p:spPr>
      </p:pic>
      <p:pic>
        <p:nvPicPr>
          <p:cNvPr id="212" name="secant_frame_112"/>
          <p:cNvPicPr>
            <a:picLocks noChangeAspect="1"/>
          </p:cNvPicPr>
          <p:nvPr/>
        </p:nvPicPr>
        <p:blipFill>
          <a:blip r:embed="rId115"/>
          <a:stretch/>
        </p:blipFill>
        <p:spPr>
          <a:xfrm>
            <a:off x="457200" y="1752600"/>
            <a:ext cx="6096000" cy="4000500"/>
          </a:xfrm>
          <a:prstGeom prst="rect">
            <a:avLst/>
          </a:prstGeom>
        </p:spPr>
      </p:pic>
      <p:pic>
        <p:nvPicPr>
          <p:cNvPr id="213" name="secant_frame_113"/>
          <p:cNvPicPr>
            <a:picLocks noChangeAspect="1"/>
          </p:cNvPicPr>
          <p:nvPr/>
        </p:nvPicPr>
        <p:blipFill>
          <a:blip r:embed="rId116"/>
          <a:stretch/>
        </p:blipFill>
        <p:spPr>
          <a:xfrm>
            <a:off x="457200" y="1752600"/>
            <a:ext cx="6096000" cy="4000500"/>
          </a:xfrm>
          <a:prstGeom prst="rect">
            <a:avLst/>
          </a:prstGeom>
        </p:spPr>
      </p:pic>
      <p:pic>
        <p:nvPicPr>
          <p:cNvPr id="214" name="secant_frame_114"/>
          <p:cNvPicPr>
            <a:picLocks noChangeAspect="1"/>
          </p:cNvPicPr>
          <p:nvPr/>
        </p:nvPicPr>
        <p:blipFill>
          <a:blip r:embed="rId117"/>
          <a:stretch/>
        </p:blipFill>
        <p:spPr>
          <a:xfrm>
            <a:off x="457200" y="1752600"/>
            <a:ext cx="6096000" cy="4000500"/>
          </a:xfrm>
          <a:prstGeom prst="rect">
            <a:avLst/>
          </a:prstGeom>
        </p:spPr>
      </p:pic>
      <p:pic>
        <p:nvPicPr>
          <p:cNvPr id="215" name="secant_frame_115"/>
          <p:cNvPicPr>
            <a:picLocks noChangeAspect="1"/>
          </p:cNvPicPr>
          <p:nvPr/>
        </p:nvPicPr>
        <p:blipFill>
          <a:blip r:embed="rId118"/>
          <a:stretch/>
        </p:blipFill>
        <p:spPr>
          <a:xfrm>
            <a:off x="457200" y="1752600"/>
            <a:ext cx="6096000" cy="4000500"/>
          </a:xfrm>
          <a:prstGeom prst="rect">
            <a:avLst/>
          </a:prstGeom>
        </p:spPr>
      </p:pic>
      <p:pic>
        <p:nvPicPr>
          <p:cNvPr id="216" name="secant_frame_116"/>
          <p:cNvPicPr>
            <a:picLocks noChangeAspect="1"/>
          </p:cNvPicPr>
          <p:nvPr/>
        </p:nvPicPr>
        <p:blipFill>
          <a:blip r:embed="rId119"/>
          <a:stretch/>
        </p:blipFill>
        <p:spPr>
          <a:xfrm>
            <a:off x="457200" y="1752600"/>
            <a:ext cx="6096000" cy="4000500"/>
          </a:xfrm>
          <a:prstGeom prst="rect">
            <a:avLst/>
          </a:prstGeom>
        </p:spPr>
      </p:pic>
      <p:pic>
        <p:nvPicPr>
          <p:cNvPr id="217" name="secant_frame_117"/>
          <p:cNvPicPr>
            <a:picLocks noChangeAspect="1"/>
          </p:cNvPicPr>
          <p:nvPr/>
        </p:nvPicPr>
        <p:blipFill>
          <a:blip r:embed="rId120"/>
          <a:stretch/>
        </p:blipFill>
        <p:spPr>
          <a:xfrm>
            <a:off x="457200" y="1752600"/>
            <a:ext cx="6096000" cy="4000500"/>
          </a:xfrm>
          <a:prstGeom prst="rect">
            <a:avLst/>
          </a:prstGeom>
        </p:spPr>
      </p:pic>
      <p:pic>
        <p:nvPicPr>
          <p:cNvPr id="218" name="secant_frame_118"/>
          <p:cNvPicPr>
            <a:picLocks noChangeAspect="1"/>
          </p:cNvPicPr>
          <p:nvPr/>
        </p:nvPicPr>
        <p:blipFill>
          <a:blip r:embed="rId121"/>
          <a:stretch/>
        </p:blipFill>
        <p:spPr>
          <a:xfrm>
            <a:off x="457200" y="1752600"/>
            <a:ext cx="6096000" cy="4000500"/>
          </a:xfrm>
          <a:prstGeom prst="rect">
            <a:avLst/>
          </a:prstGeom>
        </p:spPr>
      </p:pic>
      <p:pic>
        <p:nvPicPr>
          <p:cNvPr id="219" name="secant_frame_119"/>
          <p:cNvPicPr>
            <a:picLocks noChangeAspect="1"/>
          </p:cNvPicPr>
          <p:nvPr/>
        </p:nvPicPr>
        <p:blipFill>
          <a:blip r:embed="rId122"/>
          <a:stretch/>
        </p:blipFill>
        <p:spPr>
          <a:xfrm>
            <a:off x="457200" y="1752600"/>
            <a:ext cx="6096000" cy="4000500"/>
          </a:xfrm>
          <a:prstGeom prst="rect">
            <a:avLst/>
          </a:prstGeom>
        </p:spPr>
      </p:pic>
      <p:pic>
        <p:nvPicPr>
          <p:cNvPr id="220" name="secant_frame_120"/>
          <p:cNvPicPr>
            <a:picLocks noChangeAspect="1"/>
          </p:cNvPicPr>
          <p:nvPr/>
        </p:nvPicPr>
        <p:blipFill>
          <a:blip r:embed="rId123"/>
          <a:stretch/>
        </p:blipFill>
        <p:spPr>
          <a:xfrm>
            <a:off x="457200" y="1752600"/>
            <a:ext cx="6096000" cy="4000500"/>
          </a:xfrm>
          <a:prstGeom prst="rect">
            <a:avLst/>
          </a:prstGeom>
        </p:spPr>
      </p:pic>
      <p:sp>
        <p:nvSpPr>
          <p:cNvPr id="5" name="narrative_s24_text3">
            <a:extLst>
              <a:ext uri="{FF2B5EF4-FFF2-40B4-BE49-F238E27FC236}">
                <a16:creationId xmlns:a16="http://schemas.microsoft.com/office/drawing/2014/main" id="{1AE01A7C-9C47-48AB-A9DE-A78C3D90B06B}"/>
              </a:ext>
            </a:extLst>
          </p:cNvPr>
          <p:cNvSpPr>
            <a:spLocks noGrp="1"/>
          </p:cNvSpPr>
          <p:nvPr/>
        </p:nvSpPr>
        <p:spPr>
          <a:xfrm>
            <a:off x="6819900" y="2238375"/>
            <a:ext cx="4743450" cy="108585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The secant uses two points.</a:t>
            </a:r>
          </a:p>
          <a:p>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As the points come together,</a:t>
            </a:r>
          </a:p>
          <a:p>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it approaches the tangent.</a:t>
            </a:r>
          </a:p>
        </p:txBody>
      </p:sp>
      <p:pic>
        <p:nvPicPr>
          <p:cNvPr id="6" name="eq_narrative_s24_4" descr="\begin{aligned}f'(x)&amp;=\frac{\mathrm{d}f}{\mathrm{d}x}(x)\\[0.25em]&amp;=\lim_{h\to0}\frac{f(x+h)-f(x)}{h}.\end{aligned}">
            <a:extLst>
              <a:ext uri="{FF2B5EF4-FFF2-40B4-BE49-F238E27FC236}">
                <a16:creationId xmlns:a16="http://schemas.microsoft.com/office/drawing/2014/main" id="{4CBFE207-6A57-478A-B45D-D5B9AC6EA17C}"/>
              </a:ext>
            </a:extLst>
          </p:cNvPr>
          <p:cNvPicPr>
            <a:picLocks noChangeAspect="1"/>
          </p:cNvPicPr>
          <p:nvPr/>
        </p:nvPicPr>
        <p:blipFill>
          <a:blip>
            <a:extLst>
              <a:ext uri="{96DAC541-7B7A-43D3-8B79-37D633B846F1}">
                <asvg:svgBlip xmlns:asvg="http://schemas.microsoft.com/office/drawing/2016/SVG/main" r:embed="rId124"/>
              </a:ext>
            </a:extLst>
          </a:blip>
          <a:stretch>
            <a:fillRect/>
          </a:stretch>
        </p:blipFill>
        <p:spPr>
          <a:xfrm>
            <a:off x="6819900" y="3495675"/>
            <a:ext cx="3999246" cy="1562100"/>
          </a:xfrm>
          <a:prstGeom prst="rect">
            <a:avLst/>
          </a:prstGeom>
          <a:noFill/>
          <a:ln>
            <a:noFill/>
          </a:ln>
        </p:spPr>
      </p:pic>
      <p:pic>
        <p:nvPicPr>
          <p:cNvPr id="7" name="eq_narrative_s24_5" descr="f'(1)=2">
            <a:extLst>
              <a:ext uri="{FF2B5EF4-FFF2-40B4-BE49-F238E27FC236}">
                <a16:creationId xmlns:a16="http://schemas.microsoft.com/office/drawing/2014/main" id="{9D4E4C6E-3327-42D7-BE7F-985DC0142D6C}"/>
              </a:ext>
            </a:extLst>
          </p:cNvPr>
          <p:cNvPicPr>
            <a:picLocks noChangeAspect="1"/>
          </p:cNvPicPr>
          <p:nvPr/>
        </p:nvPicPr>
        <p:blipFill>
          <a:blip>
            <a:extLst>
              <a:ext uri="{96DAC541-7B7A-43D3-8B79-37D633B846F1}">
                <asvg:svgBlip xmlns:asvg="http://schemas.microsoft.com/office/drawing/2016/SVG/main" r:embed="rId125"/>
              </a:ext>
            </a:extLst>
          </a:blip>
          <a:stretch>
            <a:fillRect/>
          </a:stretch>
        </p:blipFill>
        <p:spPr>
          <a:xfrm>
            <a:off x="6819900" y="5200650"/>
            <a:ext cx="1545107" cy="426123"/>
          </a:xfrm>
          <a:prstGeom prst="rect">
            <a:avLst/>
          </a:prstGeom>
          <a:noFill/>
          <a:ln>
            <a:noFill/>
          </a:ln>
        </p:spPr>
      </p:pic>
      <p:sp>
        <p:nvSpPr>
          <p:cNvPr id="8" name="narrative_s24_text6">
            <a:extLst>
              <a:ext uri="{FF2B5EF4-FFF2-40B4-BE49-F238E27FC236}">
                <a16:creationId xmlns:a16="http://schemas.microsoft.com/office/drawing/2014/main" id="{37D9AD87-C039-4D08-A16C-C4A1A06C6D90}"/>
              </a:ext>
            </a:extLst>
          </p:cNvPr>
          <p:cNvSpPr>
            <a:spLocks noGrp="1"/>
          </p:cNvSpPr>
          <p:nvPr/>
        </p:nvSpPr>
        <p:spPr>
          <a:xfrm>
            <a:off x="609600" y="6010275"/>
            <a:ext cx="10858500" cy="457200"/>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a:solidFill>
                  <a:srgbClr val="526276"/>
                </a:solidFill>
                <a:latin typeface="DejaVu Sans"/>
                <a:ea typeface="DejaVu Sans"/>
                <a:cs typeface="DejaVu Sans"/>
              </a:rPr>
              <a:t>The derivative exists when this limit is a finite real number.</a:t>
            </a:r>
          </a:p>
        </p:txBody>
      </p:sp>
    </p:spTree>
    <p:extLst>
      <p:ext uri="{BB962C8B-B14F-4D97-AF65-F5344CB8AC3E}">
        <p14:creationId xmlns:p14="http://schemas.microsoft.com/office/powerpoint/2010/main" val="1694639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1" presetClass="entr" presetSubtype="0" fill="hold" nodeType="withEffect">
                                  <p:stCondLst>
                                    <p:cond delay="867"/>
                                  </p:stCondLst>
                                  <p:childTnLst>
                                    <p:set>
                                      <p:cBhvr>
                                        <p:cTn id="8" dur="1" fill="hold">
                                          <p:stCondLst>
                                            <p:cond delay="0"/>
                                          </p:stCondLst>
                                        </p:cTn>
                                        <p:tgtEl>
                                          <p:spTgt spid="101"/>
                                        </p:tgtEl>
                                        <p:attrNameLst>
                                          <p:attrName>style.visibility</p:attrName>
                                        </p:attrNameLst>
                                      </p:cBhvr>
                                      <p:to>
                                        <p:strVal val="visible"/>
                                      </p:to>
                                    </p:set>
                                  </p:childTnLst>
                                </p:cTn>
                              </p:par>
                              <p:par>
                                <p:cTn id="9" presetID="1" presetClass="entr" presetSubtype="0" fill="hold" nodeType="withEffect">
                                  <p:stCondLst>
                                    <p:cond delay="933"/>
                                  </p:stCondLst>
                                  <p:childTnLst>
                                    <p:set>
                                      <p:cBhvr>
                                        <p:cTn id="10" dur="1" fill="hold">
                                          <p:stCondLst>
                                            <p:cond delay="0"/>
                                          </p:stCondLst>
                                        </p:cTn>
                                        <p:tgtEl>
                                          <p:spTgt spid="102"/>
                                        </p:tgtEl>
                                        <p:attrNameLst>
                                          <p:attrName>style.visibility</p:attrName>
                                        </p:attrNameLst>
                                      </p:cBhvr>
                                      <p:to>
                                        <p:strVal val="visible"/>
                                      </p:to>
                                    </p:set>
                                  </p:childTnLst>
                                </p:cTn>
                              </p:par>
                              <p:par>
                                <p:cTn id="11" presetID="1" presetClass="entr" presetSubtype="0" fill="hold" nodeType="withEffect">
                                  <p:stCondLst>
                                    <p:cond delay="1000"/>
                                  </p:stCondLst>
                                  <p:childTnLst>
                                    <p:set>
                                      <p:cBhvr>
                                        <p:cTn id="12" dur="1" fill="hold">
                                          <p:stCondLst>
                                            <p:cond delay="0"/>
                                          </p:stCondLst>
                                        </p:cTn>
                                        <p:tgtEl>
                                          <p:spTgt spid="103"/>
                                        </p:tgtEl>
                                        <p:attrNameLst>
                                          <p:attrName>style.visibility</p:attrName>
                                        </p:attrNameLst>
                                      </p:cBhvr>
                                      <p:to>
                                        <p:strVal val="visible"/>
                                      </p:to>
                                    </p:set>
                                  </p:childTnLst>
                                </p:cTn>
                              </p:par>
                              <p:par>
                                <p:cTn id="13" presetID="1" presetClass="entr" presetSubtype="0" fill="hold" nodeType="withEffect">
                                  <p:stCondLst>
                                    <p:cond delay="1067"/>
                                  </p:stCondLst>
                                  <p:childTnLst>
                                    <p:set>
                                      <p:cBhvr>
                                        <p:cTn id="14" dur="1" fill="hold">
                                          <p:stCondLst>
                                            <p:cond delay="0"/>
                                          </p:stCondLst>
                                        </p:cTn>
                                        <p:tgtEl>
                                          <p:spTgt spid="104"/>
                                        </p:tgtEl>
                                        <p:attrNameLst>
                                          <p:attrName>style.visibility</p:attrName>
                                        </p:attrNameLst>
                                      </p:cBhvr>
                                      <p:to>
                                        <p:strVal val="visible"/>
                                      </p:to>
                                    </p:set>
                                  </p:childTnLst>
                                </p:cTn>
                              </p:par>
                              <p:par>
                                <p:cTn id="15" presetID="1" presetClass="entr" presetSubtype="0" fill="hold" nodeType="withEffect">
                                  <p:stCondLst>
                                    <p:cond delay="1133"/>
                                  </p:stCondLst>
                                  <p:childTnLst>
                                    <p:set>
                                      <p:cBhvr>
                                        <p:cTn id="16" dur="1" fill="hold">
                                          <p:stCondLst>
                                            <p:cond delay="0"/>
                                          </p:stCondLst>
                                        </p:cTn>
                                        <p:tgtEl>
                                          <p:spTgt spid="105"/>
                                        </p:tgtEl>
                                        <p:attrNameLst>
                                          <p:attrName>style.visibility</p:attrName>
                                        </p:attrNameLst>
                                      </p:cBhvr>
                                      <p:to>
                                        <p:strVal val="visible"/>
                                      </p:to>
                                    </p:set>
                                  </p:childTnLst>
                                </p:cTn>
                              </p:par>
                              <p:par>
                                <p:cTn id="17" presetID="1" presetClass="entr" presetSubtype="0" fill="hold" nodeType="withEffect">
                                  <p:stCondLst>
                                    <p:cond delay="1200"/>
                                  </p:stCondLst>
                                  <p:childTnLst>
                                    <p:set>
                                      <p:cBhvr>
                                        <p:cTn id="18" dur="1" fill="hold">
                                          <p:stCondLst>
                                            <p:cond delay="0"/>
                                          </p:stCondLst>
                                        </p:cTn>
                                        <p:tgtEl>
                                          <p:spTgt spid="106"/>
                                        </p:tgtEl>
                                        <p:attrNameLst>
                                          <p:attrName>style.visibility</p:attrName>
                                        </p:attrNameLst>
                                      </p:cBhvr>
                                      <p:to>
                                        <p:strVal val="visible"/>
                                      </p:to>
                                    </p:set>
                                  </p:childTnLst>
                                </p:cTn>
                              </p:par>
                              <p:par>
                                <p:cTn id="19" presetID="1" presetClass="entr" presetSubtype="0" fill="hold" nodeType="withEffect">
                                  <p:stCondLst>
                                    <p:cond delay="1267"/>
                                  </p:stCondLst>
                                  <p:childTnLst>
                                    <p:set>
                                      <p:cBhvr>
                                        <p:cTn id="20" dur="1" fill="hold">
                                          <p:stCondLst>
                                            <p:cond delay="0"/>
                                          </p:stCondLst>
                                        </p:cTn>
                                        <p:tgtEl>
                                          <p:spTgt spid="107"/>
                                        </p:tgtEl>
                                        <p:attrNameLst>
                                          <p:attrName>style.visibility</p:attrName>
                                        </p:attrNameLst>
                                      </p:cBhvr>
                                      <p:to>
                                        <p:strVal val="visible"/>
                                      </p:to>
                                    </p:set>
                                  </p:childTnLst>
                                </p:cTn>
                              </p:par>
                              <p:par>
                                <p:cTn id="21" presetID="1" presetClass="entr" presetSubtype="0" fill="hold" nodeType="withEffect">
                                  <p:stCondLst>
                                    <p:cond delay="1333"/>
                                  </p:stCondLst>
                                  <p:childTnLst>
                                    <p:set>
                                      <p:cBhvr>
                                        <p:cTn id="22" dur="1" fill="hold">
                                          <p:stCondLst>
                                            <p:cond delay="0"/>
                                          </p:stCondLst>
                                        </p:cTn>
                                        <p:tgtEl>
                                          <p:spTgt spid="108"/>
                                        </p:tgtEl>
                                        <p:attrNameLst>
                                          <p:attrName>style.visibility</p:attrName>
                                        </p:attrNameLst>
                                      </p:cBhvr>
                                      <p:to>
                                        <p:strVal val="visible"/>
                                      </p:to>
                                    </p:set>
                                  </p:childTnLst>
                                </p:cTn>
                              </p:par>
                              <p:par>
                                <p:cTn id="23" presetID="1" presetClass="entr" presetSubtype="0" fill="hold" nodeType="withEffect">
                                  <p:stCondLst>
                                    <p:cond delay="1400"/>
                                  </p:stCondLst>
                                  <p:childTnLst>
                                    <p:set>
                                      <p:cBhvr>
                                        <p:cTn id="24" dur="1" fill="hold">
                                          <p:stCondLst>
                                            <p:cond delay="0"/>
                                          </p:stCondLst>
                                        </p:cTn>
                                        <p:tgtEl>
                                          <p:spTgt spid="109"/>
                                        </p:tgtEl>
                                        <p:attrNameLst>
                                          <p:attrName>style.visibility</p:attrName>
                                        </p:attrNameLst>
                                      </p:cBhvr>
                                      <p:to>
                                        <p:strVal val="visible"/>
                                      </p:to>
                                    </p:set>
                                  </p:childTnLst>
                                </p:cTn>
                              </p:par>
                              <p:par>
                                <p:cTn id="25" presetID="1" presetClass="entr" presetSubtype="0" fill="hold" nodeType="withEffect">
                                  <p:stCondLst>
                                    <p:cond delay="1467"/>
                                  </p:stCondLst>
                                  <p:childTnLst>
                                    <p:set>
                                      <p:cBhvr>
                                        <p:cTn id="26" dur="1" fill="hold">
                                          <p:stCondLst>
                                            <p:cond delay="0"/>
                                          </p:stCondLst>
                                        </p:cTn>
                                        <p:tgtEl>
                                          <p:spTgt spid="110"/>
                                        </p:tgtEl>
                                        <p:attrNameLst>
                                          <p:attrName>style.visibility</p:attrName>
                                        </p:attrNameLst>
                                      </p:cBhvr>
                                      <p:to>
                                        <p:strVal val="visible"/>
                                      </p:to>
                                    </p:set>
                                  </p:childTnLst>
                                </p:cTn>
                              </p:par>
                              <p:par>
                                <p:cTn id="27" presetID="1" presetClass="entr" presetSubtype="0" fill="hold" nodeType="withEffect">
                                  <p:stCondLst>
                                    <p:cond delay="1533"/>
                                  </p:stCondLst>
                                  <p:childTnLst>
                                    <p:set>
                                      <p:cBhvr>
                                        <p:cTn id="28" dur="1" fill="hold">
                                          <p:stCondLst>
                                            <p:cond delay="0"/>
                                          </p:stCondLst>
                                        </p:cTn>
                                        <p:tgtEl>
                                          <p:spTgt spid="111"/>
                                        </p:tgtEl>
                                        <p:attrNameLst>
                                          <p:attrName>style.visibility</p:attrName>
                                        </p:attrNameLst>
                                      </p:cBhvr>
                                      <p:to>
                                        <p:strVal val="visible"/>
                                      </p:to>
                                    </p:set>
                                  </p:childTnLst>
                                </p:cTn>
                              </p:par>
                              <p:par>
                                <p:cTn id="29" presetID="1" presetClass="entr" presetSubtype="0" fill="hold" nodeType="withEffect">
                                  <p:stCondLst>
                                    <p:cond delay="1600"/>
                                  </p:stCondLst>
                                  <p:childTnLst>
                                    <p:set>
                                      <p:cBhvr>
                                        <p:cTn id="30" dur="1" fill="hold">
                                          <p:stCondLst>
                                            <p:cond delay="0"/>
                                          </p:stCondLst>
                                        </p:cTn>
                                        <p:tgtEl>
                                          <p:spTgt spid="112"/>
                                        </p:tgtEl>
                                        <p:attrNameLst>
                                          <p:attrName>style.visibility</p:attrName>
                                        </p:attrNameLst>
                                      </p:cBhvr>
                                      <p:to>
                                        <p:strVal val="visible"/>
                                      </p:to>
                                    </p:set>
                                  </p:childTnLst>
                                </p:cTn>
                              </p:par>
                              <p:par>
                                <p:cTn id="31" presetID="1" presetClass="entr" presetSubtype="0" fill="hold" nodeType="withEffect">
                                  <p:stCondLst>
                                    <p:cond delay="1667"/>
                                  </p:stCondLst>
                                  <p:childTnLst>
                                    <p:set>
                                      <p:cBhvr>
                                        <p:cTn id="32" dur="1" fill="hold">
                                          <p:stCondLst>
                                            <p:cond delay="0"/>
                                          </p:stCondLst>
                                        </p:cTn>
                                        <p:tgtEl>
                                          <p:spTgt spid="113"/>
                                        </p:tgtEl>
                                        <p:attrNameLst>
                                          <p:attrName>style.visibility</p:attrName>
                                        </p:attrNameLst>
                                      </p:cBhvr>
                                      <p:to>
                                        <p:strVal val="visible"/>
                                      </p:to>
                                    </p:set>
                                  </p:childTnLst>
                                </p:cTn>
                              </p:par>
                              <p:par>
                                <p:cTn id="33" presetID="1" presetClass="entr" presetSubtype="0" fill="hold" nodeType="withEffect">
                                  <p:stCondLst>
                                    <p:cond delay="1733"/>
                                  </p:stCondLst>
                                  <p:childTnLst>
                                    <p:set>
                                      <p:cBhvr>
                                        <p:cTn id="34" dur="1" fill="hold">
                                          <p:stCondLst>
                                            <p:cond delay="0"/>
                                          </p:stCondLst>
                                        </p:cTn>
                                        <p:tgtEl>
                                          <p:spTgt spid="114"/>
                                        </p:tgtEl>
                                        <p:attrNameLst>
                                          <p:attrName>style.visibility</p:attrName>
                                        </p:attrNameLst>
                                      </p:cBhvr>
                                      <p:to>
                                        <p:strVal val="visible"/>
                                      </p:to>
                                    </p:set>
                                  </p:childTnLst>
                                </p:cTn>
                              </p:par>
                              <p:par>
                                <p:cTn id="35" presetID="1" presetClass="entr" presetSubtype="0" fill="hold" nodeType="withEffect">
                                  <p:stCondLst>
                                    <p:cond delay="1800"/>
                                  </p:stCondLst>
                                  <p:childTnLst>
                                    <p:set>
                                      <p:cBhvr>
                                        <p:cTn id="36" dur="1" fill="hold">
                                          <p:stCondLst>
                                            <p:cond delay="0"/>
                                          </p:stCondLst>
                                        </p:cTn>
                                        <p:tgtEl>
                                          <p:spTgt spid="115"/>
                                        </p:tgtEl>
                                        <p:attrNameLst>
                                          <p:attrName>style.visibility</p:attrName>
                                        </p:attrNameLst>
                                      </p:cBhvr>
                                      <p:to>
                                        <p:strVal val="visible"/>
                                      </p:to>
                                    </p:set>
                                  </p:childTnLst>
                                </p:cTn>
                              </p:par>
                              <p:par>
                                <p:cTn id="37" presetID="1" presetClass="entr" presetSubtype="0" fill="hold" nodeType="withEffect">
                                  <p:stCondLst>
                                    <p:cond delay="1867"/>
                                  </p:stCondLst>
                                  <p:childTnLst>
                                    <p:set>
                                      <p:cBhvr>
                                        <p:cTn id="38" dur="1" fill="hold">
                                          <p:stCondLst>
                                            <p:cond delay="0"/>
                                          </p:stCondLst>
                                        </p:cTn>
                                        <p:tgtEl>
                                          <p:spTgt spid="116"/>
                                        </p:tgtEl>
                                        <p:attrNameLst>
                                          <p:attrName>style.visibility</p:attrName>
                                        </p:attrNameLst>
                                      </p:cBhvr>
                                      <p:to>
                                        <p:strVal val="visible"/>
                                      </p:to>
                                    </p:set>
                                  </p:childTnLst>
                                </p:cTn>
                              </p:par>
                              <p:par>
                                <p:cTn id="39" presetID="1" presetClass="entr" presetSubtype="0" fill="hold" nodeType="withEffect">
                                  <p:stCondLst>
                                    <p:cond delay="1933"/>
                                  </p:stCondLst>
                                  <p:childTnLst>
                                    <p:set>
                                      <p:cBhvr>
                                        <p:cTn id="40" dur="1" fill="hold">
                                          <p:stCondLst>
                                            <p:cond delay="0"/>
                                          </p:stCondLst>
                                        </p:cTn>
                                        <p:tgtEl>
                                          <p:spTgt spid="117"/>
                                        </p:tgtEl>
                                        <p:attrNameLst>
                                          <p:attrName>style.visibility</p:attrName>
                                        </p:attrNameLst>
                                      </p:cBhvr>
                                      <p:to>
                                        <p:strVal val="visible"/>
                                      </p:to>
                                    </p:set>
                                  </p:childTnLst>
                                </p:cTn>
                              </p:par>
                              <p:par>
                                <p:cTn id="41" presetID="1" presetClass="entr" presetSubtype="0" fill="hold" nodeType="withEffect">
                                  <p:stCondLst>
                                    <p:cond delay="2000"/>
                                  </p:stCondLst>
                                  <p:childTnLst>
                                    <p:set>
                                      <p:cBhvr>
                                        <p:cTn id="42" dur="1" fill="hold">
                                          <p:stCondLst>
                                            <p:cond delay="0"/>
                                          </p:stCondLst>
                                        </p:cTn>
                                        <p:tgtEl>
                                          <p:spTgt spid="118"/>
                                        </p:tgtEl>
                                        <p:attrNameLst>
                                          <p:attrName>style.visibility</p:attrName>
                                        </p:attrNameLst>
                                      </p:cBhvr>
                                      <p:to>
                                        <p:strVal val="visible"/>
                                      </p:to>
                                    </p:set>
                                  </p:childTnLst>
                                </p:cTn>
                              </p:par>
                              <p:par>
                                <p:cTn id="43" presetID="1" presetClass="entr" presetSubtype="0" fill="hold" nodeType="withEffect">
                                  <p:stCondLst>
                                    <p:cond delay="2067"/>
                                  </p:stCondLst>
                                  <p:childTnLst>
                                    <p:set>
                                      <p:cBhvr>
                                        <p:cTn id="44" dur="1" fill="hold">
                                          <p:stCondLst>
                                            <p:cond delay="0"/>
                                          </p:stCondLst>
                                        </p:cTn>
                                        <p:tgtEl>
                                          <p:spTgt spid="119"/>
                                        </p:tgtEl>
                                        <p:attrNameLst>
                                          <p:attrName>style.visibility</p:attrName>
                                        </p:attrNameLst>
                                      </p:cBhvr>
                                      <p:to>
                                        <p:strVal val="visible"/>
                                      </p:to>
                                    </p:set>
                                  </p:childTnLst>
                                </p:cTn>
                              </p:par>
                              <p:par>
                                <p:cTn id="45" presetID="1" presetClass="entr" presetSubtype="0" fill="hold" nodeType="withEffect">
                                  <p:stCondLst>
                                    <p:cond delay="2133"/>
                                  </p:stCondLst>
                                  <p:childTnLst>
                                    <p:set>
                                      <p:cBhvr>
                                        <p:cTn id="46" dur="1" fill="hold">
                                          <p:stCondLst>
                                            <p:cond delay="0"/>
                                          </p:stCondLst>
                                        </p:cTn>
                                        <p:tgtEl>
                                          <p:spTgt spid="120"/>
                                        </p:tgtEl>
                                        <p:attrNameLst>
                                          <p:attrName>style.visibility</p:attrName>
                                        </p:attrNameLst>
                                      </p:cBhvr>
                                      <p:to>
                                        <p:strVal val="visible"/>
                                      </p:to>
                                    </p:set>
                                  </p:childTnLst>
                                </p:cTn>
                              </p:par>
                              <p:par>
                                <p:cTn id="47" presetID="1" presetClass="entr" presetSubtype="0" fill="hold" nodeType="withEffect">
                                  <p:stCondLst>
                                    <p:cond delay="2200"/>
                                  </p:stCondLst>
                                  <p:childTnLst>
                                    <p:set>
                                      <p:cBhvr>
                                        <p:cTn id="48" dur="1" fill="hold">
                                          <p:stCondLst>
                                            <p:cond delay="0"/>
                                          </p:stCondLst>
                                        </p:cTn>
                                        <p:tgtEl>
                                          <p:spTgt spid="121"/>
                                        </p:tgtEl>
                                        <p:attrNameLst>
                                          <p:attrName>style.visibility</p:attrName>
                                        </p:attrNameLst>
                                      </p:cBhvr>
                                      <p:to>
                                        <p:strVal val="visible"/>
                                      </p:to>
                                    </p:set>
                                  </p:childTnLst>
                                </p:cTn>
                              </p:par>
                              <p:par>
                                <p:cTn id="49" presetID="1" presetClass="entr" presetSubtype="0" fill="hold" nodeType="withEffect">
                                  <p:stCondLst>
                                    <p:cond delay="2267"/>
                                  </p:stCondLst>
                                  <p:childTnLst>
                                    <p:set>
                                      <p:cBhvr>
                                        <p:cTn id="50" dur="1" fill="hold">
                                          <p:stCondLst>
                                            <p:cond delay="0"/>
                                          </p:stCondLst>
                                        </p:cTn>
                                        <p:tgtEl>
                                          <p:spTgt spid="122"/>
                                        </p:tgtEl>
                                        <p:attrNameLst>
                                          <p:attrName>style.visibility</p:attrName>
                                        </p:attrNameLst>
                                      </p:cBhvr>
                                      <p:to>
                                        <p:strVal val="visible"/>
                                      </p:to>
                                    </p:set>
                                  </p:childTnLst>
                                </p:cTn>
                              </p:par>
                              <p:par>
                                <p:cTn id="51" presetID="1" presetClass="entr" presetSubtype="0" fill="hold" nodeType="withEffect">
                                  <p:stCondLst>
                                    <p:cond delay="2333"/>
                                  </p:stCondLst>
                                  <p:childTnLst>
                                    <p:set>
                                      <p:cBhvr>
                                        <p:cTn id="52" dur="1" fill="hold">
                                          <p:stCondLst>
                                            <p:cond delay="0"/>
                                          </p:stCondLst>
                                        </p:cTn>
                                        <p:tgtEl>
                                          <p:spTgt spid="123"/>
                                        </p:tgtEl>
                                        <p:attrNameLst>
                                          <p:attrName>style.visibility</p:attrName>
                                        </p:attrNameLst>
                                      </p:cBhvr>
                                      <p:to>
                                        <p:strVal val="visible"/>
                                      </p:to>
                                    </p:set>
                                  </p:childTnLst>
                                </p:cTn>
                              </p:par>
                              <p:par>
                                <p:cTn id="53" presetID="1" presetClass="entr" presetSubtype="0" fill="hold" nodeType="withEffect">
                                  <p:stCondLst>
                                    <p:cond delay="2400"/>
                                  </p:stCondLst>
                                  <p:childTnLst>
                                    <p:set>
                                      <p:cBhvr>
                                        <p:cTn id="54" dur="1" fill="hold">
                                          <p:stCondLst>
                                            <p:cond delay="0"/>
                                          </p:stCondLst>
                                        </p:cTn>
                                        <p:tgtEl>
                                          <p:spTgt spid="124"/>
                                        </p:tgtEl>
                                        <p:attrNameLst>
                                          <p:attrName>style.visibility</p:attrName>
                                        </p:attrNameLst>
                                      </p:cBhvr>
                                      <p:to>
                                        <p:strVal val="visible"/>
                                      </p:to>
                                    </p:set>
                                  </p:childTnLst>
                                </p:cTn>
                              </p:par>
                              <p:par>
                                <p:cTn id="55" presetID="1" presetClass="entr" presetSubtype="0" fill="hold" nodeType="withEffect">
                                  <p:stCondLst>
                                    <p:cond delay="2467"/>
                                  </p:stCondLst>
                                  <p:childTnLst>
                                    <p:set>
                                      <p:cBhvr>
                                        <p:cTn id="56" dur="1" fill="hold">
                                          <p:stCondLst>
                                            <p:cond delay="0"/>
                                          </p:stCondLst>
                                        </p:cTn>
                                        <p:tgtEl>
                                          <p:spTgt spid="125"/>
                                        </p:tgtEl>
                                        <p:attrNameLst>
                                          <p:attrName>style.visibility</p:attrName>
                                        </p:attrNameLst>
                                      </p:cBhvr>
                                      <p:to>
                                        <p:strVal val="visible"/>
                                      </p:to>
                                    </p:set>
                                  </p:childTnLst>
                                </p:cTn>
                              </p:par>
                              <p:par>
                                <p:cTn id="57" presetID="1" presetClass="entr" presetSubtype="0" fill="hold" nodeType="withEffect">
                                  <p:stCondLst>
                                    <p:cond delay="2533"/>
                                  </p:stCondLst>
                                  <p:childTnLst>
                                    <p:set>
                                      <p:cBhvr>
                                        <p:cTn id="58" dur="1" fill="hold">
                                          <p:stCondLst>
                                            <p:cond delay="0"/>
                                          </p:stCondLst>
                                        </p:cTn>
                                        <p:tgtEl>
                                          <p:spTgt spid="126"/>
                                        </p:tgtEl>
                                        <p:attrNameLst>
                                          <p:attrName>style.visibility</p:attrName>
                                        </p:attrNameLst>
                                      </p:cBhvr>
                                      <p:to>
                                        <p:strVal val="visible"/>
                                      </p:to>
                                    </p:set>
                                  </p:childTnLst>
                                </p:cTn>
                              </p:par>
                              <p:par>
                                <p:cTn id="59" presetID="1" presetClass="entr" presetSubtype="0" fill="hold" nodeType="withEffect">
                                  <p:stCondLst>
                                    <p:cond delay="2600"/>
                                  </p:stCondLst>
                                  <p:childTnLst>
                                    <p:set>
                                      <p:cBhvr>
                                        <p:cTn id="60" dur="1" fill="hold">
                                          <p:stCondLst>
                                            <p:cond delay="0"/>
                                          </p:stCondLst>
                                        </p:cTn>
                                        <p:tgtEl>
                                          <p:spTgt spid="127"/>
                                        </p:tgtEl>
                                        <p:attrNameLst>
                                          <p:attrName>style.visibility</p:attrName>
                                        </p:attrNameLst>
                                      </p:cBhvr>
                                      <p:to>
                                        <p:strVal val="visible"/>
                                      </p:to>
                                    </p:set>
                                  </p:childTnLst>
                                </p:cTn>
                              </p:par>
                              <p:par>
                                <p:cTn id="61" presetID="1" presetClass="entr" presetSubtype="0" fill="hold" nodeType="withEffect">
                                  <p:stCondLst>
                                    <p:cond delay="2667"/>
                                  </p:stCondLst>
                                  <p:childTnLst>
                                    <p:set>
                                      <p:cBhvr>
                                        <p:cTn id="62" dur="1" fill="hold">
                                          <p:stCondLst>
                                            <p:cond delay="0"/>
                                          </p:stCondLst>
                                        </p:cTn>
                                        <p:tgtEl>
                                          <p:spTgt spid="128"/>
                                        </p:tgtEl>
                                        <p:attrNameLst>
                                          <p:attrName>style.visibility</p:attrName>
                                        </p:attrNameLst>
                                      </p:cBhvr>
                                      <p:to>
                                        <p:strVal val="visible"/>
                                      </p:to>
                                    </p:set>
                                  </p:childTnLst>
                                </p:cTn>
                              </p:par>
                              <p:par>
                                <p:cTn id="63" presetID="1" presetClass="entr" presetSubtype="0" fill="hold" nodeType="withEffect">
                                  <p:stCondLst>
                                    <p:cond delay="2733"/>
                                  </p:stCondLst>
                                  <p:childTnLst>
                                    <p:set>
                                      <p:cBhvr>
                                        <p:cTn id="64" dur="1" fill="hold">
                                          <p:stCondLst>
                                            <p:cond delay="0"/>
                                          </p:stCondLst>
                                        </p:cTn>
                                        <p:tgtEl>
                                          <p:spTgt spid="129"/>
                                        </p:tgtEl>
                                        <p:attrNameLst>
                                          <p:attrName>style.visibility</p:attrName>
                                        </p:attrNameLst>
                                      </p:cBhvr>
                                      <p:to>
                                        <p:strVal val="visible"/>
                                      </p:to>
                                    </p:set>
                                  </p:childTnLst>
                                </p:cTn>
                              </p:par>
                              <p:par>
                                <p:cTn id="65" presetID="1" presetClass="entr" presetSubtype="0" fill="hold" nodeType="withEffect">
                                  <p:stCondLst>
                                    <p:cond delay="2800"/>
                                  </p:stCondLst>
                                  <p:childTnLst>
                                    <p:set>
                                      <p:cBhvr>
                                        <p:cTn id="66" dur="1" fill="hold">
                                          <p:stCondLst>
                                            <p:cond delay="0"/>
                                          </p:stCondLst>
                                        </p:cTn>
                                        <p:tgtEl>
                                          <p:spTgt spid="130"/>
                                        </p:tgtEl>
                                        <p:attrNameLst>
                                          <p:attrName>style.visibility</p:attrName>
                                        </p:attrNameLst>
                                      </p:cBhvr>
                                      <p:to>
                                        <p:strVal val="visible"/>
                                      </p:to>
                                    </p:set>
                                  </p:childTnLst>
                                </p:cTn>
                              </p:par>
                              <p:par>
                                <p:cTn id="67" presetID="1" presetClass="entr" presetSubtype="0" fill="hold" nodeType="withEffect">
                                  <p:stCondLst>
                                    <p:cond delay="2867"/>
                                  </p:stCondLst>
                                  <p:childTnLst>
                                    <p:set>
                                      <p:cBhvr>
                                        <p:cTn id="68" dur="1" fill="hold">
                                          <p:stCondLst>
                                            <p:cond delay="0"/>
                                          </p:stCondLst>
                                        </p:cTn>
                                        <p:tgtEl>
                                          <p:spTgt spid="131"/>
                                        </p:tgtEl>
                                        <p:attrNameLst>
                                          <p:attrName>style.visibility</p:attrName>
                                        </p:attrNameLst>
                                      </p:cBhvr>
                                      <p:to>
                                        <p:strVal val="visible"/>
                                      </p:to>
                                    </p:set>
                                  </p:childTnLst>
                                </p:cTn>
                              </p:par>
                              <p:par>
                                <p:cTn id="69" presetID="1" presetClass="entr" presetSubtype="0" fill="hold" nodeType="withEffect">
                                  <p:stCondLst>
                                    <p:cond delay="2933"/>
                                  </p:stCondLst>
                                  <p:childTnLst>
                                    <p:set>
                                      <p:cBhvr>
                                        <p:cTn id="70" dur="1" fill="hold">
                                          <p:stCondLst>
                                            <p:cond delay="0"/>
                                          </p:stCondLst>
                                        </p:cTn>
                                        <p:tgtEl>
                                          <p:spTgt spid="132"/>
                                        </p:tgtEl>
                                        <p:attrNameLst>
                                          <p:attrName>style.visibility</p:attrName>
                                        </p:attrNameLst>
                                      </p:cBhvr>
                                      <p:to>
                                        <p:strVal val="visible"/>
                                      </p:to>
                                    </p:set>
                                  </p:childTnLst>
                                </p:cTn>
                              </p:par>
                              <p:par>
                                <p:cTn id="71" presetID="1" presetClass="entr" presetSubtype="0" fill="hold" nodeType="withEffect">
                                  <p:stCondLst>
                                    <p:cond delay="3000"/>
                                  </p:stCondLst>
                                  <p:childTnLst>
                                    <p:set>
                                      <p:cBhvr>
                                        <p:cTn id="72" dur="1" fill="hold">
                                          <p:stCondLst>
                                            <p:cond delay="0"/>
                                          </p:stCondLst>
                                        </p:cTn>
                                        <p:tgtEl>
                                          <p:spTgt spid="133"/>
                                        </p:tgtEl>
                                        <p:attrNameLst>
                                          <p:attrName>style.visibility</p:attrName>
                                        </p:attrNameLst>
                                      </p:cBhvr>
                                      <p:to>
                                        <p:strVal val="visible"/>
                                      </p:to>
                                    </p:set>
                                  </p:childTnLst>
                                </p:cTn>
                              </p:par>
                              <p:par>
                                <p:cTn id="73" presetID="1" presetClass="entr" presetSubtype="0" fill="hold" nodeType="withEffect">
                                  <p:stCondLst>
                                    <p:cond delay="3067"/>
                                  </p:stCondLst>
                                  <p:childTnLst>
                                    <p:set>
                                      <p:cBhvr>
                                        <p:cTn id="74" dur="1" fill="hold">
                                          <p:stCondLst>
                                            <p:cond delay="0"/>
                                          </p:stCondLst>
                                        </p:cTn>
                                        <p:tgtEl>
                                          <p:spTgt spid="134"/>
                                        </p:tgtEl>
                                        <p:attrNameLst>
                                          <p:attrName>style.visibility</p:attrName>
                                        </p:attrNameLst>
                                      </p:cBhvr>
                                      <p:to>
                                        <p:strVal val="visible"/>
                                      </p:to>
                                    </p:set>
                                  </p:childTnLst>
                                </p:cTn>
                              </p:par>
                              <p:par>
                                <p:cTn id="75" presetID="1" presetClass="entr" presetSubtype="0" fill="hold" nodeType="withEffect">
                                  <p:stCondLst>
                                    <p:cond delay="3133"/>
                                  </p:stCondLst>
                                  <p:childTnLst>
                                    <p:set>
                                      <p:cBhvr>
                                        <p:cTn id="76" dur="1" fill="hold">
                                          <p:stCondLst>
                                            <p:cond delay="0"/>
                                          </p:stCondLst>
                                        </p:cTn>
                                        <p:tgtEl>
                                          <p:spTgt spid="135"/>
                                        </p:tgtEl>
                                        <p:attrNameLst>
                                          <p:attrName>style.visibility</p:attrName>
                                        </p:attrNameLst>
                                      </p:cBhvr>
                                      <p:to>
                                        <p:strVal val="visible"/>
                                      </p:to>
                                    </p:set>
                                  </p:childTnLst>
                                </p:cTn>
                              </p:par>
                              <p:par>
                                <p:cTn id="77" presetID="1" presetClass="entr" presetSubtype="0" fill="hold" nodeType="withEffect">
                                  <p:stCondLst>
                                    <p:cond delay="3200"/>
                                  </p:stCondLst>
                                  <p:childTnLst>
                                    <p:set>
                                      <p:cBhvr>
                                        <p:cTn id="78" dur="1" fill="hold">
                                          <p:stCondLst>
                                            <p:cond delay="0"/>
                                          </p:stCondLst>
                                        </p:cTn>
                                        <p:tgtEl>
                                          <p:spTgt spid="136"/>
                                        </p:tgtEl>
                                        <p:attrNameLst>
                                          <p:attrName>style.visibility</p:attrName>
                                        </p:attrNameLst>
                                      </p:cBhvr>
                                      <p:to>
                                        <p:strVal val="visible"/>
                                      </p:to>
                                    </p:set>
                                  </p:childTnLst>
                                </p:cTn>
                              </p:par>
                              <p:par>
                                <p:cTn id="79" presetID="1" presetClass="entr" presetSubtype="0" fill="hold" nodeType="withEffect">
                                  <p:stCondLst>
                                    <p:cond delay="3267"/>
                                  </p:stCondLst>
                                  <p:childTnLst>
                                    <p:set>
                                      <p:cBhvr>
                                        <p:cTn id="80" dur="1" fill="hold">
                                          <p:stCondLst>
                                            <p:cond delay="0"/>
                                          </p:stCondLst>
                                        </p:cTn>
                                        <p:tgtEl>
                                          <p:spTgt spid="137"/>
                                        </p:tgtEl>
                                        <p:attrNameLst>
                                          <p:attrName>style.visibility</p:attrName>
                                        </p:attrNameLst>
                                      </p:cBhvr>
                                      <p:to>
                                        <p:strVal val="visible"/>
                                      </p:to>
                                    </p:set>
                                  </p:childTnLst>
                                </p:cTn>
                              </p:par>
                              <p:par>
                                <p:cTn id="81" presetID="1" presetClass="entr" presetSubtype="0" fill="hold" nodeType="withEffect">
                                  <p:stCondLst>
                                    <p:cond delay="3333"/>
                                  </p:stCondLst>
                                  <p:childTnLst>
                                    <p:set>
                                      <p:cBhvr>
                                        <p:cTn id="82" dur="1" fill="hold">
                                          <p:stCondLst>
                                            <p:cond delay="0"/>
                                          </p:stCondLst>
                                        </p:cTn>
                                        <p:tgtEl>
                                          <p:spTgt spid="138"/>
                                        </p:tgtEl>
                                        <p:attrNameLst>
                                          <p:attrName>style.visibility</p:attrName>
                                        </p:attrNameLst>
                                      </p:cBhvr>
                                      <p:to>
                                        <p:strVal val="visible"/>
                                      </p:to>
                                    </p:set>
                                  </p:childTnLst>
                                </p:cTn>
                              </p:par>
                              <p:par>
                                <p:cTn id="83" presetID="1" presetClass="entr" presetSubtype="0" fill="hold" nodeType="withEffect">
                                  <p:stCondLst>
                                    <p:cond delay="3400"/>
                                  </p:stCondLst>
                                  <p:childTnLst>
                                    <p:set>
                                      <p:cBhvr>
                                        <p:cTn id="84" dur="1" fill="hold">
                                          <p:stCondLst>
                                            <p:cond delay="0"/>
                                          </p:stCondLst>
                                        </p:cTn>
                                        <p:tgtEl>
                                          <p:spTgt spid="139"/>
                                        </p:tgtEl>
                                        <p:attrNameLst>
                                          <p:attrName>style.visibility</p:attrName>
                                        </p:attrNameLst>
                                      </p:cBhvr>
                                      <p:to>
                                        <p:strVal val="visible"/>
                                      </p:to>
                                    </p:set>
                                  </p:childTnLst>
                                </p:cTn>
                              </p:par>
                              <p:par>
                                <p:cTn id="85" presetID="1" presetClass="entr" presetSubtype="0" fill="hold" nodeType="withEffect">
                                  <p:stCondLst>
                                    <p:cond delay="3467"/>
                                  </p:stCondLst>
                                  <p:childTnLst>
                                    <p:set>
                                      <p:cBhvr>
                                        <p:cTn id="86" dur="1" fill="hold">
                                          <p:stCondLst>
                                            <p:cond delay="0"/>
                                          </p:stCondLst>
                                        </p:cTn>
                                        <p:tgtEl>
                                          <p:spTgt spid="140"/>
                                        </p:tgtEl>
                                        <p:attrNameLst>
                                          <p:attrName>style.visibility</p:attrName>
                                        </p:attrNameLst>
                                      </p:cBhvr>
                                      <p:to>
                                        <p:strVal val="visible"/>
                                      </p:to>
                                    </p:set>
                                  </p:childTnLst>
                                </p:cTn>
                              </p:par>
                              <p:par>
                                <p:cTn id="87" presetID="1" presetClass="entr" presetSubtype="0" fill="hold" nodeType="withEffect">
                                  <p:stCondLst>
                                    <p:cond delay="3533"/>
                                  </p:stCondLst>
                                  <p:childTnLst>
                                    <p:set>
                                      <p:cBhvr>
                                        <p:cTn id="88" dur="1" fill="hold">
                                          <p:stCondLst>
                                            <p:cond delay="0"/>
                                          </p:stCondLst>
                                        </p:cTn>
                                        <p:tgtEl>
                                          <p:spTgt spid="141"/>
                                        </p:tgtEl>
                                        <p:attrNameLst>
                                          <p:attrName>style.visibility</p:attrName>
                                        </p:attrNameLst>
                                      </p:cBhvr>
                                      <p:to>
                                        <p:strVal val="visible"/>
                                      </p:to>
                                    </p:set>
                                  </p:childTnLst>
                                </p:cTn>
                              </p:par>
                              <p:par>
                                <p:cTn id="89" presetID="1" presetClass="entr" presetSubtype="0" fill="hold" nodeType="withEffect">
                                  <p:stCondLst>
                                    <p:cond delay="3600"/>
                                  </p:stCondLst>
                                  <p:childTnLst>
                                    <p:set>
                                      <p:cBhvr>
                                        <p:cTn id="90" dur="1" fill="hold">
                                          <p:stCondLst>
                                            <p:cond delay="0"/>
                                          </p:stCondLst>
                                        </p:cTn>
                                        <p:tgtEl>
                                          <p:spTgt spid="142"/>
                                        </p:tgtEl>
                                        <p:attrNameLst>
                                          <p:attrName>style.visibility</p:attrName>
                                        </p:attrNameLst>
                                      </p:cBhvr>
                                      <p:to>
                                        <p:strVal val="visible"/>
                                      </p:to>
                                    </p:set>
                                  </p:childTnLst>
                                </p:cTn>
                              </p:par>
                              <p:par>
                                <p:cTn id="91" presetID="1" presetClass="entr" presetSubtype="0" fill="hold" nodeType="withEffect">
                                  <p:stCondLst>
                                    <p:cond delay="3667"/>
                                  </p:stCondLst>
                                  <p:childTnLst>
                                    <p:set>
                                      <p:cBhvr>
                                        <p:cTn id="92" dur="1" fill="hold">
                                          <p:stCondLst>
                                            <p:cond delay="0"/>
                                          </p:stCondLst>
                                        </p:cTn>
                                        <p:tgtEl>
                                          <p:spTgt spid="143"/>
                                        </p:tgtEl>
                                        <p:attrNameLst>
                                          <p:attrName>style.visibility</p:attrName>
                                        </p:attrNameLst>
                                      </p:cBhvr>
                                      <p:to>
                                        <p:strVal val="visible"/>
                                      </p:to>
                                    </p:set>
                                  </p:childTnLst>
                                </p:cTn>
                              </p:par>
                              <p:par>
                                <p:cTn id="93" presetID="1" presetClass="entr" presetSubtype="0" fill="hold" nodeType="withEffect">
                                  <p:stCondLst>
                                    <p:cond delay="3733"/>
                                  </p:stCondLst>
                                  <p:childTnLst>
                                    <p:set>
                                      <p:cBhvr>
                                        <p:cTn id="94" dur="1" fill="hold">
                                          <p:stCondLst>
                                            <p:cond delay="0"/>
                                          </p:stCondLst>
                                        </p:cTn>
                                        <p:tgtEl>
                                          <p:spTgt spid="144"/>
                                        </p:tgtEl>
                                        <p:attrNameLst>
                                          <p:attrName>style.visibility</p:attrName>
                                        </p:attrNameLst>
                                      </p:cBhvr>
                                      <p:to>
                                        <p:strVal val="visible"/>
                                      </p:to>
                                    </p:set>
                                  </p:childTnLst>
                                </p:cTn>
                              </p:par>
                              <p:par>
                                <p:cTn id="95" presetID="1" presetClass="entr" presetSubtype="0" fill="hold" nodeType="withEffect">
                                  <p:stCondLst>
                                    <p:cond delay="3800"/>
                                  </p:stCondLst>
                                  <p:childTnLst>
                                    <p:set>
                                      <p:cBhvr>
                                        <p:cTn id="96" dur="1" fill="hold">
                                          <p:stCondLst>
                                            <p:cond delay="0"/>
                                          </p:stCondLst>
                                        </p:cTn>
                                        <p:tgtEl>
                                          <p:spTgt spid="145"/>
                                        </p:tgtEl>
                                        <p:attrNameLst>
                                          <p:attrName>style.visibility</p:attrName>
                                        </p:attrNameLst>
                                      </p:cBhvr>
                                      <p:to>
                                        <p:strVal val="visible"/>
                                      </p:to>
                                    </p:set>
                                  </p:childTnLst>
                                </p:cTn>
                              </p:par>
                              <p:par>
                                <p:cTn id="97" presetID="1" presetClass="entr" presetSubtype="0" fill="hold" nodeType="withEffect">
                                  <p:stCondLst>
                                    <p:cond delay="3867"/>
                                  </p:stCondLst>
                                  <p:childTnLst>
                                    <p:set>
                                      <p:cBhvr>
                                        <p:cTn id="98" dur="1" fill="hold">
                                          <p:stCondLst>
                                            <p:cond delay="0"/>
                                          </p:stCondLst>
                                        </p:cTn>
                                        <p:tgtEl>
                                          <p:spTgt spid="146"/>
                                        </p:tgtEl>
                                        <p:attrNameLst>
                                          <p:attrName>style.visibility</p:attrName>
                                        </p:attrNameLst>
                                      </p:cBhvr>
                                      <p:to>
                                        <p:strVal val="visible"/>
                                      </p:to>
                                    </p:set>
                                  </p:childTnLst>
                                </p:cTn>
                              </p:par>
                              <p:par>
                                <p:cTn id="99" presetID="1" presetClass="entr" presetSubtype="0" fill="hold" nodeType="withEffect">
                                  <p:stCondLst>
                                    <p:cond delay="3933"/>
                                  </p:stCondLst>
                                  <p:childTnLst>
                                    <p:set>
                                      <p:cBhvr>
                                        <p:cTn id="100" dur="1" fill="hold">
                                          <p:stCondLst>
                                            <p:cond delay="0"/>
                                          </p:stCondLst>
                                        </p:cTn>
                                        <p:tgtEl>
                                          <p:spTgt spid="147"/>
                                        </p:tgtEl>
                                        <p:attrNameLst>
                                          <p:attrName>style.visibility</p:attrName>
                                        </p:attrNameLst>
                                      </p:cBhvr>
                                      <p:to>
                                        <p:strVal val="visible"/>
                                      </p:to>
                                    </p:set>
                                  </p:childTnLst>
                                </p:cTn>
                              </p:par>
                              <p:par>
                                <p:cTn id="101" presetID="1" presetClass="entr" presetSubtype="0" fill="hold" nodeType="withEffect">
                                  <p:stCondLst>
                                    <p:cond delay="4000"/>
                                  </p:stCondLst>
                                  <p:childTnLst>
                                    <p:set>
                                      <p:cBhvr>
                                        <p:cTn id="102" dur="1" fill="hold">
                                          <p:stCondLst>
                                            <p:cond delay="0"/>
                                          </p:stCondLst>
                                        </p:cTn>
                                        <p:tgtEl>
                                          <p:spTgt spid="148"/>
                                        </p:tgtEl>
                                        <p:attrNameLst>
                                          <p:attrName>style.visibility</p:attrName>
                                        </p:attrNameLst>
                                      </p:cBhvr>
                                      <p:to>
                                        <p:strVal val="visible"/>
                                      </p:to>
                                    </p:set>
                                  </p:childTnLst>
                                </p:cTn>
                              </p:par>
                              <p:par>
                                <p:cTn id="103" presetID="1" presetClass="entr" presetSubtype="0" fill="hold" nodeType="withEffect">
                                  <p:stCondLst>
                                    <p:cond delay="4067"/>
                                  </p:stCondLst>
                                  <p:childTnLst>
                                    <p:set>
                                      <p:cBhvr>
                                        <p:cTn id="104" dur="1" fill="hold">
                                          <p:stCondLst>
                                            <p:cond delay="0"/>
                                          </p:stCondLst>
                                        </p:cTn>
                                        <p:tgtEl>
                                          <p:spTgt spid="149"/>
                                        </p:tgtEl>
                                        <p:attrNameLst>
                                          <p:attrName>style.visibility</p:attrName>
                                        </p:attrNameLst>
                                      </p:cBhvr>
                                      <p:to>
                                        <p:strVal val="visible"/>
                                      </p:to>
                                    </p:set>
                                  </p:childTnLst>
                                </p:cTn>
                              </p:par>
                              <p:par>
                                <p:cTn id="105" presetID="1" presetClass="entr" presetSubtype="0" fill="hold" nodeType="withEffect">
                                  <p:stCondLst>
                                    <p:cond delay="4133"/>
                                  </p:stCondLst>
                                  <p:childTnLst>
                                    <p:set>
                                      <p:cBhvr>
                                        <p:cTn id="106" dur="1" fill="hold">
                                          <p:stCondLst>
                                            <p:cond delay="0"/>
                                          </p:stCondLst>
                                        </p:cTn>
                                        <p:tgtEl>
                                          <p:spTgt spid="150"/>
                                        </p:tgtEl>
                                        <p:attrNameLst>
                                          <p:attrName>style.visibility</p:attrName>
                                        </p:attrNameLst>
                                      </p:cBhvr>
                                      <p:to>
                                        <p:strVal val="visible"/>
                                      </p:to>
                                    </p:set>
                                  </p:childTnLst>
                                </p:cTn>
                              </p:par>
                              <p:par>
                                <p:cTn id="107" presetID="1" presetClass="entr" presetSubtype="0" fill="hold" nodeType="withEffect">
                                  <p:stCondLst>
                                    <p:cond delay="4200"/>
                                  </p:stCondLst>
                                  <p:childTnLst>
                                    <p:set>
                                      <p:cBhvr>
                                        <p:cTn id="108" dur="1" fill="hold">
                                          <p:stCondLst>
                                            <p:cond delay="0"/>
                                          </p:stCondLst>
                                        </p:cTn>
                                        <p:tgtEl>
                                          <p:spTgt spid="151"/>
                                        </p:tgtEl>
                                        <p:attrNameLst>
                                          <p:attrName>style.visibility</p:attrName>
                                        </p:attrNameLst>
                                      </p:cBhvr>
                                      <p:to>
                                        <p:strVal val="visible"/>
                                      </p:to>
                                    </p:set>
                                  </p:childTnLst>
                                </p:cTn>
                              </p:par>
                              <p:par>
                                <p:cTn id="109" presetID="1" presetClass="entr" presetSubtype="0" fill="hold" nodeType="withEffect">
                                  <p:stCondLst>
                                    <p:cond delay="4267"/>
                                  </p:stCondLst>
                                  <p:childTnLst>
                                    <p:set>
                                      <p:cBhvr>
                                        <p:cTn id="110" dur="1" fill="hold">
                                          <p:stCondLst>
                                            <p:cond delay="0"/>
                                          </p:stCondLst>
                                        </p:cTn>
                                        <p:tgtEl>
                                          <p:spTgt spid="152"/>
                                        </p:tgtEl>
                                        <p:attrNameLst>
                                          <p:attrName>style.visibility</p:attrName>
                                        </p:attrNameLst>
                                      </p:cBhvr>
                                      <p:to>
                                        <p:strVal val="visible"/>
                                      </p:to>
                                    </p:set>
                                  </p:childTnLst>
                                </p:cTn>
                              </p:par>
                              <p:par>
                                <p:cTn id="111" presetID="1" presetClass="entr" presetSubtype="0" fill="hold" nodeType="withEffect">
                                  <p:stCondLst>
                                    <p:cond delay="4333"/>
                                  </p:stCondLst>
                                  <p:childTnLst>
                                    <p:set>
                                      <p:cBhvr>
                                        <p:cTn id="112" dur="1" fill="hold">
                                          <p:stCondLst>
                                            <p:cond delay="0"/>
                                          </p:stCondLst>
                                        </p:cTn>
                                        <p:tgtEl>
                                          <p:spTgt spid="153"/>
                                        </p:tgtEl>
                                        <p:attrNameLst>
                                          <p:attrName>style.visibility</p:attrName>
                                        </p:attrNameLst>
                                      </p:cBhvr>
                                      <p:to>
                                        <p:strVal val="visible"/>
                                      </p:to>
                                    </p:set>
                                  </p:childTnLst>
                                </p:cTn>
                              </p:par>
                              <p:par>
                                <p:cTn id="113" presetID="1" presetClass="entr" presetSubtype="0" fill="hold" nodeType="withEffect">
                                  <p:stCondLst>
                                    <p:cond delay="4400"/>
                                  </p:stCondLst>
                                  <p:childTnLst>
                                    <p:set>
                                      <p:cBhvr>
                                        <p:cTn id="114" dur="1" fill="hold">
                                          <p:stCondLst>
                                            <p:cond delay="0"/>
                                          </p:stCondLst>
                                        </p:cTn>
                                        <p:tgtEl>
                                          <p:spTgt spid="154"/>
                                        </p:tgtEl>
                                        <p:attrNameLst>
                                          <p:attrName>style.visibility</p:attrName>
                                        </p:attrNameLst>
                                      </p:cBhvr>
                                      <p:to>
                                        <p:strVal val="visible"/>
                                      </p:to>
                                    </p:set>
                                  </p:childTnLst>
                                </p:cTn>
                              </p:par>
                              <p:par>
                                <p:cTn id="115" presetID="1" presetClass="entr" presetSubtype="0" fill="hold" nodeType="withEffect">
                                  <p:stCondLst>
                                    <p:cond delay="4467"/>
                                  </p:stCondLst>
                                  <p:childTnLst>
                                    <p:set>
                                      <p:cBhvr>
                                        <p:cTn id="116" dur="1" fill="hold">
                                          <p:stCondLst>
                                            <p:cond delay="0"/>
                                          </p:stCondLst>
                                        </p:cTn>
                                        <p:tgtEl>
                                          <p:spTgt spid="155"/>
                                        </p:tgtEl>
                                        <p:attrNameLst>
                                          <p:attrName>style.visibility</p:attrName>
                                        </p:attrNameLst>
                                      </p:cBhvr>
                                      <p:to>
                                        <p:strVal val="visible"/>
                                      </p:to>
                                    </p:set>
                                  </p:childTnLst>
                                </p:cTn>
                              </p:par>
                              <p:par>
                                <p:cTn id="117" presetID="1" presetClass="entr" presetSubtype="0" fill="hold" nodeType="withEffect">
                                  <p:stCondLst>
                                    <p:cond delay="4533"/>
                                  </p:stCondLst>
                                  <p:childTnLst>
                                    <p:set>
                                      <p:cBhvr>
                                        <p:cTn id="118" dur="1" fill="hold">
                                          <p:stCondLst>
                                            <p:cond delay="0"/>
                                          </p:stCondLst>
                                        </p:cTn>
                                        <p:tgtEl>
                                          <p:spTgt spid="156"/>
                                        </p:tgtEl>
                                        <p:attrNameLst>
                                          <p:attrName>style.visibility</p:attrName>
                                        </p:attrNameLst>
                                      </p:cBhvr>
                                      <p:to>
                                        <p:strVal val="visible"/>
                                      </p:to>
                                    </p:set>
                                  </p:childTnLst>
                                </p:cTn>
                              </p:par>
                              <p:par>
                                <p:cTn id="119" presetID="1" presetClass="entr" presetSubtype="0" fill="hold" nodeType="withEffect">
                                  <p:stCondLst>
                                    <p:cond delay="4600"/>
                                  </p:stCondLst>
                                  <p:childTnLst>
                                    <p:set>
                                      <p:cBhvr>
                                        <p:cTn id="120" dur="1" fill="hold">
                                          <p:stCondLst>
                                            <p:cond delay="0"/>
                                          </p:stCondLst>
                                        </p:cTn>
                                        <p:tgtEl>
                                          <p:spTgt spid="157"/>
                                        </p:tgtEl>
                                        <p:attrNameLst>
                                          <p:attrName>style.visibility</p:attrName>
                                        </p:attrNameLst>
                                      </p:cBhvr>
                                      <p:to>
                                        <p:strVal val="visible"/>
                                      </p:to>
                                    </p:set>
                                  </p:childTnLst>
                                </p:cTn>
                              </p:par>
                              <p:par>
                                <p:cTn id="121" presetID="1" presetClass="entr" presetSubtype="0" fill="hold" nodeType="withEffect">
                                  <p:stCondLst>
                                    <p:cond delay="4667"/>
                                  </p:stCondLst>
                                  <p:childTnLst>
                                    <p:set>
                                      <p:cBhvr>
                                        <p:cTn id="122" dur="1" fill="hold">
                                          <p:stCondLst>
                                            <p:cond delay="0"/>
                                          </p:stCondLst>
                                        </p:cTn>
                                        <p:tgtEl>
                                          <p:spTgt spid="158"/>
                                        </p:tgtEl>
                                        <p:attrNameLst>
                                          <p:attrName>style.visibility</p:attrName>
                                        </p:attrNameLst>
                                      </p:cBhvr>
                                      <p:to>
                                        <p:strVal val="visible"/>
                                      </p:to>
                                    </p:set>
                                  </p:childTnLst>
                                </p:cTn>
                              </p:par>
                              <p:par>
                                <p:cTn id="123" presetID="1" presetClass="entr" presetSubtype="0" fill="hold" nodeType="withEffect">
                                  <p:stCondLst>
                                    <p:cond delay="4733"/>
                                  </p:stCondLst>
                                  <p:childTnLst>
                                    <p:set>
                                      <p:cBhvr>
                                        <p:cTn id="124" dur="1" fill="hold">
                                          <p:stCondLst>
                                            <p:cond delay="0"/>
                                          </p:stCondLst>
                                        </p:cTn>
                                        <p:tgtEl>
                                          <p:spTgt spid="159"/>
                                        </p:tgtEl>
                                        <p:attrNameLst>
                                          <p:attrName>style.visibility</p:attrName>
                                        </p:attrNameLst>
                                      </p:cBhvr>
                                      <p:to>
                                        <p:strVal val="visible"/>
                                      </p:to>
                                    </p:set>
                                  </p:childTnLst>
                                </p:cTn>
                              </p:par>
                              <p:par>
                                <p:cTn id="125" presetID="1" presetClass="entr" presetSubtype="0" fill="hold" nodeType="withEffect">
                                  <p:stCondLst>
                                    <p:cond delay="4800"/>
                                  </p:stCondLst>
                                  <p:childTnLst>
                                    <p:set>
                                      <p:cBhvr>
                                        <p:cTn id="126" dur="1" fill="hold">
                                          <p:stCondLst>
                                            <p:cond delay="0"/>
                                          </p:stCondLst>
                                        </p:cTn>
                                        <p:tgtEl>
                                          <p:spTgt spid="160"/>
                                        </p:tgtEl>
                                        <p:attrNameLst>
                                          <p:attrName>style.visibility</p:attrName>
                                        </p:attrNameLst>
                                      </p:cBhvr>
                                      <p:to>
                                        <p:strVal val="visible"/>
                                      </p:to>
                                    </p:set>
                                  </p:childTnLst>
                                </p:cTn>
                              </p:par>
                              <p:par>
                                <p:cTn id="127" presetID="1" presetClass="entr" presetSubtype="0" fill="hold" nodeType="withEffect">
                                  <p:stCondLst>
                                    <p:cond delay="4867"/>
                                  </p:stCondLst>
                                  <p:childTnLst>
                                    <p:set>
                                      <p:cBhvr>
                                        <p:cTn id="128" dur="1" fill="hold">
                                          <p:stCondLst>
                                            <p:cond delay="0"/>
                                          </p:stCondLst>
                                        </p:cTn>
                                        <p:tgtEl>
                                          <p:spTgt spid="161"/>
                                        </p:tgtEl>
                                        <p:attrNameLst>
                                          <p:attrName>style.visibility</p:attrName>
                                        </p:attrNameLst>
                                      </p:cBhvr>
                                      <p:to>
                                        <p:strVal val="visible"/>
                                      </p:to>
                                    </p:set>
                                  </p:childTnLst>
                                </p:cTn>
                              </p:par>
                              <p:par>
                                <p:cTn id="129" presetID="1" presetClass="entr" presetSubtype="0" fill="hold" nodeType="withEffect">
                                  <p:stCondLst>
                                    <p:cond delay="4933"/>
                                  </p:stCondLst>
                                  <p:childTnLst>
                                    <p:set>
                                      <p:cBhvr>
                                        <p:cTn id="130" dur="1" fill="hold">
                                          <p:stCondLst>
                                            <p:cond delay="0"/>
                                          </p:stCondLst>
                                        </p:cTn>
                                        <p:tgtEl>
                                          <p:spTgt spid="162"/>
                                        </p:tgtEl>
                                        <p:attrNameLst>
                                          <p:attrName>style.visibility</p:attrName>
                                        </p:attrNameLst>
                                      </p:cBhvr>
                                      <p:to>
                                        <p:strVal val="visible"/>
                                      </p:to>
                                    </p:set>
                                  </p:childTnLst>
                                </p:cTn>
                              </p:par>
                              <p:par>
                                <p:cTn id="131" presetID="1" presetClass="entr" presetSubtype="0" fill="hold" nodeType="withEffect">
                                  <p:stCondLst>
                                    <p:cond delay="5000"/>
                                  </p:stCondLst>
                                  <p:childTnLst>
                                    <p:set>
                                      <p:cBhvr>
                                        <p:cTn id="132" dur="1" fill="hold">
                                          <p:stCondLst>
                                            <p:cond delay="0"/>
                                          </p:stCondLst>
                                        </p:cTn>
                                        <p:tgtEl>
                                          <p:spTgt spid="163"/>
                                        </p:tgtEl>
                                        <p:attrNameLst>
                                          <p:attrName>style.visibility</p:attrName>
                                        </p:attrNameLst>
                                      </p:cBhvr>
                                      <p:to>
                                        <p:strVal val="visible"/>
                                      </p:to>
                                    </p:set>
                                  </p:childTnLst>
                                </p:cTn>
                              </p:par>
                              <p:par>
                                <p:cTn id="133" presetID="1" presetClass="entr" presetSubtype="0" fill="hold" nodeType="withEffect">
                                  <p:stCondLst>
                                    <p:cond delay="5067"/>
                                  </p:stCondLst>
                                  <p:childTnLst>
                                    <p:set>
                                      <p:cBhvr>
                                        <p:cTn id="134" dur="1" fill="hold">
                                          <p:stCondLst>
                                            <p:cond delay="0"/>
                                          </p:stCondLst>
                                        </p:cTn>
                                        <p:tgtEl>
                                          <p:spTgt spid="164"/>
                                        </p:tgtEl>
                                        <p:attrNameLst>
                                          <p:attrName>style.visibility</p:attrName>
                                        </p:attrNameLst>
                                      </p:cBhvr>
                                      <p:to>
                                        <p:strVal val="visible"/>
                                      </p:to>
                                    </p:set>
                                  </p:childTnLst>
                                </p:cTn>
                              </p:par>
                              <p:par>
                                <p:cTn id="135" presetID="1" presetClass="entr" presetSubtype="0" fill="hold" nodeType="withEffect">
                                  <p:stCondLst>
                                    <p:cond delay="5133"/>
                                  </p:stCondLst>
                                  <p:childTnLst>
                                    <p:set>
                                      <p:cBhvr>
                                        <p:cTn id="136" dur="1" fill="hold">
                                          <p:stCondLst>
                                            <p:cond delay="0"/>
                                          </p:stCondLst>
                                        </p:cTn>
                                        <p:tgtEl>
                                          <p:spTgt spid="165"/>
                                        </p:tgtEl>
                                        <p:attrNameLst>
                                          <p:attrName>style.visibility</p:attrName>
                                        </p:attrNameLst>
                                      </p:cBhvr>
                                      <p:to>
                                        <p:strVal val="visible"/>
                                      </p:to>
                                    </p:set>
                                  </p:childTnLst>
                                </p:cTn>
                              </p:par>
                              <p:par>
                                <p:cTn id="137" presetID="1" presetClass="entr" presetSubtype="0" fill="hold" nodeType="withEffect">
                                  <p:stCondLst>
                                    <p:cond delay="5200"/>
                                  </p:stCondLst>
                                  <p:childTnLst>
                                    <p:set>
                                      <p:cBhvr>
                                        <p:cTn id="138" dur="1" fill="hold">
                                          <p:stCondLst>
                                            <p:cond delay="0"/>
                                          </p:stCondLst>
                                        </p:cTn>
                                        <p:tgtEl>
                                          <p:spTgt spid="166"/>
                                        </p:tgtEl>
                                        <p:attrNameLst>
                                          <p:attrName>style.visibility</p:attrName>
                                        </p:attrNameLst>
                                      </p:cBhvr>
                                      <p:to>
                                        <p:strVal val="visible"/>
                                      </p:to>
                                    </p:set>
                                  </p:childTnLst>
                                </p:cTn>
                              </p:par>
                              <p:par>
                                <p:cTn id="139" presetID="1" presetClass="entr" presetSubtype="0" fill="hold" nodeType="withEffect">
                                  <p:stCondLst>
                                    <p:cond delay="5267"/>
                                  </p:stCondLst>
                                  <p:childTnLst>
                                    <p:set>
                                      <p:cBhvr>
                                        <p:cTn id="140" dur="1" fill="hold">
                                          <p:stCondLst>
                                            <p:cond delay="0"/>
                                          </p:stCondLst>
                                        </p:cTn>
                                        <p:tgtEl>
                                          <p:spTgt spid="167"/>
                                        </p:tgtEl>
                                        <p:attrNameLst>
                                          <p:attrName>style.visibility</p:attrName>
                                        </p:attrNameLst>
                                      </p:cBhvr>
                                      <p:to>
                                        <p:strVal val="visible"/>
                                      </p:to>
                                    </p:set>
                                  </p:childTnLst>
                                </p:cTn>
                              </p:par>
                              <p:par>
                                <p:cTn id="141" presetID="1" presetClass="entr" presetSubtype="0" fill="hold" nodeType="withEffect">
                                  <p:stCondLst>
                                    <p:cond delay="5333"/>
                                  </p:stCondLst>
                                  <p:childTnLst>
                                    <p:set>
                                      <p:cBhvr>
                                        <p:cTn id="142" dur="1" fill="hold">
                                          <p:stCondLst>
                                            <p:cond delay="0"/>
                                          </p:stCondLst>
                                        </p:cTn>
                                        <p:tgtEl>
                                          <p:spTgt spid="168"/>
                                        </p:tgtEl>
                                        <p:attrNameLst>
                                          <p:attrName>style.visibility</p:attrName>
                                        </p:attrNameLst>
                                      </p:cBhvr>
                                      <p:to>
                                        <p:strVal val="visible"/>
                                      </p:to>
                                    </p:set>
                                  </p:childTnLst>
                                </p:cTn>
                              </p:par>
                              <p:par>
                                <p:cTn id="143" presetID="1" presetClass="entr" presetSubtype="0" fill="hold" nodeType="withEffect">
                                  <p:stCondLst>
                                    <p:cond delay="5400"/>
                                  </p:stCondLst>
                                  <p:childTnLst>
                                    <p:set>
                                      <p:cBhvr>
                                        <p:cTn id="144" dur="1" fill="hold">
                                          <p:stCondLst>
                                            <p:cond delay="0"/>
                                          </p:stCondLst>
                                        </p:cTn>
                                        <p:tgtEl>
                                          <p:spTgt spid="169"/>
                                        </p:tgtEl>
                                        <p:attrNameLst>
                                          <p:attrName>style.visibility</p:attrName>
                                        </p:attrNameLst>
                                      </p:cBhvr>
                                      <p:to>
                                        <p:strVal val="visible"/>
                                      </p:to>
                                    </p:set>
                                  </p:childTnLst>
                                </p:cTn>
                              </p:par>
                              <p:par>
                                <p:cTn id="145" presetID="1" presetClass="entr" presetSubtype="0" fill="hold" nodeType="withEffect">
                                  <p:stCondLst>
                                    <p:cond delay="5467"/>
                                  </p:stCondLst>
                                  <p:childTnLst>
                                    <p:set>
                                      <p:cBhvr>
                                        <p:cTn id="146" dur="1" fill="hold">
                                          <p:stCondLst>
                                            <p:cond delay="0"/>
                                          </p:stCondLst>
                                        </p:cTn>
                                        <p:tgtEl>
                                          <p:spTgt spid="170"/>
                                        </p:tgtEl>
                                        <p:attrNameLst>
                                          <p:attrName>style.visibility</p:attrName>
                                        </p:attrNameLst>
                                      </p:cBhvr>
                                      <p:to>
                                        <p:strVal val="visible"/>
                                      </p:to>
                                    </p:set>
                                  </p:childTnLst>
                                </p:cTn>
                              </p:par>
                              <p:par>
                                <p:cTn id="147" presetID="1" presetClass="entr" presetSubtype="0" fill="hold" nodeType="withEffect">
                                  <p:stCondLst>
                                    <p:cond delay="5533"/>
                                  </p:stCondLst>
                                  <p:childTnLst>
                                    <p:set>
                                      <p:cBhvr>
                                        <p:cTn id="148" dur="1" fill="hold">
                                          <p:stCondLst>
                                            <p:cond delay="0"/>
                                          </p:stCondLst>
                                        </p:cTn>
                                        <p:tgtEl>
                                          <p:spTgt spid="171"/>
                                        </p:tgtEl>
                                        <p:attrNameLst>
                                          <p:attrName>style.visibility</p:attrName>
                                        </p:attrNameLst>
                                      </p:cBhvr>
                                      <p:to>
                                        <p:strVal val="visible"/>
                                      </p:to>
                                    </p:set>
                                  </p:childTnLst>
                                </p:cTn>
                              </p:par>
                              <p:par>
                                <p:cTn id="149" presetID="1" presetClass="entr" presetSubtype="0" fill="hold" nodeType="withEffect">
                                  <p:stCondLst>
                                    <p:cond delay="5600"/>
                                  </p:stCondLst>
                                  <p:childTnLst>
                                    <p:set>
                                      <p:cBhvr>
                                        <p:cTn id="150" dur="1" fill="hold">
                                          <p:stCondLst>
                                            <p:cond delay="0"/>
                                          </p:stCondLst>
                                        </p:cTn>
                                        <p:tgtEl>
                                          <p:spTgt spid="172"/>
                                        </p:tgtEl>
                                        <p:attrNameLst>
                                          <p:attrName>style.visibility</p:attrName>
                                        </p:attrNameLst>
                                      </p:cBhvr>
                                      <p:to>
                                        <p:strVal val="visible"/>
                                      </p:to>
                                    </p:set>
                                  </p:childTnLst>
                                </p:cTn>
                              </p:par>
                              <p:par>
                                <p:cTn id="151" presetID="1" presetClass="entr" presetSubtype="0" fill="hold" nodeType="withEffect">
                                  <p:stCondLst>
                                    <p:cond delay="5667"/>
                                  </p:stCondLst>
                                  <p:childTnLst>
                                    <p:set>
                                      <p:cBhvr>
                                        <p:cTn id="152" dur="1" fill="hold">
                                          <p:stCondLst>
                                            <p:cond delay="0"/>
                                          </p:stCondLst>
                                        </p:cTn>
                                        <p:tgtEl>
                                          <p:spTgt spid="173"/>
                                        </p:tgtEl>
                                        <p:attrNameLst>
                                          <p:attrName>style.visibility</p:attrName>
                                        </p:attrNameLst>
                                      </p:cBhvr>
                                      <p:to>
                                        <p:strVal val="visible"/>
                                      </p:to>
                                    </p:set>
                                  </p:childTnLst>
                                </p:cTn>
                              </p:par>
                              <p:par>
                                <p:cTn id="153" presetID="1" presetClass="entr" presetSubtype="0" fill="hold" nodeType="withEffect">
                                  <p:stCondLst>
                                    <p:cond delay="5733"/>
                                  </p:stCondLst>
                                  <p:childTnLst>
                                    <p:set>
                                      <p:cBhvr>
                                        <p:cTn id="154" dur="1" fill="hold">
                                          <p:stCondLst>
                                            <p:cond delay="0"/>
                                          </p:stCondLst>
                                        </p:cTn>
                                        <p:tgtEl>
                                          <p:spTgt spid="174"/>
                                        </p:tgtEl>
                                        <p:attrNameLst>
                                          <p:attrName>style.visibility</p:attrName>
                                        </p:attrNameLst>
                                      </p:cBhvr>
                                      <p:to>
                                        <p:strVal val="visible"/>
                                      </p:to>
                                    </p:set>
                                  </p:childTnLst>
                                </p:cTn>
                              </p:par>
                              <p:par>
                                <p:cTn id="155" presetID="1" presetClass="entr" presetSubtype="0" fill="hold" nodeType="withEffect">
                                  <p:stCondLst>
                                    <p:cond delay="5800"/>
                                  </p:stCondLst>
                                  <p:childTnLst>
                                    <p:set>
                                      <p:cBhvr>
                                        <p:cTn id="156" dur="1" fill="hold">
                                          <p:stCondLst>
                                            <p:cond delay="0"/>
                                          </p:stCondLst>
                                        </p:cTn>
                                        <p:tgtEl>
                                          <p:spTgt spid="175"/>
                                        </p:tgtEl>
                                        <p:attrNameLst>
                                          <p:attrName>style.visibility</p:attrName>
                                        </p:attrNameLst>
                                      </p:cBhvr>
                                      <p:to>
                                        <p:strVal val="visible"/>
                                      </p:to>
                                    </p:set>
                                  </p:childTnLst>
                                </p:cTn>
                              </p:par>
                              <p:par>
                                <p:cTn id="157" presetID="1" presetClass="entr" presetSubtype="0" fill="hold" nodeType="withEffect">
                                  <p:stCondLst>
                                    <p:cond delay="5867"/>
                                  </p:stCondLst>
                                  <p:childTnLst>
                                    <p:set>
                                      <p:cBhvr>
                                        <p:cTn id="158" dur="1" fill="hold">
                                          <p:stCondLst>
                                            <p:cond delay="0"/>
                                          </p:stCondLst>
                                        </p:cTn>
                                        <p:tgtEl>
                                          <p:spTgt spid="176"/>
                                        </p:tgtEl>
                                        <p:attrNameLst>
                                          <p:attrName>style.visibility</p:attrName>
                                        </p:attrNameLst>
                                      </p:cBhvr>
                                      <p:to>
                                        <p:strVal val="visible"/>
                                      </p:to>
                                    </p:set>
                                  </p:childTnLst>
                                </p:cTn>
                              </p:par>
                              <p:par>
                                <p:cTn id="159" presetID="1" presetClass="entr" presetSubtype="0" fill="hold" nodeType="withEffect">
                                  <p:stCondLst>
                                    <p:cond delay="5933"/>
                                  </p:stCondLst>
                                  <p:childTnLst>
                                    <p:set>
                                      <p:cBhvr>
                                        <p:cTn id="160" dur="1" fill="hold">
                                          <p:stCondLst>
                                            <p:cond delay="0"/>
                                          </p:stCondLst>
                                        </p:cTn>
                                        <p:tgtEl>
                                          <p:spTgt spid="177"/>
                                        </p:tgtEl>
                                        <p:attrNameLst>
                                          <p:attrName>style.visibility</p:attrName>
                                        </p:attrNameLst>
                                      </p:cBhvr>
                                      <p:to>
                                        <p:strVal val="visible"/>
                                      </p:to>
                                    </p:set>
                                  </p:childTnLst>
                                </p:cTn>
                              </p:par>
                              <p:par>
                                <p:cTn id="161" presetID="1" presetClass="entr" presetSubtype="0" fill="hold" nodeType="withEffect">
                                  <p:stCondLst>
                                    <p:cond delay="6000"/>
                                  </p:stCondLst>
                                  <p:childTnLst>
                                    <p:set>
                                      <p:cBhvr>
                                        <p:cTn id="162" dur="1" fill="hold">
                                          <p:stCondLst>
                                            <p:cond delay="0"/>
                                          </p:stCondLst>
                                        </p:cTn>
                                        <p:tgtEl>
                                          <p:spTgt spid="178"/>
                                        </p:tgtEl>
                                        <p:attrNameLst>
                                          <p:attrName>style.visibility</p:attrName>
                                        </p:attrNameLst>
                                      </p:cBhvr>
                                      <p:to>
                                        <p:strVal val="visible"/>
                                      </p:to>
                                    </p:set>
                                  </p:childTnLst>
                                </p:cTn>
                              </p:par>
                              <p:par>
                                <p:cTn id="163" presetID="1" presetClass="entr" presetSubtype="0" fill="hold" nodeType="withEffect">
                                  <p:stCondLst>
                                    <p:cond delay="6067"/>
                                  </p:stCondLst>
                                  <p:childTnLst>
                                    <p:set>
                                      <p:cBhvr>
                                        <p:cTn id="164" dur="1" fill="hold">
                                          <p:stCondLst>
                                            <p:cond delay="0"/>
                                          </p:stCondLst>
                                        </p:cTn>
                                        <p:tgtEl>
                                          <p:spTgt spid="179"/>
                                        </p:tgtEl>
                                        <p:attrNameLst>
                                          <p:attrName>style.visibility</p:attrName>
                                        </p:attrNameLst>
                                      </p:cBhvr>
                                      <p:to>
                                        <p:strVal val="visible"/>
                                      </p:to>
                                    </p:set>
                                  </p:childTnLst>
                                </p:cTn>
                              </p:par>
                              <p:par>
                                <p:cTn id="165" presetID="1" presetClass="entr" presetSubtype="0" fill="hold" nodeType="withEffect">
                                  <p:stCondLst>
                                    <p:cond delay="6133"/>
                                  </p:stCondLst>
                                  <p:childTnLst>
                                    <p:set>
                                      <p:cBhvr>
                                        <p:cTn id="166" dur="1" fill="hold">
                                          <p:stCondLst>
                                            <p:cond delay="0"/>
                                          </p:stCondLst>
                                        </p:cTn>
                                        <p:tgtEl>
                                          <p:spTgt spid="180"/>
                                        </p:tgtEl>
                                        <p:attrNameLst>
                                          <p:attrName>style.visibility</p:attrName>
                                        </p:attrNameLst>
                                      </p:cBhvr>
                                      <p:to>
                                        <p:strVal val="visible"/>
                                      </p:to>
                                    </p:set>
                                  </p:childTnLst>
                                </p:cTn>
                              </p:par>
                              <p:par>
                                <p:cTn id="167" presetID="1" presetClass="entr" presetSubtype="0" fill="hold" nodeType="withEffect">
                                  <p:stCondLst>
                                    <p:cond delay="6200"/>
                                  </p:stCondLst>
                                  <p:childTnLst>
                                    <p:set>
                                      <p:cBhvr>
                                        <p:cTn id="168" dur="1" fill="hold">
                                          <p:stCondLst>
                                            <p:cond delay="0"/>
                                          </p:stCondLst>
                                        </p:cTn>
                                        <p:tgtEl>
                                          <p:spTgt spid="181"/>
                                        </p:tgtEl>
                                        <p:attrNameLst>
                                          <p:attrName>style.visibility</p:attrName>
                                        </p:attrNameLst>
                                      </p:cBhvr>
                                      <p:to>
                                        <p:strVal val="visible"/>
                                      </p:to>
                                    </p:set>
                                  </p:childTnLst>
                                </p:cTn>
                              </p:par>
                              <p:par>
                                <p:cTn id="169" presetID="1" presetClass="entr" presetSubtype="0" fill="hold" nodeType="withEffect">
                                  <p:stCondLst>
                                    <p:cond delay="6267"/>
                                  </p:stCondLst>
                                  <p:childTnLst>
                                    <p:set>
                                      <p:cBhvr>
                                        <p:cTn id="170" dur="1" fill="hold">
                                          <p:stCondLst>
                                            <p:cond delay="0"/>
                                          </p:stCondLst>
                                        </p:cTn>
                                        <p:tgtEl>
                                          <p:spTgt spid="182"/>
                                        </p:tgtEl>
                                        <p:attrNameLst>
                                          <p:attrName>style.visibility</p:attrName>
                                        </p:attrNameLst>
                                      </p:cBhvr>
                                      <p:to>
                                        <p:strVal val="visible"/>
                                      </p:to>
                                    </p:set>
                                  </p:childTnLst>
                                </p:cTn>
                              </p:par>
                              <p:par>
                                <p:cTn id="171" presetID="1" presetClass="entr" presetSubtype="0" fill="hold" nodeType="withEffect">
                                  <p:stCondLst>
                                    <p:cond delay="6333"/>
                                  </p:stCondLst>
                                  <p:childTnLst>
                                    <p:set>
                                      <p:cBhvr>
                                        <p:cTn id="172" dur="1" fill="hold">
                                          <p:stCondLst>
                                            <p:cond delay="0"/>
                                          </p:stCondLst>
                                        </p:cTn>
                                        <p:tgtEl>
                                          <p:spTgt spid="183"/>
                                        </p:tgtEl>
                                        <p:attrNameLst>
                                          <p:attrName>style.visibility</p:attrName>
                                        </p:attrNameLst>
                                      </p:cBhvr>
                                      <p:to>
                                        <p:strVal val="visible"/>
                                      </p:to>
                                    </p:set>
                                  </p:childTnLst>
                                </p:cTn>
                              </p:par>
                              <p:par>
                                <p:cTn id="173" presetID="1" presetClass="entr" presetSubtype="0" fill="hold" nodeType="withEffect">
                                  <p:stCondLst>
                                    <p:cond delay="6400"/>
                                  </p:stCondLst>
                                  <p:childTnLst>
                                    <p:set>
                                      <p:cBhvr>
                                        <p:cTn id="174" dur="1" fill="hold">
                                          <p:stCondLst>
                                            <p:cond delay="0"/>
                                          </p:stCondLst>
                                        </p:cTn>
                                        <p:tgtEl>
                                          <p:spTgt spid="184"/>
                                        </p:tgtEl>
                                        <p:attrNameLst>
                                          <p:attrName>style.visibility</p:attrName>
                                        </p:attrNameLst>
                                      </p:cBhvr>
                                      <p:to>
                                        <p:strVal val="visible"/>
                                      </p:to>
                                    </p:set>
                                  </p:childTnLst>
                                </p:cTn>
                              </p:par>
                              <p:par>
                                <p:cTn id="175" presetID="1" presetClass="entr" presetSubtype="0" fill="hold" nodeType="withEffect">
                                  <p:stCondLst>
                                    <p:cond delay="6467"/>
                                  </p:stCondLst>
                                  <p:childTnLst>
                                    <p:set>
                                      <p:cBhvr>
                                        <p:cTn id="176" dur="1" fill="hold">
                                          <p:stCondLst>
                                            <p:cond delay="0"/>
                                          </p:stCondLst>
                                        </p:cTn>
                                        <p:tgtEl>
                                          <p:spTgt spid="185"/>
                                        </p:tgtEl>
                                        <p:attrNameLst>
                                          <p:attrName>style.visibility</p:attrName>
                                        </p:attrNameLst>
                                      </p:cBhvr>
                                      <p:to>
                                        <p:strVal val="visible"/>
                                      </p:to>
                                    </p:set>
                                  </p:childTnLst>
                                </p:cTn>
                              </p:par>
                              <p:par>
                                <p:cTn id="177" presetID="1" presetClass="entr" presetSubtype="0" fill="hold" nodeType="withEffect">
                                  <p:stCondLst>
                                    <p:cond delay="6533"/>
                                  </p:stCondLst>
                                  <p:childTnLst>
                                    <p:set>
                                      <p:cBhvr>
                                        <p:cTn id="178" dur="1" fill="hold">
                                          <p:stCondLst>
                                            <p:cond delay="0"/>
                                          </p:stCondLst>
                                        </p:cTn>
                                        <p:tgtEl>
                                          <p:spTgt spid="186"/>
                                        </p:tgtEl>
                                        <p:attrNameLst>
                                          <p:attrName>style.visibility</p:attrName>
                                        </p:attrNameLst>
                                      </p:cBhvr>
                                      <p:to>
                                        <p:strVal val="visible"/>
                                      </p:to>
                                    </p:set>
                                  </p:childTnLst>
                                </p:cTn>
                              </p:par>
                              <p:par>
                                <p:cTn id="179" presetID="1" presetClass="entr" presetSubtype="0" fill="hold" nodeType="withEffect">
                                  <p:stCondLst>
                                    <p:cond delay="6600"/>
                                  </p:stCondLst>
                                  <p:childTnLst>
                                    <p:set>
                                      <p:cBhvr>
                                        <p:cTn id="180" dur="1" fill="hold">
                                          <p:stCondLst>
                                            <p:cond delay="0"/>
                                          </p:stCondLst>
                                        </p:cTn>
                                        <p:tgtEl>
                                          <p:spTgt spid="187"/>
                                        </p:tgtEl>
                                        <p:attrNameLst>
                                          <p:attrName>style.visibility</p:attrName>
                                        </p:attrNameLst>
                                      </p:cBhvr>
                                      <p:to>
                                        <p:strVal val="visible"/>
                                      </p:to>
                                    </p:set>
                                  </p:childTnLst>
                                </p:cTn>
                              </p:par>
                              <p:par>
                                <p:cTn id="181" presetID="1" presetClass="entr" presetSubtype="0" fill="hold" nodeType="withEffect">
                                  <p:stCondLst>
                                    <p:cond delay="6667"/>
                                  </p:stCondLst>
                                  <p:childTnLst>
                                    <p:set>
                                      <p:cBhvr>
                                        <p:cTn id="182" dur="1" fill="hold">
                                          <p:stCondLst>
                                            <p:cond delay="0"/>
                                          </p:stCondLst>
                                        </p:cTn>
                                        <p:tgtEl>
                                          <p:spTgt spid="188"/>
                                        </p:tgtEl>
                                        <p:attrNameLst>
                                          <p:attrName>style.visibility</p:attrName>
                                        </p:attrNameLst>
                                      </p:cBhvr>
                                      <p:to>
                                        <p:strVal val="visible"/>
                                      </p:to>
                                    </p:set>
                                  </p:childTnLst>
                                </p:cTn>
                              </p:par>
                              <p:par>
                                <p:cTn id="183" presetID="1" presetClass="entr" presetSubtype="0" fill="hold" nodeType="withEffect">
                                  <p:stCondLst>
                                    <p:cond delay="6733"/>
                                  </p:stCondLst>
                                  <p:childTnLst>
                                    <p:set>
                                      <p:cBhvr>
                                        <p:cTn id="184" dur="1" fill="hold">
                                          <p:stCondLst>
                                            <p:cond delay="0"/>
                                          </p:stCondLst>
                                        </p:cTn>
                                        <p:tgtEl>
                                          <p:spTgt spid="189"/>
                                        </p:tgtEl>
                                        <p:attrNameLst>
                                          <p:attrName>style.visibility</p:attrName>
                                        </p:attrNameLst>
                                      </p:cBhvr>
                                      <p:to>
                                        <p:strVal val="visible"/>
                                      </p:to>
                                    </p:set>
                                  </p:childTnLst>
                                </p:cTn>
                              </p:par>
                              <p:par>
                                <p:cTn id="185" presetID="1" presetClass="entr" presetSubtype="0" fill="hold" nodeType="withEffect">
                                  <p:stCondLst>
                                    <p:cond delay="6800"/>
                                  </p:stCondLst>
                                  <p:childTnLst>
                                    <p:set>
                                      <p:cBhvr>
                                        <p:cTn id="186" dur="1" fill="hold">
                                          <p:stCondLst>
                                            <p:cond delay="0"/>
                                          </p:stCondLst>
                                        </p:cTn>
                                        <p:tgtEl>
                                          <p:spTgt spid="190"/>
                                        </p:tgtEl>
                                        <p:attrNameLst>
                                          <p:attrName>style.visibility</p:attrName>
                                        </p:attrNameLst>
                                      </p:cBhvr>
                                      <p:to>
                                        <p:strVal val="visible"/>
                                      </p:to>
                                    </p:set>
                                  </p:childTnLst>
                                </p:cTn>
                              </p:par>
                              <p:par>
                                <p:cTn id="187" presetID="1" presetClass="entr" presetSubtype="0" fill="hold" nodeType="withEffect">
                                  <p:stCondLst>
                                    <p:cond delay="6867"/>
                                  </p:stCondLst>
                                  <p:childTnLst>
                                    <p:set>
                                      <p:cBhvr>
                                        <p:cTn id="188" dur="1" fill="hold">
                                          <p:stCondLst>
                                            <p:cond delay="0"/>
                                          </p:stCondLst>
                                        </p:cTn>
                                        <p:tgtEl>
                                          <p:spTgt spid="191"/>
                                        </p:tgtEl>
                                        <p:attrNameLst>
                                          <p:attrName>style.visibility</p:attrName>
                                        </p:attrNameLst>
                                      </p:cBhvr>
                                      <p:to>
                                        <p:strVal val="visible"/>
                                      </p:to>
                                    </p:set>
                                  </p:childTnLst>
                                </p:cTn>
                              </p:par>
                              <p:par>
                                <p:cTn id="189" presetID="1" presetClass="entr" presetSubtype="0" fill="hold" nodeType="withEffect">
                                  <p:stCondLst>
                                    <p:cond delay="6933"/>
                                  </p:stCondLst>
                                  <p:childTnLst>
                                    <p:set>
                                      <p:cBhvr>
                                        <p:cTn id="190" dur="1" fill="hold">
                                          <p:stCondLst>
                                            <p:cond delay="0"/>
                                          </p:stCondLst>
                                        </p:cTn>
                                        <p:tgtEl>
                                          <p:spTgt spid="192"/>
                                        </p:tgtEl>
                                        <p:attrNameLst>
                                          <p:attrName>style.visibility</p:attrName>
                                        </p:attrNameLst>
                                      </p:cBhvr>
                                      <p:to>
                                        <p:strVal val="visible"/>
                                      </p:to>
                                    </p:set>
                                  </p:childTnLst>
                                </p:cTn>
                              </p:par>
                              <p:par>
                                <p:cTn id="191" presetID="1" presetClass="entr" presetSubtype="0" fill="hold" nodeType="withEffect">
                                  <p:stCondLst>
                                    <p:cond delay="7000"/>
                                  </p:stCondLst>
                                  <p:childTnLst>
                                    <p:set>
                                      <p:cBhvr>
                                        <p:cTn id="192" dur="1" fill="hold">
                                          <p:stCondLst>
                                            <p:cond delay="0"/>
                                          </p:stCondLst>
                                        </p:cTn>
                                        <p:tgtEl>
                                          <p:spTgt spid="193"/>
                                        </p:tgtEl>
                                        <p:attrNameLst>
                                          <p:attrName>style.visibility</p:attrName>
                                        </p:attrNameLst>
                                      </p:cBhvr>
                                      <p:to>
                                        <p:strVal val="visible"/>
                                      </p:to>
                                    </p:set>
                                  </p:childTnLst>
                                </p:cTn>
                              </p:par>
                              <p:par>
                                <p:cTn id="193" presetID="1" presetClass="entr" presetSubtype="0" fill="hold" nodeType="withEffect">
                                  <p:stCondLst>
                                    <p:cond delay="7067"/>
                                  </p:stCondLst>
                                  <p:childTnLst>
                                    <p:set>
                                      <p:cBhvr>
                                        <p:cTn id="194" dur="1" fill="hold">
                                          <p:stCondLst>
                                            <p:cond delay="0"/>
                                          </p:stCondLst>
                                        </p:cTn>
                                        <p:tgtEl>
                                          <p:spTgt spid="194"/>
                                        </p:tgtEl>
                                        <p:attrNameLst>
                                          <p:attrName>style.visibility</p:attrName>
                                        </p:attrNameLst>
                                      </p:cBhvr>
                                      <p:to>
                                        <p:strVal val="visible"/>
                                      </p:to>
                                    </p:set>
                                  </p:childTnLst>
                                </p:cTn>
                              </p:par>
                              <p:par>
                                <p:cTn id="195" presetID="1" presetClass="entr" presetSubtype="0" fill="hold" nodeType="withEffect">
                                  <p:stCondLst>
                                    <p:cond delay="7133"/>
                                  </p:stCondLst>
                                  <p:childTnLst>
                                    <p:set>
                                      <p:cBhvr>
                                        <p:cTn id="196" dur="1" fill="hold">
                                          <p:stCondLst>
                                            <p:cond delay="0"/>
                                          </p:stCondLst>
                                        </p:cTn>
                                        <p:tgtEl>
                                          <p:spTgt spid="195"/>
                                        </p:tgtEl>
                                        <p:attrNameLst>
                                          <p:attrName>style.visibility</p:attrName>
                                        </p:attrNameLst>
                                      </p:cBhvr>
                                      <p:to>
                                        <p:strVal val="visible"/>
                                      </p:to>
                                    </p:set>
                                  </p:childTnLst>
                                </p:cTn>
                              </p:par>
                              <p:par>
                                <p:cTn id="197" presetID="1" presetClass="entr" presetSubtype="0" fill="hold" nodeType="withEffect">
                                  <p:stCondLst>
                                    <p:cond delay="7200"/>
                                  </p:stCondLst>
                                  <p:childTnLst>
                                    <p:set>
                                      <p:cBhvr>
                                        <p:cTn id="198" dur="1" fill="hold">
                                          <p:stCondLst>
                                            <p:cond delay="0"/>
                                          </p:stCondLst>
                                        </p:cTn>
                                        <p:tgtEl>
                                          <p:spTgt spid="196"/>
                                        </p:tgtEl>
                                        <p:attrNameLst>
                                          <p:attrName>style.visibility</p:attrName>
                                        </p:attrNameLst>
                                      </p:cBhvr>
                                      <p:to>
                                        <p:strVal val="visible"/>
                                      </p:to>
                                    </p:set>
                                  </p:childTnLst>
                                </p:cTn>
                              </p:par>
                              <p:par>
                                <p:cTn id="199" presetID="1" presetClass="entr" presetSubtype="0" fill="hold" nodeType="withEffect">
                                  <p:stCondLst>
                                    <p:cond delay="7267"/>
                                  </p:stCondLst>
                                  <p:childTnLst>
                                    <p:set>
                                      <p:cBhvr>
                                        <p:cTn id="200" dur="1" fill="hold">
                                          <p:stCondLst>
                                            <p:cond delay="0"/>
                                          </p:stCondLst>
                                        </p:cTn>
                                        <p:tgtEl>
                                          <p:spTgt spid="197"/>
                                        </p:tgtEl>
                                        <p:attrNameLst>
                                          <p:attrName>style.visibility</p:attrName>
                                        </p:attrNameLst>
                                      </p:cBhvr>
                                      <p:to>
                                        <p:strVal val="visible"/>
                                      </p:to>
                                    </p:set>
                                  </p:childTnLst>
                                </p:cTn>
                              </p:par>
                              <p:par>
                                <p:cTn id="201" presetID="1" presetClass="entr" presetSubtype="0" fill="hold" nodeType="withEffect">
                                  <p:stCondLst>
                                    <p:cond delay="7333"/>
                                  </p:stCondLst>
                                  <p:childTnLst>
                                    <p:set>
                                      <p:cBhvr>
                                        <p:cTn id="202" dur="1" fill="hold">
                                          <p:stCondLst>
                                            <p:cond delay="0"/>
                                          </p:stCondLst>
                                        </p:cTn>
                                        <p:tgtEl>
                                          <p:spTgt spid="198"/>
                                        </p:tgtEl>
                                        <p:attrNameLst>
                                          <p:attrName>style.visibility</p:attrName>
                                        </p:attrNameLst>
                                      </p:cBhvr>
                                      <p:to>
                                        <p:strVal val="visible"/>
                                      </p:to>
                                    </p:set>
                                  </p:childTnLst>
                                </p:cTn>
                              </p:par>
                              <p:par>
                                <p:cTn id="203" presetID="1" presetClass="entr" presetSubtype="0" fill="hold" nodeType="withEffect">
                                  <p:stCondLst>
                                    <p:cond delay="7400"/>
                                  </p:stCondLst>
                                  <p:childTnLst>
                                    <p:set>
                                      <p:cBhvr>
                                        <p:cTn id="204" dur="1" fill="hold">
                                          <p:stCondLst>
                                            <p:cond delay="0"/>
                                          </p:stCondLst>
                                        </p:cTn>
                                        <p:tgtEl>
                                          <p:spTgt spid="199"/>
                                        </p:tgtEl>
                                        <p:attrNameLst>
                                          <p:attrName>style.visibility</p:attrName>
                                        </p:attrNameLst>
                                      </p:cBhvr>
                                      <p:to>
                                        <p:strVal val="visible"/>
                                      </p:to>
                                    </p:set>
                                  </p:childTnLst>
                                </p:cTn>
                              </p:par>
                              <p:par>
                                <p:cTn id="205" presetID="1" presetClass="entr" presetSubtype="0" fill="hold" nodeType="withEffect">
                                  <p:stCondLst>
                                    <p:cond delay="7467"/>
                                  </p:stCondLst>
                                  <p:childTnLst>
                                    <p:set>
                                      <p:cBhvr>
                                        <p:cTn id="206" dur="1" fill="hold">
                                          <p:stCondLst>
                                            <p:cond delay="0"/>
                                          </p:stCondLst>
                                        </p:cTn>
                                        <p:tgtEl>
                                          <p:spTgt spid="200"/>
                                        </p:tgtEl>
                                        <p:attrNameLst>
                                          <p:attrName>style.visibility</p:attrName>
                                        </p:attrNameLst>
                                      </p:cBhvr>
                                      <p:to>
                                        <p:strVal val="visible"/>
                                      </p:to>
                                    </p:set>
                                  </p:childTnLst>
                                </p:cTn>
                              </p:par>
                              <p:par>
                                <p:cTn id="207" presetID="1" presetClass="entr" presetSubtype="0" fill="hold" nodeType="withEffect">
                                  <p:stCondLst>
                                    <p:cond delay="7533"/>
                                  </p:stCondLst>
                                  <p:childTnLst>
                                    <p:set>
                                      <p:cBhvr>
                                        <p:cTn id="208" dur="1" fill="hold">
                                          <p:stCondLst>
                                            <p:cond delay="0"/>
                                          </p:stCondLst>
                                        </p:cTn>
                                        <p:tgtEl>
                                          <p:spTgt spid="201"/>
                                        </p:tgtEl>
                                        <p:attrNameLst>
                                          <p:attrName>style.visibility</p:attrName>
                                        </p:attrNameLst>
                                      </p:cBhvr>
                                      <p:to>
                                        <p:strVal val="visible"/>
                                      </p:to>
                                    </p:set>
                                  </p:childTnLst>
                                </p:cTn>
                              </p:par>
                              <p:par>
                                <p:cTn id="209" presetID="1" presetClass="entr" presetSubtype="0" fill="hold" nodeType="withEffect">
                                  <p:stCondLst>
                                    <p:cond delay="7600"/>
                                  </p:stCondLst>
                                  <p:childTnLst>
                                    <p:set>
                                      <p:cBhvr>
                                        <p:cTn id="210" dur="1" fill="hold">
                                          <p:stCondLst>
                                            <p:cond delay="0"/>
                                          </p:stCondLst>
                                        </p:cTn>
                                        <p:tgtEl>
                                          <p:spTgt spid="202"/>
                                        </p:tgtEl>
                                        <p:attrNameLst>
                                          <p:attrName>style.visibility</p:attrName>
                                        </p:attrNameLst>
                                      </p:cBhvr>
                                      <p:to>
                                        <p:strVal val="visible"/>
                                      </p:to>
                                    </p:set>
                                  </p:childTnLst>
                                </p:cTn>
                              </p:par>
                              <p:par>
                                <p:cTn id="211" presetID="1" presetClass="entr" presetSubtype="0" fill="hold" nodeType="withEffect">
                                  <p:stCondLst>
                                    <p:cond delay="7667"/>
                                  </p:stCondLst>
                                  <p:childTnLst>
                                    <p:set>
                                      <p:cBhvr>
                                        <p:cTn id="212" dur="1" fill="hold">
                                          <p:stCondLst>
                                            <p:cond delay="0"/>
                                          </p:stCondLst>
                                        </p:cTn>
                                        <p:tgtEl>
                                          <p:spTgt spid="203"/>
                                        </p:tgtEl>
                                        <p:attrNameLst>
                                          <p:attrName>style.visibility</p:attrName>
                                        </p:attrNameLst>
                                      </p:cBhvr>
                                      <p:to>
                                        <p:strVal val="visible"/>
                                      </p:to>
                                    </p:set>
                                  </p:childTnLst>
                                </p:cTn>
                              </p:par>
                              <p:par>
                                <p:cTn id="213" presetID="1" presetClass="entr" presetSubtype="0" fill="hold" nodeType="withEffect">
                                  <p:stCondLst>
                                    <p:cond delay="7733"/>
                                  </p:stCondLst>
                                  <p:childTnLst>
                                    <p:set>
                                      <p:cBhvr>
                                        <p:cTn id="214" dur="1" fill="hold">
                                          <p:stCondLst>
                                            <p:cond delay="0"/>
                                          </p:stCondLst>
                                        </p:cTn>
                                        <p:tgtEl>
                                          <p:spTgt spid="204"/>
                                        </p:tgtEl>
                                        <p:attrNameLst>
                                          <p:attrName>style.visibility</p:attrName>
                                        </p:attrNameLst>
                                      </p:cBhvr>
                                      <p:to>
                                        <p:strVal val="visible"/>
                                      </p:to>
                                    </p:set>
                                  </p:childTnLst>
                                </p:cTn>
                              </p:par>
                              <p:par>
                                <p:cTn id="215" presetID="1" presetClass="entr" presetSubtype="0" fill="hold" nodeType="withEffect">
                                  <p:stCondLst>
                                    <p:cond delay="7800"/>
                                  </p:stCondLst>
                                  <p:childTnLst>
                                    <p:set>
                                      <p:cBhvr>
                                        <p:cTn id="216" dur="1" fill="hold">
                                          <p:stCondLst>
                                            <p:cond delay="0"/>
                                          </p:stCondLst>
                                        </p:cTn>
                                        <p:tgtEl>
                                          <p:spTgt spid="205"/>
                                        </p:tgtEl>
                                        <p:attrNameLst>
                                          <p:attrName>style.visibility</p:attrName>
                                        </p:attrNameLst>
                                      </p:cBhvr>
                                      <p:to>
                                        <p:strVal val="visible"/>
                                      </p:to>
                                    </p:set>
                                  </p:childTnLst>
                                </p:cTn>
                              </p:par>
                              <p:par>
                                <p:cTn id="217" presetID="1" presetClass="entr" presetSubtype="0" fill="hold" nodeType="withEffect">
                                  <p:stCondLst>
                                    <p:cond delay="7867"/>
                                  </p:stCondLst>
                                  <p:childTnLst>
                                    <p:set>
                                      <p:cBhvr>
                                        <p:cTn id="218" dur="1" fill="hold">
                                          <p:stCondLst>
                                            <p:cond delay="0"/>
                                          </p:stCondLst>
                                        </p:cTn>
                                        <p:tgtEl>
                                          <p:spTgt spid="206"/>
                                        </p:tgtEl>
                                        <p:attrNameLst>
                                          <p:attrName>style.visibility</p:attrName>
                                        </p:attrNameLst>
                                      </p:cBhvr>
                                      <p:to>
                                        <p:strVal val="visible"/>
                                      </p:to>
                                    </p:set>
                                  </p:childTnLst>
                                </p:cTn>
                              </p:par>
                              <p:par>
                                <p:cTn id="219" presetID="1" presetClass="entr" presetSubtype="0" fill="hold" nodeType="withEffect">
                                  <p:stCondLst>
                                    <p:cond delay="7933"/>
                                  </p:stCondLst>
                                  <p:childTnLst>
                                    <p:set>
                                      <p:cBhvr>
                                        <p:cTn id="220" dur="1" fill="hold">
                                          <p:stCondLst>
                                            <p:cond delay="0"/>
                                          </p:stCondLst>
                                        </p:cTn>
                                        <p:tgtEl>
                                          <p:spTgt spid="207"/>
                                        </p:tgtEl>
                                        <p:attrNameLst>
                                          <p:attrName>style.visibility</p:attrName>
                                        </p:attrNameLst>
                                      </p:cBhvr>
                                      <p:to>
                                        <p:strVal val="visible"/>
                                      </p:to>
                                    </p:set>
                                  </p:childTnLst>
                                </p:cTn>
                              </p:par>
                              <p:par>
                                <p:cTn id="221" presetID="1" presetClass="entr" presetSubtype="0" fill="hold" nodeType="withEffect">
                                  <p:stCondLst>
                                    <p:cond delay="8000"/>
                                  </p:stCondLst>
                                  <p:childTnLst>
                                    <p:set>
                                      <p:cBhvr>
                                        <p:cTn id="222" dur="1" fill="hold">
                                          <p:stCondLst>
                                            <p:cond delay="0"/>
                                          </p:stCondLst>
                                        </p:cTn>
                                        <p:tgtEl>
                                          <p:spTgt spid="208"/>
                                        </p:tgtEl>
                                        <p:attrNameLst>
                                          <p:attrName>style.visibility</p:attrName>
                                        </p:attrNameLst>
                                      </p:cBhvr>
                                      <p:to>
                                        <p:strVal val="visible"/>
                                      </p:to>
                                    </p:set>
                                  </p:childTnLst>
                                </p:cTn>
                              </p:par>
                              <p:par>
                                <p:cTn id="223" presetID="1" presetClass="entr" presetSubtype="0" fill="hold" nodeType="withEffect">
                                  <p:stCondLst>
                                    <p:cond delay="8067"/>
                                  </p:stCondLst>
                                  <p:childTnLst>
                                    <p:set>
                                      <p:cBhvr>
                                        <p:cTn id="224" dur="1" fill="hold">
                                          <p:stCondLst>
                                            <p:cond delay="0"/>
                                          </p:stCondLst>
                                        </p:cTn>
                                        <p:tgtEl>
                                          <p:spTgt spid="209"/>
                                        </p:tgtEl>
                                        <p:attrNameLst>
                                          <p:attrName>style.visibility</p:attrName>
                                        </p:attrNameLst>
                                      </p:cBhvr>
                                      <p:to>
                                        <p:strVal val="visible"/>
                                      </p:to>
                                    </p:set>
                                  </p:childTnLst>
                                </p:cTn>
                              </p:par>
                              <p:par>
                                <p:cTn id="225" presetID="1" presetClass="entr" presetSubtype="0" fill="hold" nodeType="withEffect">
                                  <p:stCondLst>
                                    <p:cond delay="8133"/>
                                  </p:stCondLst>
                                  <p:childTnLst>
                                    <p:set>
                                      <p:cBhvr>
                                        <p:cTn id="226" dur="1" fill="hold">
                                          <p:stCondLst>
                                            <p:cond delay="0"/>
                                          </p:stCondLst>
                                        </p:cTn>
                                        <p:tgtEl>
                                          <p:spTgt spid="210"/>
                                        </p:tgtEl>
                                        <p:attrNameLst>
                                          <p:attrName>style.visibility</p:attrName>
                                        </p:attrNameLst>
                                      </p:cBhvr>
                                      <p:to>
                                        <p:strVal val="visible"/>
                                      </p:to>
                                    </p:set>
                                  </p:childTnLst>
                                </p:cTn>
                              </p:par>
                              <p:par>
                                <p:cTn id="227" presetID="1" presetClass="entr" presetSubtype="0" fill="hold" nodeType="withEffect">
                                  <p:stCondLst>
                                    <p:cond delay="8200"/>
                                  </p:stCondLst>
                                  <p:childTnLst>
                                    <p:set>
                                      <p:cBhvr>
                                        <p:cTn id="228" dur="1" fill="hold">
                                          <p:stCondLst>
                                            <p:cond delay="0"/>
                                          </p:stCondLst>
                                        </p:cTn>
                                        <p:tgtEl>
                                          <p:spTgt spid="211"/>
                                        </p:tgtEl>
                                        <p:attrNameLst>
                                          <p:attrName>style.visibility</p:attrName>
                                        </p:attrNameLst>
                                      </p:cBhvr>
                                      <p:to>
                                        <p:strVal val="visible"/>
                                      </p:to>
                                    </p:set>
                                  </p:childTnLst>
                                </p:cTn>
                              </p:par>
                              <p:par>
                                <p:cTn id="229" presetID="1" presetClass="entr" presetSubtype="0" fill="hold" nodeType="withEffect">
                                  <p:stCondLst>
                                    <p:cond delay="8267"/>
                                  </p:stCondLst>
                                  <p:childTnLst>
                                    <p:set>
                                      <p:cBhvr>
                                        <p:cTn id="230" dur="1" fill="hold">
                                          <p:stCondLst>
                                            <p:cond delay="0"/>
                                          </p:stCondLst>
                                        </p:cTn>
                                        <p:tgtEl>
                                          <p:spTgt spid="212"/>
                                        </p:tgtEl>
                                        <p:attrNameLst>
                                          <p:attrName>style.visibility</p:attrName>
                                        </p:attrNameLst>
                                      </p:cBhvr>
                                      <p:to>
                                        <p:strVal val="visible"/>
                                      </p:to>
                                    </p:set>
                                  </p:childTnLst>
                                </p:cTn>
                              </p:par>
                              <p:par>
                                <p:cTn id="231" presetID="1" presetClass="entr" presetSubtype="0" fill="hold" nodeType="withEffect">
                                  <p:stCondLst>
                                    <p:cond delay="8333"/>
                                  </p:stCondLst>
                                  <p:childTnLst>
                                    <p:set>
                                      <p:cBhvr>
                                        <p:cTn id="232" dur="1" fill="hold">
                                          <p:stCondLst>
                                            <p:cond delay="0"/>
                                          </p:stCondLst>
                                        </p:cTn>
                                        <p:tgtEl>
                                          <p:spTgt spid="213"/>
                                        </p:tgtEl>
                                        <p:attrNameLst>
                                          <p:attrName>style.visibility</p:attrName>
                                        </p:attrNameLst>
                                      </p:cBhvr>
                                      <p:to>
                                        <p:strVal val="visible"/>
                                      </p:to>
                                    </p:set>
                                  </p:childTnLst>
                                </p:cTn>
                              </p:par>
                              <p:par>
                                <p:cTn id="233" presetID="1" presetClass="entr" presetSubtype="0" fill="hold" nodeType="withEffect">
                                  <p:stCondLst>
                                    <p:cond delay="8400"/>
                                  </p:stCondLst>
                                  <p:childTnLst>
                                    <p:set>
                                      <p:cBhvr>
                                        <p:cTn id="234" dur="1" fill="hold">
                                          <p:stCondLst>
                                            <p:cond delay="0"/>
                                          </p:stCondLst>
                                        </p:cTn>
                                        <p:tgtEl>
                                          <p:spTgt spid="214"/>
                                        </p:tgtEl>
                                        <p:attrNameLst>
                                          <p:attrName>style.visibility</p:attrName>
                                        </p:attrNameLst>
                                      </p:cBhvr>
                                      <p:to>
                                        <p:strVal val="visible"/>
                                      </p:to>
                                    </p:set>
                                  </p:childTnLst>
                                </p:cTn>
                              </p:par>
                              <p:par>
                                <p:cTn id="235" presetID="1" presetClass="entr" presetSubtype="0" fill="hold" nodeType="withEffect">
                                  <p:stCondLst>
                                    <p:cond delay="8467"/>
                                  </p:stCondLst>
                                  <p:childTnLst>
                                    <p:set>
                                      <p:cBhvr>
                                        <p:cTn id="236" dur="1" fill="hold">
                                          <p:stCondLst>
                                            <p:cond delay="0"/>
                                          </p:stCondLst>
                                        </p:cTn>
                                        <p:tgtEl>
                                          <p:spTgt spid="215"/>
                                        </p:tgtEl>
                                        <p:attrNameLst>
                                          <p:attrName>style.visibility</p:attrName>
                                        </p:attrNameLst>
                                      </p:cBhvr>
                                      <p:to>
                                        <p:strVal val="visible"/>
                                      </p:to>
                                    </p:set>
                                  </p:childTnLst>
                                </p:cTn>
                              </p:par>
                              <p:par>
                                <p:cTn id="237" presetID="1" presetClass="entr" presetSubtype="0" fill="hold" nodeType="withEffect">
                                  <p:stCondLst>
                                    <p:cond delay="8533"/>
                                  </p:stCondLst>
                                  <p:childTnLst>
                                    <p:set>
                                      <p:cBhvr>
                                        <p:cTn id="238" dur="1" fill="hold">
                                          <p:stCondLst>
                                            <p:cond delay="0"/>
                                          </p:stCondLst>
                                        </p:cTn>
                                        <p:tgtEl>
                                          <p:spTgt spid="216"/>
                                        </p:tgtEl>
                                        <p:attrNameLst>
                                          <p:attrName>style.visibility</p:attrName>
                                        </p:attrNameLst>
                                      </p:cBhvr>
                                      <p:to>
                                        <p:strVal val="visible"/>
                                      </p:to>
                                    </p:set>
                                  </p:childTnLst>
                                </p:cTn>
                              </p:par>
                              <p:par>
                                <p:cTn id="239" presetID="1" presetClass="entr" presetSubtype="0" fill="hold" nodeType="withEffect">
                                  <p:stCondLst>
                                    <p:cond delay="8600"/>
                                  </p:stCondLst>
                                  <p:childTnLst>
                                    <p:set>
                                      <p:cBhvr>
                                        <p:cTn id="240" dur="1" fill="hold">
                                          <p:stCondLst>
                                            <p:cond delay="0"/>
                                          </p:stCondLst>
                                        </p:cTn>
                                        <p:tgtEl>
                                          <p:spTgt spid="217"/>
                                        </p:tgtEl>
                                        <p:attrNameLst>
                                          <p:attrName>style.visibility</p:attrName>
                                        </p:attrNameLst>
                                      </p:cBhvr>
                                      <p:to>
                                        <p:strVal val="visible"/>
                                      </p:to>
                                    </p:set>
                                  </p:childTnLst>
                                </p:cTn>
                              </p:par>
                              <p:par>
                                <p:cTn id="241" presetID="1" presetClass="entr" presetSubtype="0" fill="hold" nodeType="withEffect">
                                  <p:stCondLst>
                                    <p:cond delay="8667"/>
                                  </p:stCondLst>
                                  <p:childTnLst>
                                    <p:set>
                                      <p:cBhvr>
                                        <p:cTn id="242" dur="1" fill="hold">
                                          <p:stCondLst>
                                            <p:cond delay="0"/>
                                          </p:stCondLst>
                                        </p:cTn>
                                        <p:tgtEl>
                                          <p:spTgt spid="218"/>
                                        </p:tgtEl>
                                        <p:attrNameLst>
                                          <p:attrName>style.visibility</p:attrName>
                                        </p:attrNameLst>
                                      </p:cBhvr>
                                      <p:to>
                                        <p:strVal val="visible"/>
                                      </p:to>
                                    </p:set>
                                  </p:childTnLst>
                                </p:cTn>
                              </p:par>
                              <p:par>
                                <p:cTn id="243" presetID="1" presetClass="entr" presetSubtype="0" fill="hold" nodeType="withEffect">
                                  <p:stCondLst>
                                    <p:cond delay="8733"/>
                                  </p:stCondLst>
                                  <p:childTnLst>
                                    <p:set>
                                      <p:cBhvr>
                                        <p:cTn id="244" dur="1" fill="hold">
                                          <p:stCondLst>
                                            <p:cond delay="0"/>
                                          </p:stCondLst>
                                        </p:cTn>
                                        <p:tgtEl>
                                          <p:spTgt spid="219"/>
                                        </p:tgtEl>
                                        <p:attrNameLst>
                                          <p:attrName>style.visibility</p:attrName>
                                        </p:attrNameLst>
                                      </p:cBhvr>
                                      <p:to>
                                        <p:strVal val="visible"/>
                                      </p:to>
                                    </p:set>
                                  </p:childTnLst>
                                </p:cTn>
                              </p:par>
                              <p:par>
                                <p:cTn id="245" presetID="1" presetClass="entr" presetSubtype="0" dur="2200" fill="hold" nodeType="withEffect">
                                  <p:stCondLst>
                                    <p:cond delay="8800"/>
                                  </p:stCondLst>
                                  <p:childTnLst>
                                    <p:set>
                                      <p:cBhvr>
                                        <p:cTn id="246" dur="1" fill="hold">
                                          <p:stCondLst>
                                            <p:cond delay="0"/>
                                          </p:stCondLst>
                                        </p:cTn>
                                        <p:tgtEl>
                                          <p:spTgt spid="220"/>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6"/>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build="allAtOnce" animBg="1"/>
      <p:bldP spid="101" grpId="0" build="allAtOnce" animBg="1"/>
      <p:bldP spid="102" grpId="0" build="allAtOnce" animBg="1"/>
      <p:bldP spid="103" grpId="0" build="allAtOnce" animBg="1"/>
      <p:bldP spid="104" grpId="0" build="allAtOnce" animBg="1"/>
      <p:bldP spid="105" grpId="0" build="allAtOnce" animBg="1"/>
      <p:bldP spid="106" grpId="0" build="allAtOnce" animBg="1"/>
      <p:bldP spid="107" grpId="0" build="allAtOnce" animBg="1"/>
      <p:bldP spid="108" grpId="0" build="allAtOnce" animBg="1"/>
      <p:bldP spid="109" grpId="0" build="allAtOnce" animBg="1"/>
      <p:bldP spid="110" grpId="0" build="allAtOnce" animBg="1"/>
      <p:bldP spid="111" grpId="0" build="allAtOnce" animBg="1"/>
      <p:bldP spid="112" grpId="0" build="allAtOnce" animBg="1"/>
      <p:bldP spid="113" grpId="0" build="allAtOnce" animBg="1"/>
      <p:bldP spid="114" grpId="0" build="allAtOnce" animBg="1"/>
      <p:bldP spid="115" grpId="0" build="allAtOnce" animBg="1"/>
      <p:bldP spid="116" grpId="0" build="allAtOnce" animBg="1"/>
      <p:bldP spid="117" grpId="0" build="allAtOnce" animBg="1"/>
      <p:bldP spid="118" grpId="0" build="allAtOnce" animBg="1"/>
      <p:bldP spid="119" grpId="0" build="allAtOnce" animBg="1"/>
      <p:bldP spid="120" grpId="0" build="allAtOnce" animBg="1"/>
      <p:bldP spid="121" grpId="0" build="allAtOnce" animBg="1"/>
      <p:bldP spid="122" grpId="0" build="allAtOnce" animBg="1"/>
      <p:bldP spid="123" grpId="0" build="allAtOnce" animBg="1"/>
      <p:bldP spid="124" grpId="0" build="allAtOnce" animBg="1"/>
      <p:bldP spid="125" grpId="0" build="allAtOnce" animBg="1"/>
      <p:bldP spid="126" grpId="0" build="allAtOnce" animBg="1"/>
      <p:bldP spid="127" grpId="0" build="allAtOnce" animBg="1"/>
      <p:bldP spid="128" grpId="0" build="allAtOnce" animBg="1"/>
      <p:bldP spid="129" grpId="0" build="allAtOnce" animBg="1"/>
      <p:bldP spid="130" grpId="0" build="allAtOnce" animBg="1"/>
      <p:bldP spid="131" grpId="0" build="allAtOnce" animBg="1"/>
      <p:bldP spid="132" grpId="0" build="allAtOnce" animBg="1"/>
      <p:bldP spid="133" grpId="0" build="allAtOnce" animBg="1"/>
      <p:bldP spid="134" grpId="0" build="allAtOnce" animBg="1"/>
      <p:bldP spid="135" grpId="0" build="allAtOnce" animBg="1"/>
      <p:bldP spid="136" grpId="0" build="allAtOnce" animBg="1"/>
      <p:bldP spid="137" grpId="0" build="allAtOnce" animBg="1"/>
      <p:bldP spid="138" grpId="0" build="allAtOnce" animBg="1"/>
      <p:bldP spid="139" grpId="0" build="allAtOnce" animBg="1"/>
      <p:bldP spid="140" grpId="0" build="allAtOnce" animBg="1"/>
      <p:bldP spid="141" grpId="0" build="allAtOnce" animBg="1"/>
      <p:bldP spid="142" grpId="0" build="allAtOnce" animBg="1"/>
      <p:bldP spid="143" grpId="0" build="allAtOnce" animBg="1"/>
      <p:bldP spid="144" grpId="0" build="allAtOnce" animBg="1"/>
      <p:bldP spid="145" grpId="0" build="allAtOnce" animBg="1"/>
      <p:bldP spid="146" grpId="0" build="allAtOnce" animBg="1"/>
      <p:bldP spid="147" grpId="0" build="allAtOnce" animBg="1"/>
      <p:bldP spid="148" grpId="0" build="allAtOnce" animBg="1"/>
      <p:bldP spid="149" grpId="0" build="allAtOnce" animBg="1"/>
      <p:bldP spid="150" grpId="0" build="allAtOnce" animBg="1"/>
      <p:bldP spid="151" grpId="0" build="allAtOnce" animBg="1"/>
      <p:bldP spid="152" grpId="0" build="allAtOnce" animBg="1"/>
      <p:bldP spid="153" grpId="0" build="allAtOnce" animBg="1"/>
      <p:bldP spid="154" grpId="0" build="allAtOnce" animBg="1"/>
      <p:bldP spid="155" grpId="0" build="allAtOnce" animBg="1"/>
      <p:bldP spid="156" grpId="0" build="allAtOnce" animBg="1"/>
      <p:bldP spid="157" grpId="0" build="allAtOnce" animBg="1"/>
      <p:bldP spid="158" grpId="0" build="allAtOnce" animBg="1"/>
      <p:bldP spid="159" grpId="0" build="allAtOnce" animBg="1"/>
      <p:bldP spid="160" grpId="0" build="allAtOnce" animBg="1"/>
      <p:bldP spid="161" grpId="0" build="allAtOnce" animBg="1"/>
      <p:bldP spid="162" grpId="0" build="allAtOnce" animBg="1"/>
      <p:bldP spid="163" grpId="0" build="allAtOnce" animBg="1"/>
      <p:bldP spid="164" grpId="0" build="allAtOnce" animBg="1"/>
      <p:bldP spid="165" grpId="0" build="allAtOnce" animBg="1"/>
      <p:bldP spid="166" grpId="0" build="allAtOnce" animBg="1"/>
      <p:bldP spid="167" grpId="0" build="allAtOnce" animBg="1"/>
      <p:bldP spid="168" grpId="0" build="allAtOnce" animBg="1"/>
      <p:bldP spid="169" grpId="0" build="allAtOnce" animBg="1"/>
      <p:bldP spid="170" grpId="0" build="allAtOnce" animBg="1"/>
      <p:bldP spid="171" grpId="0" build="allAtOnce" animBg="1"/>
      <p:bldP spid="172" grpId="0" build="allAtOnce" animBg="1"/>
      <p:bldP spid="173" grpId="0" build="allAtOnce" animBg="1"/>
      <p:bldP spid="174" grpId="0" build="allAtOnce" animBg="1"/>
      <p:bldP spid="175" grpId="0" build="allAtOnce" animBg="1"/>
      <p:bldP spid="176" grpId="0" build="allAtOnce" animBg="1"/>
      <p:bldP spid="177" grpId="0" build="allAtOnce" animBg="1"/>
      <p:bldP spid="178" grpId="0" build="allAtOnce" animBg="1"/>
      <p:bldP spid="179" grpId="0" build="allAtOnce" animBg="1"/>
      <p:bldP spid="180" grpId="0" build="allAtOnce" animBg="1"/>
      <p:bldP spid="181" grpId="0" build="allAtOnce" animBg="1"/>
      <p:bldP spid="182" grpId="0" build="allAtOnce" animBg="1"/>
      <p:bldP spid="183" grpId="0" build="allAtOnce" animBg="1"/>
      <p:bldP spid="184" grpId="0" build="allAtOnce" animBg="1"/>
      <p:bldP spid="185" grpId="0" build="allAtOnce" animBg="1"/>
      <p:bldP spid="186" grpId="0" build="allAtOnce" animBg="1"/>
      <p:bldP spid="187" grpId="0" build="allAtOnce" animBg="1"/>
      <p:bldP spid="188" grpId="0" build="allAtOnce" animBg="1"/>
      <p:bldP spid="189" grpId="0" build="allAtOnce" animBg="1"/>
      <p:bldP spid="190" grpId="0" build="allAtOnce" animBg="1"/>
      <p:bldP spid="191" grpId="0" build="allAtOnce" animBg="1"/>
      <p:bldP spid="192" grpId="0" build="allAtOnce" animBg="1"/>
      <p:bldP spid="193" grpId="0" build="allAtOnce" animBg="1"/>
      <p:bldP spid="194" grpId="0" build="allAtOnce" animBg="1"/>
      <p:bldP spid="195" grpId="0" build="allAtOnce" animBg="1"/>
      <p:bldP spid="196" grpId="0" build="allAtOnce" animBg="1"/>
      <p:bldP spid="197" grpId="0" build="allAtOnce" animBg="1"/>
      <p:bldP spid="198" grpId="0" build="allAtOnce" animBg="1"/>
      <p:bldP spid="199" grpId="0" build="allAtOnce" animBg="1"/>
      <p:bldP spid="200" grpId="0" build="allAtOnce" animBg="1"/>
      <p:bldP spid="201" grpId="0" build="allAtOnce" animBg="1"/>
      <p:bldP spid="202" grpId="0" build="allAtOnce" animBg="1"/>
      <p:bldP spid="203" grpId="0" build="allAtOnce" animBg="1"/>
      <p:bldP spid="204" grpId="0" build="allAtOnce" animBg="1"/>
      <p:bldP spid="205" grpId="0" build="allAtOnce" animBg="1"/>
      <p:bldP spid="206" grpId="0" build="allAtOnce" animBg="1"/>
      <p:bldP spid="207" grpId="0" build="allAtOnce" animBg="1"/>
      <p:bldP spid="208" grpId="0" build="allAtOnce" animBg="1"/>
      <p:bldP spid="209" grpId="0" build="allAtOnce" animBg="1"/>
      <p:bldP spid="210" grpId="0" build="allAtOnce" animBg="1"/>
      <p:bldP spid="211" grpId="0" build="allAtOnce" animBg="1"/>
      <p:bldP spid="212" grpId="0" build="allAtOnce" animBg="1"/>
      <p:bldP spid="213" grpId="0" build="allAtOnce" animBg="1"/>
      <p:bldP spid="214" grpId="0" build="allAtOnce" animBg="1"/>
      <p:bldP spid="215" grpId="0" build="allAtOnce" animBg="1"/>
      <p:bldP spid="216" grpId="0" build="allAtOnce" animBg="1"/>
      <p:bldP spid="217" grpId="0" build="allAtOnce" animBg="1"/>
      <p:bldP spid="218" grpId="0" build="allAtOnce" animBg="1"/>
      <p:bldP spid="219" grpId="0" build="allAtOnce" animBg="1"/>
      <p:bldP spid="220" grpId="0" build="allAtOnce" animBg="1"/>
      <p:bldP spid="6" grpId="0" build="allAtOnce" animBg="1"/>
      <p:bldP spid="7" grpId="0" build="allAtOnce"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narrative_s1_text1">
            <a:extLst>
              <a:ext uri="{FF2B5EF4-FFF2-40B4-BE49-F238E27FC236}">
                <a16:creationId xmlns:a16="http://schemas.microsoft.com/office/drawing/2014/main" id="{A6C44EDD-3AED-4974-8508-D82DB50CA7A3}"/>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Standard derivatives</a:t>
            </a:r>
          </a:p>
        </p:txBody>
      </p:sp>
      <p:sp>
        <p:nvSpPr>
          <p:cNvPr id="2" name="page_number">
            <a:extLst>
              <a:ext uri="{FF2B5EF4-FFF2-40B4-BE49-F238E27FC236}">
                <a16:creationId xmlns:a16="http://schemas.microsoft.com/office/drawing/2014/main" id="{341F16D5-E742-4667-9912-BB4B96548C06}"/>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25</a:t>
            </a:r>
          </a:p>
        </p:txBody>
      </p:sp>
      <p:sp>
        <p:nvSpPr>
          <p:cNvPr id="3" name="narrative_s1_text2">
            <a:extLst>
              <a:ext uri="{FF2B5EF4-FFF2-40B4-BE49-F238E27FC236}">
                <a16:creationId xmlns:a16="http://schemas.microsoft.com/office/drawing/2014/main" id="{B76EBA36-DC79-4FA7-A592-358997D52D2D}"/>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Constants, powers, exponentials and logarithms give the basic rules.</a:t>
            </a:r>
          </a:p>
        </p:txBody>
      </p:sp>
      <p:pic>
        <p:nvPicPr>
          <p:cNvPr id="4" name="eq_narrative_s1_3" descr="\frac{d}{dx}c=0">
            <a:extLst>
              <a:ext uri="{FF2B5EF4-FFF2-40B4-BE49-F238E27FC236}">
                <a16:creationId xmlns:a16="http://schemas.microsoft.com/office/drawing/2014/main" id="{EDF6F3E0-CCEC-4AD4-B3C0-64BF03FB56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2305050"/>
            <a:ext cx="1395946" cy="809079"/>
          </a:xfrm>
          <a:prstGeom prst="rect">
            <a:avLst/>
          </a:prstGeom>
          <a:noFill/>
          <a:ln>
            <a:noFill/>
          </a:ln>
        </p:spPr>
      </p:pic>
      <p:pic>
        <p:nvPicPr>
          <p:cNvPr id="5" name="eq_narrative_s1_4" descr="\frac{d}{dx}x^p=px^{p-1}">
            <a:extLst>
              <a:ext uri="{FF2B5EF4-FFF2-40B4-BE49-F238E27FC236}">
                <a16:creationId xmlns:a16="http://schemas.microsoft.com/office/drawing/2014/main" id="{F9B38393-26F4-4CE1-AAA7-94817BC42A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600" y="3762375"/>
            <a:ext cx="2409825" cy="809079"/>
          </a:xfrm>
          <a:prstGeom prst="rect">
            <a:avLst/>
          </a:prstGeom>
          <a:noFill/>
          <a:ln>
            <a:noFill/>
          </a:ln>
        </p:spPr>
      </p:pic>
      <p:pic>
        <p:nvPicPr>
          <p:cNvPr id="6" name="eq_narrative_s1_5" descr="p\ne0,\qquad x&gt;0">
            <a:extLst>
              <a:ext uri="{FF2B5EF4-FFF2-40B4-BE49-F238E27FC236}">
                <a16:creationId xmlns:a16="http://schemas.microsoft.com/office/drawing/2014/main" id="{8417BFB9-D6D7-4A3A-8291-BB7909B939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9600" y="4819650"/>
            <a:ext cx="2010296" cy="270929"/>
          </a:xfrm>
          <a:prstGeom prst="rect">
            <a:avLst/>
          </a:prstGeom>
          <a:noFill/>
          <a:ln>
            <a:noFill/>
          </a:ln>
        </p:spPr>
      </p:pic>
      <p:pic>
        <p:nvPicPr>
          <p:cNvPr id="7" name="eq_narrative_s1_6" descr="\frac{d}{dx}e^x=e^x">
            <a:extLst>
              <a:ext uri="{FF2B5EF4-FFF2-40B4-BE49-F238E27FC236}">
                <a16:creationId xmlns:a16="http://schemas.microsoft.com/office/drawing/2014/main" id="{D5803363-956C-4F72-930A-11F026D983F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00800" y="2305050"/>
            <a:ext cx="1778864" cy="809079"/>
          </a:xfrm>
          <a:prstGeom prst="rect">
            <a:avLst/>
          </a:prstGeom>
          <a:noFill/>
          <a:ln>
            <a:noFill/>
          </a:ln>
        </p:spPr>
      </p:pic>
      <p:pic>
        <p:nvPicPr>
          <p:cNvPr id="8" name="eq_narrative_s1_7" descr="\frac{d}{dx}\log x=\frac1x\quad(x&gt;0)">
            <a:extLst>
              <a:ext uri="{FF2B5EF4-FFF2-40B4-BE49-F238E27FC236}">
                <a16:creationId xmlns:a16="http://schemas.microsoft.com/office/drawing/2014/main" id="{585CEF96-899D-43EB-83DE-D712ACCE03A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00800" y="3762375"/>
            <a:ext cx="3779457" cy="809079"/>
          </a:xfrm>
          <a:prstGeom prst="rect">
            <a:avLst/>
          </a:prstGeom>
          <a:noFill/>
          <a:ln>
            <a:noFill/>
          </a:ln>
        </p:spPr>
      </p:pic>
      <mc:AlternateContent xmlns:mc="http://schemas.openxmlformats.org/markup-compatibility/2006" xmlns:a14="http://schemas.microsoft.com/office/drawing/2010/main">
        <mc:Choice Requires="a14">
          <p:sp>
            <p:nvSpPr>
              <p:cNvPr id="9" name="integer_power_note">
                <a:extLst>
                  <a:ext uri="{FF2B5EF4-FFF2-40B4-BE49-F238E27FC236}">
                    <a16:creationId xmlns:a16="http://schemas.microsoft.com/office/drawing/2014/main" id="{F9CE1E4A-189F-4FA3-8E90-1B3782EB90E8}"/>
                  </a:ext>
                </a:extLst>
              </p:cNvPr>
              <p:cNvSpPr>
                <a:spLocks noGrp="1"/>
              </p:cNvSpPr>
              <p:nvPr/>
            </p:nvSpPr>
            <p:spPr>
              <a:xfrm>
                <a:off x="609600" y="5800725"/>
                <a:ext cx="10858500" cy="590550"/>
              </a:xfrm>
              <a:prstGeom prst="rect">
                <a:avLst/>
              </a:prstGeom>
              <a:noFill/>
              <a:ln w="0">
                <a:noFill/>
              </a:ln>
            </p:spPr>
            <p:txBody>
              <a:bodyPr wrap="square" lIns="0" tIns="0" rIns="0" bIns="0" anchor="t">
                <a:noAutofit/>
              </a:bodyPr>
              <a:lstStyle/>
              <a:p>
                <a:pPr algn="l">
                  <a:defRPr sz="2025" b="0">
                    <a:solidFill>
                      <a:srgbClr val="526276"/>
                    </a:solidFill>
                    <a:latin typeface="DejaVu Sans"/>
                    <a:ea typeface="DejaVu Sans"/>
                    <a:cs typeface="DejaVu Sans"/>
                  </a:defRPr>
                </a:pPr>
                <a:r>
                  <a:rPr sz="2025" b="0">
                    <a:solidFill>
                      <a:srgbClr val="526276"/>
                    </a:solidFill>
                    <a:latin typeface="DejaVu Sans"/>
                    <a:ea typeface="DejaVu Sans"/>
                    <a:cs typeface="DejaVu Sans"/>
                  </a:rPr>
                  <a:t>If </a:t>
                </a:r>
                <a14:m>
                  <m:oMath xmlns:m="http://schemas.openxmlformats.org/officeDocument/2006/math">
                    <m:r>
                      <a:rPr sz="2025" b="0" i="0">
                        <a:solidFill>
                          <a:srgbClr val="526276"/>
                        </a:solidFill>
                        <a:latin typeface="Cambria Math"/>
                        <a:ea typeface="DejaVu Sans"/>
                        <a:cs typeface="DejaVu Sans"/>
                      </a:rPr>
                      <m:t>𝑝</m:t>
                    </m:r>
                    <m:r>
                      <a:rPr sz="2025" b="0" i="0">
                        <a:solidFill>
                          <a:srgbClr val="526276"/>
                        </a:solidFill>
                        <a:latin typeface="Cambria Math"/>
                        <a:ea typeface="DejaVu Sans"/>
                        <a:cs typeface="DejaVu Sans"/>
                      </a:rPr>
                      <m:t>∈</m:t>
                    </m:r>
                    <m:r>
                      <a:rPr sz="2025" b="0" i="0">
                        <a:solidFill>
                          <a:srgbClr val="526276"/>
                        </a:solidFill>
                        <a:latin typeface="Cambria Math"/>
                        <a:ea typeface="DejaVu Sans"/>
                        <a:cs typeface="DejaVu Sans"/>
                      </a:rPr>
                      <m:t>ℤ</m:t>
                    </m:r>
                  </m:oMath>
                </a14:m>
                <a:r>
                  <a:rPr sz="2025" b="0">
                    <a:solidFill>
                      <a:srgbClr val="526276"/>
                    </a:solidFill>
                    <a:latin typeface="DejaVu Sans"/>
                    <a:ea typeface="DejaVu Sans"/>
                    <a:cs typeface="DejaVu Sans"/>
                  </a:rPr>
                  <a:t>, the power rule also holds for </a:t>
                </a:r>
                <a14:m>
                  <m:oMath xmlns:m="http://schemas.openxmlformats.org/officeDocument/2006/math">
                    <m:r>
                      <a:rPr sz="2025" b="0" i="0">
                        <a:solidFill>
                          <a:srgbClr val="526276"/>
                        </a:solidFill>
                        <a:latin typeface="Cambria Math"/>
                        <a:ea typeface="DejaVu Sans"/>
                        <a:cs typeface="DejaVu Sans"/>
                      </a:rPr>
                      <m:t>𝑥</m:t>
                    </m:r>
                    <m:r>
                      <a:rPr sz="2025" b="0" i="0">
                        <a:solidFill>
                          <a:srgbClr val="526276"/>
                        </a:solidFill>
                        <a:latin typeface="Cambria Math"/>
                        <a:ea typeface="DejaVu Sans"/>
                        <a:cs typeface="DejaVu Sans"/>
                      </a:rPr>
                      <m:t>≠0</m:t>
                    </m:r>
                  </m:oMath>
                </a14:m>
                <a:r>
                  <a:rPr sz="2025" b="0">
                    <a:solidFill>
                      <a:srgbClr val="526276"/>
                    </a:solidFill>
                    <a:latin typeface="DejaVu Sans"/>
                    <a:ea typeface="DejaVu Sans"/>
                    <a:cs typeface="DejaVu Sans"/>
                  </a:rPr>
                  <a:t>.</a:t>
                </a:r>
              </a:p>
            </p:txBody>
          </p:sp>
        </mc:Choice>
        <mc:Fallback xmlns="">
          <p:sp>
            <p:nvSpPr>
              <p:cNvPr id="9" name="integer_power_note">
                <a:extLst xmlns:a="http://schemas.openxmlformats.org/drawingml/2006/main">
                  <a:ext uri="{FF2B5EF4-FFF2-40B4-BE49-F238E27FC236}">
                    <a16:creationId xmlns:a16="http://schemas.microsoft.com/office/drawing/2014/main" id="{F9CE1E4A-189F-4FA3-8E90-1B3782EB90E8}"/>
                  </a:ext>
                </a:extLst>
              </p:cNvPr>
              <p:cNvSpPr>
                <a:spLocks xmlns:a="http://schemas.openxmlformats.org/drawingml/2006/main" noGrp="1"/>
              </p:cNvSpPr>
              <p:nvPr/>
            </p:nvSpPr>
            <p:spPr>
              <a:xfrm xmlns:a="http://schemas.openxmlformats.org/drawingml/2006/main">
                <a:off x="609600" y="58007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276"/>
                    </a:solidFill>
                    <a:latin typeface="DejaVu Sans"/>
                    <a:ea typeface="DejaVu Sans"/>
                    <a:cs typeface="DejaVu Sans"/>
                  </a:defRPr>
                </a:pPr>
                <a:r>
                  <a:rPr sz="2025" b="0">
                    <a:solidFill>
                      <a:srgbClr val="526276"/>
                    </a:solidFill>
                    <a:latin typeface="DejaVu Sans"/>
                    <a:ea typeface="DejaVu Sans"/>
                    <a:cs typeface="DejaVu Sans"/>
                  </a:rPr>
                  <a:t>If </a:t>
                </a:r>
                <a:r>
                  <a:rPr sz="2025" b="0" i="0">
                    <a:solidFill>
                      <a:srgbClr val="526276"/>
                    </a:solidFill>
                    <a:latin typeface="Cambria Math"/>
                    <a:ea typeface="DejaVu Sans"/>
                    <a:cs typeface="DejaVu Sans"/>
                  </a:rPr>
                  <a:t>𝑝</a:t>
                </a:r>
                <a:r>
                  <a:rPr sz="2025" b="0" i="0">
                    <a:solidFill>
                      <a:srgbClr val="526276"/>
                    </a:solidFill>
                    <a:latin typeface="Cambria Math"/>
                    <a:ea typeface="DejaVu Sans"/>
                    <a:cs typeface="DejaVu Sans"/>
                  </a:rPr>
                  <a:t>∈</a:t>
                </a:r>
                <a:r>
                  <a:rPr sz="2025" b="0" i="0">
                    <a:solidFill>
                      <a:srgbClr val="526276"/>
                    </a:solidFill>
                    <a:latin typeface="Cambria Math"/>
                    <a:ea typeface="DejaVu Sans"/>
                    <a:cs typeface="DejaVu Sans"/>
                  </a:rPr>
                  <a:t>ℤ</a:t>
                </a:r>
                <a:r>
                  <a:rPr sz="2025" b="0">
                    <a:solidFill>
                      <a:srgbClr val="526276"/>
                    </a:solidFill>
                    <a:latin typeface="DejaVu Sans"/>
                    <a:ea typeface="DejaVu Sans"/>
                    <a:cs typeface="DejaVu Sans"/>
                  </a:rPr>
                  <a:t>, the power rule also holds for </a:t>
                </a:r>
                <a:r>
                  <a:rPr sz="2025" b="0" i="0">
                    <a:solidFill>
                      <a:srgbClr val="526276"/>
                    </a:solidFill>
                    <a:latin typeface="Cambria Math"/>
                    <a:ea typeface="DejaVu Sans"/>
                    <a:cs typeface="DejaVu Sans"/>
                  </a:rPr>
                  <a:t>𝑥</a:t>
                </a:r>
                <a:r>
                  <a:rPr sz="2025" b="0" i="0">
                    <a:solidFill>
                      <a:srgbClr val="526276"/>
                    </a:solidFill>
                    <a:latin typeface="Cambria Math"/>
                    <a:ea typeface="DejaVu Sans"/>
                    <a:cs typeface="DejaVu Sans"/>
                  </a:rPr>
                  <a:t> ≠ </a:t>
                </a:r>
                <a:r>
                  <a:rPr sz="2025" b="0" i="0">
                    <a:solidFill>
                      <a:srgbClr val="526276"/>
                    </a:solidFill>
                    <a:latin typeface="Cambria Math"/>
                    <a:ea typeface="DejaVu Sans"/>
                    <a:cs typeface="DejaVu Sans"/>
                  </a:rPr>
                  <a:t>0</a:t>
                </a:r>
                <a:r>
                  <a:rPr sz="2025" b="0">
                    <a:solidFill>
                      <a:srgbClr val="526276"/>
                    </a:solidFill>
                    <a:latin typeface="DejaVu Sans"/>
                    <a:ea typeface="DejaVu Sans"/>
                    <a:cs typeface="DejaVu Sans"/>
                  </a:rPr>
                  <a:t>.</a:t>
                </a:r>
              </a:p>
            </p:txBody>
          </p:sp>
        </mc:Fallback>
      </mc:AlternateContent>
    </p:spTree>
    <p:extLst>
      <p:ext uri="{BB962C8B-B14F-4D97-AF65-F5344CB8AC3E}">
        <p14:creationId xmlns:p14="http://schemas.microsoft.com/office/powerpoint/2010/main" val="1526136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P spid="8" grpId="0" build="allAtOnce" animBg="1"/>
      <p:bldP spid="9" grpId="0" build="allAtOnce"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narrative_s2_text1">
            <a:extLst>
              <a:ext uri="{FF2B5EF4-FFF2-40B4-BE49-F238E27FC236}">
                <a16:creationId xmlns:a16="http://schemas.microsoft.com/office/drawing/2014/main" id="{2233A5AC-7D79-462C-94F1-2DA68098FA43}"/>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Linearity and the product rule</a:t>
            </a:r>
          </a:p>
        </p:txBody>
      </p:sp>
      <p:sp>
        <p:nvSpPr>
          <p:cNvPr id="2" name="page_number">
            <a:extLst>
              <a:ext uri="{FF2B5EF4-FFF2-40B4-BE49-F238E27FC236}">
                <a16:creationId xmlns:a16="http://schemas.microsoft.com/office/drawing/2014/main" id="{78CC8E86-18A3-48EA-80F6-07B565E2F3AB}"/>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26</a:t>
            </a:r>
          </a:p>
        </p:txBody>
      </p:sp>
      <mc:AlternateContent xmlns:mc="http://schemas.openxmlformats.org/markup-compatibility/2006" xmlns:a14="http://schemas.microsoft.com/office/drawing/2010/main">
        <mc:Choice Requires="a14">
          <p:sp>
            <p:nvSpPr>
              <p:cNvPr id="3" name="inline_2_1">
                <a:extLst>
                  <a:ext uri="{FF2B5EF4-FFF2-40B4-BE49-F238E27FC236}">
                    <a16:creationId xmlns:a16="http://schemas.microsoft.com/office/drawing/2014/main" id="{A4DA933B-C2E1-4F14-B840-2062CFA3F5B7}"/>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For constants </a:t>
                </a:r>
                <a14:m>
                  <m:oMath xmlns:m="http://schemas.openxmlformats.org/officeDocument/2006/math">
                    <m:r>
                      <a:rPr sz="2100" b="0" i="0">
                        <a:solidFill>
                          <a:srgbClr val="182D45"/>
                        </a:solidFill>
                        <a:latin typeface="Cambria Math"/>
                        <a:ea typeface="DejaVu Sans"/>
                        <a:cs typeface="DejaVu Sans"/>
                      </a:rPr>
                      <m:t>𝑎</m:t>
                    </m:r>
                  </m:oMath>
                </a14:m>
                <a:r>
                  <a:rPr sz="2100" b="0">
                    <a:solidFill>
                      <a:srgbClr val="182D45"/>
                    </a:solidFill>
                    <a:latin typeface="DejaVu Sans"/>
                    <a:ea typeface="DejaVu Sans"/>
                    <a:cs typeface="DejaVu Sans"/>
                  </a:rPr>
                  <a:t> and </a:t>
                </a:r>
                <a14:m>
                  <m:oMath xmlns:m="http://schemas.openxmlformats.org/officeDocument/2006/math">
                    <m:r>
                      <a:rPr sz="2100" b="0" i="0">
                        <a:solidFill>
                          <a:srgbClr val="182D45"/>
                        </a:solidFill>
                        <a:latin typeface="Cambria Math"/>
                        <a:ea typeface="DejaVu Sans"/>
                        <a:cs typeface="DejaVu Sans"/>
                      </a:rPr>
                      <m:t>𝑏</m:t>
                    </m:r>
                  </m:oMath>
                </a14:m>
                <a:r>
                  <a:rPr sz="2100" b="0">
                    <a:solidFill>
                      <a:srgbClr val="182D45"/>
                    </a:solidFill>
                    <a:latin typeface="DejaVu Sans"/>
                    <a:ea typeface="DejaVu Sans"/>
                    <a:cs typeface="DejaVu Sans"/>
                  </a:rPr>
                  <a:t>, differentiate each term and keep its coefficient.</a:t>
                </a:r>
              </a:p>
            </p:txBody>
          </p:sp>
        </mc:Choice>
        <mc:Fallback xmlns="">
          <p:sp>
            <p:nvSpPr>
              <p:cNvPr id="3" name="inline_2_1">
                <a:extLst xmlns:a="http://schemas.openxmlformats.org/drawingml/2006/main">
                  <a:ext uri="{FF2B5EF4-FFF2-40B4-BE49-F238E27FC236}">
                    <a16:creationId xmlns:a16="http://schemas.microsoft.com/office/drawing/2014/main" id="{A4DA933B-C2E1-4F14-B840-2062CFA3F5B7}"/>
                  </a:ext>
                </a:extLst>
              </p:cNvPr>
              <p:cNvSpPr>
                <a:spLocks xmlns:a="http://schemas.openxmlformats.org/drawingml/2006/main" noGrp="1"/>
              </p:cNvSpPr>
              <p:nvPr/>
            </p:nvSpPr>
            <p:spPr>
              <a:xfrm xmlns:a="http://schemas.openxmlformats.org/drawingml/2006/main">
                <a:off x="609600" y="1257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For constants </a:t>
                </a:r>
                <a:r>
                  <a:rPr sz="2100" b="0" i="0">
                    <a:solidFill>
                      <a:srgbClr val="182D45"/>
                    </a:solidFill>
                    <a:latin typeface="Cambria Math"/>
                    <a:ea typeface="DejaVu Sans"/>
                    <a:cs typeface="DejaVu Sans"/>
                  </a:rPr>
                  <a:t>𝑎</a:t>
                </a:r>
                <a:r>
                  <a:rPr sz="2100" b="0">
                    <a:solidFill>
                      <a:srgbClr val="182D45"/>
                    </a:solidFill>
                    <a:latin typeface="DejaVu Sans"/>
                    <a:ea typeface="DejaVu Sans"/>
                    <a:cs typeface="DejaVu Sans"/>
                  </a:rPr>
                  <a:t> and </a:t>
                </a:r>
                <a:r>
                  <a:rPr sz="2100" b="0" i="0">
                    <a:solidFill>
                      <a:srgbClr val="182D45"/>
                    </a:solidFill>
                    <a:latin typeface="Cambria Math"/>
                    <a:ea typeface="DejaVu Sans"/>
                    <a:cs typeface="DejaVu Sans"/>
                  </a:rPr>
                  <a:t>𝑏</a:t>
                </a:r>
                <a:r>
                  <a:rPr sz="2100" b="0">
                    <a:solidFill>
                      <a:srgbClr val="182D45"/>
                    </a:solidFill>
                    <a:latin typeface="DejaVu Sans"/>
                    <a:ea typeface="DejaVu Sans"/>
                    <a:cs typeface="DejaVu Sans"/>
                  </a:rPr>
                  <a:t>, differentiate each term and keep its coefficient.</a:t>
                </a:r>
              </a:p>
            </p:txBody>
          </p:sp>
        </mc:Fallback>
      </mc:AlternateContent>
      <p:pic>
        <p:nvPicPr>
          <p:cNvPr id="4" name="eq_narrative_s2_2" descr="\bigl[a\,u(x)+b\,v(x)\bigr]'=a\,u'(x)+b\,v'(x)">
            <a:extLst>
              <a:ext uri="{FF2B5EF4-FFF2-40B4-BE49-F238E27FC236}">
                <a16:creationId xmlns:a16="http://schemas.microsoft.com/office/drawing/2014/main" id="{CDA08E17-9F0D-4837-99D8-C6BFAF9D46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2228850"/>
            <a:ext cx="5677167" cy="511010"/>
          </a:xfrm>
          <a:prstGeom prst="rect">
            <a:avLst/>
          </a:prstGeom>
          <a:noFill/>
          <a:ln>
            <a:noFill/>
          </a:ln>
        </p:spPr>
      </p:pic>
      <p:pic>
        <p:nvPicPr>
          <p:cNvPr id="5" name="eq_narrative_s2_3" descr="\frac{d}{dx}\bigl(3x^4+2x^{-1/2}+x^{-2}\bigr)=12x^3-x^{-3/2}-2x^{-3}\quad(x&gt;0)">
            <a:extLst>
              <a:ext uri="{FF2B5EF4-FFF2-40B4-BE49-F238E27FC236}">
                <a16:creationId xmlns:a16="http://schemas.microsoft.com/office/drawing/2014/main" id="{D5EF4C81-1D26-4B53-A9C6-69405B35E9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600" y="3124200"/>
            <a:ext cx="8004721" cy="671932"/>
          </a:xfrm>
          <a:prstGeom prst="rect">
            <a:avLst/>
          </a:prstGeom>
          <a:noFill/>
          <a:ln>
            <a:noFill/>
          </a:ln>
        </p:spPr>
      </p:pic>
      <p:sp>
        <p:nvSpPr>
          <p:cNvPr id="6" name="narrative_s2_text4">
            <a:extLst>
              <a:ext uri="{FF2B5EF4-FFF2-40B4-BE49-F238E27FC236}">
                <a16:creationId xmlns:a16="http://schemas.microsoft.com/office/drawing/2014/main" id="{834F621D-A7A1-4CED-8FDA-D644EC04CD53}"/>
              </a:ext>
            </a:extLst>
          </p:cNvPr>
          <p:cNvSpPr>
            <a:spLocks noGrp="1"/>
          </p:cNvSpPr>
          <p:nvPr/>
        </p:nvSpPr>
        <p:spPr>
          <a:xfrm>
            <a:off x="609600" y="4162425"/>
            <a:ext cx="10953750" cy="70485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For a product, differentiate each factor in turn and keep the other fixed.</a:t>
            </a:r>
          </a:p>
        </p:txBody>
      </p:sp>
      <p:pic>
        <p:nvPicPr>
          <p:cNvPr id="7" name="eq_narrative_s2_5" descr="\bigl[u(x)v(x)\bigr]'=u'(x)v(x)+u(x)v'(x)">
            <a:extLst>
              <a:ext uri="{FF2B5EF4-FFF2-40B4-BE49-F238E27FC236}">
                <a16:creationId xmlns:a16="http://schemas.microsoft.com/office/drawing/2014/main" id="{DA5AB131-BFD5-44ED-8DC4-A9497AA6306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9600" y="4962525"/>
            <a:ext cx="5672569" cy="511010"/>
          </a:xfrm>
          <a:prstGeom prst="rect">
            <a:avLst/>
          </a:prstGeom>
          <a:noFill/>
          <a:ln>
            <a:noFill/>
          </a:ln>
        </p:spPr>
      </p:pic>
      <p:pic>
        <p:nvPicPr>
          <p:cNvPr id="8" name="eq_narrative_s2_6" descr="\frac{d}{dx}\bigl[x^2(x+1)\bigr]=2x(x+1)+x^2\cdot1">
            <a:extLst>
              <a:ext uri="{FF2B5EF4-FFF2-40B4-BE49-F238E27FC236}">
                <a16:creationId xmlns:a16="http://schemas.microsoft.com/office/drawing/2014/main" id="{772A448A-DC51-44A8-8976-26CE6D86446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9600" y="5724525"/>
            <a:ext cx="4764135" cy="666750"/>
          </a:xfrm>
          <a:prstGeom prst="rect">
            <a:avLst/>
          </a:prstGeom>
          <a:noFill/>
          <a:ln>
            <a:noFill/>
          </a:ln>
        </p:spPr>
      </p:pic>
    </p:spTree>
    <p:extLst>
      <p:ext uri="{BB962C8B-B14F-4D97-AF65-F5344CB8AC3E}">
        <p14:creationId xmlns:p14="http://schemas.microsoft.com/office/powerpoint/2010/main" val="1856963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animBg="1"/>
      <p:bldP spid="6" grpId="0" build="allAtOnce" animBg="1"/>
      <p:bldP spid="7" grpId="0" build="allAtOnce" animBg="1"/>
      <p:bldP spid="8" grpId="0" build="allAtOnce"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narrative_s1_text1">
            <a:extLst>
              <a:ext uri="{FF2B5EF4-FFF2-40B4-BE49-F238E27FC236}">
                <a16:creationId xmlns:a16="http://schemas.microsoft.com/office/drawing/2014/main" id="{23C46C19-A81E-4467-93B5-F5A0A5CD7A96}"/>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The chain rule: two notations</a:t>
            </a:r>
          </a:p>
        </p:txBody>
      </p:sp>
      <p:sp>
        <p:nvSpPr>
          <p:cNvPr id="2" name="page_number">
            <a:extLst>
              <a:ext uri="{FF2B5EF4-FFF2-40B4-BE49-F238E27FC236}">
                <a16:creationId xmlns:a16="http://schemas.microsoft.com/office/drawing/2014/main" id="{AE481221-946F-425E-B471-EE815A2E7F5B}"/>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27</a:t>
            </a:r>
          </a:p>
        </p:txBody>
      </p:sp>
      <mc:AlternateContent xmlns:mc="http://schemas.openxmlformats.org/markup-compatibility/2006" xmlns:a14="http://schemas.microsoft.com/office/drawing/2010/main">
        <mc:Choice Requires="a14">
          <p:sp>
            <p:nvSpPr>
              <p:cNvPr id="3" name="inline_1_1">
                <a:extLst>
                  <a:ext uri="{FF2B5EF4-FFF2-40B4-BE49-F238E27FC236}">
                    <a16:creationId xmlns:a16="http://schemas.microsoft.com/office/drawing/2014/main" id="{4CF4605D-51C8-4DB9-8D9D-71F63511FA26}"/>
                  </a:ext>
                </a:extLst>
              </p:cNvPr>
              <p:cNvSpPr>
                <a:spLocks noGrp="1"/>
              </p:cNvSpPr>
              <p:nvPr/>
            </p:nvSpPr>
            <p:spPr>
              <a:xfrm>
                <a:off x="561974" y="1258207"/>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lang="it-IT" sz="2400" b="0" dirty="0">
                    <a:solidFill>
                      <a:srgbClr val="182D45"/>
                    </a:solidFill>
                    <a:latin typeface="DejaVu Sans"/>
                    <a:ea typeface="DejaVu Sans"/>
                    <a:cs typeface="DejaVu Sans"/>
                  </a:rPr>
                  <a:t>Let </a:t>
                </a:r>
                <a14:m>
                  <m:oMath xmlns:m="http://schemas.openxmlformats.org/officeDocument/2006/math">
                    <m:r>
                      <a:rPr lang="it-IT" sz="2400" b="0" i="0">
                        <a:solidFill>
                          <a:srgbClr val="182D45"/>
                        </a:solidFill>
                        <a:latin typeface="Cambria Math"/>
                        <a:ea typeface="DejaVu Sans"/>
                        <a:cs typeface="DejaVu Sans"/>
                      </a:rPr>
                      <m:t>𝐹</m:t>
                    </m:r>
                    <m:d>
                      <m:dPr>
                        <m:ctrlPr>
                          <a:rPr lang="ar-AE" sz="2400" b="0" i="0">
                            <a:solidFill>
                              <a:srgbClr val="182D45"/>
                            </a:solidFill>
                            <a:latin typeface="Cambria Math"/>
                            <a:ea typeface="DejaVu Sans"/>
                            <a:cs typeface="DejaVu Sans"/>
                          </a:rPr>
                        </m:ctrlPr>
                      </m:dPr>
                      <m:e>
                        <m:r>
                          <a:rPr lang="ar-AE" sz="2400" b="0" i="0">
                            <a:solidFill>
                              <a:srgbClr val="182D45"/>
                            </a:solidFill>
                            <a:latin typeface="Cambria Math"/>
                            <a:ea typeface="DejaVu Sans"/>
                            <a:cs typeface="DejaVu Sans"/>
                          </a:rPr>
                          <m:t>𝑠</m:t>
                        </m:r>
                      </m:e>
                    </m:d>
                    <m:r>
                      <a:rPr lang="ar-AE" sz="2400" b="0" i="0">
                        <a:solidFill>
                          <a:srgbClr val="182D45"/>
                        </a:solidFill>
                        <a:latin typeface="Cambria Math"/>
                        <a:ea typeface="DejaVu Sans"/>
                        <a:cs typeface="DejaVu Sans"/>
                      </a:rPr>
                      <m:t>=</m:t>
                    </m:r>
                    <m:r>
                      <a:rPr lang="ar-AE" sz="2400" b="0" i="0">
                        <a:solidFill>
                          <a:srgbClr val="182D45"/>
                        </a:solidFill>
                        <a:latin typeface="Cambria Math"/>
                        <a:ea typeface="DejaVu Sans"/>
                        <a:cs typeface="DejaVu Sans"/>
                      </a:rPr>
                      <m:t>𝑣</m:t>
                    </m:r>
                    <m:d>
                      <m:dPr>
                        <m:ctrlPr>
                          <a:rPr lang="ar-AE" sz="2400" b="0" i="0">
                            <a:solidFill>
                              <a:srgbClr val="182D45"/>
                            </a:solidFill>
                            <a:latin typeface="Cambria Math"/>
                            <a:ea typeface="DejaVu Sans"/>
                            <a:cs typeface="DejaVu Sans"/>
                          </a:rPr>
                        </m:ctrlPr>
                      </m:dPr>
                      <m:e>
                        <m:r>
                          <a:rPr lang="ar-AE" sz="2400" b="0" i="0">
                            <a:solidFill>
                              <a:srgbClr val="182D45"/>
                            </a:solidFill>
                            <a:latin typeface="Cambria Math"/>
                            <a:ea typeface="DejaVu Sans"/>
                            <a:cs typeface="DejaVu Sans"/>
                          </a:rPr>
                          <m:t>𝑢</m:t>
                        </m:r>
                        <m:d>
                          <m:dPr>
                            <m:ctrlPr>
                              <a:rPr lang="ar-AE" sz="2400" b="0" i="0">
                                <a:solidFill>
                                  <a:srgbClr val="182D45"/>
                                </a:solidFill>
                                <a:latin typeface="Cambria Math"/>
                                <a:ea typeface="DejaVu Sans"/>
                                <a:cs typeface="DejaVu Sans"/>
                              </a:rPr>
                            </m:ctrlPr>
                          </m:dPr>
                          <m:e>
                            <m:r>
                              <a:rPr lang="ar-AE" sz="2400" b="0" i="0">
                                <a:solidFill>
                                  <a:srgbClr val="182D45"/>
                                </a:solidFill>
                                <a:latin typeface="Cambria Math"/>
                                <a:ea typeface="DejaVu Sans"/>
                                <a:cs typeface="DejaVu Sans"/>
                              </a:rPr>
                              <m:t>𝑠</m:t>
                            </m:r>
                          </m:e>
                        </m:d>
                      </m:e>
                    </m:d>
                  </m:oMath>
                </a14:m>
                <a:r>
                  <a:rPr lang="it-IT" sz="2400" b="0" dirty="0">
                    <a:solidFill>
                      <a:srgbClr val="182D45"/>
                    </a:solidFill>
                    <a:latin typeface="DejaVu Sans"/>
                    <a:ea typeface="DejaVu Sans"/>
                    <a:cs typeface="DejaVu Sans"/>
                  </a:rPr>
                  <a:t>, i.e. </a:t>
                </a:r>
                <a14:m>
                  <m:oMath xmlns:m="http://schemas.openxmlformats.org/officeDocument/2006/math">
                    <m:r>
                      <a:rPr lang="it-IT" sz="2400">
                        <a:solidFill>
                          <a:srgbClr val="182D45"/>
                        </a:solidFill>
                        <a:latin typeface="Cambria Math"/>
                        <a:ea typeface="DejaVu Sans"/>
                        <a:cs typeface="DejaVu Sans"/>
                      </a:rPr>
                      <m:t>𝐹</m:t>
                    </m:r>
                  </m:oMath>
                </a14:m>
                <a:r>
                  <a:rPr lang="it-IT" sz="2400" b="0" dirty="0">
                    <a:solidFill>
                      <a:srgbClr val="182D45"/>
                    </a:solidFill>
                    <a:latin typeface="DejaVu Sans"/>
                    <a:ea typeface="DejaVu Sans"/>
                    <a:cs typeface="DejaVu Sans"/>
                  </a:rPr>
                  <a:t> </a:t>
                </a:r>
                <a:r>
                  <a:rPr lang="it-IT" sz="2400" b="0" dirty="0" err="1">
                    <a:solidFill>
                      <a:srgbClr val="182D45"/>
                    </a:solidFill>
                    <a:latin typeface="DejaVu Sans"/>
                    <a:ea typeface="DejaVu Sans"/>
                    <a:cs typeface="DejaVu Sans"/>
                  </a:rPr>
                  <a:t>is</a:t>
                </a:r>
                <a:r>
                  <a:rPr lang="it-IT" sz="2400" b="0" dirty="0">
                    <a:solidFill>
                      <a:srgbClr val="182D45"/>
                    </a:solidFill>
                    <a:latin typeface="DejaVu Sans"/>
                    <a:ea typeface="DejaVu Sans"/>
                    <a:cs typeface="DejaVu Sans"/>
                  </a:rPr>
                  <a:t> the </a:t>
                </a:r>
                <a:r>
                  <a:rPr lang="it-IT" sz="2400" b="0" dirty="0" err="1">
                    <a:solidFill>
                      <a:srgbClr val="182D45"/>
                    </a:solidFill>
                    <a:latin typeface="DejaVu Sans"/>
                    <a:ea typeface="DejaVu Sans"/>
                    <a:cs typeface="DejaVu Sans"/>
                  </a:rPr>
                  <a:t>composition</a:t>
                </a:r>
                <a:r>
                  <a:rPr lang="it-IT" sz="2400" b="0" dirty="0">
                    <a:solidFill>
                      <a:srgbClr val="182D45"/>
                    </a:solidFill>
                    <a:latin typeface="DejaVu Sans"/>
                    <a:ea typeface="DejaVu Sans"/>
                    <a:cs typeface="DejaVu Sans"/>
                  </a:rPr>
                  <a:t> of </a:t>
                </a:r>
                <a14:m>
                  <m:oMath xmlns:m="http://schemas.openxmlformats.org/officeDocument/2006/math">
                    <m:r>
                      <a:rPr lang="ar-AE" sz="2400">
                        <a:solidFill>
                          <a:srgbClr val="182D45"/>
                        </a:solidFill>
                        <a:latin typeface="Cambria Math"/>
                        <a:ea typeface="DejaVu Sans"/>
                        <a:cs typeface="DejaVu Sans"/>
                      </a:rPr>
                      <m:t>𝑣</m:t>
                    </m:r>
                  </m:oMath>
                </a14:m>
                <a:r>
                  <a:rPr lang="it-IT" sz="2400" b="0" dirty="0">
                    <a:solidFill>
                      <a:srgbClr val="182D45"/>
                    </a:solidFill>
                    <a:latin typeface="DejaVu Sans"/>
                    <a:ea typeface="DejaVu Sans"/>
                    <a:cs typeface="DejaVu Sans"/>
                  </a:rPr>
                  <a:t> and </a:t>
                </a:r>
                <a14:m>
                  <m:oMath xmlns:m="http://schemas.openxmlformats.org/officeDocument/2006/math">
                    <m:r>
                      <a:rPr lang="ar-AE" sz="2400">
                        <a:solidFill>
                          <a:srgbClr val="182D45"/>
                        </a:solidFill>
                        <a:latin typeface="Cambria Math"/>
                        <a:ea typeface="DejaVu Sans"/>
                        <a:cs typeface="DejaVu Sans"/>
                      </a:rPr>
                      <m:t>𝑢</m:t>
                    </m:r>
                  </m:oMath>
                </a14:m>
                <a:r>
                  <a:rPr lang="it-IT" sz="2400" b="0" dirty="0">
                    <a:solidFill>
                      <a:srgbClr val="182D45"/>
                    </a:solidFill>
                    <a:latin typeface="DejaVu Sans"/>
                    <a:ea typeface="DejaVu Sans"/>
                    <a:cs typeface="DejaVu Sans"/>
                  </a:rPr>
                  <a:t>, </a:t>
                </a:r>
                <a14:m>
                  <m:oMath xmlns:m="http://schemas.openxmlformats.org/officeDocument/2006/math">
                    <m:r>
                      <a:rPr lang="it-IT" sz="2400">
                        <a:solidFill>
                          <a:srgbClr val="182D45"/>
                        </a:solidFill>
                        <a:latin typeface="Cambria Math"/>
                        <a:ea typeface="DejaVu Sans"/>
                        <a:cs typeface="DejaVu Sans"/>
                      </a:rPr>
                      <m:t>𝐹</m:t>
                    </m:r>
                    <m:r>
                      <a:rPr lang="ar-AE" sz="2400">
                        <a:solidFill>
                          <a:srgbClr val="182D45"/>
                        </a:solidFill>
                        <a:latin typeface="Cambria Math"/>
                        <a:ea typeface="DejaVu Sans"/>
                        <a:cs typeface="DejaVu Sans"/>
                      </a:rPr>
                      <m:t>=</m:t>
                    </m:r>
                    <m:r>
                      <a:rPr lang="ar-AE" sz="2400">
                        <a:solidFill>
                          <a:srgbClr val="182D45"/>
                        </a:solidFill>
                        <a:latin typeface="Cambria Math"/>
                        <a:ea typeface="DejaVu Sans"/>
                        <a:cs typeface="DejaVu Sans"/>
                      </a:rPr>
                      <m:t>𝑣</m:t>
                    </m:r>
                    <m:r>
                      <a:rPr lang="it-IT" sz="2400" i="1">
                        <a:solidFill>
                          <a:srgbClr val="182D45"/>
                        </a:solidFill>
                        <a:latin typeface="Cambria Math" panose="02040503050406030204" pitchFamily="18" charset="0"/>
                      </a:rPr>
                      <m:t>∘</m:t>
                    </m:r>
                    <m:r>
                      <a:rPr lang="ar-AE" sz="2400">
                        <a:solidFill>
                          <a:srgbClr val="182D45"/>
                        </a:solidFill>
                        <a:latin typeface="Cambria Math"/>
                        <a:ea typeface="DejaVu Sans"/>
                        <a:cs typeface="DejaVu Sans"/>
                      </a:rPr>
                      <m:t>𝑢</m:t>
                    </m:r>
                  </m:oMath>
                </a14:m>
                <a:endParaRPr lang="it-IT" sz="2400" dirty="0">
                  <a:solidFill>
                    <a:srgbClr val="182D45"/>
                  </a:solidFill>
                  <a:latin typeface="DejaVu Sans"/>
                </a:endParaRPr>
              </a:p>
              <a:p>
                <a:pPr algn="ctr">
                  <a:defRPr sz="2100" b="0">
                    <a:solidFill>
                      <a:srgbClr val="182D45"/>
                    </a:solidFill>
                    <a:latin typeface="DejaVu Sans"/>
                    <a:ea typeface="DejaVu Sans"/>
                    <a:cs typeface="DejaVu Sans"/>
                  </a:defRPr>
                </a:pPr>
                <a:endParaRPr lang="it-IT" sz="2400" b="0" dirty="0">
                  <a:solidFill>
                    <a:srgbClr val="182D45"/>
                  </a:solidFill>
                  <a:latin typeface="DejaVu Sans"/>
                  <a:ea typeface="DejaVu Sans"/>
                  <a:cs typeface="DejaVu Sans"/>
                </a:endParaRPr>
              </a:p>
            </p:txBody>
          </p:sp>
        </mc:Choice>
        <mc:Fallback xmlns="">
          <p:sp>
            <p:nvSpPr>
              <p:cNvPr id="3" name="inline_1_1">
                <a:extLst>
                  <a:ext uri="{FF2B5EF4-FFF2-40B4-BE49-F238E27FC236}">
                    <a16:creationId xmlns:a16="http://schemas.microsoft.com/office/drawing/2014/main" id="{4CF4605D-51C8-4DB9-8D9D-71F63511FA26}"/>
                  </a:ext>
                </a:extLst>
              </p:cNvPr>
              <p:cNvSpPr>
                <a:spLocks noGrp="1" noRot="1" noChangeAspect="1" noMove="1" noResize="1" noEditPoints="1" noAdjustHandles="1" noChangeArrowheads="1" noChangeShapeType="1" noTextEdit="1"/>
              </p:cNvSpPr>
              <p:nvPr/>
            </p:nvSpPr>
            <p:spPr>
              <a:xfrm>
                <a:off x="561974" y="1258207"/>
                <a:ext cx="10953750" cy="762000"/>
              </a:xfrm>
              <a:prstGeom prst="rect">
                <a:avLst/>
              </a:prstGeom>
              <a:blipFill>
                <a:blip r:embed="rId3"/>
                <a:stretch>
                  <a:fillRect t="-10400"/>
                </a:stretch>
              </a:blipFill>
              <a:ln w="0">
                <a:noFill/>
              </a:ln>
            </p:spPr>
            <p:txBody>
              <a:bodyPr/>
              <a:lstStyle/>
              <a:p>
                <a:r>
                  <a:rPr lang="it-IT">
                    <a:noFill/>
                  </a:rPr>
                  <a:t> </a:t>
                </a:r>
              </a:p>
            </p:txBody>
          </p:sp>
        </mc:Fallback>
      </mc:AlternateContent>
      <p:pic>
        <p:nvPicPr>
          <p:cNvPr id="4" name="eq_narrative_s1_2" descr="s\ \longmapsto\ u(s)\ \longmapsto\ v\bigl(u(s)\bigr)">
            <a:extLst>
              <a:ext uri="{FF2B5EF4-FFF2-40B4-BE49-F238E27FC236}">
                <a16:creationId xmlns:a16="http://schemas.microsoft.com/office/drawing/2014/main" id="{7B0160CA-1E4D-4D1C-87B3-25C8771760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83843" y="1961968"/>
            <a:ext cx="3975113" cy="448310"/>
          </a:xfrm>
          <a:prstGeom prst="rect">
            <a:avLst/>
          </a:prstGeom>
          <a:noFill/>
          <a:ln>
            <a:noFill/>
          </a:ln>
        </p:spPr>
      </p:pic>
      <p:sp>
        <p:nvSpPr>
          <p:cNvPr id="5" name="narrative_s1_text3">
            <a:extLst>
              <a:ext uri="{FF2B5EF4-FFF2-40B4-BE49-F238E27FC236}">
                <a16:creationId xmlns:a16="http://schemas.microsoft.com/office/drawing/2014/main" id="{1AD0D295-55D8-4704-B41D-438A40113CF6}"/>
              </a:ext>
            </a:extLst>
          </p:cNvPr>
          <p:cNvSpPr>
            <a:spLocks noGrp="1"/>
          </p:cNvSpPr>
          <p:nvPr/>
        </p:nvSpPr>
        <p:spPr>
          <a:xfrm>
            <a:off x="609600" y="2905125"/>
            <a:ext cx="3048000" cy="419100"/>
          </a:xfrm>
          <a:prstGeom prst="rect">
            <a:avLst/>
          </a:prstGeom>
          <a:noFill/>
          <a:ln w="0">
            <a:noFill/>
          </a:ln>
        </p:spPr>
        <p:txBody>
          <a:bodyPr wrap="square" lIns="0" tIns="0" rIns="0" bIns="0" anchor="t">
            <a:noAutofit/>
          </a:bodyPr>
          <a:lstStyle/>
          <a:p>
            <a:pPr algn="l">
              <a:defRPr sz="2100" b="1">
                <a:solidFill>
                  <a:srgbClr val="087F83"/>
                </a:solidFill>
                <a:latin typeface="DejaVu Sans"/>
                <a:ea typeface="DejaVu Sans"/>
                <a:cs typeface="DejaVu Sans"/>
              </a:defRPr>
            </a:pPr>
            <a:r>
              <a:rPr sz="2100" b="1" dirty="0">
                <a:solidFill>
                  <a:srgbClr val="087F83"/>
                </a:solidFill>
                <a:latin typeface="DejaVu Sans"/>
                <a:ea typeface="DejaVu Sans"/>
                <a:cs typeface="DejaVu Sans"/>
              </a:rPr>
              <a:t>Prime notation</a:t>
            </a:r>
          </a:p>
        </p:txBody>
      </p:sp>
      <p:pic>
        <p:nvPicPr>
          <p:cNvPr id="6" name="eq_narrative_s1_4" descr="F'(s)=v'\bigl(u(s)\bigr)\,u'(s)">
            <a:extLst>
              <a:ext uri="{FF2B5EF4-FFF2-40B4-BE49-F238E27FC236}">
                <a16:creationId xmlns:a16="http://schemas.microsoft.com/office/drawing/2014/main" id="{C96620B1-73A3-4FF1-95E3-5578D96637A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81450" y="2800350"/>
            <a:ext cx="3352800" cy="448310"/>
          </a:xfrm>
          <a:prstGeom prst="rect">
            <a:avLst/>
          </a:prstGeom>
          <a:noFill/>
          <a:ln>
            <a:noFill/>
          </a:ln>
        </p:spPr>
      </p:pic>
      <p:sp>
        <p:nvSpPr>
          <p:cNvPr id="7" name="narrative_s1_text5">
            <a:extLst>
              <a:ext uri="{FF2B5EF4-FFF2-40B4-BE49-F238E27FC236}">
                <a16:creationId xmlns:a16="http://schemas.microsoft.com/office/drawing/2014/main" id="{A3E09E54-BC5C-4839-9DAF-5A08187752B1}"/>
              </a:ext>
            </a:extLst>
          </p:cNvPr>
          <p:cNvSpPr>
            <a:spLocks noGrp="1"/>
          </p:cNvSpPr>
          <p:nvPr/>
        </p:nvSpPr>
        <p:spPr>
          <a:xfrm>
            <a:off x="609600" y="3790950"/>
            <a:ext cx="3048000" cy="419100"/>
          </a:xfrm>
          <a:prstGeom prst="rect">
            <a:avLst/>
          </a:prstGeom>
          <a:noFill/>
          <a:ln w="0">
            <a:noFill/>
          </a:ln>
        </p:spPr>
        <p:txBody>
          <a:bodyPr wrap="square" lIns="0" tIns="0" rIns="0" bIns="0" anchor="t">
            <a:noAutofit/>
          </a:bodyPr>
          <a:lstStyle/>
          <a:p>
            <a:pPr algn="l">
              <a:defRPr sz="2100" b="1">
                <a:solidFill>
                  <a:srgbClr val="326CB2"/>
                </a:solidFill>
                <a:latin typeface="DejaVu Sans"/>
                <a:ea typeface="DejaVu Sans"/>
                <a:cs typeface="DejaVu Sans"/>
              </a:defRPr>
            </a:pPr>
            <a:r>
              <a:rPr sz="2100" b="1">
                <a:solidFill>
                  <a:srgbClr val="326CB2"/>
                </a:solidFill>
                <a:latin typeface="DejaVu Sans"/>
                <a:ea typeface="DejaVu Sans"/>
                <a:cs typeface="DejaVu Sans"/>
              </a:rPr>
              <a:t>Leibniz notation</a:t>
            </a:r>
          </a:p>
        </p:txBody>
      </p:sp>
      <p:pic>
        <p:nvPicPr>
          <p:cNvPr id="8" name="eq_narrative_s1_6" descr="\frac{dF}{ds}(s)=\left.\frac{dv}{du}\right|_{u=u(s)}\frac{du}{ds}(s)">
            <a:extLst>
              <a:ext uri="{FF2B5EF4-FFF2-40B4-BE49-F238E27FC236}">
                <a16:creationId xmlns:a16="http://schemas.microsoft.com/office/drawing/2014/main" id="{D9FC6AAA-58B0-47E0-8D91-1A924062DBC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81450" y="3543300"/>
            <a:ext cx="3779901" cy="897522"/>
          </a:xfrm>
          <a:prstGeom prst="rect">
            <a:avLst/>
          </a:prstGeom>
          <a:noFill/>
          <a:ln>
            <a:noFill/>
          </a:ln>
        </p:spPr>
      </p:pic>
      <p:sp>
        <p:nvSpPr>
          <p:cNvPr id="9" name="narrative_s1_text7">
            <a:extLst>
              <a:ext uri="{FF2B5EF4-FFF2-40B4-BE49-F238E27FC236}">
                <a16:creationId xmlns:a16="http://schemas.microsoft.com/office/drawing/2014/main" id="{F4CCEA0E-4AE7-4CAB-87DF-BF83E6ED679C}"/>
              </a:ext>
            </a:extLst>
          </p:cNvPr>
          <p:cNvSpPr>
            <a:spLocks noGrp="1"/>
          </p:cNvSpPr>
          <p:nvPr/>
        </p:nvSpPr>
        <p:spPr>
          <a:xfrm>
            <a:off x="609600" y="4781550"/>
            <a:ext cx="3048000" cy="666750"/>
          </a:xfrm>
          <a:prstGeom prst="rect">
            <a:avLst/>
          </a:prstGeom>
          <a:noFill/>
          <a:ln w="0">
            <a:noFill/>
          </a:ln>
        </p:spPr>
        <p:txBody>
          <a:bodyPr wrap="square" lIns="0" tIns="0" rIns="0" bIns="0" anchor="t">
            <a:noAutofit/>
          </a:bodyPr>
          <a:lstStyle/>
          <a:p>
            <a:pPr algn="l">
              <a:defRPr sz="1875" b="1">
                <a:solidFill>
                  <a:srgbClr val="326CB2"/>
                </a:solidFill>
                <a:latin typeface="DejaVu Sans"/>
                <a:ea typeface="DejaVu Sans"/>
                <a:cs typeface="DejaVu Sans"/>
              </a:defRPr>
            </a:pPr>
            <a:r>
              <a:rPr sz="1875" b="1" dirty="0">
                <a:solidFill>
                  <a:srgbClr val="326CB2"/>
                </a:solidFill>
                <a:latin typeface="DejaVu Sans"/>
                <a:ea typeface="DejaVu Sans"/>
                <a:cs typeface="DejaVu Sans"/>
              </a:rPr>
              <a:t>Abbreviated form</a:t>
            </a:r>
          </a:p>
          <a:p>
            <a:pPr algn="l">
              <a:defRPr sz="1875" b="1">
                <a:solidFill>
                  <a:srgbClr val="326CB2"/>
                </a:solidFill>
                <a:latin typeface="DejaVu Sans"/>
                <a:ea typeface="DejaVu Sans"/>
                <a:cs typeface="DejaVu Sans"/>
              </a:defRPr>
            </a:pPr>
            <a:r>
              <a:rPr sz="1875" b="1" dirty="0">
                <a:solidFill>
                  <a:srgbClr val="326CB2"/>
                </a:solidFill>
                <a:latin typeface="DejaVu Sans"/>
                <a:ea typeface="DejaVu Sans"/>
                <a:cs typeface="DejaVu Sans"/>
              </a:rPr>
              <a:t>(</a:t>
            </a:r>
            <a:r>
              <a:rPr sz="1875" b="1" dirty="0">
                <a:solidFill>
                  <a:srgbClr val="FF0000"/>
                </a:solidFill>
                <a:latin typeface="DejaVu Sans"/>
                <a:ea typeface="DejaVu Sans"/>
                <a:cs typeface="DejaVu Sans"/>
              </a:rPr>
              <a:t>abuse of notation</a:t>
            </a:r>
            <a:r>
              <a:rPr sz="1875" b="1" dirty="0">
                <a:solidFill>
                  <a:srgbClr val="326CB2"/>
                </a:solidFill>
                <a:latin typeface="DejaVu Sans"/>
                <a:ea typeface="DejaVu Sans"/>
                <a:cs typeface="DejaVu Sans"/>
              </a:rPr>
              <a:t>)</a:t>
            </a:r>
          </a:p>
        </p:txBody>
      </p:sp>
      <p:pic>
        <p:nvPicPr>
          <p:cNvPr id="10" name="eq_narrative_s1_8" descr="\frac{dv}{ds}=\frac{dv}{du}\frac{du}{ds}">
            <a:extLst>
              <a:ext uri="{FF2B5EF4-FFF2-40B4-BE49-F238E27FC236}">
                <a16:creationId xmlns:a16="http://schemas.microsoft.com/office/drawing/2014/main" id="{FA175146-ACF9-4664-B31D-EA32AA54406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981450" y="4695825"/>
            <a:ext cx="1835099" cy="730707"/>
          </a:xfrm>
          <a:prstGeom prst="rect">
            <a:avLst/>
          </a:prstGeom>
          <a:noFill/>
          <a:ln>
            <a:noFill/>
          </a:ln>
        </p:spPr>
      </p:pic>
      <mc:AlternateContent xmlns:mc="http://schemas.openxmlformats.org/markup-compatibility/2006" xmlns:a14="http://schemas.microsoft.com/office/drawing/2010/main">
        <mc:Choice Requires="a14">
          <p:sp>
            <p:nvSpPr>
              <p:cNvPr id="11" name="inline_1_2">
                <a:extLst>
                  <a:ext uri="{FF2B5EF4-FFF2-40B4-BE49-F238E27FC236}">
                    <a16:creationId xmlns:a16="http://schemas.microsoft.com/office/drawing/2014/main" id="{14ED2831-2448-4F17-ADC6-B02B2F2CCD7E}"/>
                  </a:ext>
                </a:extLst>
              </p:cNvPr>
              <p:cNvSpPr>
                <a:spLocks noGrp="1"/>
              </p:cNvSpPr>
              <p:nvPr/>
            </p:nvSpPr>
            <p:spPr>
              <a:xfrm>
                <a:off x="609600" y="5810250"/>
                <a:ext cx="10858500" cy="619125"/>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Here </a:t>
                </a:r>
                <a14:m>
                  <m:oMath xmlns:m="http://schemas.openxmlformats.org/officeDocument/2006/math">
                    <m:r>
                      <a:rPr sz="1875" b="0" i="0">
                        <a:solidFill>
                          <a:srgbClr val="526276"/>
                        </a:solidFill>
                        <a:latin typeface="Cambria Math"/>
                        <a:ea typeface="DejaVu Sans"/>
                        <a:cs typeface="DejaVu Sans"/>
                      </a:rPr>
                      <m:t>𝑑𝑣</m:t>
                    </m:r>
                    <m:r>
                      <a:rPr sz="1875" b="0" i="0">
                        <a:solidFill>
                          <a:srgbClr val="526276"/>
                        </a:solidFill>
                        <a:latin typeface="Cambria Math"/>
                        <a:ea typeface="DejaVu Sans"/>
                        <a:cs typeface="DejaVu Sans"/>
                      </a:rPr>
                      <m:t>/</m:t>
                    </m:r>
                    <m:r>
                      <a:rPr sz="1875" b="0" i="0">
                        <a:solidFill>
                          <a:srgbClr val="526276"/>
                        </a:solidFill>
                        <a:latin typeface="Cambria Math"/>
                        <a:ea typeface="DejaVu Sans"/>
                        <a:cs typeface="DejaVu Sans"/>
                      </a:rPr>
                      <m:t>𝑑𝑢</m:t>
                    </m:r>
                  </m:oMath>
                </a14:m>
                <a:r>
                  <a:rPr sz="1875" b="0" dirty="0">
                    <a:solidFill>
                      <a:srgbClr val="526276"/>
                    </a:solidFill>
                    <a:latin typeface="DejaVu Sans"/>
                    <a:ea typeface="DejaVu Sans"/>
                    <a:cs typeface="DejaVu Sans"/>
                  </a:rPr>
                  <a:t> is evaluated at </a:t>
                </a:r>
                <a14:m>
                  <m:oMath xmlns:m="http://schemas.openxmlformats.org/officeDocument/2006/math">
                    <m:r>
                      <a:rPr sz="1875" b="0" i="0">
                        <a:solidFill>
                          <a:srgbClr val="526276"/>
                        </a:solidFill>
                        <a:latin typeface="Cambria Math"/>
                        <a:ea typeface="DejaVu Sans"/>
                        <a:cs typeface="DejaVu Sans"/>
                      </a:rPr>
                      <m:t>𝑢</m:t>
                    </m:r>
                    <m:r>
                      <a:rPr sz="1875" b="0" i="0">
                        <a:solidFill>
                          <a:srgbClr val="526276"/>
                        </a:solidFill>
                        <a:latin typeface="Cambria Math"/>
                        <a:ea typeface="DejaVu Sans"/>
                        <a:cs typeface="DejaVu Sans"/>
                      </a:rPr>
                      <m:t>=</m:t>
                    </m:r>
                    <m:r>
                      <a:rPr sz="1875" b="0" i="0">
                        <a:solidFill>
                          <a:srgbClr val="526276"/>
                        </a:solidFill>
                        <a:latin typeface="Cambria Math"/>
                        <a:ea typeface="DejaVu Sans"/>
                        <a:cs typeface="DejaVu Sans"/>
                      </a:rPr>
                      <m:t>𝑢</m:t>
                    </m:r>
                    <m:r>
                      <a:rPr sz="1875" b="0" i="0">
                        <a:solidFill>
                          <a:srgbClr val="526276"/>
                        </a:solidFill>
                        <a:latin typeface="Cambria Math"/>
                        <a:ea typeface="DejaVu Sans"/>
                        <a:cs typeface="DejaVu Sans"/>
                      </a:rPr>
                      <m:t>(</m:t>
                    </m:r>
                    <m:r>
                      <a:rPr sz="1875" b="0" i="0">
                        <a:solidFill>
                          <a:srgbClr val="526276"/>
                        </a:solidFill>
                        <a:latin typeface="Cambria Math"/>
                        <a:ea typeface="DejaVu Sans"/>
                        <a:cs typeface="DejaVu Sans"/>
                      </a:rPr>
                      <m:t>𝑠</m:t>
                    </m:r>
                    <m:r>
                      <a:rPr sz="1875" b="0" i="0">
                        <a:solidFill>
                          <a:srgbClr val="526276"/>
                        </a:solidFill>
                        <a:latin typeface="Cambria Math"/>
                        <a:ea typeface="DejaVu Sans"/>
                        <a:cs typeface="DejaVu Sans"/>
                      </a:rPr>
                      <m:t>)</m:t>
                    </m:r>
                  </m:oMath>
                </a14:m>
                <a:r>
                  <a:rPr sz="1875" b="0" dirty="0">
                    <a:solidFill>
                      <a:srgbClr val="526276"/>
                    </a:solidFill>
                    <a:latin typeface="DejaVu Sans"/>
                    <a:ea typeface="DejaVu Sans"/>
                    <a:cs typeface="DejaVu Sans"/>
                  </a:rPr>
                  <a:t>,</a:t>
                </a:r>
                <a:endParaRPr lang="it-IT" sz="1875" b="0" dirty="0">
                  <a:solidFill>
                    <a:srgbClr val="526276"/>
                  </a:solidFill>
                  <a:latin typeface="DejaVu Sans"/>
                  <a:ea typeface="DejaVu Sans"/>
                  <a:cs typeface="DejaVu Sans"/>
                </a:endParaRPr>
              </a:p>
              <a:p>
                <a:pPr algn="l">
                  <a:defRPr sz="1875" b="0">
                    <a:solidFill>
                      <a:srgbClr val="526276"/>
                    </a:solidFill>
                    <a:latin typeface="DejaVu Sans"/>
                    <a:ea typeface="DejaVu Sans"/>
                    <a:cs typeface="DejaVu Sans"/>
                  </a:defRPr>
                </a:pPr>
                <a:r>
                  <a:rPr lang="it-IT" sz="1875" b="0" dirty="0" err="1">
                    <a:solidFill>
                      <a:srgbClr val="526276"/>
                    </a:solidFill>
                    <a:latin typeface="DejaVu Sans"/>
                    <a:ea typeface="DejaVu Sans"/>
                    <a:cs typeface="DejaVu Sans"/>
                  </a:rPr>
                  <a:t>while</a:t>
                </a:r>
                <a:r>
                  <a:rPr sz="1875" b="0" dirty="0">
                    <a:solidFill>
                      <a:srgbClr val="526276"/>
                    </a:solidFill>
                    <a:latin typeface="DejaVu Sans"/>
                    <a:ea typeface="DejaVu Sans"/>
                    <a:cs typeface="DejaVu Sans"/>
                  </a:rPr>
                  <a:t> </a:t>
                </a:r>
                <a14:m>
                  <m:oMath xmlns:m="http://schemas.openxmlformats.org/officeDocument/2006/math">
                    <m:r>
                      <a:rPr sz="1875" b="0" i="0">
                        <a:solidFill>
                          <a:srgbClr val="526276"/>
                        </a:solidFill>
                        <a:latin typeface="Cambria Math"/>
                        <a:ea typeface="DejaVu Sans"/>
                        <a:cs typeface="DejaVu Sans"/>
                      </a:rPr>
                      <m:t>𝑑𝑣</m:t>
                    </m:r>
                    <m:r>
                      <a:rPr sz="1875" b="0" i="0">
                        <a:solidFill>
                          <a:srgbClr val="526276"/>
                        </a:solidFill>
                        <a:latin typeface="Cambria Math"/>
                        <a:ea typeface="DejaVu Sans"/>
                        <a:cs typeface="DejaVu Sans"/>
                      </a:rPr>
                      <m:t>/</m:t>
                    </m:r>
                    <m:r>
                      <a:rPr sz="1875" b="0" i="0">
                        <a:solidFill>
                          <a:srgbClr val="526276"/>
                        </a:solidFill>
                        <a:latin typeface="Cambria Math"/>
                        <a:ea typeface="DejaVu Sans"/>
                        <a:cs typeface="DejaVu Sans"/>
                      </a:rPr>
                      <m:t>𝑑𝑠</m:t>
                    </m:r>
                  </m:oMath>
                </a14:m>
                <a:r>
                  <a:rPr sz="1875" b="0" dirty="0">
                    <a:solidFill>
                      <a:srgbClr val="526276"/>
                    </a:solidFill>
                    <a:latin typeface="DejaVu Sans"/>
                    <a:ea typeface="DejaVu Sans"/>
                    <a:cs typeface="DejaVu Sans"/>
                  </a:rPr>
                  <a:t> denotes the derivative of the composition </a:t>
                </a:r>
                <a14:m>
                  <m:oMath xmlns:m="http://schemas.openxmlformats.org/officeDocument/2006/math">
                    <m:r>
                      <a:rPr sz="1875" b="0" i="0">
                        <a:solidFill>
                          <a:srgbClr val="526276"/>
                        </a:solidFill>
                        <a:latin typeface="Cambria Math"/>
                        <a:ea typeface="DejaVu Sans"/>
                        <a:cs typeface="DejaVu Sans"/>
                      </a:rPr>
                      <m:t>𝐹</m:t>
                    </m:r>
                  </m:oMath>
                </a14:m>
                <a:r>
                  <a:rPr sz="1875" b="0" dirty="0">
                    <a:solidFill>
                      <a:srgbClr val="526276"/>
                    </a:solidFill>
                    <a:latin typeface="DejaVu Sans"/>
                    <a:ea typeface="DejaVu Sans"/>
                    <a:cs typeface="DejaVu Sans"/>
                  </a:rPr>
                  <a:t>.</a:t>
                </a:r>
              </a:p>
            </p:txBody>
          </p:sp>
        </mc:Choice>
        <mc:Fallback xmlns="">
          <p:sp>
            <p:nvSpPr>
              <p:cNvPr id="11" name="inline_1_2">
                <a:extLst>
                  <a:ext uri="{FF2B5EF4-FFF2-40B4-BE49-F238E27FC236}">
                    <a16:creationId xmlns:a16="http://schemas.microsoft.com/office/drawing/2014/main" id="{14ED2831-2448-4F17-ADC6-B02B2F2CCD7E}"/>
                  </a:ext>
                </a:extLst>
              </p:cNvPr>
              <p:cNvSpPr>
                <a:spLocks noGrp="1" noRot="1" noChangeAspect="1" noMove="1" noResize="1" noEditPoints="1" noAdjustHandles="1" noChangeArrowheads="1" noChangeShapeType="1" noTextEdit="1"/>
              </p:cNvSpPr>
              <p:nvPr/>
            </p:nvSpPr>
            <p:spPr>
              <a:xfrm>
                <a:off x="609600" y="5810250"/>
                <a:ext cx="10858500" cy="619125"/>
              </a:xfrm>
              <a:prstGeom prst="rect">
                <a:avLst/>
              </a:prstGeom>
              <a:blipFill>
                <a:blip r:embed="rId8"/>
                <a:stretch>
                  <a:fillRect l="-1348" t="-12745" b="-14706"/>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652215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P spid="8" grpId="0" build="allAtOnce" animBg="1"/>
      <p:bldP spid="9" grpId="0" build="allAtOnce"/>
      <p:bldP spid="10" grpId="0" build="allAtOnce" animBg="1"/>
      <p:bldP spid="11" grpId="0" build="allAtOnce"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narrative_s3_text1">
            <a:extLst>
              <a:ext uri="{FF2B5EF4-FFF2-40B4-BE49-F238E27FC236}">
                <a16:creationId xmlns:a16="http://schemas.microsoft.com/office/drawing/2014/main" id="{04864EBA-3FD1-4036-A8E5-ADE429D2EA85}"/>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A complete chain-rule example</a:t>
            </a:r>
          </a:p>
        </p:txBody>
      </p:sp>
      <p:sp>
        <p:nvSpPr>
          <p:cNvPr id="2" name="page_number">
            <a:extLst>
              <a:ext uri="{FF2B5EF4-FFF2-40B4-BE49-F238E27FC236}">
                <a16:creationId xmlns:a16="http://schemas.microsoft.com/office/drawing/2014/main" id="{2667154D-DAA8-41EE-AEDF-1C8D19FB1668}"/>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28</a:t>
            </a:r>
          </a:p>
        </p:txBody>
      </p:sp>
      <p:sp>
        <p:nvSpPr>
          <p:cNvPr id="3" name="narrative_s3_text2">
            <a:extLst>
              <a:ext uri="{FF2B5EF4-FFF2-40B4-BE49-F238E27FC236}">
                <a16:creationId xmlns:a16="http://schemas.microsoft.com/office/drawing/2014/main" id="{C2B2981A-F2C7-434C-BC1D-F523CD9E575B}"/>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a:solidFill>
                  <a:srgbClr val="182D45"/>
                </a:solidFill>
                <a:latin typeface="DejaVu Sans"/>
                <a:ea typeface="DejaVu Sans"/>
                <a:cs typeface="DejaVu Sans"/>
              </a:rPr>
              <a:t>Differentiate the inner and outer functions, then substitute and multiply.</a:t>
            </a:r>
          </a:p>
        </p:txBody>
      </p:sp>
      <p:pic>
        <p:nvPicPr>
          <p:cNvPr id="4" name="eq_narrative_s3_3" descr="F(s)=(2s+5)^3">
            <a:extLst>
              <a:ext uri="{FF2B5EF4-FFF2-40B4-BE49-F238E27FC236}">
                <a16:creationId xmlns:a16="http://schemas.microsoft.com/office/drawing/2014/main" id="{F66362EF-60DE-4E5D-B20C-A7F3554D0C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2047875"/>
            <a:ext cx="2660053" cy="428612"/>
          </a:xfrm>
          <a:prstGeom prst="rect">
            <a:avLst/>
          </a:prstGeom>
          <a:noFill/>
          <a:ln>
            <a:noFill/>
          </a:ln>
        </p:spPr>
      </p:pic>
      <p:pic>
        <p:nvPicPr>
          <p:cNvPr id="5" name="eq_narrative_s3_4" descr="u(s)=2s+5,\qquad v(u)=u^3">
            <a:extLst>
              <a:ext uri="{FF2B5EF4-FFF2-40B4-BE49-F238E27FC236}">
                <a16:creationId xmlns:a16="http://schemas.microsoft.com/office/drawing/2014/main" id="{A7B43B08-789B-4FA7-886A-5E1D49DF30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600" y="2657475"/>
            <a:ext cx="4316044" cy="407391"/>
          </a:xfrm>
          <a:prstGeom prst="rect">
            <a:avLst/>
          </a:prstGeom>
          <a:noFill/>
          <a:ln>
            <a:noFill/>
          </a:ln>
        </p:spPr>
      </p:pic>
      <p:pic>
        <p:nvPicPr>
          <p:cNvPr id="6" name="eq_narrative_s3_5" descr="u'(s)=2,\qquad v'(u)=3u^2">
            <a:extLst>
              <a:ext uri="{FF2B5EF4-FFF2-40B4-BE49-F238E27FC236}">
                <a16:creationId xmlns:a16="http://schemas.microsoft.com/office/drawing/2014/main" id="{867F52AD-870C-4D13-BFC8-6F9D874C75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9600" y="3276600"/>
            <a:ext cx="3928491" cy="407391"/>
          </a:xfrm>
          <a:prstGeom prst="rect">
            <a:avLst/>
          </a:prstGeom>
          <a:noFill/>
          <a:ln>
            <a:noFill/>
          </a:ln>
        </p:spPr>
      </p:pic>
      <p:pic>
        <p:nvPicPr>
          <p:cNvPr id="7" name="eq_narrative_s3_6" descr="F'(s)=v'\bigl(u(s)\bigr)u'(s)=3(2s+5)^2\cdot2">
            <a:extLst>
              <a:ext uri="{FF2B5EF4-FFF2-40B4-BE49-F238E27FC236}">
                <a16:creationId xmlns:a16="http://schemas.microsoft.com/office/drawing/2014/main" id="{4A839110-0C0F-44A2-92AA-7969620463B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9600" y="3914775"/>
            <a:ext cx="5441924" cy="430111"/>
          </a:xfrm>
          <a:prstGeom prst="rect">
            <a:avLst/>
          </a:prstGeom>
          <a:noFill/>
          <a:ln>
            <a:noFill/>
          </a:ln>
        </p:spPr>
      </p:pic>
      <p:pic>
        <p:nvPicPr>
          <p:cNvPr id="8" name="eq_narrative_s3_7" descr="\frac{dF}{ds}(s)=\left.\frac{dv}{du}\right|_{u=2s+5}\frac{du}{ds}(s)=3(2s+5)^2\cdot2=6(2s+5)^2">
            <a:extLst>
              <a:ext uri="{FF2B5EF4-FFF2-40B4-BE49-F238E27FC236}">
                <a16:creationId xmlns:a16="http://schemas.microsoft.com/office/drawing/2014/main" id="{0ABE2243-356C-4310-BCCD-1E433F5C78C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09600" y="4600575"/>
            <a:ext cx="7894536" cy="842683"/>
          </a:xfrm>
          <a:prstGeom prst="rect">
            <a:avLst/>
          </a:prstGeom>
          <a:noFill/>
          <a:ln>
            <a:noFill/>
          </a:ln>
        </p:spPr>
      </p:pic>
      <mc:AlternateContent xmlns:mc="http://schemas.openxmlformats.org/markup-compatibility/2006" xmlns:a14="http://schemas.microsoft.com/office/drawing/2010/main">
        <mc:Choice Requires="a14">
          <p:sp>
            <p:nvSpPr>
              <p:cNvPr id="9" name="inline_3_2">
                <a:extLst>
                  <a:ext uri="{FF2B5EF4-FFF2-40B4-BE49-F238E27FC236}">
                    <a16:creationId xmlns:a16="http://schemas.microsoft.com/office/drawing/2014/main" id="{CCC4EB69-DB2A-490F-A98F-27EC10E0A6DC}"/>
                  </a:ext>
                </a:extLst>
              </p:cNvPr>
              <p:cNvSpPr>
                <a:spLocks noGrp="1"/>
              </p:cNvSpPr>
              <p:nvPr/>
            </p:nvSpPr>
            <p:spPr>
              <a:xfrm>
                <a:off x="609600" y="5867400"/>
                <a:ext cx="10858500" cy="581025"/>
              </a:xfrm>
              <a:prstGeom prst="rect">
                <a:avLst/>
              </a:prstGeom>
              <a:noFill/>
              <a:ln w="0">
                <a:noFill/>
              </a:ln>
            </p:spPr>
            <p:txBody>
              <a:bodyPr wrap="square" lIns="0" tIns="0" rIns="0" bIns="0" anchor="t">
                <a:noAutofit/>
              </a:bodyPr>
              <a:lstStyle/>
              <a:p>
                <a:pPr algn="l">
                  <a:defRPr sz="2025" b="1">
                    <a:solidFill>
                      <a:srgbClr val="087F83"/>
                    </a:solidFill>
                    <a:latin typeface="DejaVu Sans"/>
                    <a:ea typeface="DejaVu Sans"/>
                    <a:cs typeface="DejaVu Sans"/>
                  </a:defRPr>
                </a:pPr>
                <a:r>
                  <a:rPr lang="it-IT" sz="2025" b="1" dirty="0">
                    <a:solidFill>
                      <a:srgbClr val="087F83"/>
                    </a:solidFill>
                    <a:latin typeface="DejaVu Sans"/>
                    <a:ea typeface="DejaVu Sans"/>
                    <a:cs typeface="DejaVu Sans"/>
                  </a:rPr>
                  <a:t>Exercise: differentiate </a:t>
                </a:r>
                <a14:m>
                  <m:oMath xmlns:m="http://schemas.openxmlformats.org/officeDocument/2006/math">
                    <m:r>
                      <a:rPr lang="it-IT" sz="2025" b="0" i="0">
                        <a:solidFill>
                          <a:srgbClr val="087F83"/>
                        </a:solidFill>
                        <a:latin typeface="Cambria Math"/>
                        <a:ea typeface="DejaVu Sans"/>
                        <a:cs typeface="DejaVu Sans"/>
                      </a:rPr>
                      <m:t>𝐻</m:t>
                    </m:r>
                    <m:r>
                      <a:rPr lang="it-IT" sz="2025" b="0" i="0">
                        <a:solidFill>
                          <a:srgbClr val="087F83"/>
                        </a:solidFill>
                        <a:latin typeface="Cambria Math"/>
                        <a:ea typeface="DejaVu Sans"/>
                        <a:cs typeface="DejaVu Sans"/>
                      </a:rPr>
                      <m:t>(</m:t>
                    </m:r>
                    <m:r>
                      <a:rPr lang="it-IT" sz="2025" b="0" i="0">
                        <a:solidFill>
                          <a:srgbClr val="087F83"/>
                        </a:solidFill>
                        <a:latin typeface="Cambria Math"/>
                        <a:ea typeface="DejaVu Sans"/>
                        <a:cs typeface="DejaVu Sans"/>
                      </a:rPr>
                      <m:t>𝑠</m:t>
                    </m:r>
                    <m:r>
                      <a:rPr lang="it-IT" sz="2025" b="0" i="0">
                        <a:solidFill>
                          <a:srgbClr val="087F83"/>
                        </a:solidFill>
                        <a:latin typeface="Cambria Math"/>
                        <a:ea typeface="DejaVu Sans"/>
                        <a:cs typeface="DejaVu Sans"/>
                      </a:rPr>
                      <m:t>)=</m:t>
                    </m:r>
                    <m:r>
                      <m:rPr>
                        <m:sty m:val="p"/>
                      </m:rPr>
                      <a:rPr lang="it-IT" sz="2025" b="0" i="0" smtClean="0">
                        <a:solidFill>
                          <a:srgbClr val="087F83"/>
                        </a:solidFill>
                        <a:latin typeface="Cambria Math" panose="02040503050406030204" pitchFamily="18" charset="0"/>
                        <a:ea typeface="DejaVu Sans"/>
                        <a:cs typeface="DejaVu Sans"/>
                      </a:rPr>
                      <m:t>log</m:t>
                    </m:r>
                    <m:r>
                      <a:rPr lang="it-IT" sz="2025" b="0" i="0">
                        <a:solidFill>
                          <a:srgbClr val="087F83"/>
                        </a:solidFill>
                        <a:latin typeface="Cambria Math"/>
                        <a:ea typeface="DejaVu Sans"/>
                        <a:cs typeface="DejaVu Sans"/>
                      </a:rPr>
                      <m:t>(1+</m:t>
                    </m:r>
                    <m:sSup>
                      <m:sSupPr>
                        <m:ctrlPr>
                          <a:rPr lang="ar-AE" sz="2025" b="0" i="0">
                            <a:solidFill>
                              <a:srgbClr val="087F83"/>
                            </a:solidFill>
                            <a:latin typeface="Cambria Math"/>
                            <a:ea typeface="DejaVu Sans"/>
                            <a:cs typeface="DejaVu Sans"/>
                          </a:rPr>
                        </m:ctrlPr>
                      </m:sSupPr>
                      <m:e>
                        <m:r>
                          <a:rPr lang="ar-AE" sz="2025" b="0" i="0">
                            <a:solidFill>
                              <a:srgbClr val="087F83"/>
                            </a:solidFill>
                            <a:latin typeface="Cambria Math"/>
                            <a:ea typeface="DejaVu Sans"/>
                            <a:cs typeface="DejaVu Sans"/>
                          </a:rPr>
                          <m:t>𝑒</m:t>
                        </m:r>
                      </m:e>
                      <m:sup>
                        <m:r>
                          <a:rPr lang="ar-AE" sz="2025" b="0" i="0">
                            <a:solidFill>
                              <a:srgbClr val="087F83"/>
                            </a:solidFill>
                            <a:latin typeface="Cambria Math"/>
                            <a:ea typeface="DejaVu Sans"/>
                            <a:cs typeface="DejaVu Sans"/>
                          </a:rPr>
                          <m:t>𝑠</m:t>
                        </m:r>
                      </m:sup>
                    </m:sSup>
                    <m:r>
                      <a:rPr lang="ar-AE" sz="2025" b="0" i="0">
                        <a:solidFill>
                          <a:srgbClr val="087F83"/>
                        </a:solidFill>
                        <a:latin typeface="Cambria Math"/>
                        <a:ea typeface="DejaVu Sans"/>
                        <a:cs typeface="DejaVu Sans"/>
                      </a:rPr>
                      <m:t>)</m:t>
                    </m:r>
                  </m:oMath>
                </a14:m>
                <a:r>
                  <a:rPr lang="ar-AE" sz="2025" b="1" dirty="0">
                    <a:solidFill>
                      <a:srgbClr val="087F83"/>
                    </a:solidFill>
                    <a:latin typeface="DejaVu Sans"/>
                    <a:ea typeface="DejaVu Sans"/>
                    <a:cs typeface="DejaVu Sans"/>
                  </a:rPr>
                  <a:t> </a:t>
                </a:r>
                <a:r>
                  <a:rPr lang="it-IT" sz="2025" b="1" dirty="0">
                    <a:solidFill>
                      <a:srgbClr val="087F83"/>
                    </a:solidFill>
                    <a:latin typeface="DejaVu Sans"/>
                    <a:ea typeface="DejaVu Sans"/>
                    <a:cs typeface="DejaVu Sans"/>
                  </a:rPr>
                  <a:t>using both notations.</a:t>
                </a:r>
                <a:endParaRPr sz="2025" b="1" dirty="0">
                  <a:solidFill>
                    <a:srgbClr val="087F83"/>
                  </a:solidFill>
                  <a:latin typeface="DejaVu Sans"/>
                  <a:ea typeface="DejaVu Sans"/>
                  <a:cs typeface="DejaVu Sans"/>
                </a:endParaRPr>
              </a:p>
            </p:txBody>
          </p:sp>
        </mc:Choice>
        <mc:Fallback xmlns="">
          <p:sp>
            <p:nvSpPr>
              <p:cNvPr id="9" name="inline_3_2">
                <a:extLst>
                  <a:ext uri="{FF2B5EF4-FFF2-40B4-BE49-F238E27FC236}">
                    <a16:creationId xmlns:a16="http://schemas.microsoft.com/office/drawing/2014/main" id="{CCC4EB69-DB2A-490F-A98F-27EC10E0A6DC}"/>
                  </a:ext>
                </a:extLst>
              </p:cNvPr>
              <p:cNvSpPr>
                <a:spLocks noGrp="1" noRot="1" noChangeAspect="1" noMove="1" noResize="1" noEditPoints="1" noAdjustHandles="1" noChangeArrowheads="1" noChangeShapeType="1" noTextEdit="1"/>
              </p:cNvSpPr>
              <p:nvPr/>
            </p:nvSpPr>
            <p:spPr>
              <a:xfrm>
                <a:off x="609600" y="5867400"/>
                <a:ext cx="10858500" cy="581025"/>
              </a:xfrm>
              <a:prstGeom prst="rect">
                <a:avLst/>
              </a:prstGeom>
              <a:blipFill>
                <a:blip r:embed="rId8"/>
                <a:stretch>
                  <a:fillRect l="-1404" t="-13684"/>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781289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P spid="8" grpId="0" build="allAtOnce" animBg="1"/>
      <p:bldP spid="9" grpId="0" build="allAtOnce"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narrative_s4_text1">
            <a:extLst>
              <a:ext uri="{FF2B5EF4-FFF2-40B4-BE49-F238E27FC236}">
                <a16:creationId xmlns:a16="http://schemas.microsoft.com/office/drawing/2014/main" id="{F837274E-7D02-4162-9DD6-6D239796E2FA}"/>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Partial derivatives: one variable at a time</a:t>
            </a:r>
          </a:p>
        </p:txBody>
      </p:sp>
      <p:sp>
        <p:nvSpPr>
          <p:cNvPr id="2" name="page_number">
            <a:extLst>
              <a:ext uri="{FF2B5EF4-FFF2-40B4-BE49-F238E27FC236}">
                <a16:creationId xmlns:a16="http://schemas.microsoft.com/office/drawing/2014/main" id="{7CA3C517-4B96-4EE2-8F4C-8F1F35E0C714}"/>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29</a:t>
            </a:r>
          </a:p>
        </p:txBody>
      </p:sp>
      <p:sp>
        <p:nvSpPr>
          <p:cNvPr id="3" name="narrative_s4_text2">
            <a:extLst>
              <a:ext uri="{FF2B5EF4-FFF2-40B4-BE49-F238E27FC236}">
                <a16:creationId xmlns:a16="http://schemas.microsoft.com/office/drawing/2014/main" id="{B38A2027-25B3-427A-A3FC-CB7B6D409910}"/>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Fix all inputs except one, then take an ordinary derivative.</a:t>
            </a:r>
            <a:endParaRPr lang="it-IT" sz="2100" b="0" dirty="0">
              <a:solidFill>
                <a:srgbClr val="182D45"/>
              </a:solidFill>
              <a:latin typeface="DejaVu Sans"/>
              <a:ea typeface="DejaVu Sans"/>
              <a:cs typeface="DejaVu Sans"/>
            </a:endParaRPr>
          </a:p>
          <a:p>
            <a:pPr algn="l">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resulting partial derivative can still depend on every input.</a:t>
            </a:r>
          </a:p>
        </p:txBody>
      </p:sp>
      <p:pic>
        <p:nvPicPr>
          <p:cNvPr id="12" name="partial_definition_1" descr="\partial_1F(a,b)=\frac{\partial F}{\partial a}(a,b)=\lim_{h\to0}\frac{F(a+h,b)-F(a,b)}{h}"/>
          <p:cNvPicPr>
            <a:picLocks noChangeAspect="1"/>
          </p:cNvPicPr>
          <p:nvPr/>
        </p:nvPicPr>
        <p:blipFill>
          <a:blip>
            <a:extLst>
              <a:ext uri="{96DAC541-7B7A-43D3-8B79-37D633B846F1}">
                <asvg:svgBlip xmlns:asvg="http://schemas.microsoft.com/office/drawing/2016/SVG/main" r:embed="rIdDefinition12"/>
              </a:ext>
            </a:extLst>
          </a:blip>
          <a:stretch>
            <a:fillRect/>
          </a:stretch>
        </p:blipFill>
        <p:spPr>
          <a:xfrm>
            <a:off x="3068658" y="2047875"/>
            <a:ext cx="6054684" cy="666750"/>
          </a:xfrm>
          <a:prstGeom prst="rect">
            <a:avLst/>
          </a:prstGeom>
          <a:noFill/>
          <a:ln>
            <a:noFill/>
          </a:ln>
        </p:spPr>
      </p:pic>
      <p:pic>
        <p:nvPicPr>
          <p:cNvPr id="13" name="partial_definition_2" descr="\partial_2F(a,b)=\frac{\partial F}{\partial b}(a,b)=\lim_{h\to0}\frac{F(a,b+h)-F(a,b)}{h}"/>
          <p:cNvPicPr>
            <a:picLocks noChangeAspect="1"/>
          </p:cNvPicPr>
          <p:nvPr/>
        </p:nvPicPr>
        <p:blipFill>
          <a:blip>
            <a:extLst>
              <a:ext uri="{96DAC541-7B7A-43D3-8B79-37D633B846F1}">
                <asvg:svgBlip xmlns:asvg="http://schemas.microsoft.com/office/drawing/2016/SVG/main" r:embed="rIdDefinition13"/>
              </a:ext>
            </a:extLst>
          </a:blip>
          <a:stretch>
            <a:fillRect/>
          </a:stretch>
        </p:blipFill>
        <p:spPr>
          <a:xfrm>
            <a:off x="3068658" y="2781300"/>
            <a:ext cx="6054684" cy="666750"/>
          </a:xfrm>
          <a:prstGeom prst="rect">
            <a:avLst/>
          </a:prstGeom>
          <a:noFill/>
          <a:ln>
            <a:noFill/>
          </a:ln>
        </p:spPr>
      </p:pic>
      <p:sp>
        <p:nvSpPr>
          <p:cNvPr id="14" name="partial_limit_condition"/>
          <p:cNvSpPr>
            <a:spLocks noGrp="1"/>
          </p:cNvSpPr>
          <p:nvPr/>
        </p:nvSpPr>
        <p:spPr>
          <a:xfrm>
            <a:off x="609600" y="3543300"/>
            <a:ext cx="10953750" cy="314325"/>
          </a:xfrm>
          <a:prstGeom prst="rect">
            <a:avLst/>
          </a:prstGeom>
          <a:noFill/>
          <a:ln w="0">
            <a:noFill/>
          </a:ln>
        </p:spPr>
        <p:txBody>
          <a:bodyPr wrap="square" lIns="0" tIns="0" rIns="0" bIns="0" anchor="t">
            <a:noAutofit/>
          </a:bodyPr>
          <a:lstStyle/>
          <a:p>
            <a:pPr algn="ctr">
              <a:defRPr sz="1800">
                <a:solidFill>
                  <a:srgbClr val="526276"/>
                </a:solidFill>
                <a:latin typeface="DejaVu Sans"/>
              </a:defRPr>
            </a:pPr>
            <a:r>
              <a:rPr sz="1800">
                <a:solidFill>
                  <a:srgbClr val="526276"/>
                </a:solidFill>
                <a:latin typeface="DejaVu Sans"/>
              </a:rPr>
              <a:t>Each partial derivative exists when its limit is a finite real number.</a:t>
            </a:r>
          </a:p>
        </p:txBody>
      </p:sp>
      <p:sp>
        <p:nvSpPr>
          <p:cNvPr id="15" name="partial_example_label"/>
          <p:cNvSpPr>
            <a:spLocks noGrp="1"/>
          </p:cNvSpPr>
          <p:nvPr/>
        </p:nvSpPr>
        <p:spPr>
          <a:xfrm>
            <a:off x="609600" y="4048125"/>
            <a:ext cx="1428750" cy="323850"/>
          </a:xfrm>
          <a:prstGeom prst="rect">
            <a:avLst/>
          </a:prstGeom>
          <a:noFill/>
          <a:ln w="0">
            <a:noFill/>
          </a:ln>
        </p:spPr>
        <p:txBody>
          <a:bodyPr wrap="square" lIns="0" tIns="0" rIns="0" bIns="0" anchor="t">
            <a:noAutofit/>
          </a:bodyPr>
          <a:lstStyle/>
          <a:p>
            <a:pPr algn="l">
              <a:defRPr sz="2100">
                <a:solidFill>
                  <a:srgbClr val="182D45"/>
                </a:solidFill>
                <a:latin typeface="DejaVu Sans"/>
              </a:defRPr>
            </a:pPr>
            <a:r>
              <a:rPr sz="2100">
                <a:solidFill>
                  <a:srgbClr val="182D45"/>
                </a:solidFill>
                <a:latin typeface="DejaVu Sans"/>
              </a:rPr>
              <a:t>Example:</a:t>
            </a:r>
          </a:p>
        </p:txBody>
      </p:sp>
      <p:pic>
        <p:nvPicPr>
          <p:cNvPr id="4" name="eq_narrative_s4_3" descr="F(a,b)=a^2+3ab+b^2">
            <a:extLst>
              <a:ext uri="{FF2B5EF4-FFF2-40B4-BE49-F238E27FC236}">
                <a16:creationId xmlns:a16="http://schemas.microsoft.com/office/drawing/2014/main" id="{AA2F57B7-3D69-44C1-8718-42F5649721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6000" y="3981450"/>
            <a:ext cx="3855250" cy="449834"/>
          </a:xfrm>
          <a:prstGeom prst="rect">
            <a:avLst/>
          </a:prstGeom>
          <a:noFill/>
          <a:ln>
            <a:noFill/>
          </a:ln>
        </p:spPr>
      </p:pic>
      <mc:AlternateContent xmlns:mc="http://schemas.openxmlformats.org/markup-compatibility/2006" xmlns:a14="http://schemas.microsoft.com/office/drawing/2010/main">
        <mc:Choice Requires="a14">
          <p:sp>
            <p:nvSpPr>
              <p:cNvPr id="5" name="inline_4_3">
                <a:extLst>
                  <a:ext uri="{FF2B5EF4-FFF2-40B4-BE49-F238E27FC236}">
                    <a16:creationId xmlns:a16="http://schemas.microsoft.com/office/drawing/2014/main" id="{6A355022-E6A4-4397-BC72-614AF1A3F7AF}"/>
                  </a:ext>
                </a:extLst>
              </p:cNvPr>
              <p:cNvSpPr>
                <a:spLocks noGrp="1"/>
              </p:cNvSpPr>
              <p:nvPr/>
            </p:nvSpPr>
            <p:spPr>
              <a:xfrm>
                <a:off x="609600" y="4629150"/>
                <a:ext cx="5238750" cy="409575"/>
              </a:xfrm>
              <a:prstGeom prst="rect">
                <a:avLst/>
              </a:prstGeom>
              <a:noFill/>
              <a:ln w="0">
                <a:noFill/>
              </a:ln>
            </p:spPr>
            <p:txBody>
              <a:bodyPr wrap="square" lIns="0" tIns="0" rIns="0" bIns="0" anchor="t">
                <a:noAutofit/>
              </a:bodyPr>
              <a:lstStyle/>
              <a:p>
                <a:pPr algn="l">
                  <a:defRPr sz="2100" b="1">
                    <a:solidFill>
                      <a:srgbClr val="087F83"/>
                    </a:solidFill>
                    <a:latin typeface="DejaVu Sans"/>
                    <a:ea typeface="DejaVu Sans"/>
                    <a:cs typeface="DejaVu Sans"/>
                  </a:defRPr>
                </a:pPr>
                <a:r>
                  <a:rPr sz="2100" b="1">
                    <a:solidFill>
                      <a:srgbClr val="087F83"/>
                    </a:solidFill>
                    <a:latin typeface="DejaVu Sans"/>
                    <a:ea typeface="DejaVu Sans"/>
                    <a:cs typeface="DejaVu Sans"/>
                  </a:rPr>
                  <a:t>Vary </a:t>
                </a:r>
                <a14:m>
                  <m:oMath xmlns:m="http://schemas.openxmlformats.org/officeDocument/2006/math">
                    <m:r>
                      <a:rPr sz="2100" b="0" i="0">
                        <a:solidFill>
                          <a:srgbClr val="087F83"/>
                        </a:solidFill>
                        <a:latin typeface="Cambria Math"/>
                        <a:ea typeface="DejaVu Sans"/>
                        <a:cs typeface="DejaVu Sans"/>
                      </a:rPr>
                      <m:t>𝑎</m:t>
                    </m:r>
                  </m:oMath>
                </a14:m>
                <a:r>
                  <a:rPr sz="2100" b="1">
                    <a:solidFill>
                      <a:srgbClr val="087F83"/>
                    </a:solidFill>
                    <a:latin typeface="DejaVu Sans"/>
                    <a:ea typeface="DejaVu Sans"/>
                    <a:cs typeface="DejaVu Sans"/>
                  </a:rPr>
                  <a:t> and keep </a:t>
                </a:r>
                <a14:m>
                  <m:oMath xmlns:m="http://schemas.openxmlformats.org/officeDocument/2006/math">
                    <m:r>
                      <a:rPr sz="2100" b="0" i="0">
                        <a:solidFill>
                          <a:srgbClr val="087F83"/>
                        </a:solidFill>
                        <a:latin typeface="Cambria Math"/>
                        <a:ea typeface="DejaVu Sans"/>
                        <a:cs typeface="DejaVu Sans"/>
                      </a:rPr>
                      <m:t>𝑏</m:t>
                    </m:r>
                  </m:oMath>
                </a14:m>
                <a:r>
                  <a:rPr sz="2100" b="1">
                    <a:solidFill>
                      <a:srgbClr val="087F83"/>
                    </a:solidFill>
                    <a:latin typeface="DejaVu Sans"/>
                    <a:ea typeface="DejaVu Sans"/>
                    <a:cs typeface="DejaVu Sans"/>
                  </a:rPr>
                  <a:t> fixed.</a:t>
                </a:r>
              </a:p>
            </p:txBody>
          </p:sp>
        </mc:Choice>
        <mc:Fallback xmlns="">
          <p:sp>
            <p:nvSpPr>
              <p:cNvPr id="5" name="inline_4_3">
                <a:extLst>
                  <a:ext uri="{FF2B5EF4-FFF2-40B4-BE49-F238E27FC236}">
                    <a16:creationId xmlns:a16="http://schemas.microsoft.com/office/drawing/2014/main" id="{6A355022-E6A4-4397-BC72-614AF1A3F7AF}"/>
                  </a:ext>
                </a:extLst>
              </p:cNvPr>
              <p:cNvSpPr>
                <a:spLocks noGrp="1"/>
              </p:cNvSpPr>
              <p:nvPr/>
            </p:nvSpPr>
            <p:spPr>
              <a:xfrm>
                <a:off x="609600" y="4629150"/>
                <a:ext cx="5238750" cy="409575"/>
              </a:xfrm>
              <a:prstGeom prst="rect">
                <a:avLst/>
              </a:prstGeom>
              <a:noFill/>
              <a:ln w="0">
                <a:noFill/>
              </a:ln>
            </p:spPr>
            <p:txBody>
              <a:bodyPr wrap="square" lIns="0" tIns="0" rIns="0" bIns="0" anchor="t">
                <a:noAutofit/>
              </a:bodyPr>
              <a:lstStyle/>
              <a:p>
                <a:pPr algn="l">
                  <a:defRPr sz="2100" b="1">
                    <a:solidFill>
                      <a:srgbClr val="087F83"/>
                    </a:solidFill>
                    <a:latin typeface="DejaVu Sans"/>
                    <a:ea typeface="DejaVu Sans"/>
                    <a:cs typeface="DejaVu Sans"/>
                  </a:defRPr>
                </a:pPr>
                <a:r>
                  <a:rPr sz="2100" b="1">
                    <a:solidFill>
                      <a:srgbClr val="087F83"/>
                    </a:solidFill>
                    <a:latin typeface="DejaVu Sans"/>
                    <a:ea typeface="DejaVu Sans"/>
                    <a:cs typeface="DejaVu Sans"/>
                  </a:rPr>
                  <a:t>Vary </a:t>
                </a:r>
                <a:r>
                  <a:rPr sz="2100" b="0" i="0">
                    <a:solidFill>
                      <a:srgbClr val="087F83"/>
                    </a:solidFill>
                    <a:latin typeface="Cambria Math"/>
                    <a:ea typeface="DejaVu Sans"/>
                    <a:cs typeface="DejaVu Sans"/>
                  </a:rPr>
                  <a:t>𝑎</a:t>
                </a:r>
                <a:r>
                  <a:rPr sz="2100" b="1">
                    <a:solidFill>
                      <a:srgbClr val="087F83"/>
                    </a:solidFill>
                    <a:latin typeface="DejaVu Sans"/>
                    <a:ea typeface="DejaVu Sans"/>
                    <a:cs typeface="DejaVu Sans"/>
                  </a:rPr>
                  <a:t> and keep </a:t>
                </a:r>
                <a:r>
                  <a:rPr sz="2100" b="0" i="0">
                    <a:solidFill>
                      <a:srgbClr val="087F83"/>
                    </a:solidFill>
                    <a:latin typeface="Cambria Math"/>
                    <a:ea typeface="DejaVu Sans"/>
                    <a:cs typeface="DejaVu Sans"/>
                  </a:rPr>
                  <a:t>𝑏</a:t>
                </a:r>
                <a:r>
                  <a:rPr sz="2100" b="1">
                    <a:solidFill>
                      <a:srgbClr val="087F83"/>
                    </a:solidFill>
                    <a:latin typeface="DejaVu Sans"/>
                    <a:ea typeface="DejaVu Sans"/>
                    <a:cs typeface="DejaVu Sans"/>
                  </a:rPr>
                  <a:t> fixed.</a:t>
                </a:r>
              </a:p>
            </p:txBody>
          </p:sp>
        </mc:Fallback>
      </mc:AlternateContent>
      <p:pic>
        <p:nvPicPr>
          <p:cNvPr id="6" name="eq_narrative_s4_4" descr="\partial_1F(a,b)=\frac{\partial F}{\partial a}(a,b)=2a+3b">
            <a:extLst>
              <a:ext uri="{FF2B5EF4-FFF2-40B4-BE49-F238E27FC236}">
                <a16:creationId xmlns:a16="http://schemas.microsoft.com/office/drawing/2014/main" id="{B56A6828-31DC-45F4-B31F-3BAC779DA6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600" y="5105400"/>
            <a:ext cx="4551109" cy="711124"/>
          </a:xfrm>
          <a:prstGeom prst="rect">
            <a:avLst/>
          </a:prstGeom>
          <a:noFill/>
          <a:ln>
            <a:noFill/>
          </a:ln>
        </p:spPr>
      </p:pic>
      <p:pic>
        <p:nvPicPr>
          <p:cNvPr id="7" name="eq_narrative_s4_5" descr="\partial_1F(1,2)=8">
            <a:extLst>
              <a:ext uri="{FF2B5EF4-FFF2-40B4-BE49-F238E27FC236}">
                <a16:creationId xmlns:a16="http://schemas.microsoft.com/office/drawing/2014/main" id="{4814B2E5-3887-4D8E-88C3-48D07284591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9600" y="5953125"/>
            <a:ext cx="1853781" cy="339725"/>
          </a:xfrm>
          <a:prstGeom prst="rect">
            <a:avLst/>
          </a:prstGeom>
          <a:noFill/>
          <a:ln>
            <a:noFill/>
          </a:ln>
        </p:spPr>
      </p:pic>
      <mc:AlternateContent xmlns:mc="http://schemas.openxmlformats.org/markup-compatibility/2006" xmlns:a14="http://schemas.microsoft.com/office/drawing/2010/main">
        <mc:Choice Requires="a14">
          <p:sp>
            <p:nvSpPr>
              <p:cNvPr id="8" name="inline_4_4">
                <a:extLst>
                  <a:ext uri="{FF2B5EF4-FFF2-40B4-BE49-F238E27FC236}">
                    <a16:creationId xmlns:a16="http://schemas.microsoft.com/office/drawing/2014/main" id="{0B012D4C-12FB-4EAA-8731-210E77DC1ED1}"/>
                  </a:ext>
                </a:extLst>
              </p:cNvPr>
              <p:cNvSpPr>
                <a:spLocks noGrp="1"/>
              </p:cNvSpPr>
              <p:nvPr/>
            </p:nvSpPr>
            <p:spPr>
              <a:xfrm>
                <a:off x="6572250" y="4629150"/>
                <a:ext cx="5010150" cy="409575"/>
              </a:xfrm>
              <a:prstGeom prst="rect">
                <a:avLst/>
              </a:prstGeom>
              <a:noFill/>
              <a:ln w="0">
                <a:noFill/>
              </a:ln>
            </p:spPr>
            <p:txBody>
              <a:bodyPr wrap="square" lIns="0" tIns="0" rIns="0" bIns="0" anchor="t">
                <a:noAutofit/>
              </a:bodyPr>
              <a:lstStyle/>
              <a:p>
                <a:pPr algn="l">
                  <a:defRPr sz="2100" b="1">
                    <a:solidFill>
                      <a:srgbClr val="326CB2"/>
                    </a:solidFill>
                    <a:latin typeface="DejaVu Sans"/>
                    <a:ea typeface="DejaVu Sans"/>
                    <a:cs typeface="DejaVu Sans"/>
                  </a:defRPr>
                </a:pPr>
                <a:r>
                  <a:rPr sz="2100" b="1">
                    <a:solidFill>
                      <a:srgbClr val="326CB2"/>
                    </a:solidFill>
                    <a:latin typeface="DejaVu Sans"/>
                    <a:ea typeface="DejaVu Sans"/>
                    <a:cs typeface="DejaVu Sans"/>
                  </a:rPr>
                  <a:t>Vary </a:t>
                </a:r>
                <a14:m>
                  <m:oMath xmlns:m="http://schemas.openxmlformats.org/officeDocument/2006/math">
                    <m:r>
                      <a:rPr sz="2100" b="0" i="0">
                        <a:solidFill>
                          <a:srgbClr val="326CB2"/>
                        </a:solidFill>
                        <a:latin typeface="Cambria Math"/>
                        <a:ea typeface="DejaVu Sans"/>
                        <a:cs typeface="DejaVu Sans"/>
                      </a:rPr>
                      <m:t>𝑏</m:t>
                    </m:r>
                  </m:oMath>
                </a14:m>
                <a:r>
                  <a:rPr sz="2100" b="1">
                    <a:solidFill>
                      <a:srgbClr val="326CB2"/>
                    </a:solidFill>
                    <a:latin typeface="DejaVu Sans"/>
                    <a:ea typeface="DejaVu Sans"/>
                    <a:cs typeface="DejaVu Sans"/>
                  </a:rPr>
                  <a:t> and keep </a:t>
                </a:r>
                <a14:m>
                  <m:oMath xmlns:m="http://schemas.openxmlformats.org/officeDocument/2006/math">
                    <m:r>
                      <a:rPr sz="2100" b="0" i="0">
                        <a:solidFill>
                          <a:srgbClr val="326CB2"/>
                        </a:solidFill>
                        <a:latin typeface="Cambria Math"/>
                        <a:ea typeface="DejaVu Sans"/>
                        <a:cs typeface="DejaVu Sans"/>
                      </a:rPr>
                      <m:t>𝑎</m:t>
                    </m:r>
                  </m:oMath>
                </a14:m>
                <a:r>
                  <a:rPr sz="2100" b="1">
                    <a:solidFill>
                      <a:srgbClr val="326CB2"/>
                    </a:solidFill>
                    <a:latin typeface="DejaVu Sans"/>
                    <a:ea typeface="DejaVu Sans"/>
                    <a:cs typeface="DejaVu Sans"/>
                  </a:rPr>
                  <a:t> fixed.</a:t>
                </a:r>
              </a:p>
            </p:txBody>
          </p:sp>
        </mc:Choice>
        <mc:Fallback xmlns="">
          <p:sp>
            <p:nvSpPr>
              <p:cNvPr id="8" name="inline_4_4">
                <a:extLst>
                  <a:ext uri="{FF2B5EF4-FFF2-40B4-BE49-F238E27FC236}">
                    <a16:creationId xmlns:a16="http://schemas.microsoft.com/office/drawing/2014/main" id="{0B012D4C-12FB-4EAA-8731-210E77DC1ED1}"/>
                  </a:ext>
                </a:extLst>
              </p:cNvPr>
              <p:cNvSpPr>
                <a:spLocks noGrp="1"/>
              </p:cNvSpPr>
              <p:nvPr/>
            </p:nvSpPr>
            <p:spPr>
              <a:xfrm>
                <a:off x="6572250" y="4629150"/>
                <a:ext cx="5010150" cy="409575"/>
              </a:xfrm>
              <a:prstGeom prst="rect">
                <a:avLst/>
              </a:prstGeom>
              <a:noFill/>
              <a:ln w="0">
                <a:noFill/>
              </a:ln>
            </p:spPr>
            <p:txBody>
              <a:bodyPr wrap="square" lIns="0" tIns="0" rIns="0" bIns="0" anchor="t">
                <a:noAutofit/>
              </a:bodyPr>
              <a:lstStyle/>
              <a:p>
                <a:pPr algn="l">
                  <a:defRPr sz="2100" b="1">
                    <a:solidFill>
                      <a:srgbClr val="326CB2"/>
                    </a:solidFill>
                    <a:latin typeface="DejaVu Sans"/>
                    <a:ea typeface="DejaVu Sans"/>
                    <a:cs typeface="DejaVu Sans"/>
                  </a:defRPr>
                </a:pPr>
                <a:r>
                  <a:rPr sz="2100" b="1">
                    <a:solidFill>
                      <a:srgbClr val="326CB2"/>
                    </a:solidFill>
                    <a:latin typeface="DejaVu Sans"/>
                    <a:ea typeface="DejaVu Sans"/>
                    <a:cs typeface="DejaVu Sans"/>
                  </a:rPr>
                  <a:t>Vary </a:t>
                </a:r>
                <a:r>
                  <a:rPr sz="2100" b="0" i="0">
                    <a:solidFill>
                      <a:srgbClr val="326CB2"/>
                    </a:solidFill>
                    <a:latin typeface="Cambria Math"/>
                    <a:ea typeface="DejaVu Sans"/>
                    <a:cs typeface="DejaVu Sans"/>
                  </a:rPr>
                  <a:t>𝑏</a:t>
                </a:r>
                <a:r>
                  <a:rPr sz="2100" b="1">
                    <a:solidFill>
                      <a:srgbClr val="326CB2"/>
                    </a:solidFill>
                    <a:latin typeface="DejaVu Sans"/>
                    <a:ea typeface="DejaVu Sans"/>
                    <a:cs typeface="DejaVu Sans"/>
                  </a:rPr>
                  <a:t> and keep </a:t>
                </a:r>
                <a:r>
                  <a:rPr sz="2100" b="0" i="0">
                    <a:solidFill>
                      <a:srgbClr val="326CB2"/>
                    </a:solidFill>
                    <a:latin typeface="Cambria Math"/>
                    <a:ea typeface="DejaVu Sans"/>
                    <a:cs typeface="DejaVu Sans"/>
                  </a:rPr>
                  <a:t>𝑎</a:t>
                </a:r>
                <a:r>
                  <a:rPr sz="2100" b="1">
                    <a:solidFill>
                      <a:srgbClr val="326CB2"/>
                    </a:solidFill>
                    <a:latin typeface="DejaVu Sans"/>
                    <a:ea typeface="DejaVu Sans"/>
                    <a:cs typeface="DejaVu Sans"/>
                  </a:rPr>
                  <a:t> fixed.</a:t>
                </a:r>
              </a:p>
            </p:txBody>
          </p:sp>
        </mc:Fallback>
      </mc:AlternateContent>
      <p:pic>
        <p:nvPicPr>
          <p:cNvPr id="9" name="eq_narrative_s4_6" descr="\partial_2F(a,b)=\frac{\partial F}{\partial b}(a,b)=3a+2b">
            <a:extLst>
              <a:ext uri="{FF2B5EF4-FFF2-40B4-BE49-F238E27FC236}">
                <a16:creationId xmlns:a16="http://schemas.microsoft.com/office/drawing/2014/main" id="{2B12940A-D6DF-474E-9D8F-3837A84887B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72250" y="5105400"/>
            <a:ext cx="4551109" cy="711124"/>
          </a:xfrm>
          <a:prstGeom prst="rect">
            <a:avLst/>
          </a:prstGeom>
          <a:noFill/>
          <a:ln>
            <a:noFill/>
          </a:ln>
        </p:spPr>
      </p:pic>
      <p:pic>
        <p:nvPicPr>
          <p:cNvPr id="10" name="eq_narrative_s4_7" descr="\partial_2F(1,2)=7">
            <a:extLst>
              <a:ext uri="{FF2B5EF4-FFF2-40B4-BE49-F238E27FC236}">
                <a16:creationId xmlns:a16="http://schemas.microsoft.com/office/drawing/2014/main" id="{F6A777D0-3F9E-4024-A703-A7AA7C582F5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72250" y="5953125"/>
            <a:ext cx="1853781" cy="339725"/>
          </a:xfrm>
          <a:prstGeom prst="rect">
            <a:avLst/>
          </a:prstGeom>
          <a:noFill/>
          <a:ln>
            <a:noFill/>
          </a:ln>
        </p:spPr>
      </p:pic>
    </p:spTree>
    <p:extLst>
      <p:ext uri="{BB962C8B-B14F-4D97-AF65-F5344CB8AC3E}">
        <p14:creationId xmlns:p14="http://schemas.microsoft.com/office/powerpoint/2010/main" val="880370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allAtOnce" animBg="1"/>
      <p:bldP spid="4" grpId="0" build="allAtOnce" animBg="1"/>
      <p:bldP spid="5" grpId="0" build="allAtOnce" animBg="1"/>
      <p:bldP spid="6" grpId="0" build="allAtOnce" animBg="1"/>
      <p:bldP spid="7" grpId="0" build="allAtOnce" animBg="1"/>
      <p:bldP spid="8" grpId="0" build="allAtOnce" animBg="1"/>
      <p:bldP spid="9" grpId="0" build="allAtOnce" animBg="1"/>
      <p:bldP spid="10" grpId="0" build="allAtOnce"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narrative_s5_text1">
            <a:extLst>
              <a:ext uri="{FF2B5EF4-FFF2-40B4-BE49-F238E27FC236}">
                <a16:creationId xmlns:a16="http://schemas.microsoft.com/office/drawing/2014/main" id="{AD976516-96FF-454E-91CD-3AA8E45CF070}"/>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Differentiability</a:t>
            </a:r>
          </a:p>
        </p:txBody>
      </p:sp>
      <p:sp>
        <p:nvSpPr>
          <p:cNvPr id="2" name="page_number">
            <a:extLst>
              <a:ext uri="{FF2B5EF4-FFF2-40B4-BE49-F238E27FC236}">
                <a16:creationId xmlns:a16="http://schemas.microsoft.com/office/drawing/2014/main" id="{0DA3D9B7-6AA3-45A6-9E05-E99BAE7531BA}"/>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30</a:t>
            </a:r>
          </a:p>
        </p:txBody>
      </p:sp>
      <mc:AlternateContent xmlns:mc="http://schemas.openxmlformats.org/markup-compatibility/2006" xmlns:a14="http://schemas.microsoft.com/office/drawing/2010/main">
        <mc:Choice Requires="a14">
          <p:sp>
            <p:nvSpPr>
              <p:cNvPr id="3" name="inline_5_5">
                <a:extLst>
                  <a:ext uri="{FF2B5EF4-FFF2-40B4-BE49-F238E27FC236}">
                    <a16:creationId xmlns:a16="http://schemas.microsoft.com/office/drawing/2014/main" id="{EB4EF27C-DBEA-478C-9FF4-86F9C283C75D}"/>
                  </a:ext>
                </a:extLst>
              </p:cNvPr>
              <p:cNvSpPr>
                <a:spLocks noGrp="1"/>
              </p:cNvSpPr>
              <p:nvPr/>
            </p:nvSpPr>
            <p:spPr>
              <a:xfrm>
                <a:off x="609600" y="1257300"/>
                <a:ext cx="10953750" cy="104775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lang="it-IT" sz="2400" b="0" dirty="0">
                    <a:solidFill>
                      <a:srgbClr val="182D45"/>
                    </a:solidFill>
                    <a:latin typeface="DejaVu Sans"/>
                    <a:ea typeface="DejaVu Sans"/>
                    <a:cs typeface="DejaVu Sans"/>
                  </a:rPr>
                  <a:t>A function </a:t>
                </a:r>
                <a14:m>
                  <m:oMath xmlns:m="http://schemas.openxmlformats.org/officeDocument/2006/math">
                    <m:r>
                      <a:rPr lang="it-IT" sz="2400" b="0" i="0">
                        <a:solidFill>
                          <a:srgbClr val="182D45"/>
                        </a:solidFill>
                        <a:latin typeface="Cambria Math"/>
                        <a:ea typeface="DejaVu Sans"/>
                        <a:cs typeface="DejaVu Sans"/>
                      </a:rPr>
                      <m:t>𝑄</m:t>
                    </m:r>
                    <m:r>
                      <a:rPr lang="it-IT" sz="2400" b="0" i="0">
                        <a:solidFill>
                          <a:srgbClr val="182D45"/>
                        </a:solidFill>
                        <a:latin typeface="Cambria Math"/>
                        <a:ea typeface="DejaVu Sans"/>
                        <a:cs typeface="DejaVu Sans"/>
                      </a:rPr>
                      <m:t>:</m:t>
                    </m:r>
                    <m:sSup>
                      <m:sSupPr>
                        <m:ctrlPr>
                          <a:rPr lang="ar-AE" sz="2400" b="0" i="0">
                            <a:solidFill>
                              <a:srgbClr val="182D45"/>
                            </a:solidFill>
                            <a:latin typeface="Cambria Math"/>
                            <a:ea typeface="DejaVu Sans"/>
                            <a:cs typeface="DejaVu Sans"/>
                          </a:rPr>
                        </m:ctrlPr>
                      </m:sSupPr>
                      <m:e>
                        <m:r>
                          <a:rPr lang="ar-AE" sz="2400" b="0" i="0">
                            <a:solidFill>
                              <a:srgbClr val="182D45"/>
                            </a:solidFill>
                            <a:latin typeface="Cambria Math"/>
                            <a:ea typeface="DejaVu Sans"/>
                            <a:cs typeface="DejaVu Sans"/>
                          </a:rPr>
                          <m:t>ℝ</m:t>
                        </m:r>
                      </m:e>
                      <m:sup>
                        <m:r>
                          <a:rPr lang="ar-AE" sz="2400" b="0" i="0">
                            <a:solidFill>
                              <a:srgbClr val="182D45"/>
                            </a:solidFill>
                            <a:latin typeface="Cambria Math"/>
                            <a:ea typeface="DejaVu Sans"/>
                            <a:cs typeface="DejaVu Sans"/>
                          </a:rPr>
                          <m:t>𝑑</m:t>
                        </m:r>
                      </m:sup>
                    </m:sSup>
                    <m:r>
                      <a:rPr lang="ar-AE" sz="2400" b="0" i="0">
                        <a:solidFill>
                          <a:srgbClr val="182D45"/>
                        </a:solidFill>
                        <a:latin typeface="Cambria Math"/>
                        <a:ea typeface="DejaVu Sans"/>
                        <a:cs typeface="DejaVu Sans"/>
                      </a:rPr>
                      <m:t>→</m:t>
                    </m:r>
                    <m:r>
                      <a:rPr lang="ar-AE" sz="2400" b="0" i="0">
                        <a:solidFill>
                          <a:srgbClr val="182D45"/>
                        </a:solidFill>
                        <a:latin typeface="Cambria Math"/>
                        <a:ea typeface="DejaVu Sans"/>
                        <a:cs typeface="DejaVu Sans"/>
                      </a:rPr>
                      <m:t>ℝ</m:t>
                    </m:r>
                  </m:oMath>
                </a14:m>
                <a:r>
                  <a:rPr lang="ar-AE" sz="2400" b="0" dirty="0">
                    <a:solidFill>
                      <a:srgbClr val="182D45"/>
                    </a:solidFill>
                    <a:latin typeface="DejaVu Sans"/>
                    <a:ea typeface="DejaVu Sans"/>
                    <a:cs typeface="DejaVu Sans"/>
                  </a:rPr>
                  <a:t> </a:t>
                </a:r>
                <a:r>
                  <a:rPr lang="it-IT" sz="2400" b="0" dirty="0">
                    <a:solidFill>
                      <a:srgbClr val="182D45"/>
                    </a:solidFill>
                    <a:latin typeface="DejaVu Sans"/>
                    <a:ea typeface="DejaVu Sans"/>
                    <a:cs typeface="DejaVu Sans"/>
                  </a:rPr>
                  <a:t>is </a:t>
                </a:r>
                <a:r>
                  <a:rPr lang="it-IT" sz="2400" b="0" dirty="0">
                    <a:solidFill>
                      <a:srgbClr val="FF0000"/>
                    </a:solidFill>
                    <a:latin typeface="DejaVu Sans"/>
                    <a:ea typeface="DejaVu Sans"/>
                    <a:cs typeface="DejaVu Sans"/>
                  </a:rPr>
                  <a:t>differentiable</a:t>
                </a:r>
                <a:r>
                  <a:rPr lang="it-IT" sz="2400" b="0" dirty="0">
                    <a:solidFill>
                      <a:srgbClr val="182D45"/>
                    </a:solidFill>
                    <a:latin typeface="DejaVu Sans"/>
                    <a:ea typeface="DejaVu Sans"/>
                    <a:cs typeface="DejaVu Sans"/>
                  </a:rPr>
                  <a:t> at </a:t>
                </a:r>
                <a14:m>
                  <m:oMath xmlns:m="http://schemas.openxmlformats.org/officeDocument/2006/math">
                    <m:r>
                      <a:rPr lang="it-IT" sz="2400" b="0" i="0">
                        <a:solidFill>
                          <a:srgbClr val="182D45"/>
                        </a:solidFill>
                        <a:latin typeface="Cambria Math"/>
                        <a:ea typeface="DejaVu Sans"/>
                        <a:cs typeface="DejaVu Sans"/>
                      </a:rPr>
                      <m:t>𝐰</m:t>
                    </m:r>
                  </m:oMath>
                </a14:m>
                <a:endParaRPr lang="it-IT" sz="24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lang="it-IT" sz="2400" b="0" dirty="0">
                    <a:solidFill>
                      <a:srgbClr val="182D45"/>
                    </a:solidFill>
                    <a:latin typeface="DejaVu Sans"/>
                    <a:ea typeface="DejaVu Sans"/>
                    <a:cs typeface="DejaVu Sans"/>
                  </a:rPr>
                  <a:t>if there exists a column vector </a:t>
                </a:r>
                <a14:m>
                  <m:oMath xmlns:m="http://schemas.openxmlformats.org/officeDocument/2006/math">
                    <m:r>
                      <a:rPr lang="it-IT" sz="2400" b="0" i="0">
                        <a:solidFill>
                          <a:srgbClr val="182D45"/>
                        </a:solidFill>
                        <a:latin typeface="Cambria Math"/>
                        <a:ea typeface="DejaVu Sans"/>
                        <a:cs typeface="DejaVu Sans"/>
                      </a:rPr>
                      <m:t>𝐠</m:t>
                    </m:r>
                    <m:r>
                      <a:rPr lang="it-IT" sz="2400" b="0" i="0">
                        <a:solidFill>
                          <a:srgbClr val="182D45"/>
                        </a:solidFill>
                        <a:latin typeface="Cambria Math"/>
                        <a:ea typeface="DejaVu Sans"/>
                        <a:cs typeface="DejaVu Sans"/>
                      </a:rPr>
                      <m:t>∈</m:t>
                    </m:r>
                    <m:sSup>
                      <m:sSupPr>
                        <m:ctrlPr>
                          <a:rPr lang="ar-AE" sz="2400" b="0" i="0">
                            <a:solidFill>
                              <a:srgbClr val="182D45"/>
                            </a:solidFill>
                            <a:latin typeface="Cambria Math"/>
                            <a:ea typeface="DejaVu Sans"/>
                            <a:cs typeface="DejaVu Sans"/>
                          </a:rPr>
                        </m:ctrlPr>
                      </m:sSupPr>
                      <m:e>
                        <m:r>
                          <a:rPr lang="ar-AE" sz="2400" b="0" i="0">
                            <a:solidFill>
                              <a:srgbClr val="182D45"/>
                            </a:solidFill>
                            <a:latin typeface="Cambria Math"/>
                            <a:ea typeface="DejaVu Sans"/>
                            <a:cs typeface="DejaVu Sans"/>
                          </a:rPr>
                          <m:t>ℝ</m:t>
                        </m:r>
                      </m:e>
                      <m:sup>
                        <m:r>
                          <a:rPr lang="ar-AE" sz="2400" b="0" i="0">
                            <a:solidFill>
                              <a:srgbClr val="182D45"/>
                            </a:solidFill>
                            <a:latin typeface="Cambria Math"/>
                            <a:ea typeface="DejaVu Sans"/>
                            <a:cs typeface="DejaVu Sans"/>
                          </a:rPr>
                          <m:t>𝑑</m:t>
                        </m:r>
                      </m:sup>
                    </m:sSup>
                  </m:oMath>
                </a14:m>
                <a:r>
                  <a:rPr lang="ar-AE" sz="2400" b="0" dirty="0">
                    <a:solidFill>
                      <a:srgbClr val="182D45"/>
                    </a:solidFill>
                    <a:latin typeface="DejaVu Sans"/>
                    <a:ea typeface="DejaVu Sans"/>
                    <a:cs typeface="DejaVu Sans"/>
                  </a:rPr>
                  <a:t> </a:t>
                </a:r>
                <a:r>
                  <a:rPr lang="it-IT" sz="2400" b="0" dirty="0">
                    <a:solidFill>
                      <a:srgbClr val="182D45"/>
                    </a:solidFill>
                    <a:latin typeface="DejaVu Sans"/>
                    <a:ea typeface="DejaVu Sans"/>
                    <a:cs typeface="DejaVu Sans"/>
                  </a:rPr>
                  <a:t>such that</a:t>
                </a:r>
                <a:endParaRPr sz="2400" b="0" dirty="0">
                  <a:solidFill>
                    <a:srgbClr val="182D45"/>
                  </a:solidFill>
                  <a:latin typeface="DejaVu Sans"/>
                  <a:ea typeface="DejaVu Sans"/>
                  <a:cs typeface="DejaVu Sans"/>
                </a:endParaRPr>
              </a:p>
            </p:txBody>
          </p:sp>
        </mc:Choice>
        <mc:Fallback xmlns="">
          <p:sp>
            <p:nvSpPr>
              <p:cNvPr id="3" name="inline_5_5">
                <a:extLst>
                  <a:ext uri="{FF2B5EF4-FFF2-40B4-BE49-F238E27FC236}">
                    <a16:creationId xmlns:a16="http://schemas.microsoft.com/office/drawing/2014/main" id="{EB4EF27C-DBEA-478C-9FF4-86F9C283C75D}"/>
                  </a:ext>
                </a:extLst>
              </p:cNvPr>
              <p:cNvSpPr>
                <a:spLocks noGrp="1" noRot="1" noChangeAspect="1" noMove="1" noResize="1" noEditPoints="1" noAdjustHandles="1" noChangeArrowheads="1" noChangeShapeType="1" noTextEdit="1"/>
              </p:cNvSpPr>
              <p:nvPr/>
            </p:nvSpPr>
            <p:spPr>
              <a:xfrm>
                <a:off x="609600" y="1257300"/>
                <a:ext cx="10953750" cy="1047750"/>
              </a:xfrm>
              <a:prstGeom prst="rect">
                <a:avLst/>
              </a:prstGeom>
              <a:blipFill>
                <a:blip r:embed="rId3"/>
                <a:stretch>
                  <a:fillRect t="-8721"/>
                </a:stretch>
              </a:blipFill>
              <a:ln w="0">
                <a:noFill/>
              </a:ln>
            </p:spPr>
            <p:txBody>
              <a:bodyPr/>
              <a:lstStyle/>
              <a:p>
                <a:r>
                  <a:rPr lang="it-IT">
                    <a:noFill/>
                  </a:rPr>
                  <a:t> </a:t>
                </a:r>
              </a:p>
            </p:txBody>
          </p:sp>
        </mc:Fallback>
      </mc:AlternateContent>
      <p:pic>
        <p:nvPicPr>
          <p:cNvPr id="4" name="eq_narrative_s5_2" descr="\lim_{\mathbf h\to\mathbf 0}\frac{\left|Q(\mathbf w+\mathbf h)-Q(\mathbf w)-\mathbf g^{\top}\mathbf h\right|}{\|\mathbf h\|_2}=0.">
            <a:extLst>
              <a:ext uri="{FF2B5EF4-FFF2-40B4-BE49-F238E27FC236}">
                <a16:creationId xmlns:a16="http://schemas.microsoft.com/office/drawing/2014/main" id="{A6B6DD89-C2AE-4AD0-B314-B0319AA325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87344" y="2540749"/>
            <a:ext cx="5798261" cy="938301"/>
          </a:xfrm>
          <a:prstGeom prst="rect">
            <a:avLst/>
          </a:prstGeom>
          <a:noFill/>
          <a:ln>
            <a:noFill/>
          </a:ln>
        </p:spPr>
      </p:pic>
      <p:sp>
        <p:nvSpPr>
          <p:cNvPr id="5" name="narrative_s5_text3">
            <a:extLst>
              <a:ext uri="{FF2B5EF4-FFF2-40B4-BE49-F238E27FC236}">
                <a16:creationId xmlns:a16="http://schemas.microsoft.com/office/drawing/2014/main" id="{893AFF3C-510A-4FC2-8DCB-D9668716DAF9}"/>
              </a:ext>
            </a:extLst>
          </p:cNvPr>
          <p:cNvSpPr>
            <a:spLocks noGrp="1"/>
          </p:cNvSpPr>
          <p:nvPr/>
        </p:nvSpPr>
        <p:spPr>
          <a:xfrm>
            <a:off x="609600" y="3714750"/>
            <a:ext cx="10953750" cy="685800"/>
          </a:xfrm>
          <a:prstGeom prst="rect">
            <a:avLst/>
          </a:prstGeom>
          <a:noFill/>
          <a:ln w="0">
            <a:noFill/>
          </a:ln>
        </p:spPr>
        <p:txBody>
          <a:bodyPr wrap="square" lIns="0" tIns="0" rIns="0" bIns="0" anchor="t">
            <a:noAutofit/>
          </a:bodyPr>
          <a:lstStyle/>
          <a:p>
            <a:pPr algn="ctr">
              <a:defRPr sz="2025" b="0">
                <a:solidFill>
                  <a:srgbClr val="182D45"/>
                </a:solidFill>
                <a:latin typeface="DejaVu Sans"/>
                <a:ea typeface="DejaVu Sans"/>
                <a:cs typeface="DejaVu Sans"/>
              </a:defRPr>
            </a:pPr>
            <a:r>
              <a:rPr sz="2025" b="0" dirty="0">
                <a:solidFill>
                  <a:srgbClr val="182D45"/>
                </a:solidFill>
                <a:latin typeface="DejaVu Sans"/>
                <a:ea typeface="DejaVu Sans"/>
                <a:cs typeface="DejaVu Sans"/>
              </a:rPr>
              <a:t>The error in the linear approximation becomes negligible compared with the size of the input change.</a:t>
            </a:r>
          </a:p>
        </p:txBody>
      </p:sp>
      <p:sp>
        <p:nvSpPr>
          <p:cNvPr id="6" name="narrative_s5_text4">
            <a:extLst>
              <a:ext uri="{FF2B5EF4-FFF2-40B4-BE49-F238E27FC236}">
                <a16:creationId xmlns:a16="http://schemas.microsoft.com/office/drawing/2014/main" id="{0E5B30EF-EA44-44E3-B82D-22207CDC2147}"/>
              </a:ext>
            </a:extLst>
          </p:cNvPr>
          <p:cNvSpPr>
            <a:spLocks noGrp="1"/>
          </p:cNvSpPr>
          <p:nvPr/>
        </p:nvSpPr>
        <p:spPr>
          <a:xfrm>
            <a:off x="609600" y="4552950"/>
            <a:ext cx="10953750" cy="685800"/>
          </a:xfrm>
          <a:prstGeom prst="rect">
            <a:avLst/>
          </a:prstGeom>
          <a:noFill/>
          <a:ln w="0">
            <a:noFill/>
          </a:ln>
        </p:spPr>
        <p:txBody>
          <a:bodyPr wrap="square" lIns="0" tIns="0" rIns="0" bIns="0" anchor="t">
            <a:noAutofit/>
          </a:bodyPr>
          <a:lstStyle/>
          <a:p>
            <a:pPr algn="ctr">
              <a:defRPr sz="2025" b="0">
                <a:solidFill>
                  <a:srgbClr val="182D45"/>
                </a:solidFill>
                <a:latin typeface="DejaVu Sans"/>
                <a:ea typeface="DejaVu Sans"/>
                <a:cs typeface="DejaVu Sans"/>
              </a:defRPr>
            </a:pPr>
            <a:r>
              <a:rPr sz="2025" b="0" dirty="0">
                <a:solidFill>
                  <a:srgbClr val="182D45"/>
                </a:solidFill>
                <a:latin typeface="DejaVu Sans"/>
                <a:ea typeface="DejaVu Sans"/>
                <a:cs typeface="DejaVu Sans"/>
              </a:rPr>
              <a:t>One can prove that this vector is </a:t>
            </a:r>
            <a:r>
              <a:rPr sz="2025" b="0" dirty="0">
                <a:solidFill>
                  <a:srgbClr val="FF0000"/>
                </a:solidFill>
                <a:latin typeface="DejaVu Sans"/>
                <a:ea typeface="DejaVu Sans"/>
                <a:cs typeface="DejaVu Sans"/>
              </a:rPr>
              <a:t>unique</a:t>
            </a:r>
            <a:r>
              <a:rPr sz="2025" b="0" dirty="0">
                <a:solidFill>
                  <a:srgbClr val="182D45"/>
                </a:solidFill>
                <a:latin typeface="DejaVu Sans"/>
                <a:ea typeface="DejaVu Sans"/>
                <a:cs typeface="DejaVu Sans"/>
              </a:rPr>
              <a:t> and equals the vector of partial derivatives, namely the </a:t>
            </a:r>
            <a:r>
              <a:rPr sz="2025" b="0" dirty="0">
                <a:solidFill>
                  <a:srgbClr val="FF0000"/>
                </a:solidFill>
                <a:latin typeface="DejaVu Sans"/>
                <a:ea typeface="DejaVu Sans"/>
                <a:cs typeface="DejaVu Sans"/>
              </a:rPr>
              <a:t>gradient</a:t>
            </a:r>
            <a:r>
              <a:rPr sz="2025" b="0" dirty="0">
                <a:solidFill>
                  <a:srgbClr val="182D45"/>
                </a:solidFill>
                <a:latin typeface="DejaVu Sans"/>
                <a:ea typeface="DejaVu Sans"/>
                <a:cs typeface="DejaVu Sans"/>
              </a:rPr>
              <a:t>:</a:t>
            </a:r>
          </a:p>
        </p:txBody>
      </p:sp>
      <p:pic>
        <p:nvPicPr>
          <p:cNvPr id="7" name="eq_narrative_s5_5" descr="\mathbf g=\left(\frac{\partial Q}{\partial w_1}(\mathbf w),\ldots,\frac{\partial Q}{\partial w_d}(\mathbf w)\right)^{\!\top}=\nabla Q(\mathbf w)">
            <a:extLst>
              <a:ext uri="{FF2B5EF4-FFF2-40B4-BE49-F238E27FC236}">
                <a16:creationId xmlns:a16="http://schemas.microsoft.com/office/drawing/2014/main" id="{227825E4-F778-41B8-95CC-9EA0468AE7C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08254" y="5238750"/>
            <a:ext cx="5261192" cy="790575"/>
          </a:xfrm>
          <a:prstGeom prst="rect">
            <a:avLst/>
          </a:prstGeom>
          <a:noFill/>
          <a:ln>
            <a:noFill/>
          </a:ln>
        </p:spPr>
      </p:pic>
      <p:sp>
        <p:nvSpPr>
          <p:cNvPr id="8" name="narrative_s5_text6">
            <a:extLst>
              <a:ext uri="{FF2B5EF4-FFF2-40B4-BE49-F238E27FC236}">
                <a16:creationId xmlns:a16="http://schemas.microsoft.com/office/drawing/2014/main" id="{3072077E-F464-4DA6-A236-1C3FDA3254D4}"/>
              </a:ext>
            </a:extLst>
          </p:cNvPr>
          <p:cNvSpPr>
            <a:spLocks noGrp="1"/>
          </p:cNvSpPr>
          <p:nvPr/>
        </p:nvSpPr>
        <p:spPr>
          <a:xfrm>
            <a:off x="609600" y="6229350"/>
            <a:ext cx="10858500" cy="276225"/>
          </a:xfrm>
          <a:prstGeom prst="rect">
            <a:avLst/>
          </a:prstGeom>
          <a:noFill/>
          <a:ln w="0">
            <a:noFill/>
          </a:ln>
        </p:spPr>
        <p:txBody>
          <a:bodyPr wrap="square" lIns="0" tIns="0" rIns="0" bIns="0" anchor="t">
            <a:noAutofit/>
          </a:bodyPr>
          <a:lstStyle/>
          <a:p>
            <a:pPr algn="ctr">
              <a:defRPr sz="1725" b="0">
                <a:solidFill>
                  <a:srgbClr val="526276"/>
                </a:solidFill>
                <a:latin typeface="DejaVu Sans"/>
                <a:ea typeface="DejaVu Sans"/>
                <a:cs typeface="DejaVu Sans"/>
              </a:defRPr>
            </a:pPr>
            <a:r>
              <a:rPr sz="1725" b="0" dirty="0">
                <a:solidFill>
                  <a:srgbClr val="526276"/>
                </a:solidFill>
                <a:latin typeface="DejaVu Sans"/>
                <a:ea typeface="DejaVu Sans"/>
                <a:cs typeface="DejaVu Sans"/>
              </a:rPr>
              <a:t>Partial derivatives can exist even when the function is not differentiable.</a:t>
            </a:r>
          </a:p>
        </p:txBody>
      </p:sp>
    </p:spTree>
    <p:extLst>
      <p:ext uri="{BB962C8B-B14F-4D97-AF65-F5344CB8AC3E}">
        <p14:creationId xmlns:p14="http://schemas.microsoft.com/office/powerpoint/2010/main" val="1783549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animBg="1"/>
      <p:bldP spid="6" grpId="0" build="allAtOnce"/>
      <p:bldP spid="7" grpId="0" build="allAtOnce" animBg="1"/>
      <p:bldP spid="8" grpId="0" build="allAtOnce"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narrative_s38_text1">
            <a:extLst>
              <a:ext uri="{FF2B5EF4-FFF2-40B4-BE49-F238E27FC236}">
                <a16:creationId xmlns:a16="http://schemas.microsoft.com/office/drawing/2014/main" id="{0CAB647F-8DAB-46DF-803E-4C123CADC751}"/>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The chain rule for a partial derivative</a:t>
            </a:r>
          </a:p>
        </p:txBody>
      </p:sp>
      <p:sp>
        <p:nvSpPr>
          <p:cNvPr id="2" name="page_number">
            <a:extLst>
              <a:ext uri="{FF2B5EF4-FFF2-40B4-BE49-F238E27FC236}">
                <a16:creationId xmlns:a16="http://schemas.microsoft.com/office/drawing/2014/main" id="{E52F06BF-E8CD-451D-AC34-60099332A939}"/>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31</a:t>
            </a:r>
          </a:p>
        </p:txBody>
      </p:sp>
      <p:sp>
        <p:nvSpPr>
          <p:cNvPr id="3" name="narrative_s38_text2">
            <a:extLst>
              <a:ext uri="{FF2B5EF4-FFF2-40B4-BE49-F238E27FC236}">
                <a16:creationId xmlns:a16="http://schemas.microsoft.com/office/drawing/2014/main" id="{61E546E7-99E2-41AB-BF98-31A702E4E750}"/>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l">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ordinary chain rule still applies when we vary one argument and hold the other fixed.</a:t>
            </a:r>
          </a:p>
        </p:txBody>
      </p:sp>
      <p:pic>
        <p:nvPicPr>
          <p:cNvPr id="4" name="eq_narrative_s38_3" descr="R(a,b)=s^2,\qquad s=a+2b-3">
            <a:extLst>
              <a:ext uri="{FF2B5EF4-FFF2-40B4-BE49-F238E27FC236}">
                <a16:creationId xmlns:a16="http://schemas.microsoft.com/office/drawing/2014/main" id="{32742677-CDA6-4727-9A8E-02E14CE693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2200275"/>
            <a:ext cx="5300828" cy="449834"/>
          </a:xfrm>
          <a:prstGeom prst="rect">
            <a:avLst/>
          </a:prstGeom>
          <a:noFill/>
          <a:ln>
            <a:noFill/>
          </a:ln>
        </p:spPr>
      </p:pic>
      <mc:AlternateContent xmlns:mc="http://schemas.openxmlformats.org/markup-compatibility/2006" xmlns:a14="http://schemas.microsoft.com/office/drawing/2010/main">
        <mc:Choice Requires="a14">
          <p:sp>
            <p:nvSpPr>
              <p:cNvPr id="5" name="narrative_s38_text4">
                <a:extLst>
                  <a:ext uri="{FF2B5EF4-FFF2-40B4-BE49-F238E27FC236}">
                    <a16:creationId xmlns:a16="http://schemas.microsoft.com/office/drawing/2014/main" id="{E1ED2773-2E7F-43CF-85EA-63EF5625F238}"/>
                  </a:ext>
                </a:extLst>
              </p:cNvPr>
              <p:cNvSpPr>
                <a:spLocks noGrp="1"/>
              </p:cNvSpPr>
              <p:nvPr/>
            </p:nvSpPr>
            <p:spPr>
              <a:xfrm>
                <a:off x="609600" y="3162300"/>
                <a:ext cx="10858500" cy="409575"/>
              </a:xfrm>
              <a:prstGeom prst="rect">
                <a:avLst/>
              </a:prstGeom>
              <a:noFill/>
              <a:ln w="0">
                <a:noFill/>
              </a:ln>
            </p:spPr>
            <p:txBody>
              <a:bodyPr wrap="square" lIns="0" tIns="0" rIns="0" bIns="0" anchor="t">
                <a:noAutofit/>
              </a:bodyPr>
              <a:lstStyle/>
              <a:p>
                <a:pPr algn="l">
                  <a:defRPr sz="2100" b="1">
                    <a:solidFill>
                      <a:srgbClr val="087F83"/>
                    </a:solidFill>
                    <a:latin typeface="DejaVu Sans"/>
                    <a:ea typeface="DejaVu Sans"/>
                    <a:cs typeface="DejaVu Sans"/>
                  </a:defRPr>
                </a:pPr>
                <a:r>
                  <a:rPr sz="2100" b="1">
                    <a:solidFill>
                      <a:srgbClr val="087F83"/>
                    </a:solidFill>
                    <a:latin typeface="DejaVu Sans"/>
                    <a:ea typeface="DejaVu Sans"/>
                    <a:cs typeface="DejaVu Sans"/>
                  </a:rPr>
                  <a:t>Vary </a:t>
                </a:r>
                <a14:m>
                  <m:oMath xmlns:m="http://schemas.openxmlformats.org/officeDocument/2006/math">
                    <m:r>
                      <a:rPr sz="2100" b="0" i="0">
                        <a:solidFill>
                          <a:srgbClr val="087F83"/>
                        </a:solidFill>
                        <a:latin typeface="Cambria Math"/>
                        <a:ea typeface="DejaVu Sans"/>
                        <a:cs typeface="DejaVu Sans"/>
                      </a:rPr>
                      <m:t>𝑎</m:t>
                    </m:r>
                  </m:oMath>
                </a14:m>
                <a:r>
                  <a:rPr sz="2100" b="1">
                    <a:solidFill>
                      <a:srgbClr val="087F83"/>
                    </a:solidFill>
                    <a:latin typeface="DejaVu Sans"/>
                    <a:ea typeface="DejaVu Sans"/>
                    <a:cs typeface="DejaVu Sans"/>
                  </a:rPr>
                  <a:t> and hold </a:t>
                </a:r>
                <a14:m>
                  <m:oMath xmlns:m="http://schemas.openxmlformats.org/officeDocument/2006/math">
                    <m:r>
                      <a:rPr sz="2100" b="0" i="0">
                        <a:solidFill>
                          <a:srgbClr val="087F83"/>
                        </a:solidFill>
                        <a:latin typeface="Cambria Math"/>
                        <a:ea typeface="DejaVu Sans"/>
                        <a:cs typeface="DejaVu Sans"/>
                      </a:rPr>
                      <m:t>𝑏</m:t>
                    </m:r>
                  </m:oMath>
                </a14:m>
                <a:r>
                  <a:rPr sz="2100" b="1">
                    <a:solidFill>
                      <a:srgbClr val="087F83"/>
                    </a:solidFill>
                    <a:latin typeface="DejaVu Sans"/>
                    <a:ea typeface="DejaVu Sans"/>
                    <a:cs typeface="DejaVu Sans"/>
                  </a:rPr>
                  <a:t> fixed.</a:t>
                </a:r>
              </a:p>
            </p:txBody>
          </p:sp>
        </mc:Choice>
        <mc:Fallback xmlns="">
          <p:sp>
            <p:nvSpPr>
              <p:cNvPr id="5" name="narrative_s38_text4">
                <a:extLst>
                  <a:ext uri="{FF2B5EF4-FFF2-40B4-BE49-F238E27FC236}">
                    <a16:creationId xmlns:a16="http://schemas.microsoft.com/office/drawing/2014/main" id="{E1ED2773-2E7F-43CF-85EA-63EF5625F238}"/>
                  </a:ext>
                </a:extLst>
              </p:cNvPr>
              <p:cNvSpPr>
                <a:spLocks noGrp="1"/>
              </p:cNvSpPr>
              <p:nvPr/>
            </p:nvSpPr>
            <p:spPr>
              <a:xfrm>
                <a:off x="609600" y="3162300"/>
                <a:ext cx="10858500" cy="409575"/>
              </a:xfrm>
              <a:prstGeom prst="rect">
                <a:avLst/>
              </a:prstGeom>
              <a:noFill/>
              <a:ln w="0">
                <a:noFill/>
              </a:ln>
            </p:spPr>
            <p:txBody>
              <a:bodyPr wrap="square" lIns="0" tIns="0" rIns="0" bIns="0" anchor="t">
                <a:noAutofit/>
              </a:bodyPr>
              <a:lstStyle/>
              <a:p>
                <a:pPr algn="l">
                  <a:defRPr sz="2100" b="1">
                    <a:solidFill>
                      <a:srgbClr val="087F83"/>
                    </a:solidFill>
                    <a:latin typeface="DejaVu Sans"/>
                    <a:ea typeface="DejaVu Sans"/>
                    <a:cs typeface="DejaVu Sans"/>
                  </a:defRPr>
                </a:pPr>
                <a:r>
                  <a:rPr sz="2100" b="1">
                    <a:solidFill>
                      <a:srgbClr val="087F83"/>
                    </a:solidFill>
                    <a:latin typeface="DejaVu Sans"/>
                    <a:ea typeface="DejaVu Sans"/>
                    <a:cs typeface="DejaVu Sans"/>
                  </a:rPr>
                  <a:t>Vary </a:t>
                </a:r>
                <a:r>
                  <a:rPr sz="2100" b="0" i="0">
                    <a:solidFill>
                      <a:srgbClr val="087F83"/>
                    </a:solidFill>
                    <a:latin typeface="Cambria Math"/>
                    <a:ea typeface="DejaVu Sans"/>
                    <a:cs typeface="DejaVu Sans"/>
                  </a:rPr>
                  <a:t>𝑎</a:t>
                </a:r>
                <a:r>
                  <a:rPr sz="2100" b="1">
                    <a:solidFill>
                      <a:srgbClr val="087F83"/>
                    </a:solidFill>
                    <a:latin typeface="DejaVu Sans"/>
                    <a:ea typeface="DejaVu Sans"/>
                    <a:cs typeface="DejaVu Sans"/>
                  </a:rPr>
                  <a:t> and hold </a:t>
                </a:r>
                <a:r>
                  <a:rPr sz="2100" b="0" i="0">
                    <a:solidFill>
                      <a:srgbClr val="087F83"/>
                    </a:solidFill>
                    <a:latin typeface="Cambria Math"/>
                    <a:ea typeface="DejaVu Sans"/>
                    <a:cs typeface="DejaVu Sans"/>
                  </a:rPr>
                  <a:t>𝑏</a:t>
                </a:r>
                <a:r>
                  <a:rPr sz="2100" b="1">
                    <a:solidFill>
                      <a:srgbClr val="087F83"/>
                    </a:solidFill>
                    <a:latin typeface="DejaVu Sans"/>
                    <a:ea typeface="DejaVu Sans"/>
                    <a:cs typeface="DejaVu Sans"/>
                  </a:rPr>
                  <a:t> fixed.</a:t>
                </a:r>
              </a:p>
            </p:txBody>
          </p:sp>
        </mc:Fallback>
      </mc:AlternateContent>
      <p:pic>
        <p:nvPicPr>
          <p:cNvPr id="6" name="eq_narrative_s38_5" descr="\frac{\partial R}{\partial a}=\frac{d(s^2)}{ds}\frac{\partial s}{\partial a}=2(a+2b-3)\cdot1">
            <a:extLst>
              <a:ext uri="{FF2B5EF4-FFF2-40B4-BE49-F238E27FC236}">
                <a16:creationId xmlns:a16="http://schemas.microsoft.com/office/drawing/2014/main" id="{C46A6573-62E8-4B62-A282-9D5FA7CDE8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600" y="3743325"/>
            <a:ext cx="5729034" cy="854621"/>
          </a:xfrm>
          <a:prstGeom prst="rect">
            <a:avLst/>
          </a:prstGeom>
          <a:noFill/>
          <a:ln>
            <a:noFill/>
          </a:ln>
        </p:spPr>
      </p:pic>
      <mc:AlternateContent xmlns:mc="http://schemas.openxmlformats.org/markup-compatibility/2006" xmlns:a14="http://schemas.microsoft.com/office/drawing/2010/main">
        <mc:Choice Requires="a14">
          <p:sp>
            <p:nvSpPr>
              <p:cNvPr id="7" name="narrative_s38_text6">
                <a:extLst>
                  <a:ext uri="{FF2B5EF4-FFF2-40B4-BE49-F238E27FC236}">
                    <a16:creationId xmlns:a16="http://schemas.microsoft.com/office/drawing/2014/main" id="{43E14251-3975-49F5-AD0D-AEAD89E06CBB}"/>
                  </a:ext>
                </a:extLst>
              </p:cNvPr>
              <p:cNvSpPr>
                <a:spLocks noGrp="1"/>
              </p:cNvSpPr>
              <p:nvPr/>
            </p:nvSpPr>
            <p:spPr>
              <a:xfrm>
                <a:off x="609600" y="4867275"/>
                <a:ext cx="10858500" cy="409575"/>
              </a:xfrm>
              <a:prstGeom prst="rect">
                <a:avLst/>
              </a:prstGeom>
              <a:noFill/>
              <a:ln w="0">
                <a:noFill/>
              </a:ln>
            </p:spPr>
            <p:txBody>
              <a:bodyPr wrap="square" lIns="0" tIns="0" rIns="0" bIns="0" anchor="t">
                <a:noAutofit/>
              </a:bodyPr>
              <a:lstStyle/>
              <a:p>
                <a:pPr algn="l">
                  <a:defRPr sz="2100" b="1">
                    <a:solidFill>
                      <a:srgbClr val="326CB2"/>
                    </a:solidFill>
                    <a:latin typeface="DejaVu Sans"/>
                    <a:ea typeface="DejaVu Sans"/>
                    <a:cs typeface="DejaVu Sans"/>
                  </a:defRPr>
                </a:pPr>
                <a:r>
                  <a:rPr sz="2100" b="1">
                    <a:solidFill>
                      <a:srgbClr val="326CB2"/>
                    </a:solidFill>
                    <a:latin typeface="DejaVu Sans"/>
                    <a:ea typeface="DejaVu Sans"/>
                    <a:cs typeface="DejaVu Sans"/>
                  </a:rPr>
                  <a:t>Vary </a:t>
                </a:r>
                <a14:m>
                  <m:oMath xmlns:m="http://schemas.openxmlformats.org/officeDocument/2006/math">
                    <m:r>
                      <a:rPr sz="2100" b="0" i="0">
                        <a:solidFill>
                          <a:srgbClr val="326CB2"/>
                        </a:solidFill>
                        <a:latin typeface="Cambria Math"/>
                        <a:ea typeface="DejaVu Sans"/>
                        <a:cs typeface="DejaVu Sans"/>
                      </a:rPr>
                      <m:t>𝑏</m:t>
                    </m:r>
                  </m:oMath>
                </a14:m>
                <a:r>
                  <a:rPr sz="2100" b="1">
                    <a:solidFill>
                      <a:srgbClr val="326CB2"/>
                    </a:solidFill>
                    <a:latin typeface="DejaVu Sans"/>
                    <a:ea typeface="DejaVu Sans"/>
                    <a:cs typeface="DejaVu Sans"/>
                  </a:rPr>
                  <a:t> and hold </a:t>
                </a:r>
                <a14:m>
                  <m:oMath xmlns:m="http://schemas.openxmlformats.org/officeDocument/2006/math">
                    <m:r>
                      <a:rPr sz="2100" b="0" i="0">
                        <a:solidFill>
                          <a:srgbClr val="326CB2"/>
                        </a:solidFill>
                        <a:latin typeface="Cambria Math"/>
                        <a:ea typeface="DejaVu Sans"/>
                        <a:cs typeface="DejaVu Sans"/>
                      </a:rPr>
                      <m:t>𝑎</m:t>
                    </m:r>
                  </m:oMath>
                </a14:m>
                <a:r>
                  <a:rPr sz="2100" b="1">
                    <a:solidFill>
                      <a:srgbClr val="326CB2"/>
                    </a:solidFill>
                    <a:latin typeface="DejaVu Sans"/>
                    <a:ea typeface="DejaVu Sans"/>
                    <a:cs typeface="DejaVu Sans"/>
                  </a:rPr>
                  <a:t> fixed.</a:t>
                </a:r>
              </a:p>
            </p:txBody>
          </p:sp>
        </mc:Choice>
        <mc:Fallback xmlns="">
          <p:sp>
            <p:nvSpPr>
              <p:cNvPr id="7" name="narrative_s38_text6">
                <a:extLst>
                  <a:ext uri="{FF2B5EF4-FFF2-40B4-BE49-F238E27FC236}">
                    <a16:creationId xmlns:a16="http://schemas.microsoft.com/office/drawing/2014/main" id="{43E14251-3975-49F5-AD0D-AEAD89E06CBB}"/>
                  </a:ext>
                </a:extLst>
              </p:cNvPr>
              <p:cNvSpPr>
                <a:spLocks noGrp="1"/>
              </p:cNvSpPr>
              <p:nvPr/>
            </p:nvSpPr>
            <p:spPr>
              <a:xfrm>
                <a:off x="609600" y="4867275"/>
                <a:ext cx="10858500" cy="409575"/>
              </a:xfrm>
              <a:prstGeom prst="rect">
                <a:avLst/>
              </a:prstGeom>
              <a:noFill/>
              <a:ln w="0">
                <a:noFill/>
              </a:ln>
            </p:spPr>
            <p:txBody>
              <a:bodyPr wrap="square" lIns="0" tIns="0" rIns="0" bIns="0" anchor="t">
                <a:noAutofit/>
              </a:bodyPr>
              <a:lstStyle/>
              <a:p>
                <a:pPr algn="l">
                  <a:defRPr sz="2100" b="1">
                    <a:solidFill>
                      <a:srgbClr val="326CB2"/>
                    </a:solidFill>
                    <a:latin typeface="DejaVu Sans"/>
                    <a:ea typeface="DejaVu Sans"/>
                    <a:cs typeface="DejaVu Sans"/>
                  </a:defRPr>
                </a:pPr>
                <a:r>
                  <a:rPr sz="2100" b="1">
                    <a:solidFill>
                      <a:srgbClr val="326CB2"/>
                    </a:solidFill>
                    <a:latin typeface="DejaVu Sans"/>
                    <a:ea typeface="DejaVu Sans"/>
                    <a:cs typeface="DejaVu Sans"/>
                  </a:rPr>
                  <a:t>Vary </a:t>
                </a:r>
                <a:r>
                  <a:rPr sz="2100" b="0" i="0">
                    <a:solidFill>
                      <a:srgbClr val="326CB2"/>
                    </a:solidFill>
                    <a:latin typeface="Cambria Math"/>
                    <a:ea typeface="DejaVu Sans"/>
                    <a:cs typeface="DejaVu Sans"/>
                  </a:rPr>
                  <a:t>𝑏</a:t>
                </a:r>
                <a:r>
                  <a:rPr sz="2100" b="1">
                    <a:solidFill>
                      <a:srgbClr val="326CB2"/>
                    </a:solidFill>
                    <a:latin typeface="DejaVu Sans"/>
                    <a:ea typeface="DejaVu Sans"/>
                    <a:cs typeface="DejaVu Sans"/>
                  </a:rPr>
                  <a:t> and hold </a:t>
                </a:r>
                <a:r>
                  <a:rPr sz="2100" b="0" i="0">
                    <a:solidFill>
                      <a:srgbClr val="326CB2"/>
                    </a:solidFill>
                    <a:latin typeface="Cambria Math"/>
                    <a:ea typeface="DejaVu Sans"/>
                    <a:cs typeface="DejaVu Sans"/>
                  </a:rPr>
                  <a:t>𝑎</a:t>
                </a:r>
                <a:r>
                  <a:rPr sz="2100" b="1">
                    <a:solidFill>
                      <a:srgbClr val="326CB2"/>
                    </a:solidFill>
                    <a:latin typeface="DejaVu Sans"/>
                    <a:ea typeface="DejaVu Sans"/>
                    <a:cs typeface="DejaVu Sans"/>
                  </a:rPr>
                  <a:t> fixed.</a:t>
                </a:r>
              </a:p>
            </p:txBody>
          </p:sp>
        </mc:Fallback>
      </mc:AlternateContent>
      <p:pic>
        <p:nvPicPr>
          <p:cNvPr id="8" name="eq_narrative_s38_7" descr="\frac{\partial R}{\partial b}=\frac{d(s^2)}{ds}\frac{\partial s}{\partial b}=2(a+2b-3)\cdot2">
            <a:extLst>
              <a:ext uri="{FF2B5EF4-FFF2-40B4-BE49-F238E27FC236}">
                <a16:creationId xmlns:a16="http://schemas.microsoft.com/office/drawing/2014/main" id="{2D54258C-0BDA-43DC-9D17-975B37FCE11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9600" y="5391150"/>
            <a:ext cx="5660192" cy="847725"/>
          </a:xfrm>
          <a:prstGeom prst="rect">
            <a:avLst/>
          </a:prstGeom>
          <a:noFill/>
          <a:ln>
            <a:noFill/>
          </a:ln>
        </p:spPr>
      </p:pic>
    </p:spTree>
    <p:extLst>
      <p:ext uri="{BB962C8B-B14F-4D97-AF65-F5344CB8AC3E}">
        <p14:creationId xmlns:p14="http://schemas.microsoft.com/office/powerpoint/2010/main" val="244101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P spid="8" grpId="0" build="allAtOnce"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narrative_s41_text1">
            <a:extLst>
              <a:ext uri="{FF2B5EF4-FFF2-40B4-BE49-F238E27FC236}">
                <a16:creationId xmlns:a16="http://schemas.microsoft.com/office/drawing/2014/main" id="{26C07F11-C794-40F6-AD81-20A4BC23E2D9}"/>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Today's lecture</a:t>
            </a:r>
          </a:p>
        </p:txBody>
      </p:sp>
      <p:sp>
        <p:nvSpPr>
          <p:cNvPr id="2" name="page_number">
            <a:extLst>
              <a:ext uri="{FF2B5EF4-FFF2-40B4-BE49-F238E27FC236}">
                <a16:creationId xmlns:a16="http://schemas.microsoft.com/office/drawing/2014/main" id="{875CA721-60E0-4B83-AAC6-02AB9F5CE585}"/>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32</a:t>
            </a:r>
          </a:p>
        </p:txBody>
      </p:sp>
      <p:sp>
        <p:nvSpPr>
          <p:cNvPr id="3" name="narrative_s41_text2">
            <a:extLst>
              <a:ext uri="{FF2B5EF4-FFF2-40B4-BE49-F238E27FC236}">
                <a16:creationId xmlns:a16="http://schemas.microsoft.com/office/drawing/2014/main" id="{C8BC4AE3-0AA6-466A-8F71-42CCCEFEF931}"/>
              </a:ext>
            </a:extLst>
          </p:cNvPr>
          <p:cNvSpPr>
            <a:spLocks noGrp="1"/>
          </p:cNvSpPr>
          <p:nvPr/>
        </p:nvSpPr>
        <p:spPr>
          <a:xfrm>
            <a:off x="819150" y="2095500"/>
            <a:ext cx="10572750" cy="3429000"/>
          </a:xfrm>
          <a:prstGeom prst="rect">
            <a:avLst/>
          </a:prstGeom>
          <a:noFill/>
          <a:ln w="0">
            <a:noFill/>
          </a:ln>
        </p:spPr>
        <p:txBody>
          <a:bodyPr wrap="square" lIns="0" tIns="0" rIns="0" bIns="0" anchor="t">
            <a:noAutofit/>
          </a:bodyPr>
          <a:lstStyle/>
          <a:p>
            <a:pPr marL="431800" indent="-317500" algn="l">
              <a:spcAft>
                <a:spcPts val="4000"/>
              </a:spcAft>
              <a:buChar char="•"/>
              <a:defRPr sz="2850" b="0">
                <a:solidFill>
                  <a:srgbClr val="7B8794"/>
                </a:solidFill>
                <a:latin typeface="DejaVu Sans"/>
                <a:ea typeface="DejaVu Sans"/>
                <a:cs typeface="DejaVu Sans"/>
              </a:defRPr>
            </a:pPr>
            <a:r>
              <a:rPr sz="2850" b="0">
                <a:solidFill>
                  <a:srgbClr val="7B8794"/>
                </a:solidFill>
                <a:latin typeface="DejaVu Sans"/>
                <a:ea typeface="DejaVu Sans"/>
                <a:cs typeface="DejaVu Sans"/>
              </a:rPr>
              <a:t>Matrices</a:t>
            </a:r>
          </a:p>
          <a:p>
            <a:pPr marL="431800" indent="-317500" algn="l">
              <a:spcAft>
                <a:spcPts val="4000"/>
              </a:spcAft>
              <a:buChar char="•"/>
              <a:defRPr sz="2850" b="0">
                <a:solidFill>
                  <a:srgbClr val="7B8794"/>
                </a:solidFill>
                <a:latin typeface="DejaVu Sans"/>
                <a:ea typeface="DejaVu Sans"/>
                <a:cs typeface="DejaVu Sans"/>
              </a:defRPr>
            </a:pPr>
            <a:r>
              <a:rPr sz="2850" b="0">
                <a:solidFill>
                  <a:srgbClr val="7B8794"/>
                </a:solidFill>
                <a:latin typeface="DejaVu Sans"/>
                <a:ea typeface="DejaVu Sans"/>
                <a:cs typeface="DejaVu Sans"/>
              </a:rPr>
              <a:t>Differential calculus</a:t>
            </a:r>
          </a:p>
          <a:p>
            <a:pPr marL="431800" indent="-317500" algn="l">
              <a:spcAft>
                <a:spcPts val="4000"/>
              </a:spcAft>
              <a:buChar char="•"/>
              <a:defRPr sz="2850" b="0">
                <a:solidFill>
                  <a:srgbClr val="7B8794"/>
                </a:solidFill>
                <a:latin typeface="DejaVu Sans"/>
                <a:ea typeface="DejaVu Sans"/>
                <a:cs typeface="DejaVu Sans"/>
              </a:defRPr>
            </a:pPr>
            <a:r>
              <a:rPr sz="2850" b="1">
                <a:solidFill>
                  <a:srgbClr val="087F83"/>
                </a:solidFill>
                <a:latin typeface="DejaVu Sans"/>
                <a:ea typeface="DejaVu Sans"/>
                <a:cs typeface="DejaVu Sans"/>
              </a:rPr>
              <a:t>Finding minima using differential calculus</a:t>
            </a:r>
          </a:p>
        </p:txBody>
      </p:sp>
    </p:spTree>
    <p:extLst>
      <p:ext uri="{BB962C8B-B14F-4D97-AF65-F5344CB8AC3E}">
        <p14:creationId xmlns:p14="http://schemas.microsoft.com/office/powerpoint/2010/main" val="20288557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narrative_s42_text1">
            <a:extLst>
              <a:ext uri="{FF2B5EF4-FFF2-40B4-BE49-F238E27FC236}">
                <a16:creationId xmlns:a16="http://schemas.microsoft.com/office/drawing/2014/main" id="{F117AA19-AB80-4F22-8BD2-01802DF334EA}"/>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Local and global minima</a:t>
            </a:r>
          </a:p>
        </p:txBody>
      </p:sp>
      <p:sp>
        <p:nvSpPr>
          <p:cNvPr id="2" name="page_number">
            <a:extLst>
              <a:ext uri="{FF2B5EF4-FFF2-40B4-BE49-F238E27FC236}">
                <a16:creationId xmlns:a16="http://schemas.microsoft.com/office/drawing/2014/main" id="{EC466DA7-730C-40B3-AFE5-3CF32CB8F69D}"/>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33</a:t>
            </a:r>
          </a:p>
        </p:txBody>
      </p:sp>
      <p:sp>
        <p:nvSpPr>
          <p:cNvPr id="3" name="narrative_s42_text2">
            <a:extLst>
              <a:ext uri="{FF2B5EF4-FFF2-40B4-BE49-F238E27FC236}">
                <a16:creationId xmlns:a16="http://schemas.microsoft.com/office/drawing/2014/main" id="{B22ED1CA-801D-4A92-BA68-882F4D75D08F}"/>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We seek an input where the function has its smallest value.</a:t>
            </a:r>
            <a:endParaRPr lang="it-IT" sz="21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range of inputs used for comparison matters.</a:t>
            </a:r>
          </a:p>
        </p:txBody>
      </p:sp>
      <p:sp>
        <p:nvSpPr>
          <p:cNvPr id="4" name="narrative_s42_text3">
            <a:extLst>
              <a:ext uri="{FF2B5EF4-FFF2-40B4-BE49-F238E27FC236}">
                <a16:creationId xmlns:a16="http://schemas.microsoft.com/office/drawing/2014/main" id="{B6C05DA3-CC68-4A96-AFB1-C9AD9B3EBC26}"/>
              </a:ext>
            </a:extLst>
          </p:cNvPr>
          <p:cNvSpPr>
            <a:spLocks noGrp="1"/>
          </p:cNvSpPr>
          <p:nvPr/>
        </p:nvSpPr>
        <p:spPr>
          <a:xfrm>
            <a:off x="609600" y="2305050"/>
            <a:ext cx="10858500" cy="466725"/>
          </a:xfrm>
          <a:prstGeom prst="rect">
            <a:avLst/>
          </a:prstGeom>
          <a:noFill/>
          <a:ln w="0">
            <a:noFill/>
          </a:ln>
        </p:spPr>
        <p:txBody>
          <a:bodyPr wrap="square" lIns="0" tIns="0" rIns="0" bIns="0" anchor="t">
            <a:noAutofit/>
          </a:bodyPr>
          <a:lstStyle/>
          <a:p>
            <a:pPr algn="ctr">
              <a:defRPr sz="2400" b="1">
                <a:solidFill>
                  <a:srgbClr val="087F83"/>
                </a:solidFill>
                <a:latin typeface="DejaVu Sans"/>
                <a:ea typeface="DejaVu Sans"/>
                <a:cs typeface="DejaVu Sans"/>
              </a:defRPr>
            </a:pPr>
            <a:r>
              <a:rPr sz="2400" b="1" dirty="0">
                <a:solidFill>
                  <a:srgbClr val="087F83"/>
                </a:solidFill>
                <a:latin typeface="DejaVu Sans"/>
                <a:ea typeface="DejaVu Sans"/>
                <a:cs typeface="DejaVu Sans"/>
              </a:rPr>
              <a:t>A local minimum compares nearby inputs.</a:t>
            </a:r>
          </a:p>
        </p:txBody>
      </p:sp>
      <p:pic>
        <p:nvPicPr>
          <p:cNvPr id="5" name="eq_narrative_s42_4" descr="f(x^*)\leq f(x)\quad\text{for all }x\text{ sufficiently close to }x^*">
            <a:extLst>
              <a:ext uri="{FF2B5EF4-FFF2-40B4-BE49-F238E27FC236}">
                <a16:creationId xmlns:a16="http://schemas.microsoft.com/office/drawing/2014/main" id="{F9D47254-811B-49D6-96E5-5287005E10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77046" y="3009900"/>
            <a:ext cx="7323607" cy="387350"/>
          </a:xfrm>
          <a:prstGeom prst="rect">
            <a:avLst/>
          </a:prstGeom>
          <a:noFill/>
          <a:ln>
            <a:noFill/>
          </a:ln>
        </p:spPr>
      </p:pic>
      <p:sp>
        <p:nvSpPr>
          <p:cNvPr id="6" name="narrative_s42_text5">
            <a:extLst>
              <a:ext uri="{FF2B5EF4-FFF2-40B4-BE49-F238E27FC236}">
                <a16:creationId xmlns:a16="http://schemas.microsoft.com/office/drawing/2014/main" id="{08C7458F-3817-4D6C-AF6A-FB3594DFB2D6}"/>
              </a:ext>
            </a:extLst>
          </p:cNvPr>
          <p:cNvSpPr>
            <a:spLocks noGrp="1"/>
          </p:cNvSpPr>
          <p:nvPr/>
        </p:nvSpPr>
        <p:spPr>
          <a:xfrm>
            <a:off x="609600" y="4095750"/>
            <a:ext cx="10858500" cy="466725"/>
          </a:xfrm>
          <a:prstGeom prst="rect">
            <a:avLst/>
          </a:prstGeom>
          <a:noFill/>
          <a:ln w="0">
            <a:noFill/>
          </a:ln>
        </p:spPr>
        <p:txBody>
          <a:bodyPr wrap="square" lIns="0" tIns="0" rIns="0" bIns="0" anchor="t">
            <a:noAutofit/>
          </a:bodyPr>
          <a:lstStyle/>
          <a:p>
            <a:pPr algn="ctr">
              <a:defRPr sz="2400" b="1">
                <a:solidFill>
                  <a:srgbClr val="326CB2"/>
                </a:solidFill>
                <a:latin typeface="DejaVu Sans"/>
                <a:ea typeface="DejaVu Sans"/>
                <a:cs typeface="DejaVu Sans"/>
              </a:defRPr>
            </a:pPr>
            <a:r>
              <a:rPr sz="2400" b="1" dirty="0">
                <a:solidFill>
                  <a:srgbClr val="326CB2"/>
                </a:solidFill>
                <a:latin typeface="DejaVu Sans"/>
                <a:ea typeface="DejaVu Sans"/>
                <a:cs typeface="DejaVu Sans"/>
              </a:rPr>
              <a:t>A global minimum compares all inputs in the domain.</a:t>
            </a:r>
          </a:p>
        </p:txBody>
      </p:sp>
      <p:pic>
        <p:nvPicPr>
          <p:cNvPr id="7" name="eq_narrative_s42_6" descr="f(x^*)\leq f(x)\quad\text{for every }x\text{ in the domain}">
            <a:extLst>
              <a:ext uri="{FF2B5EF4-FFF2-40B4-BE49-F238E27FC236}">
                <a16:creationId xmlns:a16="http://schemas.microsoft.com/office/drawing/2014/main" id="{09827032-4E9A-4D66-95F9-E07E73EAD8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48521" y="4700587"/>
            <a:ext cx="6494958" cy="387350"/>
          </a:xfrm>
          <a:prstGeom prst="rect">
            <a:avLst/>
          </a:prstGeom>
          <a:noFill/>
          <a:ln>
            <a:noFill/>
          </a:ln>
        </p:spPr>
      </p:pic>
      <p:sp>
        <p:nvSpPr>
          <p:cNvPr id="8" name="narrative_s42_text7">
            <a:extLst>
              <a:ext uri="{FF2B5EF4-FFF2-40B4-BE49-F238E27FC236}">
                <a16:creationId xmlns:a16="http://schemas.microsoft.com/office/drawing/2014/main" id="{39ED2072-0C50-4A5E-A14B-C31C45B9BE18}"/>
              </a:ext>
            </a:extLst>
          </p:cNvPr>
          <p:cNvSpPr>
            <a:spLocks noGrp="1"/>
          </p:cNvSpPr>
          <p:nvPr/>
        </p:nvSpPr>
        <p:spPr>
          <a:xfrm>
            <a:off x="609600" y="6000750"/>
            <a:ext cx="10858500" cy="457200"/>
          </a:xfrm>
          <a:prstGeom prst="rect">
            <a:avLst/>
          </a:prstGeom>
          <a:noFill/>
          <a:ln w="0">
            <a:noFill/>
          </a:ln>
        </p:spPr>
        <p:txBody>
          <a:bodyPr wrap="square" lIns="0" tIns="0" rIns="0" bIns="0" anchor="t">
            <a:noAutofit/>
          </a:bodyPr>
          <a:lstStyle/>
          <a:p>
            <a:pPr algn="ctr">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Every global minimum is also local. A local minimum need not be global.</a:t>
            </a:r>
          </a:p>
        </p:txBody>
      </p:sp>
    </p:spTree>
    <p:extLst>
      <p:ext uri="{BB962C8B-B14F-4D97-AF65-F5344CB8AC3E}">
        <p14:creationId xmlns:p14="http://schemas.microsoft.com/office/powerpoint/2010/main" val="1962454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animBg="1"/>
      <p:bldP spid="7" grpId="0" build="allAtOnce" animBg="1"/>
      <p:bldP spid="8" grpId="0" build="allAtOnce" animBg="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narrative_s43_text1">
            <a:extLst>
              <a:ext uri="{FF2B5EF4-FFF2-40B4-BE49-F238E27FC236}">
                <a16:creationId xmlns:a16="http://schemas.microsoft.com/office/drawing/2014/main" id="{0E975349-7F37-43F6-AA5E-10A7AAB59287}"/>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Fermat’s theorem in one variable</a:t>
            </a:r>
          </a:p>
        </p:txBody>
      </p:sp>
      <p:sp>
        <p:nvSpPr>
          <p:cNvPr id="2" name="page_number">
            <a:extLst>
              <a:ext uri="{FF2B5EF4-FFF2-40B4-BE49-F238E27FC236}">
                <a16:creationId xmlns:a16="http://schemas.microsoft.com/office/drawing/2014/main" id="{B6B7DF45-0E91-4D5C-AABD-8B9FB7E8E745}"/>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34</a:t>
            </a:r>
          </a:p>
        </p:txBody>
      </p:sp>
      <mc:AlternateContent xmlns:mc="http://schemas.openxmlformats.org/markup-compatibility/2006" xmlns:a14="http://schemas.microsoft.com/office/drawing/2010/main">
        <mc:Choice Requires="a14">
          <p:sp>
            <p:nvSpPr>
              <p:cNvPr id="3" name="narrative_s43_text2">
                <a:extLst>
                  <a:ext uri="{FF2B5EF4-FFF2-40B4-BE49-F238E27FC236}">
                    <a16:creationId xmlns:a16="http://schemas.microsoft.com/office/drawing/2014/main" id="{1F857D83-A207-4D40-B951-4B02DCDE0E4E}"/>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lang="it-IT" sz="2100" b="0" dirty="0">
                    <a:solidFill>
                      <a:srgbClr val="182D45"/>
                    </a:solidFill>
                    <a:latin typeface="DejaVu Sans"/>
                    <a:ea typeface="DejaVu Sans"/>
                    <a:cs typeface="DejaVu Sans"/>
                  </a:rPr>
                  <a:t>If </a:t>
                </a:r>
                <a14:m>
                  <m:oMath xmlns:m="http://schemas.openxmlformats.org/officeDocument/2006/math">
                    <m:r>
                      <a:rPr lang="it-IT" sz="2100" b="0" i="0">
                        <a:solidFill>
                          <a:srgbClr val="182D45"/>
                        </a:solidFill>
                        <a:latin typeface="Cambria Math"/>
                        <a:ea typeface="DejaVu Sans"/>
                        <a:cs typeface="DejaVu Sans"/>
                      </a:rPr>
                      <m:t>𝑓</m:t>
                    </m:r>
                  </m:oMath>
                </a14:m>
                <a:r>
                  <a:rPr lang="it-IT" sz="2100" b="0" dirty="0">
                    <a:solidFill>
                      <a:srgbClr val="182D45"/>
                    </a:solidFill>
                    <a:latin typeface="DejaVu Sans"/>
                    <a:ea typeface="DejaVu Sans"/>
                    <a:cs typeface="DejaVu Sans"/>
                  </a:rPr>
                  <a:t> is differentiable at a local minimum </a:t>
                </a:r>
                <a14:m>
                  <m:oMath xmlns:m="http://schemas.openxmlformats.org/officeDocument/2006/math">
                    <m:sSup>
                      <m:sSupPr>
                        <m:ctrlPr>
                          <a:rPr lang="ar-AE" sz="2100" b="0" i="0">
                            <a:solidFill>
                              <a:srgbClr val="182D45"/>
                            </a:solidFill>
                            <a:latin typeface="Cambria Math"/>
                            <a:ea typeface="DejaVu Sans"/>
                            <a:cs typeface="DejaVu Sans"/>
                          </a:rPr>
                        </m:ctrlPr>
                      </m:sSupPr>
                      <m:e>
                        <m:r>
                          <a:rPr lang="ar-AE" sz="2100" b="0" i="0">
                            <a:solidFill>
                              <a:srgbClr val="182D45"/>
                            </a:solidFill>
                            <a:latin typeface="Cambria Math"/>
                            <a:ea typeface="DejaVu Sans"/>
                            <a:cs typeface="DejaVu Sans"/>
                          </a:rPr>
                          <m:t>𝑥</m:t>
                        </m:r>
                      </m:e>
                      <m:sup>
                        <m:r>
                          <a:rPr lang="ar-AE" sz="2100" b="0" i="0">
                            <a:solidFill>
                              <a:srgbClr val="182D45"/>
                            </a:solidFill>
                            <a:latin typeface="Cambria Math"/>
                            <a:ea typeface="DejaVu Sans"/>
                            <a:cs typeface="DejaVu Sans"/>
                          </a:rPr>
                          <m:t>∗</m:t>
                        </m:r>
                      </m:sup>
                    </m:sSup>
                  </m:oMath>
                </a14:m>
                <a:r>
                  <a:rPr lang="ar-AE" sz="2100" b="0" dirty="0">
                    <a:solidFill>
                      <a:srgbClr val="182D45"/>
                    </a:solidFill>
                    <a:latin typeface="DejaVu Sans"/>
                    <a:ea typeface="DejaVu Sans"/>
                    <a:cs typeface="DejaVu Sans"/>
                  </a:rPr>
                  <a:t>, </a:t>
                </a:r>
                <a:r>
                  <a:rPr lang="it-IT" sz="2100" b="0" dirty="0">
                    <a:solidFill>
                      <a:srgbClr val="182D45"/>
                    </a:solidFill>
                    <a:latin typeface="DejaVu Sans"/>
                    <a:ea typeface="DejaVu Sans"/>
                    <a:cs typeface="DejaVu Sans"/>
                  </a:rPr>
                  <a:t>then </a:t>
                </a:r>
                <a14:m>
                  <m:oMath xmlns:m="http://schemas.openxmlformats.org/officeDocument/2006/math">
                    <m:r>
                      <a:rPr lang="it-IT" sz="2100" b="0" i="0">
                        <a:solidFill>
                          <a:srgbClr val="182D45"/>
                        </a:solidFill>
                        <a:latin typeface="Cambria Math"/>
                        <a:ea typeface="DejaVu Sans"/>
                        <a:cs typeface="DejaVu Sans"/>
                      </a:rPr>
                      <m:t>𝑓</m:t>
                    </m:r>
                    <m:r>
                      <a:rPr lang="it-IT" sz="2100" b="0" i="0">
                        <a:solidFill>
                          <a:srgbClr val="182D45"/>
                        </a:solidFill>
                        <a:latin typeface="Cambria Math"/>
                        <a:ea typeface="DejaVu Sans"/>
                        <a:cs typeface="DejaVu Sans"/>
                      </a:rPr>
                      <m:t>′(</m:t>
                    </m:r>
                    <m:sSup>
                      <m:sSupPr>
                        <m:ctrlPr>
                          <a:rPr lang="ar-AE" sz="2100" b="0" i="0">
                            <a:solidFill>
                              <a:srgbClr val="182D45"/>
                            </a:solidFill>
                            <a:latin typeface="Cambria Math"/>
                            <a:ea typeface="DejaVu Sans"/>
                            <a:cs typeface="DejaVu Sans"/>
                          </a:rPr>
                        </m:ctrlPr>
                      </m:sSupPr>
                      <m:e>
                        <m:r>
                          <a:rPr lang="ar-AE" sz="2100" b="0" i="0">
                            <a:solidFill>
                              <a:srgbClr val="182D45"/>
                            </a:solidFill>
                            <a:latin typeface="Cambria Math"/>
                            <a:ea typeface="DejaVu Sans"/>
                            <a:cs typeface="DejaVu Sans"/>
                          </a:rPr>
                          <m:t>𝑥</m:t>
                        </m:r>
                      </m:e>
                      <m:sup>
                        <m:r>
                          <a:rPr lang="ar-AE" sz="2100" b="0" i="0">
                            <a:solidFill>
                              <a:srgbClr val="182D45"/>
                            </a:solidFill>
                            <a:latin typeface="Cambria Math"/>
                            <a:ea typeface="DejaVu Sans"/>
                            <a:cs typeface="DejaVu Sans"/>
                          </a:rPr>
                          <m:t>∗</m:t>
                        </m:r>
                      </m:sup>
                    </m:sSup>
                    <m:r>
                      <a:rPr lang="ar-AE" sz="2100" b="0" i="0">
                        <a:solidFill>
                          <a:srgbClr val="182D45"/>
                        </a:solidFill>
                        <a:latin typeface="Cambria Math"/>
                        <a:ea typeface="DejaVu Sans"/>
                        <a:cs typeface="DejaVu Sans"/>
                      </a:rPr>
                      <m:t>)=0</m:t>
                    </m:r>
                  </m:oMath>
                </a14:m>
                <a:r>
                  <a:rPr lang="ar-AE" sz="2100" b="0" dirty="0">
                    <a:solidFill>
                      <a:srgbClr val="182D45"/>
                    </a:solidFill>
                    <a:latin typeface="DejaVu Sans"/>
                    <a:ea typeface="DejaVu Sans"/>
                    <a:cs typeface="DejaVu Sans"/>
                  </a:rPr>
                  <a:t>.</a:t>
                </a:r>
              </a:p>
              <a:p>
                <a:pPr algn="ctr">
                  <a:defRPr sz="2100" b="0">
                    <a:solidFill>
                      <a:srgbClr val="182D45"/>
                    </a:solidFill>
                    <a:latin typeface="DejaVu Sans"/>
                    <a:ea typeface="DejaVu Sans"/>
                    <a:cs typeface="DejaVu Sans"/>
                  </a:defRPr>
                </a:pPr>
                <a:r>
                  <a:rPr lang="it-IT" sz="2100" dirty="0">
                    <a:solidFill>
                      <a:srgbClr val="182D45"/>
                    </a:solidFill>
                    <a:latin typeface="DejaVu Sans"/>
                    <a:ea typeface="DejaVu Sans"/>
                    <a:cs typeface="DejaVu Sans"/>
                  </a:rPr>
                  <a:t>A point </a:t>
                </a:r>
                <a14:m>
                  <m:oMath xmlns:m="http://schemas.openxmlformats.org/officeDocument/2006/math">
                    <m:r>
                      <a:rPr lang="it-IT" sz="2100">
                        <a:solidFill>
                          <a:srgbClr val="182D45"/>
                        </a:solidFill>
                        <a:latin typeface="Cambria Math"/>
                        <a:ea typeface="DejaVu Sans"/>
                        <a:cs typeface="DejaVu Sans"/>
                      </a:rPr>
                      <m:t>𝑥</m:t>
                    </m:r>
                  </m:oMath>
                </a14:m>
                <a:r>
                  <a:rPr lang="it-IT" sz="2100" b="0" dirty="0">
                    <a:solidFill>
                      <a:srgbClr val="182D45"/>
                    </a:solidFill>
                    <a:latin typeface="DejaVu Sans"/>
                    <a:ea typeface="DejaVu Sans"/>
                    <a:cs typeface="DejaVu Sans"/>
                  </a:rPr>
                  <a:t> </a:t>
                </a:r>
                <a:r>
                  <a:rPr lang="it-IT" sz="2100" b="0" dirty="0" err="1">
                    <a:solidFill>
                      <a:srgbClr val="182D45"/>
                    </a:solidFill>
                    <a:latin typeface="DejaVu Sans"/>
                    <a:ea typeface="DejaVu Sans"/>
                    <a:cs typeface="DejaVu Sans"/>
                  </a:rPr>
                  <a:t>such</a:t>
                </a:r>
                <a:r>
                  <a:rPr lang="it-IT" sz="2100" b="0" dirty="0">
                    <a:solidFill>
                      <a:srgbClr val="182D45"/>
                    </a:solidFill>
                    <a:latin typeface="DejaVu Sans"/>
                    <a:ea typeface="DejaVu Sans"/>
                    <a:cs typeface="DejaVu Sans"/>
                  </a:rPr>
                  <a:t> </a:t>
                </a:r>
                <a:r>
                  <a:rPr lang="it-IT" sz="2100" b="0" dirty="0" err="1">
                    <a:solidFill>
                      <a:srgbClr val="182D45"/>
                    </a:solidFill>
                    <a:latin typeface="DejaVu Sans"/>
                    <a:ea typeface="DejaVu Sans"/>
                    <a:cs typeface="DejaVu Sans"/>
                  </a:rPr>
                  <a:t>that</a:t>
                </a:r>
                <a:r>
                  <a:rPr lang="it-IT" sz="2100" b="0" dirty="0">
                    <a:solidFill>
                      <a:srgbClr val="182D45"/>
                    </a:solidFill>
                    <a:latin typeface="DejaVu Sans"/>
                    <a:ea typeface="DejaVu Sans"/>
                    <a:cs typeface="DejaVu Sans"/>
                  </a:rPr>
                  <a:t> </a:t>
                </a:r>
                <a14:m>
                  <m:oMath xmlns:m="http://schemas.openxmlformats.org/officeDocument/2006/math">
                    <m:r>
                      <a:rPr lang="it-IT" sz="2100">
                        <a:solidFill>
                          <a:srgbClr val="182D45"/>
                        </a:solidFill>
                        <a:latin typeface="Cambria Math"/>
                        <a:ea typeface="DejaVu Sans"/>
                        <a:cs typeface="DejaVu Sans"/>
                      </a:rPr>
                      <m:t>𝑓</m:t>
                    </m:r>
                    <m:r>
                      <a:rPr lang="it-IT" sz="2100">
                        <a:solidFill>
                          <a:srgbClr val="182D45"/>
                        </a:solidFill>
                        <a:latin typeface="Cambria Math"/>
                        <a:ea typeface="DejaVu Sans"/>
                        <a:cs typeface="DejaVu Sans"/>
                      </a:rPr>
                      <m:t>′(</m:t>
                    </m:r>
                    <m:r>
                      <a:rPr lang="it-IT" sz="2100" b="0" i="1" smtClean="0">
                        <a:solidFill>
                          <a:srgbClr val="182D45"/>
                        </a:solidFill>
                        <a:latin typeface="Cambria Math" panose="02040503050406030204" pitchFamily="18" charset="0"/>
                        <a:ea typeface="DejaVu Sans"/>
                        <a:cs typeface="DejaVu Sans"/>
                      </a:rPr>
                      <m:t>𝑥</m:t>
                    </m:r>
                    <m:r>
                      <a:rPr lang="it-IT" sz="2100">
                        <a:solidFill>
                          <a:srgbClr val="182D45"/>
                        </a:solidFill>
                        <a:latin typeface="Cambria Math"/>
                        <a:ea typeface="DejaVu Sans"/>
                        <a:cs typeface="DejaVu Sans"/>
                      </a:rPr>
                      <m:t>)=0</m:t>
                    </m:r>
                  </m:oMath>
                </a14:m>
                <a:r>
                  <a:rPr lang="it-IT" sz="2100" b="0" dirty="0">
                    <a:solidFill>
                      <a:srgbClr val="182D45"/>
                    </a:solidFill>
                    <a:latin typeface="DejaVu Sans"/>
                    <a:ea typeface="DejaVu Sans"/>
                    <a:cs typeface="DejaVu Sans"/>
                  </a:rPr>
                  <a:t> </a:t>
                </a:r>
                <a:r>
                  <a:rPr lang="it-IT" sz="2100" b="0" dirty="0" err="1">
                    <a:solidFill>
                      <a:srgbClr val="182D45"/>
                    </a:solidFill>
                    <a:latin typeface="DejaVu Sans"/>
                    <a:ea typeface="DejaVu Sans"/>
                    <a:cs typeface="DejaVu Sans"/>
                  </a:rPr>
                  <a:t>is</a:t>
                </a:r>
                <a:r>
                  <a:rPr lang="it-IT" sz="2100" b="0" dirty="0">
                    <a:solidFill>
                      <a:srgbClr val="182D45"/>
                    </a:solidFill>
                    <a:latin typeface="DejaVu Sans"/>
                    <a:ea typeface="DejaVu Sans"/>
                    <a:cs typeface="DejaVu Sans"/>
                  </a:rPr>
                  <a:t> </a:t>
                </a:r>
                <a:r>
                  <a:rPr lang="it-IT" sz="2100" b="0" dirty="0" err="1">
                    <a:solidFill>
                      <a:srgbClr val="182D45"/>
                    </a:solidFill>
                    <a:latin typeface="DejaVu Sans"/>
                    <a:ea typeface="DejaVu Sans"/>
                    <a:cs typeface="DejaVu Sans"/>
                  </a:rPr>
                  <a:t>called</a:t>
                </a:r>
                <a:r>
                  <a:rPr lang="it-IT" sz="2100" b="0" dirty="0">
                    <a:solidFill>
                      <a:srgbClr val="182D45"/>
                    </a:solidFill>
                    <a:latin typeface="DejaVu Sans"/>
                    <a:ea typeface="DejaVu Sans"/>
                    <a:cs typeface="DejaVu Sans"/>
                  </a:rPr>
                  <a:t> a </a:t>
                </a:r>
                <a:r>
                  <a:rPr lang="it-IT" sz="2100" b="0" dirty="0" err="1">
                    <a:solidFill>
                      <a:srgbClr val="FF0000"/>
                    </a:solidFill>
                    <a:latin typeface="DejaVu Sans"/>
                    <a:ea typeface="DejaVu Sans"/>
                    <a:cs typeface="DejaVu Sans"/>
                  </a:rPr>
                  <a:t>stationary</a:t>
                </a:r>
                <a:r>
                  <a:rPr lang="it-IT" sz="2100" b="0" dirty="0">
                    <a:solidFill>
                      <a:srgbClr val="FF0000"/>
                    </a:solidFill>
                    <a:latin typeface="DejaVu Sans"/>
                    <a:ea typeface="DejaVu Sans"/>
                    <a:cs typeface="DejaVu Sans"/>
                  </a:rPr>
                  <a:t> point</a:t>
                </a:r>
                <a:endParaRPr sz="2100" b="0" dirty="0">
                  <a:solidFill>
                    <a:srgbClr val="FF0000"/>
                  </a:solidFill>
                  <a:latin typeface="DejaVu Sans"/>
                  <a:ea typeface="DejaVu Sans"/>
                  <a:cs typeface="DejaVu Sans"/>
                </a:endParaRPr>
              </a:p>
            </p:txBody>
          </p:sp>
        </mc:Choice>
        <mc:Fallback xmlns="">
          <p:sp>
            <p:nvSpPr>
              <p:cNvPr id="3" name="narrative_s43_text2">
                <a:extLst>
                  <a:ext uri="{FF2B5EF4-FFF2-40B4-BE49-F238E27FC236}">
                    <a16:creationId xmlns:a16="http://schemas.microsoft.com/office/drawing/2014/main" id="{1F857D83-A207-4D40-B951-4B02DCDE0E4E}"/>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lang="it-IT" sz="2100" b="0" dirty="0">
                    <a:solidFill>
                      <a:srgbClr val="182D45"/>
                    </a:solidFill>
                    <a:latin typeface="DejaVu Sans"/>
                    <a:ea typeface="DejaVu Sans"/>
                    <a:cs typeface="DejaVu Sans"/>
                  </a:rPr>
                  <a:t>If </a:t>
                </a:r>
                <a:r>
                  <a:rPr lang="it-IT" sz="2100" b="0" i="0">
                    <a:solidFill>
                      <a:srgbClr val="182D45"/>
                    </a:solidFill>
                    <a:latin typeface="Cambria Math"/>
                    <a:ea typeface="DejaVu Sans"/>
                    <a:cs typeface="DejaVu Sans"/>
                  </a:rPr>
                  <a:t>𝑓</a:t>
                </a:r>
                <a:r>
                  <a:rPr lang="it-IT" sz="2100" b="0" dirty="0">
                    <a:solidFill>
                      <a:srgbClr val="182D45"/>
                    </a:solidFill>
                    <a:latin typeface="DejaVu Sans"/>
                    <a:ea typeface="DejaVu Sans"/>
                    <a:cs typeface="DejaVu Sans"/>
                  </a:rPr>
                  <a:t> is differentiable at a local minimum </a:t>
                </a:r>
                <a:r>
                  <a:rPr lang="ar-AE" sz="2100" b="0" i="0">
                    <a:solidFill>
                      <a:srgbClr val="182D45"/>
                    </a:solidFill>
                    <a:latin typeface="Cambria Math"/>
                    <a:ea typeface="DejaVu Sans"/>
                    <a:cs typeface="DejaVu Sans"/>
                  </a:rPr>
                  <a:t>𝑥</a:t>
                </a:r>
                <a:r>
                  <a:rPr lang="ar-AE" sz="1470" b="0" i="0" baseline="30000">
                    <a:solidFill>
                      <a:srgbClr val="182D45"/>
                    </a:solidFill>
                    <a:latin typeface="Cambria Math"/>
                    <a:ea typeface="DejaVu Sans"/>
                    <a:cs typeface="DejaVu Sans"/>
                  </a:rPr>
                  <a:t>∗</a:t>
                </a:r>
                <a:r>
                  <a:rPr lang="ar-AE" sz="2100" b="0" dirty="0">
                    <a:solidFill>
                      <a:srgbClr val="182D45"/>
                    </a:solidFill>
                    <a:latin typeface="DejaVu Sans"/>
                    <a:ea typeface="DejaVu Sans"/>
                    <a:cs typeface="DejaVu Sans"/>
                  </a:rPr>
                  <a:t>, </a:t>
                </a:r>
                <a:r>
                  <a:rPr lang="it-IT" sz="2100" b="0" dirty="0">
                    <a:solidFill>
                      <a:srgbClr val="182D45"/>
                    </a:solidFill>
                    <a:latin typeface="DejaVu Sans"/>
                    <a:ea typeface="DejaVu Sans"/>
                    <a:cs typeface="DejaVu Sans"/>
                  </a:rPr>
                  <a:t>then </a:t>
                </a:r>
                <a:r>
                  <a:rPr lang="it-IT" sz="2100" b="0" i="0">
                    <a:solidFill>
                      <a:srgbClr val="182D45"/>
                    </a:solidFill>
                    <a:latin typeface="Cambria Math"/>
                    <a:ea typeface="DejaVu Sans"/>
                    <a:cs typeface="DejaVu Sans"/>
                  </a:rPr>
                  <a:t>𝑓</a:t>
                </a:r>
                <a:r>
                  <a:rPr lang="it-IT" sz="2100" b="0" i="0">
                    <a:solidFill>
                      <a:srgbClr val="182D45"/>
                    </a:solidFill>
                    <a:latin typeface="Cambria Math"/>
                    <a:ea typeface="DejaVu Sans"/>
                    <a:cs typeface="DejaVu Sans"/>
                  </a:rPr>
                  <a:t>′(</a:t>
                </a:r>
                <a:r>
                  <a:rPr lang="ar-AE" sz="2100" b="0" i="0">
                    <a:solidFill>
                      <a:srgbClr val="182D45"/>
                    </a:solidFill>
                    <a:latin typeface="Cambria Math"/>
                    <a:ea typeface="DejaVu Sans"/>
                    <a:cs typeface="DejaVu Sans"/>
                  </a:rPr>
                  <a:t>𝑥</a:t>
                </a:r>
                <a:r>
                  <a:rPr lang="ar-AE" sz="1470" b="0" i="0" baseline="30000">
                    <a:solidFill>
                      <a:srgbClr val="182D45"/>
                    </a:solidFill>
                    <a:latin typeface="Cambria Math"/>
                    <a:ea typeface="DejaVu Sans"/>
                    <a:cs typeface="DejaVu Sans"/>
                  </a:rPr>
                  <a:t>∗</a:t>
                </a:r>
                <a:r>
                  <a:rPr lang="ar-AE" sz="2100" b="0" i="0">
                    <a:solidFill>
                      <a:srgbClr val="182D45"/>
                    </a:solidFill>
                    <a:latin typeface="Cambria Math"/>
                    <a:ea typeface="DejaVu Sans"/>
                    <a:cs typeface="DejaVu Sans"/>
                  </a:rPr>
                  <a:t>)=0</a:t>
                </a:r>
                <a:r>
                  <a:rPr lang="ar-AE" sz="2100" b="0" dirty="0">
                    <a:solidFill>
                      <a:srgbClr val="182D45"/>
                    </a:solidFill>
                    <a:latin typeface="DejaVu Sans"/>
                    <a:ea typeface="DejaVu Sans"/>
                    <a:cs typeface="DejaVu Sans"/>
                  </a:rPr>
                  <a:t>.</a:t>
                </a:r>
              </a:p>
              <a:p>
                <a:pPr algn="ctr">
                  <a:defRPr sz="2100" b="0">
                    <a:solidFill>
                      <a:srgbClr val="182D45"/>
                    </a:solidFill>
                    <a:latin typeface="DejaVu Sans"/>
                    <a:ea typeface="DejaVu Sans"/>
                    <a:cs typeface="DejaVu Sans"/>
                  </a:defRPr>
                </a:pPr>
                <a:r>
                  <a:rPr lang="it-IT" sz="2100" dirty="0">
                    <a:solidFill>
                      <a:srgbClr val="182D45"/>
                    </a:solidFill>
                    <a:latin typeface="DejaVu Sans"/>
                    <a:ea typeface="DejaVu Sans"/>
                    <a:cs typeface="DejaVu Sans"/>
                  </a:rPr>
                  <a:t>A point </a:t>
                </a:r>
                <a:r>
                  <a:rPr lang="it-IT" sz="2100">
                    <a:solidFill>
                      <a:srgbClr val="182D45"/>
                    </a:solidFill>
                    <a:latin typeface="Cambria Math"/>
                    <a:ea typeface="DejaVu Sans"/>
                    <a:cs typeface="DejaVu Sans"/>
                  </a:rPr>
                  <a:t>𝑥</a:t>
                </a:r>
                <a:r>
                  <a:rPr lang="it-IT" sz="2100" b="0" dirty="0">
                    <a:solidFill>
                      <a:srgbClr val="182D45"/>
                    </a:solidFill>
                    <a:latin typeface="DejaVu Sans"/>
                    <a:ea typeface="DejaVu Sans"/>
                    <a:cs typeface="DejaVu Sans"/>
                  </a:rPr>
                  <a:t> </a:t>
                </a:r>
                <a:r>
                  <a:rPr lang="it-IT" sz="2100" b="0" dirty="0" err="1">
                    <a:solidFill>
                      <a:srgbClr val="182D45"/>
                    </a:solidFill>
                    <a:latin typeface="DejaVu Sans"/>
                    <a:ea typeface="DejaVu Sans"/>
                    <a:cs typeface="DejaVu Sans"/>
                  </a:rPr>
                  <a:t>such</a:t>
                </a:r>
                <a:r>
                  <a:rPr lang="it-IT" sz="2100" b="0" dirty="0">
                    <a:solidFill>
                      <a:srgbClr val="182D45"/>
                    </a:solidFill>
                    <a:latin typeface="DejaVu Sans"/>
                    <a:ea typeface="DejaVu Sans"/>
                    <a:cs typeface="DejaVu Sans"/>
                  </a:rPr>
                  <a:t> </a:t>
                </a:r>
                <a:r>
                  <a:rPr lang="it-IT" sz="2100" b="0" dirty="0" err="1">
                    <a:solidFill>
                      <a:srgbClr val="182D45"/>
                    </a:solidFill>
                    <a:latin typeface="DejaVu Sans"/>
                    <a:ea typeface="DejaVu Sans"/>
                    <a:cs typeface="DejaVu Sans"/>
                  </a:rPr>
                  <a:t>that</a:t>
                </a:r>
                <a:r>
                  <a:rPr lang="it-IT" sz="2100" b="0" dirty="0">
                    <a:solidFill>
                      <a:srgbClr val="182D45"/>
                    </a:solidFill>
                    <a:latin typeface="DejaVu Sans"/>
                    <a:ea typeface="DejaVu Sans"/>
                    <a:cs typeface="DejaVu Sans"/>
                  </a:rPr>
                  <a:t> </a:t>
                </a:r>
                <a:r>
                  <a:rPr lang="it-IT" sz="2100">
                    <a:solidFill>
                      <a:srgbClr val="182D45"/>
                    </a:solidFill>
                    <a:latin typeface="Cambria Math"/>
                    <a:ea typeface="DejaVu Sans"/>
                    <a:cs typeface="DejaVu Sans"/>
                  </a:rPr>
                  <a:t>𝑓</a:t>
                </a:r>
                <a:r>
                  <a:rPr lang="it-IT" sz="2100">
                    <a:solidFill>
                      <a:srgbClr val="182D45"/>
                    </a:solidFill>
                    <a:latin typeface="Cambria Math"/>
                    <a:ea typeface="DejaVu Sans"/>
                    <a:cs typeface="DejaVu Sans"/>
                  </a:rPr>
                  <a:t>′(</a:t>
                </a:r>
                <a:r>
                  <a:rPr lang="it-IT" sz="2100" b="0" i="1" smtClean="0">
                    <a:solidFill>
                      <a:srgbClr val="182D45"/>
                    </a:solidFill>
                    <a:latin typeface="Cambria Math" panose="02040503050406030204" pitchFamily="18" charset="0"/>
                    <a:ea typeface="DejaVu Sans"/>
                    <a:cs typeface="DejaVu Sans"/>
                  </a:rPr>
                  <a:t>𝑥</a:t>
                </a:r>
                <a:r>
                  <a:rPr lang="it-IT" sz="2100">
                    <a:solidFill>
                      <a:srgbClr val="182D45"/>
                    </a:solidFill>
                    <a:latin typeface="Cambria Math"/>
                    <a:ea typeface="DejaVu Sans"/>
                    <a:cs typeface="DejaVu Sans"/>
                  </a:rPr>
                  <a:t>)=0</a:t>
                </a:r>
                <a:r>
                  <a:rPr lang="it-IT" sz="2100" b="0" dirty="0">
                    <a:solidFill>
                      <a:srgbClr val="182D45"/>
                    </a:solidFill>
                    <a:latin typeface="DejaVu Sans"/>
                    <a:ea typeface="DejaVu Sans"/>
                    <a:cs typeface="DejaVu Sans"/>
                  </a:rPr>
                  <a:t> </a:t>
                </a:r>
                <a:r>
                  <a:rPr lang="it-IT" sz="2100" b="0" dirty="0" err="1">
                    <a:solidFill>
                      <a:srgbClr val="182D45"/>
                    </a:solidFill>
                    <a:latin typeface="DejaVu Sans"/>
                    <a:ea typeface="DejaVu Sans"/>
                    <a:cs typeface="DejaVu Sans"/>
                  </a:rPr>
                  <a:t>is</a:t>
                </a:r>
                <a:r>
                  <a:rPr lang="it-IT" sz="2100" b="0" dirty="0">
                    <a:solidFill>
                      <a:srgbClr val="182D45"/>
                    </a:solidFill>
                    <a:latin typeface="DejaVu Sans"/>
                    <a:ea typeface="DejaVu Sans"/>
                    <a:cs typeface="DejaVu Sans"/>
                  </a:rPr>
                  <a:t> </a:t>
                </a:r>
                <a:r>
                  <a:rPr lang="it-IT" sz="2100" b="0" dirty="0" err="1">
                    <a:solidFill>
                      <a:srgbClr val="182D45"/>
                    </a:solidFill>
                    <a:latin typeface="DejaVu Sans"/>
                    <a:ea typeface="DejaVu Sans"/>
                    <a:cs typeface="DejaVu Sans"/>
                  </a:rPr>
                  <a:t>called</a:t>
                </a:r>
                <a:r>
                  <a:rPr lang="it-IT" sz="2100" b="0" dirty="0">
                    <a:solidFill>
                      <a:srgbClr val="182D45"/>
                    </a:solidFill>
                    <a:latin typeface="DejaVu Sans"/>
                    <a:ea typeface="DejaVu Sans"/>
                    <a:cs typeface="DejaVu Sans"/>
                  </a:rPr>
                  <a:t> a </a:t>
                </a:r>
                <a:r>
                  <a:rPr lang="it-IT" sz="2100" b="0" dirty="0" err="1">
                    <a:solidFill>
                      <a:srgbClr val="FF0000"/>
                    </a:solidFill>
                    <a:latin typeface="DejaVu Sans"/>
                    <a:ea typeface="DejaVu Sans"/>
                    <a:cs typeface="DejaVu Sans"/>
                  </a:rPr>
                  <a:t>stationary</a:t>
                </a:r>
                <a:r>
                  <a:rPr lang="it-IT" sz="2100" b="0" dirty="0">
                    <a:solidFill>
                      <a:srgbClr val="FF0000"/>
                    </a:solidFill>
                    <a:latin typeface="DejaVu Sans"/>
                    <a:ea typeface="DejaVu Sans"/>
                    <a:cs typeface="DejaVu Sans"/>
                  </a:rPr>
                  <a:t> point</a:t>
                </a:r>
                <a:endParaRPr sz="2100" b="0" dirty="0">
                  <a:solidFill>
                    <a:srgbClr val="FF0000"/>
                  </a:solidFill>
                  <a:latin typeface="DejaVu Sans"/>
                  <a:ea typeface="DejaVu Sans"/>
                  <a:cs typeface="DejaVu Sans"/>
                </a:endParaRPr>
              </a:p>
            </p:txBody>
          </p:sp>
        </mc:Fallback>
      </mc:AlternateContent>
      <mc:AlternateContent xmlns:mc="http://schemas.openxmlformats.org/markup-compatibility/2006" xmlns:a14="http://schemas.microsoft.com/office/drawing/2010/main">
        <mc:Choice Requires="a14">
          <p:sp>
            <p:nvSpPr>
              <p:cNvPr id="4" name="narrative_s43_text3">
                <a:extLst>
                  <a:ext uri="{FF2B5EF4-FFF2-40B4-BE49-F238E27FC236}">
                    <a16:creationId xmlns:a16="http://schemas.microsoft.com/office/drawing/2014/main" id="{8E91F72F-CF25-40B0-B3A4-ED4247C861F1}"/>
                  </a:ext>
                </a:extLst>
              </p:cNvPr>
              <p:cNvSpPr>
                <a:spLocks noGrp="1"/>
              </p:cNvSpPr>
              <p:nvPr/>
            </p:nvSpPr>
            <p:spPr>
              <a:xfrm>
                <a:off x="790575" y="2076450"/>
                <a:ext cx="3171825" cy="390525"/>
              </a:xfrm>
              <a:prstGeom prst="rect">
                <a:avLst/>
              </a:prstGeom>
              <a:noFill/>
              <a:ln w="0">
                <a:noFill/>
              </a:ln>
            </p:spPr>
            <p:txBody>
              <a:bodyPr wrap="square" lIns="0" tIns="0" rIns="0" bIns="0" anchor="t">
                <a:noAutofit/>
              </a:bodyPr>
              <a:lstStyle/>
              <a:p>
                <a:pPr algn="l">
                  <a:defRPr sz="2175" b="1">
                    <a:solidFill>
                      <a:srgbClr val="087F83"/>
                    </a:solidFill>
                    <a:latin typeface="DejaVu Sans"/>
                    <a:ea typeface="DejaVu Sans"/>
                    <a:cs typeface="DejaVu Sans"/>
                  </a:defRPr>
                </a:pPr>
                <a14:m>
                  <m:oMathPara xmlns:m="http://schemas.openxmlformats.org/officeDocument/2006/math">
                    <m:oMath>
                      <m:r>
                        <a:rPr sz="2175" b="0" i="0">
                          <a:solidFill>
                            <a:srgbClr val="087F83"/>
                          </a:solidFill>
                          <a:latin typeface="Cambria Math"/>
                          <a:ea typeface="DejaVu Sans"/>
                          <a:cs typeface="DejaVu Sans"/>
                        </a:rPr>
                        <m:t>𝑓</m:t>
                      </m:r>
                      <m:r>
                        <a:rPr sz="2175" b="0" i="0">
                          <a:solidFill>
                            <a:srgbClr val="087F83"/>
                          </a:solidFill>
                          <a:latin typeface="Cambria Math"/>
                          <a:ea typeface="DejaVu Sans"/>
                          <a:cs typeface="DejaVu Sans"/>
                        </a:rPr>
                        <m:t>(</m:t>
                      </m:r>
                      <m:r>
                        <a:rPr sz="2175" b="0" i="0">
                          <a:solidFill>
                            <a:srgbClr val="087F83"/>
                          </a:solidFill>
                          <a:latin typeface="Cambria Math"/>
                          <a:ea typeface="DejaVu Sans"/>
                          <a:cs typeface="DejaVu Sans"/>
                        </a:rPr>
                        <m:t>𝑥</m:t>
                      </m:r>
                      <m:r>
                        <a:rPr sz="2175" b="0" i="0">
                          <a:solidFill>
                            <a:srgbClr val="087F83"/>
                          </a:solidFill>
                          <a:latin typeface="Cambria Math"/>
                          <a:ea typeface="DejaVu Sans"/>
                          <a:cs typeface="DejaVu Sans"/>
                        </a:rPr>
                        <m:t>)=</m:t>
                      </m:r>
                      <m:sSup>
                        <m:sSupPr>
                          <m:ctrlPr>
                            <a:rPr sz="2175" b="0" i="0">
                              <a:solidFill>
                                <a:srgbClr val="087F83"/>
                              </a:solidFill>
                              <a:latin typeface="Cambria Math"/>
                              <a:ea typeface="DejaVu Sans"/>
                              <a:cs typeface="DejaVu Sans"/>
                            </a:rPr>
                          </m:ctrlPr>
                        </m:sSupPr>
                        <m:e>
                          <m:r>
                            <a:rPr sz="2175" b="0" i="0">
                              <a:solidFill>
                                <a:srgbClr val="087F83"/>
                              </a:solidFill>
                              <a:latin typeface="Cambria Math"/>
                              <a:ea typeface="DejaVu Sans"/>
                              <a:cs typeface="DejaVu Sans"/>
                            </a:rPr>
                            <m:t>𝑥</m:t>
                          </m:r>
                        </m:e>
                        <m:sup>
                          <m:r>
                            <a:rPr sz="2175" b="0" i="0">
                              <a:solidFill>
                                <a:srgbClr val="087F83"/>
                              </a:solidFill>
                              <a:latin typeface="Cambria Math"/>
                              <a:ea typeface="DejaVu Sans"/>
                              <a:cs typeface="DejaVu Sans"/>
                            </a:rPr>
                            <m:t>2</m:t>
                          </m:r>
                        </m:sup>
                      </m:sSup>
                    </m:oMath>
                  </m:oMathPara>
                </a14:m>
                <a:endParaRPr/>
              </a:p>
            </p:txBody>
          </p:sp>
        </mc:Choice>
        <mc:Fallback xmlns="">
          <p:sp>
            <p:nvSpPr>
              <p:cNvPr id="4" name="narrative_s43_text3">
                <a:extLst>
                  <a:ext uri="{FF2B5EF4-FFF2-40B4-BE49-F238E27FC236}">
                    <a16:creationId xmlns:a16="http://schemas.microsoft.com/office/drawing/2014/main" id="{8E91F72F-CF25-40B0-B3A4-ED4247C861F1}"/>
                  </a:ext>
                </a:extLst>
              </p:cNvPr>
              <p:cNvSpPr>
                <a:spLocks noGrp="1"/>
              </p:cNvSpPr>
              <p:nvPr/>
            </p:nvSpPr>
            <p:spPr>
              <a:xfrm>
                <a:off x="790575" y="2076450"/>
                <a:ext cx="3171825" cy="390525"/>
              </a:xfrm>
              <a:prstGeom prst="rect">
                <a:avLst/>
              </a:prstGeom>
              <a:noFill/>
              <a:ln w="0">
                <a:noFill/>
              </a:ln>
            </p:spPr>
            <p:txBody>
              <a:bodyPr wrap="square" lIns="0" tIns="0" rIns="0" bIns="0" anchor="t">
                <a:noAutofit/>
              </a:bodyPr>
              <a:lstStyle/>
              <a:p>
                <a:pPr algn="l">
                  <a:defRPr sz="2175" b="1">
                    <a:solidFill>
                      <a:srgbClr val="087F83"/>
                    </a:solidFill>
                    <a:latin typeface="DejaVu Sans"/>
                    <a:ea typeface="DejaVu Sans"/>
                    <a:cs typeface="DejaVu Sans"/>
                  </a:defRPr>
                </a:pPr>
                <a:r>
                  <a:rPr sz="2175" b="0" i="0">
                    <a:solidFill>
                      <a:srgbClr val="087F83"/>
                    </a:solidFill>
                    <a:latin typeface="Cambria Math"/>
                    <a:ea typeface="DejaVu Sans"/>
                    <a:cs typeface="DejaVu Sans"/>
                  </a:rPr>
                  <a:t>𝑓</a:t>
                </a:r>
                <a:r>
                  <a:rPr sz="2175" b="0" i="0">
                    <a:solidFill>
                      <a:srgbClr val="087F83"/>
                    </a:solidFill>
                    <a:latin typeface="Cambria Math"/>
                    <a:ea typeface="DejaVu Sans"/>
                    <a:cs typeface="DejaVu Sans"/>
                  </a:rPr>
                  <a:t>(</a:t>
                </a:r>
                <a:r>
                  <a:rPr sz="2175" b="0" i="0">
                    <a:solidFill>
                      <a:srgbClr val="087F83"/>
                    </a:solidFill>
                    <a:latin typeface="Cambria Math"/>
                    <a:ea typeface="DejaVu Sans"/>
                    <a:cs typeface="DejaVu Sans"/>
                  </a:rPr>
                  <a:t>𝑥</a:t>
                </a:r>
                <a:r>
                  <a:rPr sz="2175" b="0" i="0">
                    <a:solidFill>
                      <a:srgbClr val="087F83"/>
                    </a:solidFill>
                    <a:latin typeface="Cambria Math"/>
                    <a:ea typeface="DejaVu Sans"/>
                    <a:cs typeface="DejaVu Sans"/>
                  </a:rPr>
                  <a:t>)</a:t>
                </a:r>
                <a:r>
                  <a:rPr sz="2175" b="0" i="0">
                    <a:solidFill>
                      <a:srgbClr val="087F83"/>
                    </a:solidFill>
                    <a:latin typeface="Cambria Math"/>
                    <a:ea typeface="DejaVu Sans"/>
                    <a:cs typeface="DejaVu Sans"/>
                  </a:rPr>
                  <a:t> = </a:t>
                </a:r>
                <a:r>
                  <a:rPr sz="2175" b="0" i="0">
                    <a:solidFill>
                      <a:srgbClr val="087F83"/>
                    </a:solidFill>
                    <a:latin typeface="Cambria Math"/>
                    <a:ea typeface="DejaVu Sans"/>
                    <a:cs typeface="DejaVu Sans"/>
                  </a:rPr>
                  <a:t>𝑥</a:t>
                </a:r>
                <a:r>
                  <a:rPr sz="2175" b="0" i="0" baseline="30000">
                    <a:solidFill>
                      <a:srgbClr val="087F83"/>
                    </a:solidFill>
                    <a:latin typeface="Cambria Math"/>
                    <a:ea typeface="DejaVu Sans"/>
                    <a:cs typeface="DejaVu Sans"/>
                  </a:rPr>
                  <a:t>2</a:t>
                </a:r>
              </a:p>
            </p:txBody>
          </p:sp>
        </mc:Fallback>
      </mc:AlternateContent>
      <mc:AlternateContent xmlns:mc="http://schemas.openxmlformats.org/markup-compatibility/2006" xmlns:a14="http://schemas.microsoft.com/office/drawing/2010/main">
        <mc:Choice Requires="a14">
          <p:sp>
            <p:nvSpPr>
              <p:cNvPr id="5" name="narrative_s43_text4">
                <a:extLst>
                  <a:ext uri="{FF2B5EF4-FFF2-40B4-BE49-F238E27FC236}">
                    <a16:creationId xmlns:a16="http://schemas.microsoft.com/office/drawing/2014/main" id="{CF036C9C-355C-4DCE-942D-CE3A57FA9A29}"/>
                  </a:ext>
                </a:extLst>
              </p:cNvPr>
              <p:cNvSpPr>
                <a:spLocks noGrp="1"/>
              </p:cNvSpPr>
              <p:nvPr/>
            </p:nvSpPr>
            <p:spPr>
              <a:xfrm>
                <a:off x="4695825" y="2076450"/>
                <a:ext cx="3171825" cy="390525"/>
              </a:xfrm>
              <a:prstGeom prst="rect">
                <a:avLst/>
              </a:prstGeom>
              <a:noFill/>
              <a:ln w="0">
                <a:noFill/>
              </a:ln>
            </p:spPr>
            <p:txBody>
              <a:bodyPr wrap="square" lIns="0" tIns="0" rIns="0" bIns="0" anchor="t">
                <a:noAutofit/>
              </a:bodyPr>
              <a:lstStyle/>
              <a:p>
                <a:pPr algn="l">
                  <a:defRPr sz="2175" b="1">
                    <a:solidFill>
                      <a:srgbClr val="C45C28"/>
                    </a:solidFill>
                    <a:latin typeface="DejaVu Sans"/>
                    <a:ea typeface="DejaVu Sans"/>
                    <a:cs typeface="DejaVu Sans"/>
                  </a:defRPr>
                </a:pPr>
                <a14:m>
                  <m:oMathPara xmlns:m="http://schemas.openxmlformats.org/officeDocument/2006/math">
                    <m:oMath>
                      <m:r>
                        <a:rPr sz="2175" b="0" i="0">
                          <a:solidFill>
                            <a:srgbClr val="C45C28"/>
                          </a:solidFill>
                          <a:latin typeface="Cambria Math"/>
                          <a:ea typeface="DejaVu Sans"/>
                          <a:cs typeface="DejaVu Sans"/>
                        </a:rPr>
                        <m:t>𝑓</m:t>
                      </m:r>
                      <m:r>
                        <a:rPr sz="2175" b="0" i="0">
                          <a:solidFill>
                            <a:srgbClr val="C45C28"/>
                          </a:solidFill>
                          <a:latin typeface="Cambria Math"/>
                          <a:ea typeface="DejaVu Sans"/>
                          <a:cs typeface="DejaVu Sans"/>
                        </a:rPr>
                        <m:t>(</m:t>
                      </m:r>
                      <m:r>
                        <a:rPr sz="2175" b="0" i="0">
                          <a:solidFill>
                            <a:srgbClr val="C45C28"/>
                          </a:solidFill>
                          <a:latin typeface="Cambria Math"/>
                          <a:ea typeface="DejaVu Sans"/>
                          <a:cs typeface="DejaVu Sans"/>
                        </a:rPr>
                        <m:t>𝑥</m:t>
                      </m:r>
                      <m:r>
                        <a:rPr sz="2175" b="0" i="0">
                          <a:solidFill>
                            <a:srgbClr val="C45C28"/>
                          </a:solidFill>
                          <a:latin typeface="Cambria Math"/>
                          <a:ea typeface="DejaVu Sans"/>
                          <a:cs typeface="DejaVu Sans"/>
                        </a:rPr>
                        <m:t>)=−</m:t>
                      </m:r>
                      <m:sSup>
                        <m:sSupPr>
                          <m:ctrlPr>
                            <a:rPr sz="2175" b="0" i="0">
                              <a:solidFill>
                                <a:srgbClr val="C45C28"/>
                              </a:solidFill>
                              <a:latin typeface="Cambria Math"/>
                              <a:ea typeface="DejaVu Sans"/>
                              <a:cs typeface="DejaVu Sans"/>
                            </a:rPr>
                          </m:ctrlPr>
                        </m:sSupPr>
                        <m:e>
                          <m:r>
                            <a:rPr sz="2175" b="0" i="0">
                              <a:solidFill>
                                <a:srgbClr val="C45C28"/>
                              </a:solidFill>
                              <a:latin typeface="Cambria Math"/>
                              <a:ea typeface="DejaVu Sans"/>
                              <a:cs typeface="DejaVu Sans"/>
                            </a:rPr>
                            <m:t>𝑥</m:t>
                          </m:r>
                        </m:e>
                        <m:sup>
                          <m:r>
                            <a:rPr sz="2175" b="0" i="0">
                              <a:solidFill>
                                <a:srgbClr val="C45C28"/>
                              </a:solidFill>
                              <a:latin typeface="Cambria Math"/>
                              <a:ea typeface="DejaVu Sans"/>
                              <a:cs typeface="DejaVu Sans"/>
                            </a:rPr>
                            <m:t>2</m:t>
                          </m:r>
                        </m:sup>
                      </m:sSup>
                    </m:oMath>
                  </m:oMathPara>
                </a14:m>
                <a:endParaRPr/>
              </a:p>
            </p:txBody>
          </p:sp>
        </mc:Choice>
        <mc:Fallback xmlns="">
          <p:sp>
            <p:nvSpPr>
              <p:cNvPr id="5" name="narrative_s43_text4">
                <a:extLst>
                  <a:ext uri="{FF2B5EF4-FFF2-40B4-BE49-F238E27FC236}">
                    <a16:creationId xmlns:a16="http://schemas.microsoft.com/office/drawing/2014/main" id="{CF036C9C-355C-4DCE-942D-CE3A57FA9A29}"/>
                  </a:ext>
                </a:extLst>
              </p:cNvPr>
              <p:cNvSpPr>
                <a:spLocks noGrp="1"/>
              </p:cNvSpPr>
              <p:nvPr/>
            </p:nvSpPr>
            <p:spPr>
              <a:xfrm>
                <a:off x="4695825" y="2076450"/>
                <a:ext cx="3171825" cy="390525"/>
              </a:xfrm>
              <a:prstGeom prst="rect">
                <a:avLst/>
              </a:prstGeom>
              <a:noFill/>
              <a:ln w="0">
                <a:noFill/>
              </a:ln>
            </p:spPr>
            <p:txBody>
              <a:bodyPr wrap="square" lIns="0" tIns="0" rIns="0" bIns="0" anchor="t">
                <a:noAutofit/>
              </a:bodyPr>
              <a:lstStyle/>
              <a:p>
                <a:pPr algn="l">
                  <a:defRPr sz="2175" b="1">
                    <a:solidFill>
                      <a:srgbClr val="C45C28"/>
                    </a:solidFill>
                    <a:latin typeface="DejaVu Sans"/>
                    <a:ea typeface="DejaVu Sans"/>
                    <a:cs typeface="DejaVu Sans"/>
                  </a:defRPr>
                </a:pPr>
                <a:r>
                  <a:rPr sz="2175" b="0" i="0">
                    <a:solidFill>
                      <a:srgbClr val="C45C28"/>
                    </a:solidFill>
                    <a:latin typeface="Cambria Math"/>
                    <a:ea typeface="DejaVu Sans"/>
                    <a:cs typeface="DejaVu Sans"/>
                  </a:rPr>
                  <a:t>𝑓</a:t>
                </a:r>
                <a:r>
                  <a:rPr sz="2175" b="0" i="0">
                    <a:solidFill>
                      <a:srgbClr val="C45C28"/>
                    </a:solidFill>
                    <a:latin typeface="Cambria Math"/>
                    <a:ea typeface="DejaVu Sans"/>
                    <a:cs typeface="DejaVu Sans"/>
                  </a:rPr>
                  <a:t>(</a:t>
                </a:r>
                <a:r>
                  <a:rPr sz="2175" b="0" i="0">
                    <a:solidFill>
                      <a:srgbClr val="C45C28"/>
                    </a:solidFill>
                    <a:latin typeface="Cambria Math"/>
                    <a:ea typeface="DejaVu Sans"/>
                    <a:cs typeface="DejaVu Sans"/>
                  </a:rPr>
                  <a:t>𝑥</a:t>
                </a:r>
                <a:r>
                  <a:rPr sz="2175" b="0" i="0">
                    <a:solidFill>
                      <a:srgbClr val="C45C28"/>
                    </a:solidFill>
                    <a:latin typeface="Cambria Math"/>
                    <a:ea typeface="DejaVu Sans"/>
                    <a:cs typeface="DejaVu Sans"/>
                  </a:rPr>
                  <a:t>)</a:t>
                </a:r>
                <a:r>
                  <a:rPr sz="2175" b="0" i="0">
                    <a:solidFill>
                      <a:srgbClr val="C45C28"/>
                    </a:solidFill>
                    <a:latin typeface="Cambria Math"/>
                    <a:ea typeface="DejaVu Sans"/>
                    <a:cs typeface="DejaVu Sans"/>
                  </a:rPr>
                  <a:t> = </a:t>
                </a:r>
                <a:r>
                  <a:rPr sz="2175" b="0" i="0">
                    <a:solidFill>
                      <a:srgbClr val="C45C28"/>
                    </a:solidFill>
                    <a:latin typeface="Cambria Math"/>
                    <a:ea typeface="DejaVu Sans"/>
                    <a:cs typeface="DejaVu Sans"/>
                  </a:rPr>
                  <a:t> − </a:t>
                </a:r>
                <a:r>
                  <a:rPr sz="2175" b="0" i="0">
                    <a:solidFill>
                      <a:srgbClr val="C45C28"/>
                    </a:solidFill>
                    <a:latin typeface="Cambria Math"/>
                    <a:ea typeface="DejaVu Sans"/>
                    <a:cs typeface="DejaVu Sans"/>
                  </a:rPr>
                  <a:t>𝑥</a:t>
                </a:r>
                <a:r>
                  <a:rPr sz="2175" b="0" i="0" baseline="30000">
                    <a:solidFill>
                      <a:srgbClr val="C45C28"/>
                    </a:solidFill>
                    <a:latin typeface="Cambria Math"/>
                    <a:ea typeface="DejaVu Sans"/>
                    <a:cs typeface="DejaVu Sans"/>
                  </a:rPr>
                  <a:t>2</a:t>
                </a:r>
              </a:p>
            </p:txBody>
          </p:sp>
        </mc:Fallback>
      </mc:AlternateContent>
      <mc:AlternateContent xmlns:mc="http://schemas.openxmlformats.org/markup-compatibility/2006" xmlns:a14="http://schemas.microsoft.com/office/drawing/2010/main">
        <mc:Choice Requires="a14">
          <p:sp>
            <p:nvSpPr>
              <p:cNvPr id="6" name="narrative_s43_text5">
                <a:extLst>
                  <a:ext uri="{FF2B5EF4-FFF2-40B4-BE49-F238E27FC236}">
                    <a16:creationId xmlns:a16="http://schemas.microsoft.com/office/drawing/2014/main" id="{A9F5ECEA-168C-405C-A69C-5301B6ACF29B}"/>
                  </a:ext>
                </a:extLst>
              </p:cNvPr>
              <p:cNvSpPr>
                <a:spLocks noGrp="1"/>
              </p:cNvSpPr>
              <p:nvPr/>
            </p:nvSpPr>
            <p:spPr>
              <a:xfrm>
                <a:off x="8601075" y="2076450"/>
                <a:ext cx="3171825" cy="390525"/>
              </a:xfrm>
              <a:prstGeom prst="rect">
                <a:avLst/>
              </a:prstGeom>
              <a:noFill/>
              <a:ln w="0">
                <a:noFill/>
              </a:ln>
            </p:spPr>
            <p:txBody>
              <a:bodyPr wrap="square" lIns="0" tIns="0" rIns="0" bIns="0" anchor="t">
                <a:noAutofit/>
              </a:bodyPr>
              <a:lstStyle/>
              <a:p>
                <a:pPr algn="l">
                  <a:defRPr sz="2175" b="1">
                    <a:solidFill>
                      <a:srgbClr val="326CB2"/>
                    </a:solidFill>
                    <a:latin typeface="DejaVu Sans"/>
                    <a:ea typeface="DejaVu Sans"/>
                    <a:cs typeface="DejaVu Sans"/>
                  </a:defRPr>
                </a:pPr>
                <a14:m>
                  <m:oMathPara xmlns:m="http://schemas.openxmlformats.org/officeDocument/2006/math">
                    <m:oMath>
                      <m:r>
                        <a:rPr sz="2175" b="0" i="0">
                          <a:solidFill>
                            <a:srgbClr val="326CB2"/>
                          </a:solidFill>
                          <a:latin typeface="Cambria Math"/>
                          <a:ea typeface="DejaVu Sans"/>
                          <a:cs typeface="DejaVu Sans"/>
                        </a:rPr>
                        <m:t>𝑓</m:t>
                      </m:r>
                      <m:r>
                        <a:rPr sz="2175" b="0" i="0">
                          <a:solidFill>
                            <a:srgbClr val="326CB2"/>
                          </a:solidFill>
                          <a:latin typeface="Cambria Math"/>
                          <a:ea typeface="DejaVu Sans"/>
                          <a:cs typeface="DejaVu Sans"/>
                        </a:rPr>
                        <m:t>(</m:t>
                      </m:r>
                      <m:r>
                        <a:rPr sz="2175" b="0" i="0">
                          <a:solidFill>
                            <a:srgbClr val="326CB2"/>
                          </a:solidFill>
                          <a:latin typeface="Cambria Math"/>
                          <a:ea typeface="DejaVu Sans"/>
                          <a:cs typeface="DejaVu Sans"/>
                        </a:rPr>
                        <m:t>𝑥</m:t>
                      </m:r>
                      <m:r>
                        <a:rPr sz="2175" b="0" i="0">
                          <a:solidFill>
                            <a:srgbClr val="326CB2"/>
                          </a:solidFill>
                          <a:latin typeface="Cambria Math"/>
                          <a:ea typeface="DejaVu Sans"/>
                          <a:cs typeface="DejaVu Sans"/>
                        </a:rPr>
                        <m:t>)=</m:t>
                      </m:r>
                      <m:sSup>
                        <m:sSupPr>
                          <m:ctrlPr>
                            <a:rPr sz="2175" b="0" i="0">
                              <a:solidFill>
                                <a:srgbClr val="326CB2"/>
                              </a:solidFill>
                              <a:latin typeface="Cambria Math"/>
                              <a:ea typeface="DejaVu Sans"/>
                              <a:cs typeface="DejaVu Sans"/>
                            </a:rPr>
                          </m:ctrlPr>
                        </m:sSupPr>
                        <m:e>
                          <m:r>
                            <a:rPr sz="2175" b="0" i="0">
                              <a:solidFill>
                                <a:srgbClr val="326CB2"/>
                              </a:solidFill>
                              <a:latin typeface="Cambria Math"/>
                              <a:ea typeface="DejaVu Sans"/>
                              <a:cs typeface="DejaVu Sans"/>
                            </a:rPr>
                            <m:t>𝑥</m:t>
                          </m:r>
                        </m:e>
                        <m:sup>
                          <m:r>
                            <a:rPr sz="2175" b="0" i="0">
                              <a:solidFill>
                                <a:srgbClr val="326CB2"/>
                              </a:solidFill>
                              <a:latin typeface="Cambria Math"/>
                              <a:ea typeface="DejaVu Sans"/>
                              <a:cs typeface="DejaVu Sans"/>
                            </a:rPr>
                            <m:t>3</m:t>
                          </m:r>
                        </m:sup>
                      </m:sSup>
                    </m:oMath>
                  </m:oMathPara>
                </a14:m>
                <a:endParaRPr/>
              </a:p>
            </p:txBody>
          </p:sp>
        </mc:Choice>
        <mc:Fallback xmlns="">
          <p:sp>
            <p:nvSpPr>
              <p:cNvPr id="6" name="narrative_s43_text5">
                <a:extLst>
                  <a:ext uri="{FF2B5EF4-FFF2-40B4-BE49-F238E27FC236}">
                    <a16:creationId xmlns:a16="http://schemas.microsoft.com/office/drawing/2014/main" id="{A9F5ECEA-168C-405C-A69C-5301B6ACF29B}"/>
                  </a:ext>
                </a:extLst>
              </p:cNvPr>
              <p:cNvSpPr>
                <a:spLocks noGrp="1"/>
              </p:cNvSpPr>
              <p:nvPr/>
            </p:nvSpPr>
            <p:spPr>
              <a:xfrm>
                <a:off x="8601075" y="2076450"/>
                <a:ext cx="3171825" cy="390525"/>
              </a:xfrm>
              <a:prstGeom prst="rect">
                <a:avLst/>
              </a:prstGeom>
              <a:noFill/>
              <a:ln w="0">
                <a:noFill/>
              </a:ln>
            </p:spPr>
            <p:txBody>
              <a:bodyPr wrap="square" lIns="0" tIns="0" rIns="0" bIns="0" anchor="t">
                <a:noAutofit/>
              </a:bodyPr>
              <a:lstStyle/>
              <a:p>
                <a:pPr algn="l">
                  <a:defRPr sz="2175" b="1">
                    <a:solidFill>
                      <a:srgbClr val="326CB2"/>
                    </a:solidFill>
                    <a:latin typeface="DejaVu Sans"/>
                    <a:ea typeface="DejaVu Sans"/>
                    <a:cs typeface="DejaVu Sans"/>
                  </a:defRPr>
                </a:pPr>
                <a:r>
                  <a:rPr sz="2175" b="0" i="0">
                    <a:solidFill>
                      <a:srgbClr val="326CB2"/>
                    </a:solidFill>
                    <a:latin typeface="Cambria Math"/>
                    <a:ea typeface="DejaVu Sans"/>
                    <a:cs typeface="DejaVu Sans"/>
                  </a:rPr>
                  <a:t>𝑓</a:t>
                </a:r>
                <a:r>
                  <a:rPr sz="2175" b="0" i="0">
                    <a:solidFill>
                      <a:srgbClr val="326CB2"/>
                    </a:solidFill>
                    <a:latin typeface="Cambria Math"/>
                    <a:ea typeface="DejaVu Sans"/>
                    <a:cs typeface="DejaVu Sans"/>
                  </a:rPr>
                  <a:t>(</a:t>
                </a:r>
                <a:r>
                  <a:rPr sz="2175" b="0" i="0">
                    <a:solidFill>
                      <a:srgbClr val="326CB2"/>
                    </a:solidFill>
                    <a:latin typeface="Cambria Math"/>
                    <a:ea typeface="DejaVu Sans"/>
                    <a:cs typeface="DejaVu Sans"/>
                  </a:rPr>
                  <a:t>𝑥</a:t>
                </a:r>
                <a:r>
                  <a:rPr sz="2175" b="0" i="0">
                    <a:solidFill>
                      <a:srgbClr val="326CB2"/>
                    </a:solidFill>
                    <a:latin typeface="Cambria Math"/>
                    <a:ea typeface="DejaVu Sans"/>
                    <a:cs typeface="DejaVu Sans"/>
                  </a:rPr>
                  <a:t>)</a:t>
                </a:r>
                <a:r>
                  <a:rPr sz="2175" b="0" i="0">
                    <a:solidFill>
                      <a:srgbClr val="326CB2"/>
                    </a:solidFill>
                    <a:latin typeface="Cambria Math"/>
                    <a:ea typeface="DejaVu Sans"/>
                    <a:cs typeface="DejaVu Sans"/>
                  </a:rPr>
                  <a:t> = </a:t>
                </a:r>
                <a:r>
                  <a:rPr sz="2175" b="0" i="0">
                    <a:solidFill>
                      <a:srgbClr val="326CB2"/>
                    </a:solidFill>
                    <a:latin typeface="Cambria Math"/>
                    <a:ea typeface="DejaVu Sans"/>
                    <a:cs typeface="DejaVu Sans"/>
                  </a:rPr>
                  <a:t>𝑥</a:t>
                </a:r>
                <a:r>
                  <a:rPr sz="2175" b="0" i="0" baseline="30000">
                    <a:solidFill>
                      <a:srgbClr val="326CB2"/>
                    </a:solidFill>
                    <a:latin typeface="Cambria Math"/>
                    <a:ea typeface="DejaVu Sans"/>
                    <a:cs typeface="DejaVu Sans"/>
                  </a:rPr>
                  <a:t>3</a:t>
                </a:r>
              </a:p>
            </p:txBody>
          </p:sp>
        </mc:Fallback>
      </mc:AlternateContent>
      <p:graphicFrame>
        <p:nvGraphicFramePr>
          <p:cNvPr id="7" name="calculus_minimum_chart">
            <a:extLst>
              <a:ext uri="{FF2B5EF4-FFF2-40B4-BE49-F238E27FC236}">
                <a16:creationId xmlns:a16="http://schemas.microsoft.com/office/drawing/2014/main" id="{F7BADAEC-727A-462B-AD54-8E0F1BE82A24}"/>
              </a:ext>
            </a:extLst>
          </p:cNvPr>
          <p:cNvGraphicFramePr/>
          <p:nvPr/>
        </p:nvGraphicFramePr>
        <p:xfrm>
          <a:off x="533400" y="2514600"/>
          <a:ext cx="3476625" cy="2286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alculus_maximum_chart">
            <a:extLst>
              <a:ext uri="{FF2B5EF4-FFF2-40B4-BE49-F238E27FC236}">
                <a16:creationId xmlns:a16="http://schemas.microsoft.com/office/drawing/2014/main" id="{A720BEE2-6830-4F3C-BC5E-0F1C8C850533}"/>
              </a:ext>
            </a:extLst>
          </p:cNvPr>
          <p:cNvGraphicFramePr/>
          <p:nvPr/>
        </p:nvGraphicFramePr>
        <p:xfrm>
          <a:off x="4438650" y="2514600"/>
          <a:ext cx="3476625" cy="2286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9" name="calculus_neither_chart">
            <a:extLst>
              <a:ext uri="{FF2B5EF4-FFF2-40B4-BE49-F238E27FC236}">
                <a16:creationId xmlns:a16="http://schemas.microsoft.com/office/drawing/2014/main" id="{5AA0B753-34D9-429B-B314-562476D69204}"/>
              </a:ext>
            </a:extLst>
          </p:cNvPr>
          <p:cNvGraphicFramePr/>
          <p:nvPr/>
        </p:nvGraphicFramePr>
        <p:xfrm>
          <a:off x="8343900" y="2514600"/>
          <a:ext cx="3476625" cy="2286000"/>
        </p:xfrm>
        <a:graphic>
          <a:graphicData uri="http://schemas.openxmlformats.org/drawingml/2006/chart">
            <c:chart xmlns:c="http://schemas.openxmlformats.org/drawingml/2006/chart" xmlns:r="http://schemas.openxmlformats.org/officeDocument/2006/relationships" r:id="rId6"/>
          </a:graphicData>
        </a:graphic>
      </p:graphicFrame>
      <p:pic>
        <p:nvPicPr>
          <p:cNvPr id="10" name="eq_narrative_s43_6" descr="f'(0)=0">
            <a:extLst>
              <a:ext uri="{FF2B5EF4-FFF2-40B4-BE49-F238E27FC236}">
                <a16:creationId xmlns:a16="http://schemas.microsoft.com/office/drawing/2014/main" id="{B1FBF9D4-DDEF-4E3B-AA53-79E77A21F08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04900" y="4895850"/>
            <a:ext cx="1545107" cy="426123"/>
          </a:xfrm>
          <a:prstGeom prst="rect">
            <a:avLst/>
          </a:prstGeom>
          <a:noFill/>
          <a:ln>
            <a:noFill/>
          </a:ln>
        </p:spPr>
      </p:pic>
      <p:pic>
        <p:nvPicPr>
          <p:cNvPr id="11" name="eq_narrative_s43_7" descr="f'(0)=0">
            <a:extLst>
              <a:ext uri="{FF2B5EF4-FFF2-40B4-BE49-F238E27FC236}">
                <a16:creationId xmlns:a16="http://schemas.microsoft.com/office/drawing/2014/main" id="{A0911AFF-A90A-469B-BE06-B6F7FE598DD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10150" y="4895850"/>
            <a:ext cx="1545107" cy="426123"/>
          </a:xfrm>
          <a:prstGeom prst="rect">
            <a:avLst/>
          </a:prstGeom>
          <a:noFill/>
          <a:ln>
            <a:noFill/>
          </a:ln>
        </p:spPr>
      </p:pic>
      <p:pic>
        <p:nvPicPr>
          <p:cNvPr id="12" name="eq_narrative_s43_8" descr="f'(0)=0">
            <a:extLst>
              <a:ext uri="{FF2B5EF4-FFF2-40B4-BE49-F238E27FC236}">
                <a16:creationId xmlns:a16="http://schemas.microsoft.com/office/drawing/2014/main" id="{EF100410-9BD0-4AF2-9B26-D12F2BEFF41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15400" y="4895850"/>
            <a:ext cx="1545107" cy="426123"/>
          </a:xfrm>
          <a:prstGeom prst="rect">
            <a:avLst/>
          </a:prstGeom>
          <a:noFill/>
          <a:ln>
            <a:noFill/>
          </a:ln>
        </p:spPr>
      </p:pic>
      <p:sp>
        <p:nvSpPr>
          <p:cNvPr id="13" name="narrative_s43_text9">
            <a:extLst>
              <a:ext uri="{FF2B5EF4-FFF2-40B4-BE49-F238E27FC236}">
                <a16:creationId xmlns:a16="http://schemas.microsoft.com/office/drawing/2014/main" id="{578731AF-61D1-45FF-900D-A2E79A6C4F51}"/>
              </a:ext>
            </a:extLst>
          </p:cNvPr>
          <p:cNvSpPr>
            <a:spLocks noGrp="1"/>
          </p:cNvSpPr>
          <p:nvPr/>
        </p:nvSpPr>
        <p:spPr>
          <a:xfrm>
            <a:off x="1123950" y="5476875"/>
            <a:ext cx="2705100" cy="400050"/>
          </a:xfrm>
          <a:prstGeom prst="rect">
            <a:avLst/>
          </a:prstGeom>
          <a:noFill/>
          <a:ln w="0">
            <a:noFill/>
          </a:ln>
        </p:spPr>
        <p:txBody>
          <a:bodyPr wrap="square" lIns="0" tIns="0" rIns="0" bIns="0" anchor="t">
            <a:noAutofit/>
          </a:bodyPr>
          <a:lstStyle/>
          <a:p>
            <a:pPr algn="l">
              <a:defRPr sz="2250" b="1">
                <a:solidFill>
                  <a:srgbClr val="087F83"/>
                </a:solidFill>
                <a:latin typeface="DejaVu Sans"/>
                <a:ea typeface="DejaVu Sans"/>
                <a:cs typeface="DejaVu Sans"/>
              </a:defRPr>
            </a:pPr>
            <a:r>
              <a:rPr sz="2250" b="1">
                <a:solidFill>
                  <a:srgbClr val="087F83"/>
                </a:solidFill>
                <a:latin typeface="DejaVu Sans"/>
                <a:ea typeface="DejaVu Sans"/>
                <a:cs typeface="DejaVu Sans"/>
              </a:rPr>
              <a:t>Minimum</a:t>
            </a:r>
          </a:p>
        </p:txBody>
      </p:sp>
      <p:sp>
        <p:nvSpPr>
          <p:cNvPr id="14" name="narrative_s43_text10">
            <a:extLst>
              <a:ext uri="{FF2B5EF4-FFF2-40B4-BE49-F238E27FC236}">
                <a16:creationId xmlns:a16="http://schemas.microsoft.com/office/drawing/2014/main" id="{F6B44356-91CC-485B-99B5-80946F18868B}"/>
              </a:ext>
            </a:extLst>
          </p:cNvPr>
          <p:cNvSpPr>
            <a:spLocks noGrp="1"/>
          </p:cNvSpPr>
          <p:nvPr/>
        </p:nvSpPr>
        <p:spPr>
          <a:xfrm>
            <a:off x="5029200" y="5476875"/>
            <a:ext cx="2705100" cy="400050"/>
          </a:xfrm>
          <a:prstGeom prst="rect">
            <a:avLst/>
          </a:prstGeom>
          <a:noFill/>
          <a:ln w="0">
            <a:noFill/>
          </a:ln>
        </p:spPr>
        <p:txBody>
          <a:bodyPr wrap="square" lIns="0" tIns="0" rIns="0" bIns="0" anchor="t">
            <a:noAutofit/>
          </a:bodyPr>
          <a:lstStyle/>
          <a:p>
            <a:pPr algn="l">
              <a:defRPr sz="2250" b="1">
                <a:solidFill>
                  <a:srgbClr val="C45C28"/>
                </a:solidFill>
                <a:latin typeface="DejaVu Sans"/>
                <a:ea typeface="DejaVu Sans"/>
                <a:cs typeface="DejaVu Sans"/>
              </a:defRPr>
            </a:pPr>
            <a:r>
              <a:rPr sz="2250" b="1">
                <a:solidFill>
                  <a:srgbClr val="C45C28"/>
                </a:solidFill>
                <a:latin typeface="DejaVu Sans"/>
                <a:ea typeface="DejaVu Sans"/>
                <a:cs typeface="DejaVu Sans"/>
              </a:rPr>
              <a:t>Maximum</a:t>
            </a:r>
          </a:p>
        </p:txBody>
      </p:sp>
      <p:sp>
        <p:nvSpPr>
          <p:cNvPr id="15" name="narrative_s43_text11">
            <a:extLst>
              <a:ext uri="{FF2B5EF4-FFF2-40B4-BE49-F238E27FC236}">
                <a16:creationId xmlns:a16="http://schemas.microsoft.com/office/drawing/2014/main" id="{7CEA9B43-7AE7-45D1-B5AF-5E2CE59488A3}"/>
              </a:ext>
            </a:extLst>
          </p:cNvPr>
          <p:cNvSpPr>
            <a:spLocks noGrp="1"/>
          </p:cNvSpPr>
          <p:nvPr/>
        </p:nvSpPr>
        <p:spPr>
          <a:xfrm>
            <a:off x="8601075" y="5476875"/>
            <a:ext cx="3162300" cy="666750"/>
          </a:xfrm>
          <a:prstGeom prst="rect">
            <a:avLst/>
          </a:prstGeom>
          <a:noFill/>
          <a:ln w="0">
            <a:noFill/>
          </a:ln>
        </p:spPr>
        <p:txBody>
          <a:bodyPr wrap="square" lIns="0" tIns="0" rIns="0" bIns="0" anchor="t">
            <a:noAutofit/>
          </a:bodyPr>
          <a:lstStyle/>
          <a:p>
            <a:pPr algn="l">
              <a:defRPr sz="2100" b="1">
                <a:solidFill>
                  <a:srgbClr val="326CB2"/>
                </a:solidFill>
                <a:latin typeface="DejaVu Sans"/>
                <a:ea typeface="DejaVu Sans"/>
                <a:cs typeface="DejaVu Sans"/>
              </a:defRPr>
            </a:pPr>
            <a:r>
              <a:rPr sz="2100" b="1">
                <a:solidFill>
                  <a:srgbClr val="326CB2"/>
                </a:solidFill>
                <a:latin typeface="DejaVu Sans"/>
                <a:ea typeface="DejaVu Sans"/>
                <a:cs typeface="DejaVu Sans"/>
              </a:rPr>
              <a:t>Stationary</a:t>
            </a:r>
          </a:p>
          <a:p>
            <a:pPr algn="l">
              <a:defRPr sz="2100" b="1">
                <a:solidFill>
                  <a:srgbClr val="326CB2"/>
                </a:solidFill>
                <a:latin typeface="DejaVu Sans"/>
                <a:ea typeface="DejaVu Sans"/>
                <a:cs typeface="DejaVu Sans"/>
              </a:defRPr>
            </a:pPr>
            <a:r>
              <a:rPr sz="2100" b="1">
                <a:solidFill>
                  <a:srgbClr val="326CB2"/>
                </a:solidFill>
                <a:latin typeface="DejaVu Sans"/>
                <a:ea typeface="DejaVu Sans"/>
                <a:cs typeface="DejaVu Sans"/>
              </a:rPr>
              <a:t>inflection point</a:t>
            </a:r>
          </a:p>
        </p:txBody>
      </p:sp>
      <p:sp>
        <p:nvSpPr>
          <p:cNvPr id="17" name="fermat_necessary_not_sufficient">
            <a:extLst>
              <a:ext uri="{FF2B5EF4-FFF2-40B4-BE49-F238E27FC236}">
                <a16:creationId xmlns:a16="http://schemas.microsoft.com/office/drawing/2014/main" id="{BCC95F12-511E-4429-8447-159F866F999F}"/>
              </a:ext>
            </a:extLst>
          </p:cNvPr>
          <p:cNvSpPr>
            <a:spLocks noGrp="1"/>
          </p:cNvSpPr>
          <p:nvPr/>
        </p:nvSpPr>
        <p:spPr>
          <a:xfrm>
            <a:off x="609600" y="6219825"/>
            <a:ext cx="10858500" cy="314325"/>
          </a:xfrm>
          <a:prstGeom prst="rect">
            <a:avLst/>
          </a:prstGeom>
          <a:noFill/>
          <a:ln w="0">
            <a:noFill/>
          </a:ln>
        </p:spPr>
        <p:txBody>
          <a:bodyPr wrap="square" lIns="0" tIns="0" rIns="0" bIns="0" anchor="t">
            <a:noAutofit/>
          </a:bodyPr>
          <a:lstStyle/>
          <a:p>
            <a:pPr algn="ctr">
              <a:defRPr sz="1875" b="0">
                <a:solidFill>
                  <a:srgbClr val="526276"/>
                </a:solidFill>
                <a:latin typeface="DejaVu Sans"/>
                <a:ea typeface="DejaVu Sans"/>
                <a:cs typeface="DejaVu Sans"/>
              </a:defRPr>
            </a:pPr>
            <a:r>
              <a:rPr lang="it-IT" sz="1875" b="0" dirty="0" err="1">
                <a:solidFill>
                  <a:srgbClr val="526276"/>
                </a:solidFill>
                <a:latin typeface="DejaVu Sans"/>
                <a:ea typeface="DejaVu Sans"/>
                <a:cs typeface="DejaVu Sans"/>
              </a:rPr>
              <a:t>Being</a:t>
            </a:r>
            <a:r>
              <a:rPr lang="it-IT" sz="1875" b="0" dirty="0">
                <a:solidFill>
                  <a:srgbClr val="526276"/>
                </a:solidFill>
                <a:latin typeface="DejaVu Sans"/>
                <a:ea typeface="DejaVu Sans"/>
                <a:cs typeface="DejaVu Sans"/>
              </a:rPr>
              <a:t> a </a:t>
            </a:r>
            <a:r>
              <a:rPr lang="it-IT" sz="1875" b="0" dirty="0" err="1">
                <a:solidFill>
                  <a:srgbClr val="FF0000"/>
                </a:solidFill>
                <a:latin typeface="DejaVu Sans"/>
                <a:ea typeface="DejaVu Sans"/>
                <a:cs typeface="DejaVu Sans"/>
              </a:rPr>
              <a:t>stationary</a:t>
            </a:r>
            <a:r>
              <a:rPr lang="it-IT" sz="1875" b="0" dirty="0">
                <a:solidFill>
                  <a:srgbClr val="FF0000"/>
                </a:solidFill>
                <a:latin typeface="DejaVu Sans"/>
                <a:ea typeface="DejaVu Sans"/>
                <a:cs typeface="DejaVu Sans"/>
              </a:rPr>
              <a:t> point</a:t>
            </a:r>
            <a:r>
              <a:rPr sz="1875" b="0" dirty="0">
                <a:solidFill>
                  <a:srgbClr val="526276"/>
                </a:solidFill>
                <a:latin typeface="DejaVu Sans"/>
                <a:ea typeface="DejaVu Sans"/>
                <a:cs typeface="DejaVu Sans"/>
              </a:rPr>
              <a:t> is </a:t>
            </a:r>
            <a:r>
              <a:rPr sz="1875" b="0" dirty="0">
                <a:solidFill>
                  <a:srgbClr val="FF0000"/>
                </a:solidFill>
                <a:latin typeface="DejaVu Sans"/>
                <a:ea typeface="DejaVu Sans"/>
                <a:cs typeface="DejaVu Sans"/>
              </a:rPr>
              <a:t>necessary</a:t>
            </a:r>
            <a:r>
              <a:rPr sz="1875" b="0" dirty="0">
                <a:solidFill>
                  <a:srgbClr val="526276"/>
                </a:solidFill>
                <a:latin typeface="DejaVu Sans"/>
                <a:ea typeface="DejaVu Sans"/>
                <a:cs typeface="DejaVu Sans"/>
              </a:rPr>
              <a:t> for a local minimum, but it is </a:t>
            </a:r>
            <a:r>
              <a:rPr sz="1875" b="0" dirty="0">
                <a:solidFill>
                  <a:srgbClr val="FF0000"/>
                </a:solidFill>
                <a:latin typeface="DejaVu Sans"/>
                <a:ea typeface="DejaVu Sans"/>
                <a:cs typeface="DejaVu Sans"/>
              </a:rPr>
              <a:t>not sufficient</a:t>
            </a:r>
            <a:r>
              <a:rPr sz="1875" b="0" dirty="0">
                <a:solidFill>
                  <a:srgbClr val="526276"/>
                </a:solidFill>
                <a:latin typeface="DejaVu Sans"/>
                <a:ea typeface="DejaVu Sans"/>
                <a:cs typeface="DejaVu Sans"/>
              </a:rPr>
              <a:t>.</a:t>
            </a:r>
          </a:p>
        </p:txBody>
      </p:sp>
    </p:spTree>
    <p:extLst>
      <p:ext uri="{BB962C8B-B14F-4D97-AF65-F5344CB8AC3E}">
        <p14:creationId xmlns:p14="http://schemas.microsoft.com/office/powerpoint/2010/main" val="1073300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animBg="1"/>
      <p:bldP spid="11" grpId="0" build="allAtOnce" animBg="1"/>
      <p:bldP spid="12" grpId="0" build="allAtOnce" animBg="1"/>
      <p:bldP spid="13" grpId="0" build="allAtOnce" animBg="1"/>
      <p:bldP spid="14" grpId="0" build="allAtOnce" animBg="1"/>
      <p:bldP spid="15" grpId="0" build="allAtOnce" animBg="1"/>
      <p:bldP spid="17" grpId="0" build="allAtOnce"/>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narrative_s2_text1">
            <a:extLst>
              <a:ext uri="{FF2B5EF4-FFF2-40B4-BE49-F238E27FC236}">
                <a16:creationId xmlns:a16="http://schemas.microsoft.com/office/drawing/2014/main" id="{E4D03B0F-EB5A-4A51-910F-12097D632F79}"/>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Finding and checking a minimum</a:t>
            </a:r>
          </a:p>
        </p:txBody>
      </p:sp>
      <p:sp>
        <p:nvSpPr>
          <p:cNvPr id="2" name="page_number">
            <a:extLst>
              <a:ext uri="{FF2B5EF4-FFF2-40B4-BE49-F238E27FC236}">
                <a16:creationId xmlns:a16="http://schemas.microsoft.com/office/drawing/2014/main" id="{11E693CA-7FAB-4D82-A770-7D0102251129}"/>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35</a:t>
            </a:r>
          </a:p>
        </p:txBody>
      </p:sp>
      <p:sp>
        <p:nvSpPr>
          <p:cNvPr id="3" name="narrative_s2_text2">
            <a:extLst>
              <a:ext uri="{FF2B5EF4-FFF2-40B4-BE49-F238E27FC236}">
                <a16:creationId xmlns:a16="http://schemas.microsoft.com/office/drawing/2014/main" id="{F21A8E5B-801E-4266-9A9C-F737E1257B3F}"/>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graph is an upward-opening parabola, so a global minimum exists.</a:t>
            </a:r>
          </a:p>
        </p:txBody>
      </p:sp>
      <p:pic>
        <p:nvPicPr>
          <p:cNvPr id="4" name="eq_narrative_s2_3" descr="F(a)=a^2+5a-3\qquad(a\in\mathbb R)">
            <a:extLst>
              <a:ext uri="{FF2B5EF4-FFF2-40B4-BE49-F238E27FC236}">
                <a16:creationId xmlns:a16="http://schemas.microsoft.com/office/drawing/2014/main" id="{FCA26EC2-8889-4CF4-BEA5-EBDF2B982C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3329" y="2128742"/>
            <a:ext cx="5345341" cy="460439"/>
          </a:xfrm>
          <a:prstGeom prst="rect">
            <a:avLst/>
          </a:prstGeom>
          <a:noFill/>
          <a:ln>
            <a:noFill/>
          </a:ln>
        </p:spPr>
      </p:pic>
      <p:sp>
        <p:nvSpPr>
          <p:cNvPr id="5" name="narrative_s2_text4">
            <a:extLst>
              <a:ext uri="{FF2B5EF4-FFF2-40B4-BE49-F238E27FC236}">
                <a16:creationId xmlns:a16="http://schemas.microsoft.com/office/drawing/2014/main" id="{68260511-1C05-4F3F-914A-4BA44F291046}"/>
              </a:ext>
            </a:extLst>
          </p:cNvPr>
          <p:cNvSpPr>
            <a:spLocks noGrp="1"/>
          </p:cNvSpPr>
          <p:nvPr/>
        </p:nvSpPr>
        <p:spPr>
          <a:xfrm>
            <a:off x="609600" y="2943225"/>
            <a:ext cx="10858500" cy="4191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By Fermat’s theorem, any </a:t>
            </a:r>
            <a:r>
              <a:rPr sz="2100" b="0" dirty="0" err="1">
                <a:solidFill>
                  <a:srgbClr val="182D45"/>
                </a:solidFill>
                <a:latin typeface="DejaVu Sans"/>
                <a:ea typeface="DejaVu Sans"/>
                <a:cs typeface="DejaVu Sans"/>
              </a:rPr>
              <a:t>minimiser</a:t>
            </a:r>
            <a:r>
              <a:rPr sz="2100" b="0" dirty="0">
                <a:solidFill>
                  <a:srgbClr val="182D45"/>
                </a:solidFill>
                <a:latin typeface="DejaVu Sans"/>
                <a:ea typeface="DejaVu Sans"/>
                <a:cs typeface="DejaVu Sans"/>
              </a:rPr>
              <a:t> must be a stationary point.</a:t>
            </a:r>
          </a:p>
        </p:txBody>
      </p:sp>
      <p:pic>
        <p:nvPicPr>
          <p:cNvPr id="6" name="eq_narrative_s2_5" descr="F'(a)=2a+5=0\quad\Longleftrightarrow\quad a=-\frac52">
            <a:extLst>
              <a:ext uri="{FF2B5EF4-FFF2-40B4-BE49-F238E27FC236}">
                <a16:creationId xmlns:a16="http://schemas.microsoft.com/office/drawing/2014/main" id="{4EB23574-B71B-44AB-B97D-B35889D846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99657" y="3609975"/>
            <a:ext cx="6141936" cy="784415"/>
          </a:xfrm>
          <a:prstGeom prst="rect">
            <a:avLst/>
          </a:prstGeom>
          <a:noFill/>
          <a:ln>
            <a:noFill/>
          </a:ln>
        </p:spPr>
      </p:pic>
      <mc:AlternateContent xmlns:mc="http://schemas.openxmlformats.org/markup-compatibility/2006" xmlns:a14="http://schemas.microsoft.com/office/drawing/2010/main">
        <mc:Choice Requires="a14">
          <p:sp>
            <p:nvSpPr>
              <p:cNvPr id="7" name="inline_2_3">
                <a:extLst>
                  <a:ext uri="{FF2B5EF4-FFF2-40B4-BE49-F238E27FC236}">
                    <a16:creationId xmlns:a16="http://schemas.microsoft.com/office/drawing/2014/main" id="{E576F632-7A17-4FAD-ACA8-1AF9CD1CF701}"/>
                  </a:ext>
                </a:extLst>
              </p:cNvPr>
              <p:cNvSpPr>
                <a:spLocks noGrp="1"/>
              </p:cNvSpPr>
              <p:nvPr/>
            </p:nvSpPr>
            <p:spPr>
              <a:xfrm>
                <a:off x="609600" y="4686300"/>
                <a:ext cx="10858500" cy="695325"/>
              </a:xfrm>
              <a:prstGeom prst="rect">
                <a:avLst/>
              </a:prstGeom>
              <a:noFill/>
              <a:ln w="0">
                <a:noFill/>
              </a:ln>
            </p:spPr>
            <p:txBody>
              <a:bodyPr wrap="square" lIns="0" tIns="0" rIns="0" bIns="0" anchor="t">
                <a:noAutofit/>
              </a:bodyPr>
              <a:lstStyle/>
              <a:p>
                <a:pPr algn="ctr">
                  <a:defRPr sz="2100" b="0">
                    <a:solidFill>
                      <a:srgbClr val="087F83"/>
                    </a:solidFill>
                    <a:latin typeface="DejaVu Sans"/>
                    <a:ea typeface="DejaVu Sans"/>
                    <a:cs typeface="DejaVu Sans"/>
                  </a:defRPr>
                </a:pPr>
                <a:r>
                  <a:rPr sz="2100" b="0" dirty="0">
                    <a:solidFill>
                      <a:srgbClr val="087F83"/>
                    </a:solidFill>
                    <a:latin typeface="DejaVu Sans"/>
                    <a:ea typeface="DejaVu Sans"/>
                    <a:cs typeface="DejaVu Sans"/>
                  </a:rPr>
                  <a:t>The minimum exists, and there is only one stationary point.</a:t>
                </a:r>
                <a:endParaRPr lang="it-IT" sz="2100" b="0" dirty="0">
                  <a:solidFill>
                    <a:srgbClr val="087F83"/>
                  </a:solidFill>
                  <a:latin typeface="DejaVu Sans"/>
                  <a:ea typeface="DejaVu Sans"/>
                  <a:cs typeface="DejaVu Sans"/>
                </a:endParaRPr>
              </a:p>
              <a:p>
                <a:pPr algn="ctr">
                  <a:defRPr sz="2100" b="0">
                    <a:solidFill>
                      <a:srgbClr val="087F83"/>
                    </a:solidFill>
                    <a:latin typeface="DejaVu Sans"/>
                    <a:ea typeface="DejaVu Sans"/>
                    <a:cs typeface="DejaVu Sans"/>
                  </a:defRPr>
                </a:pPr>
                <a:r>
                  <a:rPr sz="2100" b="0" dirty="0">
                    <a:solidFill>
                      <a:srgbClr val="087F83"/>
                    </a:solidFill>
                    <a:latin typeface="DejaVu Sans"/>
                    <a:ea typeface="DejaVu Sans"/>
                    <a:cs typeface="DejaVu Sans"/>
                  </a:rPr>
                  <a:t>Therefore </a:t>
                </a:r>
                <a14:m>
                  <m:oMath xmlns:m="http://schemas.openxmlformats.org/officeDocument/2006/math">
                    <m:sSup>
                      <m:sSupPr>
                        <m:ctrlPr>
                          <a:rPr sz="2100" b="0" i="0">
                            <a:solidFill>
                              <a:srgbClr val="087F83"/>
                            </a:solidFill>
                            <a:latin typeface="Cambria Math"/>
                            <a:ea typeface="DejaVu Sans"/>
                            <a:cs typeface="DejaVu Sans"/>
                          </a:rPr>
                        </m:ctrlPr>
                      </m:sSupPr>
                      <m:e>
                        <m:r>
                          <a:rPr sz="2100" b="0" i="0">
                            <a:solidFill>
                              <a:srgbClr val="087F83"/>
                            </a:solidFill>
                            <a:latin typeface="Cambria Math"/>
                            <a:ea typeface="DejaVu Sans"/>
                            <a:cs typeface="DejaVu Sans"/>
                          </a:rPr>
                          <m:t>𝑎</m:t>
                        </m:r>
                      </m:e>
                      <m:sup>
                        <m:r>
                          <a:rPr sz="2100" b="0" i="0">
                            <a:solidFill>
                              <a:srgbClr val="087F83"/>
                            </a:solidFill>
                            <a:latin typeface="Cambria Math"/>
                            <a:ea typeface="DejaVu Sans"/>
                            <a:cs typeface="DejaVu Sans"/>
                          </a:rPr>
                          <m:t>∗</m:t>
                        </m:r>
                      </m:sup>
                    </m:sSup>
                    <m:r>
                      <a:rPr sz="2100" b="0" i="0">
                        <a:solidFill>
                          <a:srgbClr val="087F83"/>
                        </a:solidFill>
                        <a:latin typeface="Cambria Math"/>
                        <a:ea typeface="DejaVu Sans"/>
                        <a:cs typeface="DejaVu Sans"/>
                      </a:rPr>
                      <m:t>=−5/2</m:t>
                    </m:r>
                  </m:oMath>
                </a14:m>
                <a:r>
                  <a:rPr sz="2100" b="0" dirty="0">
                    <a:solidFill>
                      <a:srgbClr val="087F83"/>
                    </a:solidFill>
                    <a:latin typeface="DejaVu Sans"/>
                    <a:ea typeface="DejaVu Sans"/>
                    <a:cs typeface="DejaVu Sans"/>
                  </a:rPr>
                  <a:t> is the global </a:t>
                </a:r>
                <a:r>
                  <a:rPr sz="2100" b="0" dirty="0" err="1">
                    <a:solidFill>
                      <a:srgbClr val="087F83"/>
                    </a:solidFill>
                    <a:latin typeface="DejaVu Sans"/>
                    <a:ea typeface="DejaVu Sans"/>
                    <a:cs typeface="DejaVu Sans"/>
                  </a:rPr>
                  <a:t>minimiser</a:t>
                </a:r>
                <a:r>
                  <a:rPr sz="2100" b="0" dirty="0">
                    <a:solidFill>
                      <a:srgbClr val="087F83"/>
                    </a:solidFill>
                    <a:latin typeface="DejaVu Sans"/>
                    <a:ea typeface="DejaVu Sans"/>
                    <a:cs typeface="DejaVu Sans"/>
                  </a:rPr>
                  <a:t>.</a:t>
                </a:r>
              </a:p>
            </p:txBody>
          </p:sp>
        </mc:Choice>
        <mc:Fallback xmlns="">
          <p:sp>
            <p:nvSpPr>
              <p:cNvPr id="7" name="inline_2_3">
                <a:extLst>
                  <a:ext uri="{FF2B5EF4-FFF2-40B4-BE49-F238E27FC236}">
                    <a16:creationId xmlns:a16="http://schemas.microsoft.com/office/drawing/2014/main" id="{E576F632-7A17-4FAD-ACA8-1AF9CD1CF701}"/>
                  </a:ext>
                </a:extLst>
              </p:cNvPr>
              <p:cNvSpPr>
                <a:spLocks noGrp="1" noRot="1" noChangeAspect="1" noMove="1" noResize="1" noEditPoints="1" noAdjustHandles="1" noChangeArrowheads="1" noChangeShapeType="1" noTextEdit="1"/>
              </p:cNvSpPr>
              <p:nvPr/>
            </p:nvSpPr>
            <p:spPr>
              <a:xfrm>
                <a:off x="609600" y="4686300"/>
                <a:ext cx="10858500" cy="695325"/>
              </a:xfrm>
              <a:prstGeom prst="rect">
                <a:avLst/>
              </a:prstGeom>
              <a:blipFill>
                <a:blip r:embed="rId5"/>
                <a:stretch>
                  <a:fillRect t="-13158" b="-14912"/>
                </a:stretch>
              </a:blipFill>
              <a:ln w="0">
                <a:noFill/>
              </a:ln>
            </p:spPr>
            <p:txBody>
              <a:bodyPr/>
              <a:lstStyle/>
              <a:p>
                <a:r>
                  <a:rPr lang="it-IT">
                    <a:noFill/>
                  </a:rPr>
                  <a:t> </a:t>
                </a:r>
              </a:p>
            </p:txBody>
          </p:sp>
        </mc:Fallback>
      </mc:AlternateContent>
      <p:pic>
        <p:nvPicPr>
          <p:cNvPr id="8" name="eq_narrative_s2_6" descr="F\!\left(-\frac52\right)=\frac{25}{4}-\frac{25}{2}-3=-\frac{37}{4}">
            <a:extLst>
              <a:ext uri="{FF2B5EF4-FFF2-40B4-BE49-F238E27FC236}">
                <a16:creationId xmlns:a16="http://schemas.microsoft.com/office/drawing/2014/main" id="{093E6E81-AE37-43DC-93B7-42F6D5B8125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67884" y="5600700"/>
            <a:ext cx="4741929" cy="838200"/>
          </a:xfrm>
          <a:prstGeom prst="rect">
            <a:avLst/>
          </a:prstGeom>
          <a:noFill/>
          <a:ln>
            <a:noFill/>
          </a:ln>
        </p:spPr>
      </p:pic>
    </p:spTree>
    <p:extLst>
      <p:ext uri="{BB962C8B-B14F-4D97-AF65-F5344CB8AC3E}">
        <p14:creationId xmlns:p14="http://schemas.microsoft.com/office/powerpoint/2010/main" val="1812672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P spid="8" grpId="0" build="allAtOnce"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narrative_s46_text1">
            <a:extLst>
              <a:ext uri="{FF2B5EF4-FFF2-40B4-BE49-F238E27FC236}">
                <a16:creationId xmlns:a16="http://schemas.microsoft.com/office/drawing/2014/main" id="{C218D62E-C952-4556-9D39-30D7E8480505}"/>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Fermat’s theorem in several variables</a:t>
            </a:r>
          </a:p>
        </p:txBody>
      </p:sp>
      <p:sp>
        <p:nvSpPr>
          <p:cNvPr id="2" name="page_number">
            <a:extLst>
              <a:ext uri="{FF2B5EF4-FFF2-40B4-BE49-F238E27FC236}">
                <a16:creationId xmlns:a16="http://schemas.microsoft.com/office/drawing/2014/main" id="{81D38447-0CD1-4643-9078-6F958985A5A0}"/>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36</a:t>
            </a:r>
          </a:p>
        </p:txBody>
      </p:sp>
      <mc:AlternateContent xmlns:mc="http://schemas.openxmlformats.org/markup-compatibility/2006" xmlns:a14="http://schemas.microsoft.com/office/drawing/2010/main">
        <mc:Choice Requires="a14">
          <p:sp>
            <p:nvSpPr>
              <p:cNvPr id="3" name="narrative_s46_text2">
                <a:extLst>
                  <a:ext uri="{FF2B5EF4-FFF2-40B4-BE49-F238E27FC236}">
                    <a16:creationId xmlns:a16="http://schemas.microsoft.com/office/drawing/2014/main" id="{EC0D840E-4A0E-4F12-A338-C4A268EDA14A}"/>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same theorem holds in any dimension.</a:t>
                </a:r>
                <a:endParaRPr lang="it-IT" sz="21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If </a:t>
                </a:r>
                <a14:m>
                  <m:oMath xmlns:m="http://schemas.openxmlformats.org/officeDocument/2006/math">
                    <m:r>
                      <a:rPr sz="2100" b="0" i="0">
                        <a:solidFill>
                          <a:srgbClr val="182D45"/>
                        </a:solidFill>
                        <a:latin typeface="Cambria Math"/>
                        <a:ea typeface="DejaVu Sans"/>
                        <a:cs typeface="DejaVu Sans"/>
                      </a:rPr>
                      <m:t>𝐻</m:t>
                    </m:r>
                  </m:oMath>
                </a14:m>
                <a:r>
                  <a:rPr sz="2100" b="0" dirty="0">
                    <a:solidFill>
                      <a:srgbClr val="182D45"/>
                    </a:solidFill>
                    <a:latin typeface="DejaVu Sans"/>
                    <a:ea typeface="DejaVu Sans"/>
                    <a:cs typeface="DejaVu Sans"/>
                  </a:rPr>
                  <a:t> is differentiable at a local minimum </a:t>
                </a:r>
                <a14:m>
                  <m:oMath xmlns:m="http://schemas.openxmlformats.org/officeDocument/2006/math">
                    <m:sSup>
                      <m:sSupPr>
                        <m:ctrlPr>
                          <a:rPr sz="2100" b="0" i="0">
                            <a:solidFill>
                              <a:srgbClr val="182D45"/>
                            </a:solidFill>
                            <a:latin typeface="Cambria Math"/>
                            <a:ea typeface="DejaVu Sans"/>
                            <a:cs typeface="DejaVu Sans"/>
                          </a:rPr>
                        </m:ctrlPr>
                      </m:sSupPr>
                      <m:e>
                        <m:r>
                          <a:rPr sz="2100" b="0" i="0">
                            <a:solidFill>
                              <a:srgbClr val="182D45"/>
                            </a:solidFill>
                            <a:latin typeface="Cambria Math"/>
                            <a:ea typeface="DejaVu Sans"/>
                            <a:cs typeface="DejaVu Sans"/>
                          </a:rPr>
                          <m:t>𝐮</m:t>
                        </m:r>
                      </m:e>
                      <m:sup>
                        <m:r>
                          <a:rPr sz="2100" b="0" i="0">
                            <a:solidFill>
                              <a:srgbClr val="182D45"/>
                            </a:solidFill>
                            <a:latin typeface="Cambria Math"/>
                            <a:ea typeface="DejaVu Sans"/>
                            <a:cs typeface="DejaVu Sans"/>
                          </a:rPr>
                          <m:t>∗</m:t>
                        </m:r>
                      </m:sup>
                    </m:sSup>
                  </m:oMath>
                </a14:m>
                <a:r>
                  <a:rPr sz="2100" b="0" dirty="0">
                    <a:solidFill>
                      <a:srgbClr val="182D45"/>
                    </a:solidFill>
                    <a:latin typeface="DejaVu Sans"/>
                    <a:ea typeface="DejaVu Sans"/>
                    <a:cs typeface="DejaVu Sans"/>
                  </a:rPr>
                  <a:t>, then</a:t>
                </a:r>
              </a:p>
            </p:txBody>
          </p:sp>
        </mc:Choice>
        <mc:Fallback xmlns="">
          <p:sp>
            <p:nvSpPr>
              <p:cNvPr id="3" name="narrative_s46_text2">
                <a:extLst>
                  <a:ext uri="{FF2B5EF4-FFF2-40B4-BE49-F238E27FC236}">
                    <a16:creationId xmlns:a16="http://schemas.microsoft.com/office/drawing/2014/main" id="{EC0D840E-4A0E-4F12-A338-C4A268EDA14A}"/>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The same theorem holds in any dimension.</a:t>
                </a:r>
                <a:endParaRPr lang="it-IT" sz="2100" b="0" dirty="0">
                  <a:solidFill>
                    <a:srgbClr val="182D45"/>
                  </a:solidFill>
                  <a:latin typeface="DejaVu Sans"/>
                  <a:ea typeface="DejaVu Sans"/>
                  <a:cs typeface="DejaVu Sans"/>
                </a:endParaRP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If </a:t>
                </a:r>
                <a:r>
                  <a:rPr sz="2100" b="0" i="0">
                    <a:solidFill>
                      <a:srgbClr val="182D45"/>
                    </a:solidFill>
                    <a:latin typeface="Cambria Math"/>
                    <a:ea typeface="DejaVu Sans"/>
                    <a:cs typeface="DejaVu Sans"/>
                  </a:rPr>
                  <a:t>𝐻</a:t>
                </a:r>
                <a:r>
                  <a:rPr sz="2100" b="0" dirty="0">
                    <a:solidFill>
                      <a:srgbClr val="182D45"/>
                    </a:solidFill>
                    <a:latin typeface="DejaVu Sans"/>
                    <a:ea typeface="DejaVu Sans"/>
                    <a:cs typeface="DejaVu Sans"/>
                  </a:rPr>
                  <a:t> is differentiable at a local minimum </a:t>
                </a:r>
                <a:r>
                  <a:rPr sz="2100" b="0" i="0">
                    <a:solidFill>
                      <a:srgbClr val="182D45"/>
                    </a:solidFill>
                    <a:latin typeface="Cambria Math"/>
                    <a:ea typeface="DejaVu Sans"/>
                    <a:cs typeface="DejaVu Sans"/>
                  </a:rPr>
                  <a:t>𝐮</a:t>
                </a:r>
                <a:r>
                  <a:rPr sz="1470" b="0" i="0" baseline="30000">
                    <a:solidFill>
                      <a:srgbClr val="182D45"/>
                    </a:solidFill>
                    <a:latin typeface="Cambria Math"/>
                    <a:ea typeface="DejaVu Sans"/>
                    <a:cs typeface="DejaVu Sans"/>
                  </a:rPr>
                  <a:t>∗</a:t>
                </a:r>
                <a:r>
                  <a:rPr sz="2100" b="0" dirty="0">
                    <a:solidFill>
                      <a:srgbClr val="182D45"/>
                    </a:solidFill>
                    <a:latin typeface="DejaVu Sans"/>
                    <a:ea typeface="DejaVu Sans"/>
                    <a:cs typeface="DejaVu Sans"/>
                  </a:rPr>
                  <a:t>, then</a:t>
                </a:r>
              </a:p>
            </p:txBody>
          </p:sp>
        </mc:Fallback>
      </mc:AlternateContent>
      <p:pic>
        <p:nvPicPr>
          <p:cNvPr id="4" name="eq_narrative_s46_3" descr="\nabla H(\mathbf u^*)=\mathbf0">
            <a:extLst>
              <a:ext uri="{FF2B5EF4-FFF2-40B4-BE49-F238E27FC236}">
                <a16:creationId xmlns:a16="http://schemas.microsoft.com/office/drawing/2014/main" id="{F2F1C7D1-5DF1-4D94-8A1E-46429189E3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23257" y="2130425"/>
            <a:ext cx="2344826" cy="444500"/>
          </a:xfrm>
          <a:prstGeom prst="rect">
            <a:avLst/>
          </a:prstGeom>
          <a:noFill/>
          <a:ln>
            <a:noFill/>
          </a:ln>
        </p:spPr>
      </p:pic>
      <p:pic>
        <p:nvPicPr>
          <p:cNvPr id="5" name="eq_narrative_s46_4" descr="H(\mathbf u)=(u_1-1)^2+(u_2+2)^2">
            <a:extLst>
              <a:ext uri="{FF2B5EF4-FFF2-40B4-BE49-F238E27FC236}">
                <a16:creationId xmlns:a16="http://schemas.microsoft.com/office/drawing/2014/main" id="{DE1E0EB8-B93F-4E61-A57B-1C30B88DF6D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30180" y="3137916"/>
            <a:ext cx="4912589" cy="449834"/>
          </a:xfrm>
          <a:prstGeom prst="rect">
            <a:avLst/>
          </a:prstGeom>
          <a:noFill/>
          <a:ln>
            <a:noFill/>
          </a:ln>
        </p:spPr>
      </p:pic>
      <p:pic>
        <p:nvPicPr>
          <p:cNvPr id="6" name="eq_narrative_s46_5" descr="\nabla H(\mathbf u)=\begin{pmatrix}2(u_1-1)\\2(u_2+2)\end{pmatrix}=\mathbf0\quad\Longrightarrow\quad\mathbf u^*=\begin{pmatrix}1\\-2\end{pmatrix}">
            <a:extLst>
              <a:ext uri="{FF2B5EF4-FFF2-40B4-BE49-F238E27FC236}">
                <a16:creationId xmlns:a16="http://schemas.microsoft.com/office/drawing/2014/main" id="{B2C4E05F-EB55-411E-BE5F-997BE5188AC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136254" y="3956050"/>
            <a:ext cx="8118831" cy="939800"/>
          </a:xfrm>
          <a:prstGeom prst="rect">
            <a:avLst/>
          </a:prstGeom>
          <a:noFill/>
          <a:ln>
            <a:noFill/>
          </a:ln>
        </p:spPr>
      </p:pic>
      <p:pic>
        <p:nvPicPr>
          <p:cNvPr id="7" name="eq_narrative_s46_6" descr="H(\mathbf u)\geq0,\qquad H(\mathbf u^*)=0">
            <a:extLst>
              <a:ext uri="{FF2B5EF4-FFF2-40B4-BE49-F238E27FC236}">
                <a16:creationId xmlns:a16="http://schemas.microsoft.com/office/drawing/2014/main" id="{A26A98E5-F2FA-4CF4-8C1E-4F783316A72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832021" y="5434012"/>
            <a:ext cx="4413657" cy="415925"/>
          </a:xfrm>
          <a:prstGeom prst="rect">
            <a:avLst/>
          </a:prstGeom>
          <a:noFill/>
          <a:ln>
            <a:noFill/>
          </a:ln>
        </p:spPr>
      </p:pic>
      <p:sp>
        <p:nvSpPr>
          <p:cNvPr id="9" name="fermat_example_intro">
            <a:extLst>
              <a:ext uri="{FF2B5EF4-FFF2-40B4-BE49-F238E27FC236}">
                <a16:creationId xmlns:a16="http://schemas.microsoft.com/office/drawing/2014/main" id="{4751DA7E-7455-444F-AD1D-C2A068F0EBD8}"/>
              </a:ext>
            </a:extLst>
          </p:cNvPr>
          <p:cNvSpPr>
            <a:spLocks noGrp="1"/>
          </p:cNvSpPr>
          <p:nvPr/>
        </p:nvSpPr>
        <p:spPr>
          <a:xfrm>
            <a:off x="609600" y="2743200"/>
            <a:ext cx="10858500" cy="381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For example, consider this function of two variables:</a:t>
            </a:r>
          </a:p>
        </p:txBody>
      </p:sp>
      <p:sp>
        <p:nvSpPr>
          <p:cNvPr id="10" name="fermat_example_conclusion">
            <a:extLst>
              <a:ext uri="{FF2B5EF4-FFF2-40B4-BE49-F238E27FC236}">
                <a16:creationId xmlns:a16="http://schemas.microsoft.com/office/drawing/2014/main" id="{D15E8E4C-5E9D-4044-9BAF-453470B34496}"/>
              </a:ext>
            </a:extLst>
          </p:cNvPr>
          <p:cNvSpPr>
            <a:spLocks noGrp="1"/>
          </p:cNvSpPr>
          <p:nvPr/>
        </p:nvSpPr>
        <p:spPr>
          <a:xfrm>
            <a:off x="609600" y="6191250"/>
            <a:ext cx="10858500" cy="314325"/>
          </a:xfrm>
          <a:prstGeom prst="rect">
            <a:avLst/>
          </a:prstGeom>
          <a:noFill/>
          <a:ln w="0">
            <a:noFill/>
          </a:ln>
        </p:spPr>
        <p:txBody>
          <a:bodyPr wrap="square" lIns="0" tIns="0" rIns="0" bIns="0" anchor="t">
            <a:noAutofit/>
          </a:bodyPr>
          <a:lstStyle/>
          <a:p>
            <a:pPr algn="l">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Here the stationary point is a global minimum: the sum of squares cannot be negative.</a:t>
            </a:r>
          </a:p>
        </p:txBody>
      </p:sp>
    </p:spTree>
    <p:extLst>
      <p:ext uri="{BB962C8B-B14F-4D97-AF65-F5344CB8AC3E}">
        <p14:creationId xmlns:p14="http://schemas.microsoft.com/office/powerpoint/2010/main" val="1194001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P spid="9" grpId="0" build="allAtOnce" animBg="1"/>
      <p:bldP spid="10" grpId="0" build="allAtOnce" animBg="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narrative_s1_text1">
            <a:extLst>
              <a:ext uri="{FF2B5EF4-FFF2-40B4-BE49-F238E27FC236}">
                <a16:creationId xmlns:a16="http://schemas.microsoft.com/office/drawing/2014/main" id="{C094A263-A3BA-45B5-8914-235E477B9363}"/>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sz="3150" b="1">
                <a:solidFill>
                  <a:srgbClr val="182D45"/>
                </a:solidFill>
                <a:latin typeface="DejaVu Sans"/>
                <a:ea typeface="DejaVu Sans"/>
                <a:cs typeface="DejaVu Sans"/>
              </a:defRPr>
            </a:pPr>
            <a:r>
              <a:rPr sz="3150" b="1" dirty="0">
                <a:solidFill>
                  <a:srgbClr val="182D45"/>
                </a:solidFill>
                <a:latin typeface="DejaVu Sans"/>
                <a:ea typeface="DejaVu Sans"/>
                <a:cs typeface="DejaVu Sans"/>
              </a:rPr>
              <a:t>Saddle points</a:t>
            </a:r>
          </a:p>
        </p:txBody>
      </p:sp>
      <p:sp>
        <p:nvSpPr>
          <p:cNvPr id="2" name="page_number">
            <a:extLst>
              <a:ext uri="{FF2B5EF4-FFF2-40B4-BE49-F238E27FC236}">
                <a16:creationId xmlns:a16="http://schemas.microsoft.com/office/drawing/2014/main" id="{724E3DE9-1B69-4A62-8A8D-C9AB2D252222}"/>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37</a:t>
            </a:r>
          </a:p>
        </p:txBody>
      </p:sp>
      <p:sp>
        <p:nvSpPr>
          <p:cNvPr id="3" name="narrative_s1_text2">
            <a:extLst>
              <a:ext uri="{FF2B5EF4-FFF2-40B4-BE49-F238E27FC236}">
                <a16:creationId xmlns:a16="http://schemas.microsoft.com/office/drawing/2014/main" id="{8D79956B-08F5-4A7B-AB0A-BF2683FB5B15}"/>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In one variable, stationary points may be minima, maxima or inflections.</a:t>
            </a:r>
          </a:p>
          <a:p>
            <a:pPr algn="ctr">
              <a:defRPr sz="2100" b="0">
                <a:solidFill>
                  <a:srgbClr val="182D45"/>
                </a:solidFill>
                <a:latin typeface="DejaVu Sans"/>
                <a:ea typeface="DejaVu Sans"/>
                <a:cs typeface="DejaVu Sans"/>
              </a:defRPr>
            </a:pPr>
            <a:r>
              <a:rPr sz="2100" b="0" dirty="0">
                <a:solidFill>
                  <a:srgbClr val="182D45"/>
                </a:solidFill>
                <a:latin typeface="DejaVu Sans"/>
                <a:ea typeface="DejaVu Sans"/>
                <a:cs typeface="DejaVu Sans"/>
              </a:rPr>
              <a:t>In several variables, they may also be saddle points.</a:t>
            </a:r>
          </a:p>
        </p:txBody>
      </p:sp>
      <p:pic>
        <p:nvPicPr>
          <p:cNvPr id="4" name="saddle_surface" descr="Surface S(u)=u1 squared minus u2 squared. The teal section u2=0 rises away from the origin; the orange section u1=0 falls. The marked origin is a saddle point.">
            <a:extLst>
              <a:ext uri="{FF2B5EF4-FFF2-40B4-BE49-F238E27FC236}">
                <a16:creationId xmlns:a16="http://schemas.microsoft.com/office/drawing/2014/main" id="{72047E89-3CE3-4BB2-A169-2C8C18C629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7200" y="1971675"/>
            <a:ext cx="6858000" cy="4095750"/>
          </a:xfrm>
          <a:prstGeom prst="rect">
            <a:avLst/>
          </a:prstGeom>
          <a:noFill/>
          <a:ln>
            <a:noFill/>
          </a:ln>
        </p:spPr>
      </p:pic>
      <p:pic>
        <p:nvPicPr>
          <p:cNvPr id="5" name="eq_narrative_s1_3" descr="S(\mathbf u)=u_1^2-u_2^2">
            <a:extLst>
              <a:ext uri="{FF2B5EF4-FFF2-40B4-BE49-F238E27FC236}">
                <a16:creationId xmlns:a16="http://schemas.microsoft.com/office/drawing/2014/main" id="{2EE615CD-AC75-4919-8C16-5664C3E295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24750" y="2124075"/>
            <a:ext cx="2382660" cy="417995"/>
          </a:xfrm>
          <a:prstGeom prst="rect">
            <a:avLst/>
          </a:prstGeom>
          <a:noFill/>
          <a:ln>
            <a:noFill/>
          </a:ln>
        </p:spPr>
      </p:pic>
      <p:pic>
        <p:nvPicPr>
          <p:cNvPr id="6" name="eq_narrative_s1_4" descr="\nabla S(\mathbf u)=\begin{pmatrix}2u_1\\-2u_2\end{pmatrix}">
            <a:extLst>
              <a:ext uri="{FF2B5EF4-FFF2-40B4-BE49-F238E27FC236}">
                <a16:creationId xmlns:a16="http://schemas.microsoft.com/office/drawing/2014/main" id="{3011CBAB-3D19-4C74-9B6B-28567AF63D3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24750" y="2800350"/>
            <a:ext cx="2459819" cy="752475"/>
          </a:xfrm>
          <a:prstGeom prst="rect">
            <a:avLst/>
          </a:prstGeom>
          <a:noFill/>
          <a:ln>
            <a:noFill/>
          </a:ln>
        </p:spPr>
      </p:pic>
      <p:pic>
        <p:nvPicPr>
          <p:cNvPr id="7" name="eq_narrative_s1_5" descr="\nabla S(\mathbf0)=\mathbf0,\quad S(\mathbf0)=0">
            <a:extLst>
              <a:ext uri="{FF2B5EF4-FFF2-40B4-BE49-F238E27FC236}">
                <a16:creationId xmlns:a16="http://schemas.microsoft.com/office/drawing/2014/main" id="{B5851159-230B-44EC-B6CE-410CA8FC08F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24750" y="3667125"/>
            <a:ext cx="2997848" cy="320675"/>
          </a:xfrm>
          <a:prstGeom prst="rect">
            <a:avLst/>
          </a:prstGeom>
          <a:noFill/>
          <a:ln>
            <a:noFill/>
          </a:ln>
        </p:spPr>
      </p:pic>
      <p:pic>
        <p:nvPicPr>
          <p:cNvPr id="8" name="eq_narrative_s1_6" descr="S\!\begin{pmatrix}t\\0\end{pmatrix}=t^2&gt;0">
            <a:extLst>
              <a:ext uri="{FF2B5EF4-FFF2-40B4-BE49-F238E27FC236}">
                <a16:creationId xmlns:a16="http://schemas.microsoft.com/office/drawing/2014/main" id="{97908A71-6F08-46AB-9A1F-1146CBAA567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24750" y="4333875"/>
            <a:ext cx="2007234" cy="742950"/>
          </a:xfrm>
          <a:prstGeom prst="rect">
            <a:avLst/>
          </a:prstGeom>
          <a:noFill/>
          <a:ln>
            <a:noFill/>
          </a:ln>
        </p:spPr>
      </p:pic>
      <p:pic>
        <p:nvPicPr>
          <p:cNvPr id="9" name="eq_narrative_s1_7" descr="S\!\begin{pmatrix}0\\t\end{pmatrix}=-t^2&lt;0">
            <a:extLst>
              <a:ext uri="{FF2B5EF4-FFF2-40B4-BE49-F238E27FC236}">
                <a16:creationId xmlns:a16="http://schemas.microsoft.com/office/drawing/2014/main" id="{35251F2C-27CE-4D21-8ED9-6EDDEFB0D24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524750" y="5286375"/>
            <a:ext cx="2240600" cy="742950"/>
          </a:xfrm>
          <a:prstGeom prst="rect">
            <a:avLst/>
          </a:prstGeom>
          <a:noFill/>
          <a:ln>
            <a:noFill/>
          </a:ln>
        </p:spPr>
      </p:pic>
      <p:pic>
        <p:nvPicPr>
          <p:cNvPr id="10" name="eq_narrative_s1_8" descr="(t\ne0)">
            <a:extLst>
              <a:ext uri="{FF2B5EF4-FFF2-40B4-BE49-F238E27FC236}">
                <a16:creationId xmlns:a16="http://schemas.microsoft.com/office/drawing/2014/main" id="{93F27232-B7E8-46E1-A34B-283824EE0BE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382250" y="4981575"/>
            <a:ext cx="704863" cy="254000"/>
          </a:xfrm>
          <a:prstGeom prst="rect">
            <a:avLst/>
          </a:prstGeom>
          <a:noFill/>
          <a:ln>
            <a:noFill/>
          </a:ln>
        </p:spPr>
      </p:pic>
      <p:sp>
        <p:nvSpPr>
          <p:cNvPr id="11" name="narrative_s1_text9">
            <a:extLst>
              <a:ext uri="{FF2B5EF4-FFF2-40B4-BE49-F238E27FC236}">
                <a16:creationId xmlns:a16="http://schemas.microsoft.com/office/drawing/2014/main" id="{DC3915DF-C607-476C-B467-E950E6AF38FC}"/>
              </a:ext>
            </a:extLst>
          </p:cNvPr>
          <p:cNvSpPr>
            <a:spLocks noGrp="1"/>
          </p:cNvSpPr>
          <p:nvPr/>
        </p:nvSpPr>
        <p:spPr>
          <a:xfrm>
            <a:off x="609600" y="6229350"/>
            <a:ext cx="10858500" cy="323850"/>
          </a:xfrm>
          <a:prstGeom prst="rect">
            <a:avLst/>
          </a:prstGeom>
          <a:noFill/>
          <a:ln w="0">
            <a:noFill/>
          </a:ln>
        </p:spPr>
        <p:txBody>
          <a:bodyPr wrap="square" lIns="0" tIns="0" rIns="0" bIns="0" anchor="t">
            <a:noAutofit/>
          </a:bodyPr>
          <a:lstStyle/>
          <a:p>
            <a:pPr algn="ctr">
              <a:defRPr sz="1875" b="0">
                <a:solidFill>
                  <a:srgbClr val="526276"/>
                </a:solidFill>
                <a:latin typeface="DejaVu Sans"/>
                <a:ea typeface="DejaVu Sans"/>
                <a:cs typeface="DejaVu Sans"/>
              </a:defRPr>
            </a:pPr>
            <a:r>
              <a:rPr sz="1875" b="0" dirty="0">
                <a:solidFill>
                  <a:srgbClr val="526276"/>
                </a:solidFill>
                <a:latin typeface="DejaVu Sans"/>
                <a:ea typeface="DejaVu Sans"/>
                <a:cs typeface="DejaVu Sans"/>
              </a:rPr>
              <a:t>Along one axis the origin is a minimum, along the other a maximum.</a:t>
            </a:r>
          </a:p>
        </p:txBody>
      </p:sp>
    </p:spTree>
    <p:extLst>
      <p:ext uri="{BB962C8B-B14F-4D97-AF65-F5344CB8AC3E}">
        <p14:creationId xmlns:p14="http://schemas.microsoft.com/office/powerpoint/2010/main" val="1815521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animBg="1"/>
      <p:bldP spid="7" grpId="0" build="allAtOnce" animBg="1"/>
      <p:bldP spid="8" grpId="0" build="allAtOnce" animBg="1"/>
      <p:bldP spid="9" grpId="0" build="allAtOnce" animBg="1"/>
      <p:bldP spid="10" grpId="0" build="allAtOnce" animBg="1"/>
      <p:bldP spid="11" grpId="0" build="allAtOnce" animBg="1"/>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TotalTime>
  <Words>6728</Words>
  <Application>Microsoft Office PowerPoint</Application>
  <DocSecurity>0</DocSecurity>
  <PresentationFormat>Widescreen</PresentationFormat>
  <Paragraphs>515</Paragraphs>
  <Slides>37</Slides>
  <Notes>37</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37</vt:i4>
      </vt:variant>
    </vt:vector>
  </HeadingPairs>
  <TitlesOfParts>
    <vt:vector size="41" baseType="lpstr">
      <vt:lpstr>Calibri</vt:lpstr>
      <vt:lpstr>Cambria Math</vt:lpstr>
      <vt:lpstr>DejaVu Sans</vt:lpstr>
      <vt:lpstr>ChatGPT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Roberto Colomboni</cp:lastModifiedBy>
  <cp:revision>2</cp:revision>
  <dcterms:created xsi:type="dcterms:W3CDTF">2026-09-21T15:59:46Z</dcterms:created>
  <dcterms:modified xsi:type="dcterms:W3CDTF">2026-09-22T14:16:17Z</dcterms:modified>
</cp:coreProperties>
</file>